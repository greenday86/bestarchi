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32"/>
  </p:notesMasterIdLst>
  <p:sldIdLst>
    <p:sldId id="256" r:id="rId2"/>
    <p:sldId id="257" r:id="rId3"/>
    <p:sldId id="279" r:id="rId4"/>
    <p:sldId id="280" r:id="rId5"/>
    <p:sldId id="304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2" r:id="rId16"/>
    <p:sldId id="293" r:id="rId17"/>
    <p:sldId id="305" r:id="rId18"/>
    <p:sldId id="309" r:id="rId19"/>
    <p:sldId id="310" r:id="rId20"/>
    <p:sldId id="299" r:id="rId21"/>
    <p:sldId id="291" r:id="rId22"/>
    <p:sldId id="298" r:id="rId23"/>
    <p:sldId id="306" r:id="rId24"/>
    <p:sldId id="294" r:id="rId25"/>
    <p:sldId id="295" r:id="rId26"/>
    <p:sldId id="302" r:id="rId27"/>
    <p:sldId id="296" r:id="rId28"/>
    <p:sldId id="307" r:id="rId29"/>
    <p:sldId id="303" r:id="rId30"/>
    <p:sldId id="308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688"/>
    <p:restoredTop sz="94610"/>
  </p:normalViewPr>
  <p:slideViewPr>
    <p:cSldViewPr snapToGrid="0" snapToObjects="1">
      <p:cViewPr varScale="1">
        <p:scale>
          <a:sx n="212" d="100"/>
          <a:sy n="212" d="100"/>
        </p:scale>
        <p:origin x="10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9867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752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2082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3068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7114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9571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NUL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53908" y="1457876"/>
            <a:ext cx="7772400" cy="809424"/>
          </a:xfrm>
        </p:spPr>
        <p:txBody>
          <a:bodyPr>
            <a:normAutofit/>
          </a:bodyPr>
          <a:lstStyle>
            <a:lvl1pPr algn="l" latinLnBrk="0">
              <a:lnSpc>
                <a:spcPct val="150000"/>
              </a:lnSpc>
              <a:spcAft>
                <a:spcPts val="450"/>
              </a:spcAft>
              <a:defRPr sz="2100" b="1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953908" y="2976795"/>
            <a:ext cx="6400800" cy="1013164"/>
          </a:xfrm>
        </p:spPr>
        <p:txBody>
          <a:bodyPr>
            <a:normAutofit/>
          </a:bodyPr>
          <a:lstStyle>
            <a:lvl1pPr marL="0" indent="0" algn="l">
              <a:buNone/>
              <a:defRPr sz="1350" b="1">
                <a:solidFill>
                  <a:schemeClr val="tx1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583210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252047" y="438150"/>
            <a:ext cx="8639908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2047" y="104775"/>
            <a:ext cx="8639908" cy="300038"/>
          </a:xfrm>
        </p:spPr>
        <p:txBody>
          <a:bodyPr>
            <a:noAutofit/>
          </a:bodyPr>
          <a:lstStyle>
            <a:lvl1pPr algn="l">
              <a:defRPr sz="1500" b="1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2047" y="504826"/>
            <a:ext cx="8639908" cy="266699"/>
          </a:xfrm>
        </p:spPr>
        <p:txBody>
          <a:bodyPr>
            <a:noAutofit/>
          </a:bodyPr>
          <a:lstStyle>
            <a:lvl1pPr marL="0" indent="0" latinLnBrk="0">
              <a:buFont typeface="Arial" pitchFamily="34" charset="0"/>
              <a:buNone/>
              <a:defRPr sz="1350" b="1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defRPr>
            </a:lvl1pPr>
            <a:lvl2pPr marL="141685" indent="-141685" latinLnBrk="0">
              <a:buFont typeface="Arial" pitchFamily="34" charset="0"/>
              <a:buChar char="•"/>
              <a:defRPr sz="1350" b="1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defRPr>
            </a:lvl2pPr>
            <a:lvl3pPr marL="403622" indent="-130969">
              <a:defRPr sz="1200">
                <a:latin typeface="HY견고딕" pitchFamily="18" charset="-127"/>
                <a:ea typeface="HY견고딕" pitchFamily="18" charset="-127"/>
              </a:defRPr>
            </a:lvl3pPr>
            <a:lvl4pPr>
              <a:defRPr sz="1200">
                <a:latin typeface="HY견고딕" pitchFamily="18" charset="-127"/>
                <a:ea typeface="HY견고딕" pitchFamily="18" charset="-127"/>
              </a:defRPr>
            </a:lvl4pPr>
            <a:lvl5pPr>
              <a:defRPr sz="1200">
                <a:latin typeface="HY견고딕" pitchFamily="18" charset="-127"/>
                <a:ea typeface="HY견고딕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  <a:endParaRPr lang="en-US" altLang="ko-KR" dirty="0"/>
          </a:p>
        </p:txBody>
      </p:sp>
      <p:sp>
        <p:nvSpPr>
          <p:cNvPr id="6" name="슬라이드 번호 개체 틀 16"/>
          <p:cNvSpPr>
            <a:spLocks noGrp="1"/>
          </p:cNvSpPr>
          <p:nvPr>
            <p:ph type="sldNum" sz="quarter" idx="10"/>
          </p:nvPr>
        </p:nvSpPr>
        <p:spPr>
          <a:xfrm>
            <a:off x="8891954" y="4972050"/>
            <a:ext cx="252046" cy="171450"/>
          </a:xfrm>
        </p:spPr>
        <p:txBody>
          <a:bodyPr lIns="0" rIns="0"/>
          <a:lstStyle>
            <a:lvl1pPr algn="ctr">
              <a:defRPr sz="675" b="0">
                <a:solidFill>
                  <a:schemeClr val="tx1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defRPr>
            </a:lvl1pPr>
          </a:lstStyle>
          <a:p>
            <a:pPr>
              <a:defRPr/>
            </a:pPr>
            <a:fld id="{D4C23C9C-E718-4A31-BE85-6242B7D6DB8D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7196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252047" y="438150"/>
            <a:ext cx="8639908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2047" y="104775"/>
            <a:ext cx="8639908" cy="300038"/>
          </a:xfrm>
        </p:spPr>
        <p:txBody>
          <a:bodyPr>
            <a:noAutofit/>
          </a:bodyPr>
          <a:lstStyle>
            <a:lvl1pPr algn="l">
              <a:defRPr sz="1500" b="1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2047" y="504826"/>
            <a:ext cx="8639908" cy="266699"/>
          </a:xfrm>
        </p:spPr>
        <p:txBody>
          <a:bodyPr>
            <a:noAutofit/>
          </a:bodyPr>
          <a:lstStyle>
            <a:lvl1pPr marL="0" indent="0" latinLnBrk="0">
              <a:buFont typeface="Arial" pitchFamily="34" charset="0"/>
              <a:buNone/>
              <a:defRPr sz="1350" b="1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defRPr>
            </a:lvl1pPr>
            <a:lvl2pPr marL="141685" indent="-141685" latinLnBrk="0">
              <a:buFont typeface="Arial" pitchFamily="34" charset="0"/>
              <a:buChar char="•"/>
              <a:defRPr sz="1350" b="1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defRPr>
            </a:lvl2pPr>
            <a:lvl3pPr marL="403622" indent="-130969">
              <a:defRPr sz="1200">
                <a:latin typeface="HY견고딕" pitchFamily="18" charset="-127"/>
                <a:ea typeface="HY견고딕" pitchFamily="18" charset="-127"/>
              </a:defRPr>
            </a:lvl3pPr>
            <a:lvl4pPr>
              <a:defRPr sz="1200">
                <a:latin typeface="HY견고딕" pitchFamily="18" charset="-127"/>
                <a:ea typeface="HY견고딕" pitchFamily="18" charset="-127"/>
              </a:defRPr>
            </a:lvl4pPr>
            <a:lvl5pPr>
              <a:defRPr sz="1200">
                <a:latin typeface="HY견고딕" pitchFamily="18" charset="-127"/>
                <a:ea typeface="HY견고딕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  <a:endParaRPr lang="en-US" altLang="ko-KR" dirty="0"/>
          </a:p>
        </p:txBody>
      </p:sp>
      <p:sp>
        <p:nvSpPr>
          <p:cNvPr id="6" name="슬라이드 번호 개체 틀 16"/>
          <p:cNvSpPr>
            <a:spLocks noGrp="1"/>
          </p:cNvSpPr>
          <p:nvPr>
            <p:ph type="sldNum" sz="quarter" idx="10"/>
          </p:nvPr>
        </p:nvSpPr>
        <p:spPr>
          <a:xfrm>
            <a:off x="8891954" y="4972050"/>
            <a:ext cx="252046" cy="171450"/>
          </a:xfrm>
        </p:spPr>
        <p:txBody>
          <a:bodyPr lIns="0" rIns="0"/>
          <a:lstStyle>
            <a:lvl1pPr algn="ctr">
              <a:defRPr sz="675" b="0">
                <a:solidFill>
                  <a:schemeClr val="tx1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defRPr>
            </a:lvl1pPr>
          </a:lstStyle>
          <a:p>
            <a:pPr>
              <a:defRPr/>
            </a:pPr>
            <a:fld id="{D4C23C9C-E718-4A31-BE85-6242B7D6DB8D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141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252046" y="104775"/>
            <a:ext cx="8639910" cy="300038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>
              <a:defRPr lang="ko-KR" altLang="en-US" sz="1500" b="1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defRPr>
            </a:lvl1pPr>
          </a:lstStyle>
          <a:p>
            <a:pPr lvl="0" algn="l"/>
            <a:r>
              <a:rPr lang="ko-KR" altLang="en-US" dirty="0"/>
              <a:t>마스터 제목 스타일 편집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252047" y="438150"/>
            <a:ext cx="8639908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슬라이드 번호 개체 틀 16"/>
          <p:cNvSpPr>
            <a:spLocks noGrp="1"/>
          </p:cNvSpPr>
          <p:nvPr>
            <p:ph type="sldNum" sz="quarter" idx="10"/>
          </p:nvPr>
        </p:nvSpPr>
        <p:spPr>
          <a:xfrm>
            <a:off x="8891954" y="4972050"/>
            <a:ext cx="252046" cy="171450"/>
          </a:xfrm>
        </p:spPr>
        <p:txBody>
          <a:bodyPr lIns="0" rIns="0"/>
          <a:lstStyle>
            <a:lvl1pPr algn="ctr">
              <a:defRPr sz="675" b="1">
                <a:solidFill>
                  <a:schemeClr val="tx1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defRPr>
            </a:lvl1pPr>
          </a:lstStyle>
          <a:p>
            <a:pPr>
              <a:defRPr/>
            </a:pPr>
            <a:fld id="{D4C23C9C-E718-4A31-BE85-6242B7D6DB8D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8897221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16"/>
          <p:cNvSpPr>
            <a:spLocks noGrp="1"/>
          </p:cNvSpPr>
          <p:nvPr>
            <p:ph type="sldNum" sz="quarter" idx="10"/>
          </p:nvPr>
        </p:nvSpPr>
        <p:spPr>
          <a:xfrm>
            <a:off x="8891954" y="4972050"/>
            <a:ext cx="252046" cy="171450"/>
          </a:xfrm>
        </p:spPr>
        <p:txBody>
          <a:bodyPr lIns="0" rIns="0"/>
          <a:lstStyle>
            <a:lvl1pPr algn="ctr">
              <a:defRPr sz="675" b="1">
                <a:solidFill>
                  <a:schemeClr val="tx1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defRPr>
            </a:lvl1pPr>
          </a:lstStyle>
          <a:p>
            <a:pPr>
              <a:defRPr/>
            </a:pPr>
            <a:fld id="{D4C23C9C-E718-4A31-BE85-6242B7D6DB8D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7825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.T. Kearney TitleOnly 20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748455A4-D9BB-46E3-B9B0-9BCF4F434B5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9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58" progId="TCLayout.ActiveDocument.1">
                  <p:embed/>
                </p:oleObj>
              </mc:Choice>
              <mc:Fallback>
                <p:oleObj name="think-cell Slide" r:id="rId3" imgW="359" imgH="35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748455A4-D9BB-46E3-B9B0-9BCF4F434B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itle 3"/>
          <p:cNvSpPr>
            <a:spLocks noGrp="1"/>
          </p:cNvSpPr>
          <p:nvPr>
            <p:ph type="title" hasCustomPrompt="1"/>
          </p:nvPr>
        </p:nvSpPr>
        <p:spPr>
          <a:xfrm>
            <a:off x="244800" y="603505"/>
            <a:ext cx="8640000" cy="249299"/>
          </a:xfrm>
          <a:prstGeom prst="rect">
            <a:avLst/>
          </a:prstGeom>
          <a:noFill/>
          <a:ln>
            <a:noFill/>
          </a:ln>
        </p:spPr>
        <p:txBody>
          <a:bodyPr rtlCol="0"/>
          <a:lstStyle>
            <a:lvl1pPr>
              <a:defRPr/>
            </a:lvl1pPr>
          </a:lstStyle>
          <a:p>
            <a:r>
              <a:rPr lang="en-US" dirty="0"/>
              <a:t>Headline of maximum two lines here</a:t>
            </a:r>
          </a:p>
        </p:txBody>
      </p:sp>
      <p:sp>
        <p:nvSpPr>
          <p:cNvPr id="3" name="직사각형 2"/>
          <p:cNvSpPr/>
          <p:nvPr userDrawn="1"/>
        </p:nvSpPr>
        <p:spPr>
          <a:xfrm>
            <a:off x="8394725" y="4704987"/>
            <a:ext cx="401072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89B78F33-CFAA-4994-811C-6D931E5324B8}" type="slidenum">
              <a:rPr lang="ko-KR" altLang="en-US" sz="1350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sz="1350" dirty="0"/>
          </a:p>
        </p:txBody>
      </p:sp>
    </p:spTree>
    <p:extLst>
      <p:ext uri="{BB962C8B-B14F-4D97-AF65-F5344CB8AC3E}">
        <p14:creationId xmlns:p14="http://schemas.microsoft.com/office/powerpoint/2010/main" val="2688443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1"/>
          <p:cNvGrpSpPr>
            <a:grpSpLocks/>
          </p:cNvGrpSpPr>
          <p:nvPr userDrawn="1"/>
        </p:nvGrpSpPr>
        <p:grpSpPr bwMode="auto">
          <a:xfrm>
            <a:off x="7540870" y="4077891"/>
            <a:ext cx="1104900" cy="702469"/>
            <a:chOff x="-909234" y="831850"/>
            <a:chExt cx="8524472" cy="6667102"/>
          </a:xfrm>
        </p:grpSpPr>
        <p:sp>
          <p:nvSpPr>
            <p:cNvPr id="5" name="자유형 4"/>
            <p:cNvSpPr/>
            <p:nvPr/>
          </p:nvSpPr>
          <p:spPr>
            <a:xfrm>
              <a:off x="2143296" y="831850"/>
              <a:ext cx="1560182" cy="3107544"/>
            </a:xfrm>
            <a:custGeom>
              <a:avLst/>
              <a:gdLst>
                <a:gd name="connsiteX0" fmla="*/ 0 w 1555750"/>
                <a:gd name="connsiteY0" fmla="*/ 38100 h 3111500"/>
                <a:gd name="connsiteX1" fmla="*/ 342900 w 1555750"/>
                <a:gd name="connsiteY1" fmla="*/ 3073400 h 3111500"/>
                <a:gd name="connsiteX2" fmla="*/ 400050 w 1555750"/>
                <a:gd name="connsiteY2" fmla="*/ 3111500 h 3111500"/>
                <a:gd name="connsiteX3" fmla="*/ 546100 w 1555750"/>
                <a:gd name="connsiteY3" fmla="*/ 3092450 h 3111500"/>
                <a:gd name="connsiteX4" fmla="*/ 723900 w 1555750"/>
                <a:gd name="connsiteY4" fmla="*/ 3048000 h 3111500"/>
                <a:gd name="connsiteX5" fmla="*/ 901700 w 1555750"/>
                <a:gd name="connsiteY5" fmla="*/ 2965450 h 3111500"/>
                <a:gd name="connsiteX6" fmla="*/ 1054100 w 1555750"/>
                <a:gd name="connsiteY6" fmla="*/ 2857500 h 3111500"/>
                <a:gd name="connsiteX7" fmla="*/ 1155700 w 1555750"/>
                <a:gd name="connsiteY7" fmla="*/ 2749550 h 3111500"/>
                <a:gd name="connsiteX8" fmla="*/ 1231900 w 1555750"/>
                <a:gd name="connsiteY8" fmla="*/ 2628900 h 3111500"/>
                <a:gd name="connsiteX9" fmla="*/ 1263650 w 1555750"/>
                <a:gd name="connsiteY9" fmla="*/ 2514600 h 3111500"/>
                <a:gd name="connsiteX10" fmla="*/ 1276350 w 1555750"/>
                <a:gd name="connsiteY10" fmla="*/ 2343150 h 3111500"/>
                <a:gd name="connsiteX11" fmla="*/ 1270000 w 1555750"/>
                <a:gd name="connsiteY11" fmla="*/ 2222500 h 3111500"/>
                <a:gd name="connsiteX12" fmla="*/ 1238250 w 1555750"/>
                <a:gd name="connsiteY12" fmla="*/ 2070100 h 3111500"/>
                <a:gd name="connsiteX13" fmla="*/ 1174750 w 1555750"/>
                <a:gd name="connsiteY13" fmla="*/ 1924050 h 3111500"/>
                <a:gd name="connsiteX14" fmla="*/ 1117600 w 1555750"/>
                <a:gd name="connsiteY14" fmla="*/ 1809750 h 3111500"/>
                <a:gd name="connsiteX15" fmla="*/ 1073150 w 1555750"/>
                <a:gd name="connsiteY15" fmla="*/ 1714500 h 3111500"/>
                <a:gd name="connsiteX16" fmla="*/ 1022350 w 1555750"/>
                <a:gd name="connsiteY16" fmla="*/ 1593850 h 3111500"/>
                <a:gd name="connsiteX17" fmla="*/ 1003300 w 1555750"/>
                <a:gd name="connsiteY17" fmla="*/ 1504950 h 3111500"/>
                <a:gd name="connsiteX18" fmla="*/ 990600 w 1555750"/>
                <a:gd name="connsiteY18" fmla="*/ 1403350 h 3111500"/>
                <a:gd name="connsiteX19" fmla="*/ 996950 w 1555750"/>
                <a:gd name="connsiteY19" fmla="*/ 1282700 h 3111500"/>
                <a:gd name="connsiteX20" fmla="*/ 1009650 w 1555750"/>
                <a:gd name="connsiteY20" fmla="*/ 1181100 h 3111500"/>
                <a:gd name="connsiteX21" fmla="*/ 1035050 w 1555750"/>
                <a:gd name="connsiteY21" fmla="*/ 1104900 h 3111500"/>
                <a:gd name="connsiteX22" fmla="*/ 1104900 w 1555750"/>
                <a:gd name="connsiteY22" fmla="*/ 977900 h 3111500"/>
                <a:gd name="connsiteX23" fmla="*/ 1162050 w 1555750"/>
                <a:gd name="connsiteY23" fmla="*/ 914400 h 3111500"/>
                <a:gd name="connsiteX24" fmla="*/ 1250950 w 1555750"/>
                <a:gd name="connsiteY24" fmla="*/ 819150 h 3111500"/>
                <a:gd name="connsiteX25" fmla="*/ 1308100 w 1555750"/>
                <a:gd name="connsiteY25" fmla="*/ 774700 h 3111500"/>
                <a:gd name="connsiteX26" fmla="*/ 1416050 w 1555750"/>
                <a:gd name="connsiteY26" fmla="*/ 717550 h 3111500"/>
                <a:gd name="connsiteX27" fmla="*/ 1479550 w 1555750"/>
                <a:gd name="connsiteY27" fmla="*/ 692150 h 3111500"/>
                <a:gd name="connsiteX28" fmla="*/ 1524000 w 1555750"/>
                <a:gd name="connsiteY28" fmla="*/ 673100 h 3111500"/>
                <a:gd name="connsiteX29" fmla="*/ 1549400 w 1555750"/>
                <a:gd name="connsiteY29" fmla="*/ 654050 h 3111500"/>
                <a:gd name="connsiteX30" fmla="*/ 1555750 w 1555750"/>
                <a:gd name="connsiteY30" fmla="*/ 628650 h 3111500"/>
                <a:gd name="connsiteX31" fmla="*/ 1473200 w 1555750"/>
                <a:gd name="connsiteY31" fmla="*/ 565150 h 3111500"/>
                <a:gd name="connsiteX32" fmla="*/ 1352550 w 1555750"/>
                <a:gd name="connsiteY32" fmla="*/ 488950 h 3111500"/>
                <a:gd name="connsiteX33" fmla="*/ 1219200 w 1555750"/>
                <a:gd name="connsiteY33" fmla="*/ 412750 h 3111500"/>
                <a:gd name="connsiteX34" fmla="*/ 1066800 w 1555750"/>
                <a:gd name="connsiteY34" fmla="*/ 336550 h 3111500"/>
                <a:gd name="connsiteX35" fmla="*/ 869950 w 1555750"/>
                <a:gd name="connsiteY35" fmla="*/ 241300 h 3111500"/>
                <a:gd name="connsiteX36" fmla="*/ 711200 w 1555750"/>
                <a:gd name="connsiteY36" fmla="*/ 171450 h 3111500"/>
                <a:gd name="connsiteX37" fmla="*/ 527050 w 1555750"/>
                <a:gd name="connsiteY37" fmla="*/ 101600 h 3111500"/>
                <a:gd name="connsiteX38" fmla="*/ 361950 w 1555750"/>
                <a:gd name="connsiteY38" fmla="*/ 44450 h 3111500"/>
                <a:gd name="connsiteX39" fmla="*/ 215900 w 1555750"/>
                <a:gd name="connsiteY39" fmla="*/ 12700 h 3111500"/>
                <a:gd name="connsiteX40" fmla="*/ 114300 w 1555750"/>
                <a:gd name="connsiteY40" fmla="*/ 0 h 3111500"/>
                <a:gd name="connsiteX41" fmla="*/ 50800 w 1555750"/>
                <a:gd name="connsiteY41" fmla="*/ 0 h 3111500"/>
                <a:gd name="connsiteX42" fmla="*/ 0 w 1555750"/>
                <a:gd name="connsiteY42" fmla="*/ 38100 h 311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555750" h="3111500">
                  <a:moveTo>
                    <a:pt x="0" y="38100"/>
                  </a:moveTo>
                  <a:lnTo>
                    <a:pt x="342900" y="3073400"/>
                  </a:lnTo>
                  <a:lnTo>
                    <a:pt x="400050" y="3111500"/>
                  </a:lnTo>
                  <a:lnTo>
                    <a:pt x="546100" y="3092450"/>
                  </a:lnTo>
                  <a:lnTo>
                    <a:pt x="723900" y="3048000"/>
                  </a:lnTo>
                  <a:lnTo>
                    <a:pt x="901700" y="2965450"/>
                  </a:lnTo>
                  <a:lnTo>
                    <a:pt x="1054100" y="2857500"/>
                  </a:lnTo>
                  <a:lnTo>
                    <a:pt x="1155700" y="2749550"/>
                  </a:lnTo>
                  <a:lnTo>
                    <a:pt x="1231900" y="2628900"/>
                  </a:lnTo>
                  <a:lnTo>
                    <a:pt x="1263650" y="2514600"/>
                  </a:lnTo>
                  <a:lnTo>
                    <a:pt x="1276350" y="2343150"/>
                  </a:lnTo>
                  <a:lnTo>
                    <a:pt x="1270000" y="2222500"/>
                  </a:lnTo>
                  <a:lnTo>
                    <a:pt x="1238250" y="2070100"/>
                  </a:lnTo>
                  <a:lnTo>
                    <a:pt x="1174750" y="1924050"/>
                  </a:lnTo>
                  <a:lnTo>
                    <a:pt x="1117600" y="1809750"/>
                  </a:lnTo>
                  <a:lnTo>
                    <a:pt x="1073150" y="1714500"/>
                  </a:lnTo>
                  <a:lnTo>
                    <a:pt x="1022350" y="1593850"/>
                  </a:lnTo>
                  <a:lnTo>
                    <a:pt x="1003300" y="1504950"/>
                  </a:lnTo>
                  <a:lnTo>
                    <a:pt x="990600" y="1403350"/>
                  </a:lnTo>
                  <a:lnTo>
                    <a:pt x="996950" y="1282700"/>
                  </a:lnTo>
                  <a:lnTo>
                    <a:pt x="1009650" y="1181100"/>
                  </a:lnTo>
                  <a:lnTo>
                    <a:pt x="1035050" y="1104900"/>
                  </a:lnTo>
                  <a:lnTo>
                    <a:pt x="1104900" y="977900"/>
                  </a:lnTo>
                  <a:lnTo>
                    <a:pt x="1162050" y="914400"/>
                  </a:lnTo>
                  <a:lnTo>
                    <a:pt x="1250950" y="819150"/>
                  </a:lnTo>
                  <a:lnTo>
                    <a:pt x="1308100" y="774700"/>
                  </a:lnTo>
                  <a:lnTo>
                    <a:pt x="1416050" y="717550"/>
                  </a:lnTo>
                  <a:lnTo>
                    <a:pt x="1479550" y="692150"/>
                  </a:lnTo>
                  <a:lnTo>
                    <a:pt x="1524000" y="673100"/>
                  </a:lnTo>
                  <a:lnTo>
                    <a:pt x="1549400" y="654050"/>
                  </a:lnTo>
                  <a:lnTo>
                    <a:pt x="1555750" y="628650"/>
                  </a:lnTo>
                  <a:lnTo>
                    <a:pt x="1473200" y="565150"/>
                  </a:lnTo>
                  <a:lnTo>
                    <a:pt x="1352550" y="488950"/>
                  </a:lnTo>
                  <a:lnTo>
                    <a:pt x="1219200" y="412750"/>
                  </a:lnTo>
                  <a:lnTo>
                    <a:pt x="1066800" y="336550"/>
                  </a:lnTo>
                  <a:lnTo>
                    <a:pt x="869950" y="241300"/>
                  </a:lnTo>
                  <a:lnTo>
                    <a:pt x="711200" y="171450"/>
                  </a:lnTo>
                  <a:lnTo>
                    <a:pt x="527050" y="101600"/>
                  </a:lnTo>
                  <a:lnTo>
                    <a:pt x="361950" y="44450"/>
                  </a:lnTo>
                  <a:lnTo>
                    <a:pt x="215900" y="12700"/>
                  </a:lnTo>
                  <a:lnTo>
                    <a:pt x="114300" y="0"/>
                  </a:lnTo>
                  <a:lnTo>
                    <a:pt x="50800" y="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7A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350"/>
            </a:p>
          </p:txBody>
        </p:sp>
        <p:sp>
          <p:nvSpPr>
            <p:cNvPr id="6" name="자유형 5"/>
            <p:cNvSpPr/>
            <p:nvPr/>
          </p:nvSpPr>
          <p:spPr>
            <a:xfrm>
              <a:off x="3217338" y="1566358"/>
              <a:ext cx="3640424" cy="3378755"/>
            </a:xfrm>
            <a:custGeom>
              <a:avLst/>
              <a:gdLst>
                <a:gd name="connsiteX0" fmla="*/ 623887 w 3648075"/>
                <a:gd name="connsiteY0" fmla="*/ 0 h 3371850"/>
                <a:gd name="connsiteX1" fmla="*/ 504825 w 3648075"/>
                <a:gd name="connsiteY1" fmla="*/ 33338 h 3371850"/>
                <a:gd name="connsiteX2" fmla="*/ 390525 w 3648075"/>
                <a:gd name="connsiteY2" fmla="*/ 85725 h 3371850"/>
                <a:gd name="connsiteX3" fmla="*/ 304800 w 3648075"/>
                <a:gd name="connsiteY3" fmla="*/ 152400 h 3371850"/>
                <a:gd name="connsiteX4" fmla="*/ 228600 w 3648075"/>
                <a:gd name="connsiteY4" fmla="*/ 223838 h 3371850"/>
                <a:gd name="connsiteX5" fmla="*/ 166687 w 3648075"/>
                <a:gd name="connsiteY5" fmla="*/ 290513 h 3371850"/>
                <a:gd name="connsiteX6" fmla="*/ 119062 w 3648075"/>
                <a:gd name="connsiteY6" fmla="*/ 381000 h 3371850"/>
                <a:gd name="connsiteX7" fmla="*/ 95250 w 3648075"/>
                <a:gd name="connsiteY7" fmla="*/ 442913 h 3371850"/>
                <a:gd name="connsiteX8" fmla="*/ 71437 w 3648075"/>
                <a:gd name="connsiteY8" fmla="*/ 523875 h 3371850"/>
                <a:gd name="connsiteX9" fmla="*/ 61912 w 3648075"/>
                <a:gd name="connsiteY9" fmla="*/ 619125 h 3371850"/>
                <a:gd name="connsiteX10" fmla="*/ 71437 w 3648075"/>
                <a:gd name="connsiteY10" fmla="*/ 690563 h 3371850"/>
                <a:gd name="connsiteX11" fmla="*/ 90487 w 3648075"/>
                <a:gd name="connsiteY11" fmla="*/ 766763 h 3371850"/>
                <a:gd name="connsiteX12" fmla="*/ 138112 w 3648075"/>
                <a:gd name="connsiteY12" fmla="*/ 900113 h 3371850"/>
                <a:gd name="connsiteX13" fmla="*/ 204787 w 3648075"/>
                <a:gd name="connsiteY13" fmla="*/ 1047750 h 3371850"/>
                <a:gd name="connsiteX14" fmla="*/ 257175 w 3648075"/>
                <a:gd name="connsiteY14" fmla="*/ 1181100 h 3371850"/>
                <a:gd name="connsiteX15" fmla="*/ 314325 w 3648075"/>
                <a:gd name="connsiteY15" fmla="*/ 1347788 h 3371850"/>
                <a:gd name="connsiteX16" fmla="*/ 338137 w 3648075"/>
                <a:gd name="connsiteY16" fmla="*/ 1443038 h 3371850"/>
                <a:gd name="connsiteX17" fmla="*/ 347662 w 3648075"/>
                <a:gd name="connsiteY17" fmla="*/ 1547813 h 3371850"/>
                <a:gd name="connsiteX18" fmla="*/ 342900 w 3648075"/>
                <a:gd name="connsiteY18" fmla="*/ 1671638 h 3371850"/>
                <a:gd name="connsiteX19" fmla="*/ 319087 w 3648075"/>
                <a:gd name="connsiteY19" fmla="*/ 1809750 h 3371850"/>
                <a:gd name="connsiteX20" fmla="*/ 285750 w 3648075"/>
                <a:gd name="connsiteY20" fmla="*/ 1895475 h 3371850"/>
                <a:gd name="connsiteX21" fmla="*/ 214312 w 3648075"/>
                <a:gd name="connsiteY21" fmla="*/ 2028825 h 3371850"/>
                <a:gd name="connsiteX22" fmla="*/ 147637 w 3648075"/>
                <a:gd name="connsiteY22" fmla="*/ 2109788 h 3371850"/>
                <a:gd name="connsiteX23" fmla="*/ 42862 w 3648075"/>
                <a:gd name="connsiteY23" fmla="*/ 2205038 h 3371850"/>
                <a:gd name="connsiteX24" fmla="*/ 0 w 3648075"/>
                <a:gd name="connsiteY24" fmla="*/ 2243138 h 3371850"/>
                <a:gd name="connsiteX25" fmla="*/ 9525 w 3648075"/>
                <a:gd name="connsiteY25" fmla="*/ 2257425 h 3371850"/>
                <a:gd name="connsiteX26" fmla="*/ 38100 w 3648075"/>
                <a:gd name="connsiteY26" fmla="*/ 2266950 h 3371850"/>
                <a:gd name="connsiteX27" fmla="*/ 123825 w 3648075"/>
                <a:gd name="connsiteY27" fmla="*/ 2243138 h 3371850"/>
                <a:gd name="connsiteX28" fmla="*/ 228600 w 3648075"/>
                <a:gd name="connsiteY28" fmla="*/ 2238375 h 3371850"/>
                <a:gd name="connsiteX29" fmla="*/ 347662 w 3648075"/>
                <a:gd name="connsiteY29" fmla="*/ 2243138 h 3371850"/>
                <a:gd name="connsiteX30" fmla="*/ 452437 w 3648075"/>
                <a:gd name="connsiteY30" fmla="*/ 2252663 h 3371850"/>
                <a:gd name="connsiteX31" fmla="*/ 557212 w 3648075"/>
                <a:gd name="connsiteY31" fmla="*/ 2266950 h 3371850"/>
                <a:gd name="connsiteX32" fmla="*/ 1562100 w 3648075"/>
                <a:gd name="connsiteY32" fmla="*/ 1038225 h 3371850"/>
                <a:gd name="connsiteX33" fmla="*/ 1023937 w 3648075"/>
                <a:gd name="connsiteY33" fmla="*/ 2538413 h 3371850"/>
                <a:gd name="connsiteX34" fmla="*/ 1085850 w 3648075"/>
                <a:gd name="connsiteY34" fmla="*/ 2609850 h 3371850"/>
                <a:gd name="connsiteX35" fmla="*/ 1128712 w 3648075"/>
                <a:gd name="connsiteY35" fmla="*/ 2657475 h 3371850"/>
                <a:gd name="connsiteX36" fmla="*/ 1214437 w 3648075"/>
                <a:gd name="connsiteY36" fmla="*/ 2790825 h 3371850"/>
                <a:gd name="connsiteX37" fmla="*/ 1290637 w 3648075"/>
                <a:gd name="connsiteY37" fmla="*/ 2924175 h 3371850"/>
                <a:gd name="connsiteX38" fmla="*/ 1362075 w 3648075"/>
                <a:gd name="connsiteY38" fmla="*/ 3071813 h 3371850"/>
                <a:gd name="connsiteX39" fmla="*/ 1423987 w 3648075"/>
                <a:gd name="connsiteY39" fmla="*/ 3205163 h 3371850"/>
                <a:gd name="connsiteX40" fmla="*/ 1462087 w 3648075"/>
                <a:gd name="connsiteY40" fmla="*/ 3305175 h 3371850"/>
                <a:gd name="connsiteX41" fmla="*/ 1476375 w 3648075"/>
                <a:gd name="connsiteY41" fmla="*/ 3348038 h 3371850"/>
                <a:gd name="connsiteX42" fmla="*/ 1504950 w 3648075"/>
                <a:gd name="connsiteY42" fmla="*/ 3371850 h 3371850"/>
                <a:gd name="connsiteX43" fmla="*/ 1524000 w 3648075"/>
                <a:gd name="connsiteY43" fmla="*/ 3357563 h 3371850"/>
                <a:gd name="connsiteX44" fmla="*/ 1571625 w 3648075"/>
                <a:gd name="connsiteY44" fmla="*/ 3243263 h 3371850"/>
                <a:gd name="connsiteX45" fmla="*/ 1590675 w 3648075"/>
                <a:gd name="connsiteY45" fmla="*/ 3143250 h 3371850"/>
                <a:gd name="connsiteX46" fmla="*/ 1609725 w 3648075"/>
                <a:gd name="connsiteY46" fmla="*/ 3005138 h 3371850"/>
                <a:gd name="connsiteX47" fmla="*/ 1614487 w 3648075"/>
                <a:gd name="connsiteY47" fmla="*/ 2890838 h 3371850"/>
                <a:gd name="connsiteX48" fmla="*/ 1628775 w 3648075"/>
                <a:gd name="connsiteY48" fmla="*/ 2709863 h 3371850"/>
                <a:gd name="connsiteX49" fmla="*/ 1628775 w 3648075"/>
                <a:gd name="connsiteY49" fmla="*/ 2538413 h 3371850"/>
                <a:gd name="connsiteX50" fmla="*/ 1643062 w 3648075"/>
                <a:gd name="connsiteY50" fmla="*/ 2414588 h 3371850"/>
                <a:gd name="connsiteX51" fmla="*/ 1666875 w 3648075"/>
                <a:gd name="connsiteY51" fmla="*/ 2300288 h 3371850"/>
                <a:gd name="connsiteX52" fmla="*/ 1704975 w 3648075"/>
                <a:gd name="connsiteY52" fmla="*/ 2200275 h 3371850"/>
                <a:gd name="connsiteX53" fmla="*/ 1757362 w 3648075"/>
                <a:gd name="connsiteY53" fmla="*/ 2133600 h 3371850"/>
                <a:gd name="connsiteX54" fmla="*/ 1843087 w 3648075"/>
                <a:gd name="connsiteY54" fmla="*/ 2066925 h 3371850"/>
                <a:gd name="connsiteX55" fmla="*/ 1914525 w 3648075"/>
                <a:gd name="connsiteY55" fmla="*/ 2038350 h 3371850"/>
                <a:gd name="connsiteX56" fmla="*/ 1962150 w 3648075"/>
                <a:gd name="connsiteY56" fmla="*/ 2019300 h 3371850"/>
                <a:gd name="connsiteX57" fmla="*/ 2009775 w 3648075"/>
                <a:gd name="connsiteY57" fmla="*/ 2014538 h 3371850"/>
                <a:gd name="connsiteX58" fmla="*/ 2119312 w 3648075"/>
                <a:gd name="connsiteY58" fmla="*/ 2014538 h 3371850"/>
                <a:gd name="connsiteX59" fmla="*/ 2390775 w 3648075"/>
                <a:gd name="connsiteY59" fmla="*/ 2024063 h 3371850"/>
                <a:gd name="connsiteX60" fmla="*/ 2590800 w 3648075"/>
                <a:gd name="connsiteY60" fmla="*/ 2014538 h 3371850"/>
                <a:gd name="connsiteX61" fmla="*/ 2800350 w 3648075"/>
                <a:gd name="connsiteY61" fmla="*/ 1995488 h 3371850"/>
                <a:gd name="connsiteX62" fmla="*/ 2947987 w 3648075"/>
                <a:gd name="connsiteY62" fmla="*/ 1971675 h 3371850"/>
                <a:gd name="connsiteX63" fmla="*/ 3109912 w 3648075"/>
                <a:gd name="connsiteY63" fmla="*/ 1933575 h 3371850"/>
                <a:gd name="connsiteX64" fmla="*/ 3252787 w 3648075"/>
                <a:gd name="connsiteY64" fmla="*/ 1881188 h 3371850"/>
                <a:gd name="connsiteX65" fmla="*/ 3400425 w 3648075"/>
                <a:gd name="connsiteY65" fmla="*/ 1819275 h 3371850"/>
                <a:gd name="connsiteX66" fmla="*/ 3552825 w 3648075"/>
                <a:gd name="connsiteY66" fmla="*/ 1747838 h 3371850"/>
                <a:gd name="connsiteX67" fmla="*/ 3614737 w 3648075"/>
                <a:gd name="connsiteY67" fmla="*/ 1714500 h 3371850"/>
                <a:gd name="connsiteX68" fmla="*/ 3638550 w 3648075"/>
                <a:gd name="connsiteY68" fmla="*/ 1695450 h 3371850"/>
                <a:gd name="connsiteX69" fmla="*/ 3648075 w 3648075"/>
                <a:gd name="connsiteY69" fmla="*/ 1671638 h 3371850"/>
                <a:gd name="connsiteX70" fmla="*/ 3638550 w 3648075"/>
                <a:gd name="connsiteY70" fmla="*/ 1647825 h 3371850"/>
                <a:gd name="connsiteX71" fmla="*/ 3581400 w 3648075"/>
                <a:gd name="connsiteY71" fmla="*/ 1604963 h 3371850"/>
                <a:gd name="connsiteX72" fmla="*/ 3481387 w 3648075"/>
                <a:gd name="connsiteY72" fmla="*/ 1547813 h 3371850"/>
                <a:gd name="connsiteX73" fmla="*/ 3352800 w 3648075"/>
                <a:gd name="connsiteY73" fmla="*/ 1481138 h 3371850"/>
                <a:gd name="connsiteX74" fmla="*/ 3257550 w 3648075"/>
                <a:gd name="connsiteY74" fmla="*/ 1433513 h 3371850"/>
                <a:gd name="connsiteX75" fmla="*/ 3143250 w 3648075"/>
                <a:gd name="connsiteY75" fmla="*/ 1376363 h 3371850"/>
                <a:gd name="connsiteX76" fmla="*/ 2990850 w 3648075"/>
                <a:gd name="connsiteY76" fmla="*/ 1309688 h 3371850"/>
                <a:gd name="connsiteX77" fmla="*/ 2862262 w 3648075"/>
                <a:gd name="connsiteY77" fmla="*/ 1257300 h 3371850"/>
                <a:gd name="connsiteX78" fmla="*/ 2652712 w 3648075"/>
                <a:gd name="connsiteY78" fmla="*/ 1185863 h 3371850"/>
                <a:gd name="connsiteX79" fmla="*/ 2471737 w 3648075"/>
                <a:gd name="connsiteY79" fmla="*/ 1133475 h 3371850"/>
                <a:gd name="connsiteX80" fmla="*/ 2338387 w 3648075"/>
                <a:gd name="connsiteY80" fmla="*/ 1100138 h 3371850"/>
                <a:gd name="connsiteX81" fmla="*/ 2233612 w 3648075"/>
                <a:gd name="connsiteY81" fmla="*/ 1081088 h 3371850"/>
                <a:gd name="connsiteX82" fmla="*/ 2081212 w 3648075"/>
                <a:gd name="connsiteY82" fmla="*/ 1052513 h 3371850"/>
                <a:gd name="connsiteX83" fmla="*/ 1981200 w 3648075"/>
                <a:gd name="connsiteY83" fmla="*/ 1042988 h 3371850"/>
                <a:gd name="connsiteX84" fmla="*/ 1838325 w 3648075"/>
                <a:gd name="connsiteY84" fmla="*/ 1023938 h 3371850"/>
                <a:gd name="connsiteX85" fmla="*/ 1719262 w 3648075"/>
                <a:gd name="connsiteY85" fmla="*/ 1019175 h 3371850"/>
                <a:gd name="connsiteX86" fmla="*/ 1571625 w 3648075"/>
                <a:gd name="connsiteY86" fmla="*/ 1009650 h 3371850"/>
                <a:gd name="connsiteX87" fmla="*/ 1504950 w 3648075"/>
                <a:gd name="connsiteY87" fmla="*/ 900113 h 3371850"/>
                <a:gd name="connsiteX88" fmla="*/ 1376362 w 3648075"/>
                <a:gd name="connsiteY88" fmla="*/ 714375 h 3371850"/>
                <a:gd name="connsiteX89" fmla="*/ 1271587 w 3648075"/>
                <a:gd name="connsiteY89" fmla="*/ 585788 h 3371850"/>
                <a:gd name="connsiteX90" fmla="*/ 1147762 w 3648075"/>
                <a:gd name="connsiteY90" fmla="*/ 442913 h 3371850"/>
                <a:gd name="connsiteX91" fmla="*/ 1019175 w 3648075"/>
                <a:gd name="connsiteY91" fmla="*/ 314325 h 3371850"/>
                <a:gd name="connsiteX92" fmla="*/ 871537 w 3648075"/>
                <a:gd name="connsiteY92" fmla="*/ 176213 h 3371850"/>
                <a:gd name="connsiteX93" fmla="*/ 709612 w 3648075"/>
                <a:gd name="connsiteY93" fmla="*/ 42863 h 3371850"/>
                <a:gd name="connsiteX94" fmla="*/ 623887 w 3648075"/>
                <a:gd name="connsiteY94" fmla="*/ 0 h 3371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3648075" h="3371850">
                  <a:moveTo>
                    <a:pt x="623887" y="0"/>
                  </a:moveTo>
                  <a:lnTo>
                    <a:pt x="504825" y="33338"/>
                  </a:lnTo>
                  <a:lnTo>
                    <a:pt x="390525" y="85725"/>
                  </a:lnTo>
                  <a:lnTo>
                    <a:pt x="304800" y="152400"/>
                  </a:lnTo>
                  <a:lnTo>
                    <a:pt x="228600" y="223838"/>
                  </a:lnTo>
                  <a:lnTo>
                    <a:pt x="166687" y="290513"/>
                  </a:lnTo>
                  <a:lnTo>
                    <a:pt x="119062" y="381000"/>
                  </a:lnTo>
                  <a:lnTo>
                    <a:pt x="95250" y="442913"/>
                  </a:lnTo>
                  <a:lnTo>
                    <a:pt x="71437" y="523875"/>
                  </a:lnTo>
                  <a:lnTo>
                    <a:pt x="61912" y="619125"/>
                  </a:lnTo>
                  <a:lnTo>
                    <a:pt x="71437" y="690563"/>
                  </a:lnTo>
                  <a:lnTo>
                    <a:pt x="90487" y="766763"/>
                  </a:lnTo>
                  <a:lnTo>
                    <a:pt x="138112" y="900113"/>
                  </a:lnTo>
                  <a:lnTo>
                    <a:pt x="204787" y="1047750"/>
                  </a:lnTo>
                  <a:lnTo>
                    <a:pt x="257175" y="1181100"/>
                  </a:lnTo>
                  <a:lnTo>
                    <a:pt x="314325" y="1347788"/>
                  </a:lnTo>
                  <a:lnTo>
                    <a:pt x="338137" y="1443038"/>
                  </a:lnTo>
                  <a:lnTo>
                    <a:pt x="347662" y="1547813"/>
                  </a:lnTo>
                  <a:lnTo>
                    <a:pt x="342900" y="1671638"/>
                  </a:lnTo>
                  <a:lnTo>
                    <a:pt x="319087" y="1809750"/>
                  </a:lnTo>
                  <a:lnTo>
                    <a:pt x="285750" y="1895475"/>
                  </a:lnTo>
                  <a:lnTo>
                    <a:pt x="214312" y="2028825"/>
                  </a:lnTo>
                  <a:lnTo>
                    <a:pt x="147637" y="2109788"/>
                  </a:lnTo>
                  <a:lnTo>
                    <a:pt x="42862" y="2205038"/>
                  </a:lnTo>
                  <a:lnTo>
                    <a:pt x="0" y="2243138"/>
                  </a:lnTo>
                  <a:lnTo>
                    <a:pt x="9525" y="2257425"/>
                  </a:lnTo>
                  <a:lnTo>
                    <a:pt x="38100" y="2266950"/>
                  </a:lnTo>
                  <a:lnTo>
                    <a:pt x="123825" y="2243138"/>
                  </a:lnTo>
                  <a:lnTo>
                    <a:pt x="228600" y="2238375"/>
                  </a:lnTo>
                  <a:lnTo>
                    <a:pt x="347662" y="2243138"/>
                  </a:lnTo>
                  <a:lnTo>
                    <a:pt x="452437" y="2252663"/>
                  </a:lnTo>
                  <a:lnTo>
                    <a:pt x="557212" y="2266950"/>
                  </a:lnTo>
                  <a:lnTo>
                    <a:pt x="1562100" y="1038225"/>
                  </a:lnTo>
                  <a:lnTo>
                    <a:pt x="1023937" y="2538413"/>
                  </a:lnTo>
                  <a:lnTo>
                    <a:pt x="1085850" y="2609850"/>
                  </a:lnTo>
                  <a:lnTo>
                    <a:pt x="1128712" y="2657475"/>
                  </a:lnTo>
                  <a:lnTo>
                    <a:pt x="1214437" y="2790825"/>
                  </a:lnTo>
                  <a:lnTo>
                    <a:pt x="1290637" y="2924175"/>
                  </a:lnTo>
                  <a:lnTo>
                    <a:pt x="1362075" y="3071813"/>
                  </a:lnTo>
                  <a:lnTo>
                    <a:pt x="1423987" y="3205163"/>
                  </a:lnTo>
                  <a:lnTo>
                    <a:pt x="1462087" y="3305175"/>
                  </a:lnTo>
                  <a:lnTo>
                    <a:pt x="1476375" y="3348038"/>
                  </a:lnTo>
                  <a:lnTo>
                    <a:pt x="1504950" y="3371850"/>
                  </a:lnTo>
                  <a:lnTo>
                    <a:pt x="1524000" y="3357563"/>
                  </a:lnTo>
                  <a:lnTo>
                    <a:pt x="1571625" y="3243263"/>
                  </a:lnTo>
                  <a:lnTo>
                    <a:pt x="1590675" y="3143250"/>
                  </a:lnTo>
                  <a:lnTo>
                    <a:pt x="1609725" y="3005138"/>
                  </a:lnTo>
                  <a:lnTo>
                    <a:pt x="1614487" y="2890838"/>
                  </a:lnTo>
                  <a:lnTo>
                    <a:pt x="1628775" y="2709863"/>
                  </a:lnTo>
                  <a:lnTo>
                    <a:pt x="1628775" y="2538413"/>
                  </a:lnTo>
                  <a:lnTo>
                    <a:pt x="1643062" y="2414588"/>
                  </a:lnTo>
                  <a:lnTo>
                    <a:pt x="1666875" y="2300288"/>
                  </a:lnTo>
                  <a:lnTo>
                    <a:pt x="1704975" y="2200275"/>
                  </a:lnTo>
                  <a:lnTo>
                    <a:pt x="1757362" y="2133600"/>
                  </a:lnTo>
                  <a:lnTo>
                    <a:pt x="1843087" y="2066925"/>
                  </a:lnTo>
                  <a:lnTo>
                    <a:pt x="1914525" y="2038350"/>
                  </a:lnTo>
                  <a:lnTo>
                    <a:pt x="1962150" y="2019300"/>
                  </a:lnTo>
                  <a:lnTo>
                    <a:pt x="2009775" y="2014538"/>
                  </a:lnTo>
                  <a:lnTo>
                    <a:pt x="2119312" y="2014538"/>
                  </a:lnTo>
                  <a:lnTo>
                    <a:pt x="2390775" y="2024063"/>
                  </a:lnTo>
                  <a:lnTo>
                    <a:pt x="2590800" y="2014538"/>
                  </a:lnTo>
                  <a:lnTo>
                    <a:pt x="2800350" y="1995488"/>
                  </a:lnTo>
                  <a:lnTo>
                    <a:pt x="2947987" y="1971675"/>
                  </a:lnTo>
                  <a:lnTo>
                    <a:pt x="3109912" y="1933575"/>
                  </a:lnTo>
                  <a:lnTo>
                    <a:pt x="3252787" y="1881188"/>
                  </a:lnTo>
                  <a:lnTo>
                    <a:pt x="3400425" y="1819275"/>
                  </a:lnTo>
                  <a:lnTo>
                    <a:pt x="3552825" y="1747838"/>
                  </a:lnTo>
                  <a:lnTo>
                    <a:pt x="3614737" y="1714500"/>
                  </a:lnTo>
                  <a:lnTo>
                    <a:pt x="3638550" y="1695450"/>
                  </a:lnTo>
                  <a:lnTo>
                    <a:pt x="3648075" y="1671638"/>
                  </a:lnTo>
                  <a:lnTo>
                    <a:pt x="3638550" y="1647825"/>
                  </a:lnTo>
                  <a:lnTo>
                    <a:pt x="3581400" y="1604963"/>
                  </a:lnTo>
                  <a:lnTo>
                    <a:pt x="3481387" y="1547813"/>
                  </a:lnTo>
                  <a:lnTo>
                    <a:pt x="3352800" y="1481138"/>
                  </a:lnTo>
                  <a:lnTo>
                    <a:pt x="3257550" y="1433513"/>
                  </a:lnTo>
                  <a:lnTo>
                    <a:pt x="3143250" y="1376363"/>
                  </a:lnTo>
                  <a:lnTo>
                    <a:pt x="2990850" y="1309688"/>
                  </a:lnTo>
                  <a:lnTo>
                    <a:pt x="2862262" y="1257300"/>
                  </a:lnTo>
                  <a:lnTo>
                    <a:pt x="2652712" y="1185863"/>
                  </a:lnTo>
                  <a:lnTo>
                    <a:pt x="2471737" y="1133475"/>
                  </a:lnTo>
                  <a:lnTo>
                    <a:pt x="2338387" y="1100138"/>
                  </a:lnTo>
                  <a:lnTo>
                    <a:pt x="2233612" y="1081088"/>
                  </a:lnTo>
                  <a:lnTo>
                    <a:pt x="2081212" y="1052513"/>
                  </a:lnTo>
                  <a:lnTo>
                    <a:pt x="1981200" y="1042988"/>
                  </a:lnTo>
                  <a:lnTo>
                    <a:pt x="1838325" y="1023938"/>
                  </a:lnTo>
                  <a:lnTo>
                    <a:pt x="1719262" y="1019175"/>
                  </a:lnTo>
                  <a:lnTo>
                    <a:pt x="1571625" y="1009650"/>
                  </a:lnTo>
                  <a:lnTo>
                    <a:pt x="1504950" y="900113"/>
                  </a:lnTo>
                  <a:lnTo>
                    <a:pt x="1376362" y="714375"/>
                  </a:lnTo>
                  <a:lnTo>
                    <a:pt x="1271587" y="585788"/>
                  </a:lnTo>
                  <a:lnTo>
                    <a:pt x="1147762" y="442913"/>
                  </a:lnTo>
                  <a:lnTo>
                    <a:pt x="1019175" y="314325"/>
                  </a:lnTo>
                  <a:lnTo>
                    <a:pt x="871537" y="176213"/>
                  </a:lnTo>
                  <a:lnTo>
                    <a:pt x="709612" y="42863"/>
                  </a:lnTo>
                  <a:lnTo>
                    <a:pt x="623887" y="0"/>
                  </a:lnTo>
                  <a:close/>
                </a:path>
              </a:pathLst>
            </a:custGeom>
            <a:solidFill>
              <a:srgbClr val="EA002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350"/>
            </a:p>
          </p:txBody>
        </p:sp>
        <p:sp>
          <p:nvSpPr>
            <p:cNvPr id="7" name="자유형 6"/>
            <p:cNvSpPr/>
            <p:nvPr/>
          </p:nvSpPr>
          <p:spPr>
            <a:xfrm>
              <a:off x="4777519" y="3329185"/>
              <a:ext cx="2837719" cy="1898429"/>
            </a:xfrm>
            <a:custGeom>
              <a:avLst/>
              <a:gdLst>
                <a:gd name="connsiteX0" fmla="*/ 2209800 w 2833688"/>
                <a:gd name="connsiteY0" fmla="*/ 0 h 1905000"/>
                <a:gd name="connsiteX1" fmla="*/ 2105025 w 2833688"/>
                <a:gd name="connsiteY1" fmla="*/ 80963 h 1905000"/>
                <a:gd name="connsiteX2" fmla="*/ 2000250 w 2833688"/>
                <a:gd name="connsiteY2" fmla="*/ 142875 h 1905000"/>
                <a:gd name="connsiteX3" fmla="*/ 1857375 w 2833688"/>
                <a:gd name="connsiteY3" fmla="*/ 209550 h 1905000"/>
                <a:gd name="connsiteX4" fmla="*/ 1704975 w 2833688"/>
                <a:gd name="connsiteY4" fmla="*/ 276225 h 1905000"/>
                <a:gd name="connsiteX5" fmla="*/ 1528763 w 2833688"/>
                <a:gd name="connsiteY5" fmla="*/ 333375 h 1905000"/>
                <a:gd name="connsiteX6" fmla="*/ 1409700 w 2833688"/>
                <a:gd name="connsiteY6" fmla="*/ 357188 h 1905000"/>
                <a:gd name="connsiteX7" fmla="*/ 1238250 w 2833688"/>
                <a:gd name="connsiteY7" fmla="*/ 385763 h 1905000"/>
                <a:gd name="connsiteX8" fmla="*/ 1085850 w 2833688"/>
                <a:gd name="connsiteY8" fmla="*/ 400050 h 1905000"/>
                <a:gd name="connsiteX9" fmla="*/ 981075 w 2833688"/>
                <a:gd name="connsiteY9" fmla="*/ 404813 h 1905000"/>
                <a:gd name="connsiteX10" fmla="*/ 852488 w 2833688"/>
                <a:gd name="connsiteY10" fmla="*/ 409575 h 1905000"/>
                <a:gd name="connsiteX11" fmla="*/ 709613 w 2833688"/>
                <a:gd name="connsiteY11" fmla="*/ 400050 h 1905000"/>
                <a:gd name="connsiteX12" fmla="*/ 604838 w 2833688"/>
                <a:gd name="connsiteY12" fmla="*/ 400050 h 1905000"/>
                <a:gd name="connsiteX13" fmla="*/ 509588 w 2833688"/>
                <a:gd name="connsiteY13" fmla="*/ 400050 h 1905000"/>
                <a:gd name="connsiteX14" fmla="*/ 428625 w 2833688"/>
                <a:gd name="connsiteY14" fmla="*/ 409575 h 1905000"/>
                <a:gd name="connsiteX15" fmla="*/ 361950 w 2833688"/>
                <a:gd name="connsiteY15" fmla="*/ 438150 h 1905000"/>
                <a:gd name="connsiteX16" fmla="*/ 304800 w 2833688"/>
                <a:gd name="connsiteY16" fmla="*/ 481013 h 1905000"/>
                <a:gd name="connsiteX17" fmla="*/ 280988 w 2833688"/>
                <a:gd name="connsiteY17" fmla="*/ 504825 h 1905000"/>
                <a:gd name="connsiteX18" fmla="*/ 252413 w 2833688"/>
                <a:gd name="connsiteY18" fmla="*/ 557213 h 1905000"/>
                <a:gd name="connsiteX19" fmla="*/ 238125 w 2833688"/>
                <a:gd name="connsiteY19" fmla="*/ 595313 h 1905000"/>
                <a:gd name="connsiteX20" fmla="*/ 228600 w 2833688"/>
                <a:gd name="connsiteY20" fmla="*/ 657225 h 1905000"/>
                <a:gd name="connsiteX21" fmla="*/ 219075 w 2833688"/>
                <a:gd name="connsiteY21" fmla="*/ 704850 h 1905000"/>
                <a:gd name="connsiteX22" fmla="*/ 214313 w 2833688"/>
                <a:gd name="connsiteY22" fmla="*/ 804863 h 1905000"/>
                <a:gd name="connsiteX23" fmla="*/ 214313 w 2833688"/>
                <a:gd name="connsiteY23" fmla="*/ 900113 h 1905000"/>
                <a:gd name="connsiteX24" fmla="*/ 209550 w 2833688"/>
                <a:gd name="connsiteY24" fmla="*/ 1066800 h 1905000"/>
                <a:gd name="connsiteX25" fmla="*/ 200025 w 2833688"/>
                <a:gd name="connsiteY25" fmla="*/ 1190625 h 1905000"/>
                <a:gd name="connsiteX26" fmla="*/ 180975 w 2833688"/>
                <a:gd name="connsiteY26" fmla="*/ 1323975 h 1905000"/>
                <a:gd name="connsiteX27" fmla="*/ 166688 w 2833688"/>
                <a:gd name="connsiteY27" fmla="*/ 1400175 h 1905000"/>
                <a:gd name="connsiteX28" fmla="*/ 147638 w 2833688"/>
                <a:gd name="connsiteY28" fmla="*/ 1514475 h 1905000"/>
                <a:gd name="connsiteX29" fmla="*/ 114300 w 2833688"/>
                <a:gd name="connsiteY29" fmla="*/ 1614488 h 1905000"/>
                <a:gd name="connsiteX30" fmla="*/ 66675 w 2833688"/>
                <a:gd name="connsiteY30" fmla="*/ 1700213 h 1905000"/>
                <a:gd name="connsiteX31" fmla="*/ 23813 w 2833688"/>
                <a:gd name="connsiteY31" fmla="*/ 1747838 h 1905000"/>
                <a:gd name="connsiteX32" fmla="*/ 0 w 2833688"/>
                <a:gd name="connsiteY32" fmla="*/ 1771650 h 1905000"/>
                <a:gd name="connsiteX33" fmla="*/ 23813 w 2833688"/>
                <a:gd name="connsiteY33" fmla="*/ 1838325 h 1905000"/>
                <a:gd name="connsiteX34" fmla="*/ 57150 w 2833688"/>
                <a:gd name="connsiteY34" fmla="*/ 1885950 h 1905000"/>
                <a:gd name="connsiteX35" fmla="*/ 85725 w 2833688"/>
                <a:gd name="connsiteY35" fmla="*/ 1905000 h 1905000"/>
                <a:gd name="connsiteX36" fmla="*/ 104775 w 2833688"/>
                <a:gd name="connsiteY36" fmla="*/ 1905000 h 1905000"/>
                <a:gd name="connsiteX37" fmla="*/ 2795588 w 2833688"/>
                <a:gd name="connsiteY37" fmla="*/ 647700 h 1905000"/>
                <a:gd name="connsiteX38" fmla="*/ 2828925 w 2833688"/>
                <a:gd name="connsiteY38" fmla="*/ 609600 h 1905000"/>
                <a:gd name="connsiteX39" fmla="*/ 2833688 w 2833688"/>
                <a:gd name="connsiteY39" fmla="*/ 566738 h 1905000"/>
                <a:gd name="connsiteX40" fmla="*/ 2819400 w 2833688"/>
                <a:gd name="connsiteY40" fmla="*/ 523875 h 1905000"/>
                <a:gd name="connsiteX41" fmla="*/ 2781300 w 2833688"/>
                <a:gd name="connsiteY41" fmla="*/ 476250 h 1905000"/>
                <a:gd name="connsiteX42" fmla="*/ 2724150 w 2833688"/>
                <a:gd name="connsiteY42" fmla="*/ 419100 h 1905000"/>
                <a:gd name="connsiteX43" fmla="*/ 2638425 w 2833688"/>
                <a:gd name="connsiteY43" fmla="*/ 333375 h 1905000"/>
                <a:gd name="connsiteX44" fmla="*/ 2533650 w 2833688"/>
                <a:gd name="connsiteY44" fmla="*/ 242888 h 1905000"/>
                <a:gd name="connsiteX45" fmla="*/ 2462213 w 2833688"/>
                <a:gd name="connsiteY45" fmla="*/ 180975 h 1905000"/>
                <a:gd name="connsiteX46" fmla="*/ 2362200 w 2833688"/>
                <a:gd name="connsiteY46" fmla="*/ 95250 h 1905000"/>
                <a:gd name="connsiteX47" fmla="*/ 2262188 w 2833688"/>
                <a:gd name="connsiteY47" fmla="*/ 19050 h 1905000"/>
                <a:gd name="connsiteX48" fmla="*/ 2209800 w 2833688"/>
                <a:gd name="connsiteY48" fmla="*/ 0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2833688" h="1905000">
                  <a:moveTo>
                    <a:pt x="2209800" y="0"/>
                  </a:moveTo>
                  <a:lnTo>
                    <a:pt x="2105025" y="80963"/>
                  </a:lnTo>
                  <a:lnTo>
                    <a:pt x="2000250" y="142875"/>
                  </a:lnTo>
                  <a:lnTo>
                    <a:pt x="1857375" y="209550"/>
                  </a:lnTo>
                  <a:lnTo>
                    <a:pt x="1704975" y="276225"/>
                  </a:lnTo>
                  <a:lnTo>
                    <a:pt x="1528763" y="333375"/>
                  </a:lnTo>
                  <a:lnTo>
                    <a:pt x="1409700" y="357188"/>
                  </a:lnTo>
                  <a:lnTo>
                    <a:pt x="1238250" y="385763"/>
                  </a:lnTo>
                  <a:lnTo>
                    <a:pt x="1085850" y="400050"/>
                  </a:lnTo>
                  <a:lnTo>
                    <a:pt x="981075" y="404813"/>
                  </a:lnTo>
                  <a:lnTo>
                    <a:pt x="852488" y="409575"/>
                  </a:lnTo>
                  <a:lnTo>
                    <a:pt x="709613" y="400050"/>
                  </a:lnTo>
                  <a:lnTo>
                    <a:pt x="604838" y="400050"/>
                  </a:lnTo>
                  <a:lnTo>
                    <a:pt x="509588" y="400050"/>
                  </a:lnTo>
                  <a:lnTo>
                    <a:pt x="428625" y="409575"/>
                  </a:lnTo>
                  <a:lnTo>
                    <a:pt x="361950" y="438150"/>
                  </a:lnTo>
                  <a:lnTo>
                    <a:pt x="304800" y="481013"/>
                  </a:lnTo>
                  <a:lnTo>
                    <a:pt x="280988" y="504825"/>
                  </a:lnTo>
                  <a:lnTo>
                    <a:pt x="252413" y="557213"/>
                  </a:lnTo>
                  <a:lnTo>
                    <a:pt x="238125" y="595313"/>
                  </a:lnTo>
                  <a:lnTo>
                    <a:pt x="228600" y="657225"/>
                  </a:lnTo>
                  <a:lnTo>
                    <a:pt x="219075" y="704850"/>
                  </a:lnTo>
                  <a:lnTo>
                    <a:pt x="214313" y="804863"/>
                  </a:lnTo>
                  <a:lnTo>
                    <a:pt x="214313" y="900113"/>
                  </a:lnTo>
                  <a:lnTo>
                    <a:pt x="209550" y="1066800"/>
                  </a:lnTo>
                  <a:lnTo>
                    <a:pt x="200025" y="1190625"/>
                  </a:lnTo>
                  <a:lnTo>
                    <a:pt x="180975" y="1323975"/>
                  </a:lnTo>
                  <a:lnTo>
                    <a:pt x="166688" y="1400175"/>
                  </a:lnTo>
                  <a:lnTo>
                    <a:pt x="147638" y="1514475"/>
                  </a:lnTo>
                  <a:lnTo>
                    <a:pt x="114300" y="1614488"/>
                  </a:lnTo>
                  <a:lnTo>
                    <a:pt x="66675" y="1700213"/>
                  </a:lnTo>
                  <a:lnTo>
                    <a:pt x="23813" y="1747838"/>
                  </a:lnTo>
                  <a:lnTo>
                    <a:pt x="0" y="1771650"/>
                  </a:lnTo>
                  <a:lnTo>
                    <a:pt x="23813" y="1838325"/>
                  </a:lnTo>
                  <a:lnTo>
                    <a:pt x="57150" y="1885950"/>
                  </a:lnTo>
                  <a:lnTo>
                    <a:pt x="85725" y="1905000"/>
                  </a:lnTo>
                  <a:lnTo>
                    <a:pt x="104775" y="1905000"/>
                  </a:lnTo>
                  <a:lnTo>
                    <a:pt x="2795588" y="647700"/>
                  </a:lnTo>
                  <a:lnTo>
                    <a:pt x="2828925" y="609600"/>
                  </a:lnTo>
                  <a:lnTo>
                    <a:pt x="2833688" y="566738"/>
                  </a:lnTo>
                  <a:lnTo>
                    <a:pt x="2819400" y="523875"/>
                  </a:lnTo>
                  <a:lnTo>
                    <a:pt x="2781300" y="476250"/>
                  </a:lnTo>
                  <a:lnTo>
                    <a:pt x="2724150" y="419100"/>
                  </a:lnTo>
                  <a:lnTo>
                    <a:pt x="2638425" y="333375"/>
                  </a:lnTo>
                  <a:lnTo>
                    <a:pt x="2533650" y="242888"/>
                  </a:lnTo>
                  <a:lnTo>
                    <a:pt x="2462213" y="180975"/>
                  </a:lnTo>
                  <a:lnTo>
                    <a:pt x="2362200" y="95250"/>
                  </a:lnTo>
                  <a:lnTo>
                    <a:pt x="2262188" y="19050"/>
                  </a:lnTo>
                  <a:lnTo>
                    <a:pt x="2209800" y="0"/>
                  </a:lnTo>
                  <a:close/>
                </a:path>
              </a:pathLst>
            </a:custGeom>
            <a:solidFill>
              <a:srgbClr val="FF7A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350"/>
            </a:p>
          </p:txBody>
        </p:sp>
        <p:grpSp>
          <p:nvGrpSpPr>
            <p:cNvPr id="8" name="그룹 5"/>
            <p:cNvGrpSpPr>
              <a:grpSpLocks/>
            </p:cNvGrpSpPr>
            <p:nvPr/>
          </p:nvGrpSpPr>
          <p:grpSpPr bwMode="auto">
            <a:xfrm>
              <a:off x="-909234" y="4546202"/>
              <a:ext cx="4776788" cy="2952750"/>
              <a:chOff x="1962150" y="1733550"/>
              <a:chExt cx="4776788" cy="2952750"/>
            </a:xfrm>
          </p:grpSpPr>
          <p:sp>
            <p:nvSpPr>
              <p:cNvPr id="9" name="자유형 8"/>
              <p:cNvSpPr/>
              <p:nvPr/>
            </p:nvSpPr>
            <p:spPr>
              <a:xfrm>
                <a:off x="1962150" y="1736953"/>
                <a:ext cx="2046329" cy="2949347"/>
              </a:xfrm>
              <a:custGeom>
                <a:avLst/>
                <a:gdLst>
                  <a:gd name="connsiteX0" fmla="*/ 1879600 w 2038350"/>
                  <a:gd name="connsiteY0" fmla="*/ 158750 h 2952750"/>
                  <a:gd name="connsiteX1" fmla="*/ 1644650 w 2038350"/>
                  <a:gd name="connsiteY1" fmla="*/ 76200 h 2952750"/>
                  <a:gd name="connsiteX2" fmla="*/ 1460500 w 2038350"/>
                  <a:gd name="connsiteY2" fmla="*/ 25400 h 2952750"/>
                  <a:gd name="connsiteX3" fmla="*/ 1263650 w 2038350"/>
                  <a:gd name="connsiteY3" fmla="*/ 0 h 2952750"/>
                  <a:gd name="connsiteX4" fmla="*/ 1054100 w 2038350"/>
                  <a:gd name="connsiteY4" fmla="*/ 6350 h 2952750"/>
                  <a:gd name="connsiteX5" fmla="*/ 819150 w 2038350"/>
                  <a:gd name="connsiteY5" fmla="*/ 31750 h 2952750"/>
                  <a:gd name="connsiteX6" fmla="*/ 673100 w 2038350"/>
                  <a:gd name="connsiteY6" fmla="*/ 82550 h 2952750"/>
                  <a:gd name="connsiteX7" fmla="*/ 501650 w 2038350"/>
                  <a:gd name="connsiteY7" fmla="*/ 177800 h 2952750"/>
                  <a:gd name="connsiteX8" fmla="*/ 438150 w 2038350"/>
                  <a:gd name="connsiteY8" fmla="*/ 222250 h 2952750"/>
                  <a:gd name="connsiteX9" fmla="*/ 336550 w 2038350"/>
                  <a:gd name="connsiteY9" fmla="*/ 311150 h 2952750"/>
                  <a:gd name="connsiteX10" fmla="*/ 260350 w 2038350"/>
                  <a:gd name="connsiteY10" fmla="*/ 406400 h 2952750"/>
                  <a:gd name="connsiteX11" fmla="*/ 196850 w 2038350"/>
                  <a:gd name="connsiteY11" fmla="*/ 527050 h 2952750"/>
                  <a:gd name="connsiteX12" fmla="*/ 158750 w 2038350"/>
                  <a:gd name="connsiteY12" fmla="*/ 647700 h 2952750"/>
                  <a:gd name="connsiteX13" fmla="*/ 133350 w 2038350"/>
                  <a:gd name="connsiteY13" fmla="*/ 787400 h 2952750"/>
                  <a:gd name="connsiteX14" fmla="*/ 127000 w 2038350"/>
                  <a:gd name="connsiteY14" fmla="*/ 863600 h 2952750"/>
                  <a:gd name="connsiteX15" fmla="*/ 133350 w 2038350"/>
                  <a:gd name="connsiteY15" fmla="*/ 984250 h 2952750"/>
                  <a:gd name="connsiteX16" fmla="*/ 152400 w 2038350"/>
                  <a:gd name="connsiteY16" fmla="*/ 1117600 h 2952750"/>
                  <a:gd name="connsiteX17" fmla="*/ 215900 w 2038350"/>
                  <a:gd name="connsiteY17" fmla="*/ 1244600 h 2952750"/>
                  <a:gd name="connsiteX18" fmla="*/ 279400 w 2038350"/>
                  <a:gd name="connsiteY18" fmla="*/ 1339850 h 2952750"/>
                  <a:gd name="connsiteX19" fmla="*/ 311150 w 2038350"/>
                  <a:gd name="connsiteY19" fmla="*/ 1384300 h 2952750"/>
                  <a:gd name="connsiteX20" fmla="*/ 393700 w 2038350"/>
                  <a:gd name="connsiteY20" fmla="*/ 1466850 h 2952750"/>
                  <a:gd name="connsiteX21" fmla="*/ 501650 w 2038350"/>
                  <a:gd name="connsiteY21" fmla="*/ 1543050 h 2952750"/>
                  <a:gd name="connsiteX22" fmla="*/ 590550 w 2038350"/>
                  <a:gd name="connsiteY22" fmla="*/ 1600200 h 2952750"/>
                  <a:gd name="connsiteX23" fmla="*/ 704850 w 2038350"/>
                  <a:gd name="connsiteY23" fmla="*/ 1670050 h 2952750"/>
                  <a:gd name="connsiteX24" fmla="*/ 819150 w 2038350"/>
                  <a:gd name="connsiteY24" fmla="*/ 1720850 h 2952750"/>
                  <a:gd name="connsiteX25" fmla="*/ 908050 w 2038350"/>
                  <a:gd name="connsiteY25" fmla="*/ 1765300 h 2952750"/>
                  <a:gd name="connsiteX26" fmla="*/ 1035050 w 2038350"/>
                  <a:gd name="connsiteY26" fmla="*/ 1822450 h 2952750"/>
                  <a:gd name="connsiteX27" fmla="*/ 1117600 w 2038350"/>
                  <a:gd name="connsiteY27" fmla="*/ 1860550 h 2952750"/>
                  <a:gd name="connsiteX28" fmla="*/ 1181100 w 2038350"/>
                  <a:gd name="connsiteY28" fmla="*/ 1905000 h 2952750"/>
                  <a:gd name="connsiteX29" fmla="*/ 1238250 w 2038350"/>
                  <a:gd name="connsiteY29" fmla="*/ 1955800 h 2952750"/>
                  <a:gd name="connsiteX30" fmla="*/ 1282700 w 2038350"/>
                  <a:gd name="connsiteY30" fmla="*/ 2000250 h 2952750"/>
                  <a:gd name="connsiteX31" fmla="*/ 1308100 w 2038350"/>
                  <a:gd name="connsiteY31" fmla="*/ 2038350 h 2952750"/>
                  <a:gd name="connsiteX32" fmla="*/ 1320800 w 2038350"/>
                  <a:gd name="connsiteY32" fmla="*/ 2095500 h 2952750"/>
                  <a:gd name="connsiteX33" fmla="*/ 1327150 w 2038350"/>
                  <a:gd name="connsiteY33" fmla="*/ 2165350 h 2952750"/>
                  <a:gd name="connsiteX34" fmla="*/ 1308100 w 2038350"/>
                  <a:gd name="connsiteY34" fmla="*/ 2228850 h 2952750"/>
                  <a:gd name="connsiteX35" fmla="*/ 1276350 w 2038350"/>
                  <a:gd name="connsiteY35" fmla="*/ 2273300 h 2952750"/>
                  <a:gd name="connsiteX36" fmla="*/ 1238250 w 2038350"/>
                  <a:gd name="connsiteY36" fmla="*/ 2324100 h 2952750"/>
                  <a:gd name="connsiteX37" fmla="*/ 1162050 w 2038350"/>
                  <a:gd name="connsiteY37" fmla="*/ 2362200 h 2952750"/>
                  <a:gd name="connsiteX38" fmla="*/ 1098550 w 2038350"/>
                  <a:gd name="connsiteY38" fmla="*/ 2387600 h 2952750"/>
                  <a:gd name="connsiteX39" fmla="*/ 1041400 w 2038350"/>
                  <a:gd name="connsiteY39" fmla="*/ 2406650 h 2952750"/>
                  <a:gd name="connsiteX40" fmla="*/ 939800 w 2038350"/>
                  <a:gd name="connsiteY40" fmla="*/ 2413000 h 2952750"/>
                  <a:gd name="connsiteX41" fmla="*/ 850900 w 2038350"/>
                  <a:gd name="connsiteY41" fmla="*/ 2406650 h 2952750"/>
                  <a:gd name="connsiteX42" fmla="*/ 787400 w 2038350"/>
                  <a:gd name="connsiteY42" fmla="*/ 2393950 h 2952750"/>
                  <a:gd name="connsiteX43" fmla="*/ 704850 w 2038350"/>
                  <a:gd name="connsiteY43" fmla="*/ 2381250 h 2952750"/>
                  <a:gd name="connsiteX44" fmla="*/ 609600 w 2038350"/>
                  <a:gd name="connsiteY44" fmla="*/ 2349500 h 2952750"/>
                  <a:gd name="connsiteX45" fmla="*/ 552450 w 2038350"/>
                  <a:gd name="connsiteY45" fmla="*/ 2330450 h 2952750"/>
                  <a:gd name="connsiteX46" fmla="*/ 469900 w 2038350"/>
                  <a:gd name="connsiteY46" fmla="*/ 2292350 h 2952750"/>
                  <a:gd name="connsiteX47" fmla="*/ 406400 w 2038350"/>
                  <a:gd name="connsiteY47" fmla="*/ 2254250 h 2952750"/>
                  <a:gd name="connsiteX48" fmla="*/ 349250 w 2038350"/>
                  <a:gd name="connsiteY48" fmla="*/ 2222500 h 2952750"/>
                  <a:gd name="connsiteX49" fmla="*/ 317500 w 2038350"/>
                  <a:gd name="connsiteY49" fmla="*/ 2197100 h 2952750"/>
                  <a:gd name="connsiteX50" fmla="*/ 273050 w 2038350"/>
                  <a:gd name="connsiteY50" fmla="*/ 2184400 h 2952750"/>
                  <a:gd name="connsiteX51" fmla="*/ 241300 w 2038350"/>
                  <a:gd name="connsiteY51" fmla="*/ 2235200 h 2952750"/>
                  <a:gd name="connsiteX52" fmla="*/ 0 w 2038350"/>
                  <a:gd name="connsiteY52" fmla="*/ 2705100 h 2952750"/>
                  <a:gd name="connsiteX53" fmla="*/ 114300 w 2038350"/>
                  <a:gd name="connsiteY53" fmla="*/ 2768600 h 2952750"/>
                  <a:gd name="connsiteX54" fmla="*/ 234950 w 2038350"/>
                  <a:gd name="connsiteY54" fmla="*/ 2825750 h 2952750"/>
                  <a:gd name="connsiteX55" fmla="*/ 355600 w 2038350"/>
                  <a:gd name="connsiteY55" fmla="*/ 2863850 h 2952750"/>
                  <a:gd name="connsiteX56" fmla="*/ 520700 w 2038350"/>
                  <a:gd name="connsiteY56" fmla="*/ 2908300 h 2952750"/>
                  <a:gd name="connsiteX57" fmla="*/ 679450 w 2038350"/>
                  <a:gd name="connsiteY57" fmla="*/ 2946400 h 2952750"/>
                  <a:gd name="connsiteX58" fmla="*/ 901700 w 2038350"/>
                  <a:gd name="connsiteY58" fmla="*/ 2952750 h 2952750"/>
                  <a:gd name="connsiteX59" fmla="*/ 1009650 w 2038350"/>
                  <a:gd name="connsiteY59" fmla="*/ 2952750 h 2952750"/>
                  <a:gd name="connsiteX60" fmla="*/ 1174750 w 2038350"/>
                  <a:gd name="connsiteY60" fmla="*/ 2940050 h 2952750"/>
                  <a:gd name="connsiteX61" fmla="*/ 1333500 w 2038350"/>
                  <a:gd name="connsiteY61" fmla="*/ 2908300 h 2952750"/>
                  <a:gd name="connsiteX62" fmla="*/ 1492250 w 2038350"/>
                  <a:gd name="connsiteY62" fmla="*/ 2851150 h 2952750"/>
                  <a:gd name="connsiteX63" fmla="*/ 1600200 w 2038350"/>
                  <a:gd name="connsiteY63" fmla="*/ 2800350 h 2952750"/>
                  <a:gd name="connsiteX64" fmla="*/ 1695450 w 2038350"/>
                  <a:gd name="connsiteY64" fmla="*/ 2743200 h 2952750"/>
                  <a:gd name="connsiteX65" fmla="*/ 1797050 w 2038350"/>
                  <a:gd name="connsiteY65" fmla="*/ 2660650 h 2952750"/>
                  <a:gd name="connsiteX66" fmla="*/ 1873250 w 2038350"/>
                  <a:gd name="connsiteY66" fmla="*/ 2578100 h 2952750"/>
                  <a:gd name="connsiteX67" fmla="*/ 1943100 w 2038350"/>
                  <a:gd name="connsiteY67" fmla="*/ 2476500 h 2952750"/>
                  <a:gd name="connsiteX68" fmla="*/ 1987550 w 2038350"/>
                  <a:gd name="connsiteY68" fmla="*/ 2362200 h 2952750"/>
                  <a:gd name="connsiteX69" fmla="*/ 2012950 w 2038350"/>
                  <a:gd name="connsiteY69" fmla="*/ 2273300 h 2952750"/>
                  <a:gd name="connsiteX70" fmla="*/ 2032000 w 2038350"/>
                  <a:gd name="connsiteY70" fmla="*/ 2178050 h 2952750"/>
                  <a:gd name="connsiteX71" fmla="*/ 2038350 w 2038350"/>
                  <a:gd name="connsiteY71" fmla="*/ 2057400 h 2952750"/>
                  <a:gd name="connsiteX72" fmla="*/ 2032000 w 2038350"/>
                  <a:gd name="connsiteY72" fmla="*/ 1943100 h 2952750"/>
                  <a:gd name="connsiteX73" fmla="*/ 2012950 w 2038350"/>
                  <a:gd name="connsiteY73" fmla="*/ 1854200 h 2952750"/>
                  <a:gd name="connsiteX74" fmla="*/ 1987550 w 2038350"/>
                  <a:gd name="connsiteY74" fmla="*/ 1758950 h 2952750"/>
                  <a:gd name="connsiteX75" fmla="*/ 1924050 w 2038350"/>
                  <a:gd name="connsiteY75" fmla="*/ 1631950 h 2952750"/>
                  <a:gd name="connsiteX76" fmla="*/ 1866900 w 2038350"/>
                  <a:gd name="connsiteY76" fmla="*/ 1562100 h 2952750"/>
                  <a:gd name="connsiteX77" fmla="*/ 1790700 w 2038350"/>
                  <a:gd name="connsiteY77" fmla="*/ 1479550 h 2952750"/>
                  <a:gd name="connsiteX78" fmla="*/ 1689100 w 2038350"/>
                  <a:gd name="connsiteY78" fmla="*/ 1403350 h 2952750"/>
                  <a:gd name="connsiteX79" fmla="*/ 1581150 w 2038350"/>
                  <a:gd name="connsiteY79" fmla="*/ 1333500 h 2952750"/>
                  <a:gd name="connsiteX80" fmla="*/ 1466850 w 2038350"/>
                  <a:gd name="connsiteY80" fmla="*/ 1270000 h 2952750"/>
                  <a:gd name="connsiteX81" fmla="*/ 1276350 w 2038350"/>
                  <a:gd name="connsiteY81" fmla="*/ 1174750 h 2952750"/>
                  <a:gd name="connsiteX82" fmla="*/ 1104900 w 2038350"/>
                  <a:gd name="connsiteY82" fmla="*/ 1098550 h 2952750"/>
                  <a:gd name="connsiteX83" fmla="*/ 1016000 w 2038350"/>
                  <a:gd name="connsiteY83" fmla="*/ 1054100 h 2952750"/>
                  <a:gd name="connsiteX84" fmla="*/ 933450 w 2038350"/>
                  <a:gd name="connsiteY84" fmla="*/ 996950 h 2952750"/>
                  <a:gd name="connsiteX85" fmla="*/ 882650 w 2038350"/>
                  <a:gd name="connsiteY85" fmla="*/ 933450 h 2952750"/>
                  <a:gd name="connsiteX86" fmla="*/ 838200 w 2038350"/>
                  <a:gd name="connsiteY86" fmla="*/ 850900 h 2952750"/>
                  <a:gd name="connsiteX87" fmla="*/ 838200 w 2038350"/>
                  <a:gd name="connsiteY87" fmla="*/ 768350 h 2952750"/>
                  <a:gd name="connsiteX88" fmla="*/ 863600 w 2038350"/>
                  <a:gd name="connsiteY88" fmla="*/ 704850 h 2952750"/>
                  <a:gd name="connsiteX89" fmla="*/ 914400 w 2038350"/>
                  <a:gd name="connsiteY89" fmla="*/ 635000 h 2952750"/>
                  <a:gd name="connsiteX90" fmla="*/ 977900 w 2038350"/>
                  <a:gd name="connsiteY90" fmla="*/ 590550 h 2952750"/>
                  <a:gd name="connsiteX91" fmla="*/ 1054100 w 2038350"/>
                  <a:gd name="connsiteY91" fmla="*/ 571500 h 2952750"/>
                  <a:gd name="connsiteX92" fmla="*/ 1123950 w 2038350"/>
                  <a:gd name="connsiteY92" fmla="*/ 565150 h 2952750"/>
                  <a:gd name="connsiteX93" fmla="*/ 1206500 w 2038350"/>
                  <a:gd name="connsiteY93" fmla="*/ 577850 h 2952750"/>
                  <a:gd name="connsiteX94" fmla="*/ 1339850 w 2038350"/>
                  <a:gd name="connsiteY94" fmla="*/ 603250 h 2952750"/>
                  <a:gd name="connsiteX95" fmla="*/ 1466850 w 2038350"/>
                  <a:gd name="connsiteY95" fmla="*/ 609600 h 2952750"/>
                  <a:gd name="connsiteX96" fmla="*/ 1543050 w 2038350"/>
                  <a:gd name="connsiteY96" fmla="*/ 603250 h 2952750"/>
                  <a:gd name="connsiteX97" fmla="*/ 1631950 w 2038350"/>
                  <a:gd name="connsiteY97" fmla="*/ 577850 h 2952750"/>
                  <a:gd name="connsiteX98" fmla="*/ 1708150 w 2038350"/>
                  <a:gd name="connsiteY98" fmla="*/ 533400 h 2952750"/>
                  <a:gd name="connsiteX99" fmla="*/ 1765300 w 2038350"/>
                  <a:gd name="connsiteY99" fmla="*/ 469900 h 2952750"/>
                  <a:gd name="connsiteX100" fmla="*/ 1809750 w 2038350"/>
                  <a:gd name="connsiteY100" fmla="*/ 381000 h 2952750"/>
                  <a:gd name="connsiteX101" fmla="*/ 1841500 w 2038350"/>
                  <a:gd name="connsiteY101" fmla="*/ 304800 h 2952750"/>
                  <a:gd name="connsiteX102" fmla="*/ 1885950 w 2038350"/>
                  <a:gd name="connsiteY102" fmla="*/ 215900 h 2952750"/>
                  <a:gd name="connsiteX103" fmla="*/ 1879600 w 2038350"/>
                  <a:gd name="connsiteY103" fmla="*/ 158750 h 2952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</a:cxnLst>
                <a:rect l="l" t="t" r="r" b="b"/>
                <a:pathLst>
                  <a:path w="2038350" h="2952750">
                    <a:moveTo>
                      <a:pt x="1879600" y="158750"/>
                    </a:moveTo>
                    <a:lnTo>
                      <a:pt x="1644650" y="76200"/>
                    </a:lnTo>
                    <a:lnTo>
                      <a:pt x="1460500" y="25400"/>
                    </a:lnTo>
                    <a:lnTo>
                      <a:pt x="1263650" y="0"/>
                    </a:lnTo>
                    <a:lnTo>
                      <a:pt x="1054100" y="6350"/>
                    </a:lnTo>
                    <a:lnTo>
                      <a:pt x="819150" y="31750"/>
                    </a:lnTo>
                    <a:lnTo>
                      <a:pt x="673100" y="82550"/>
                    </a:lnTo>
                    <a:lnTo>
                      <a:pt x="501650" y="177800"/>
                    </a:lnTo>
                    <a:lnTo>
                      <a:pt x="438150" y="222250"/>
                    </a:lnTo>
                    <a:lnTo>
                      <a:pt x="336550" y="311150"/>
                    </a:lnTo>
                    <a:lnTo>
                      <a:pt x="260350" y="406400"/>
                    </a:lnTo>
                    <a:lnTo>
                      <a:pt x="196850" y="527050"/>
                    </a:lnTo>
                    <a:lnTo>
                      <a:pt x="158750" y="647700"/>
                    </a:lnTo>
                    <a:lnTo>
                      <a:pt x="133350" y="787400"/>
                    </a:lnTo>
                    <a:lnTo>
                      <a:pt x="127000" y="863600"/>
                    </a:lnTo>
                    <a:lnTo>
                      <a:pt x="133350" y="984250"/>
                    </a:lnTo>
                    <a:lnTo>
                      <a:pt x="152400" y="1117600"/>
                    </a:lnTo>
                    <a:lnTo>
                      <a:pt x="215900" y="1244600"/>
                    </a:lnTo>
                    <a:lnTo>
                      <a:pt x="279400" y="1339850"/>
                    </a:lnTo>
                    <a:lnTo>
                      <a:pt x="311150" y="1384300"/>
                    </a:lnTo>
                    <a:lnTo>
                      <a:pt x="393700" y="1466850"/>
                    </a:lnTo>
                    <a:lnTo>
                      <a:pt x="501650" y="1543050"/>
                    </a:lnTo>
                    <a:lnTo>
                      <a:pt x="590550" y="1600200"/>
                    </a:lnTo>
                    <a:lnTo>
                      <a:pt x="704850" y="1670050"/>
                    </a:lnTo>
                    <a:lnTo>
                      <a:pt x="819150" y="1720850"/>
                    </a:lnTo>
                    <a:lnTo>
                      <a:pt x="908050" y="1765300"/>
                    </a:lnTo>
                    <a:lnTo>
                      <a:pt x="1035050" y="1822450"/>
                    </a:lnTo>
                    <a:lnTo>
                      <a:pt x="1117600" y="1860550"/>
                    </a:lnTo>
                    <a:lnTo>
                      <a:pt x="1181100" y="1905000"/>
                    </a:lnTo>
                    <a:lnTo>
                      <a:pt x="1238250" y="1955800"/>
                    </a:lnTo>
                    <a:lnTo>
                      <a:pt x="1282700" y="2000250"/>
                    </a:lnTo>
                    <a:lnTo>
                      <a:pt x="1308100" y="2038350"/>
                    </a:lnTo>
                    <a:lnTo>
                      <a:pt x="1320800" y="2095500"/>
                    </a:lnTo>
                    <a:lnTo>
                      <a:pt x="1327150" y="2165350"/>
                    </a:lnTo>
                    <a:lnTo>
                      <a:pt x="1308100" y="2228850"/>
                    </a:lnTo>
                    <a:lnTo>
                      <a:pt x="1276350" y="2273300"/>
                    </a:lnTo>
                    <a:lnTo>
                      <a:pt x="1238250" y="2324100"/>
                    </a:lnTo>
                    <a:lnTo>
                      <a:pt x="1162050" y="2362200"/>
                    </a:lnTo>
                    <a:lnTo>
                      <a:pt x="1098550" y="2387600"/>
                    </a:lnTo>
                    <a:lnTo>
                      <a:pt x="1041400" y="2406650"/>
                    </a:lnTo>
                    <a:lnTo>
                      <a:pt x="939800" y="2413000"/>
                    </a:lnTo>
                    <a:lnTo>
                      <a:pt x="850900" y="2406650"/>
                    </a:lnTo>
                    <a:lnTo>
                      <a:pt x="787400" y="2393950"/>
                    </a:lnTo>
                    <a:lnTo>
                      <a:pt x="704850" y="2381250"/>
                    </a:lnTo>
                    <a:lnTo>
                      <a:pt x="609600" y="2349500"/>
                    </a:lnTo>
                    <a:lnTo>
                      <a:pt x="552450" y="2330450"/>
                    </a:lnTo>
                    <a:lnTo>
                      <a:pt x="469900" y="2292350"/>
                    </a:lnTo>
                    <a:lnTo>
                      <a:pt x="406400" y="2254250"/>
                    </a:lnTo>
                    <a:lnTo>
                      <a:pt x="349250" y="2222500"/>
                    </a:lnTo>
                    <a:lnTo>
                      <a:pt x="317500" y="2197100"/>
                    </a:lnTo>
                    <a:lnTo>
                      <a:pt x="273050" y="2184400"/>
                    </a:lnTo>
                    <a:lnTo>
                      <a:pt x="241300" y="2235200"/>
                    </a:lnTo>
                    <a:lnTo>
                      <a:pt x="0" y="2705100"/>
                    </a:lnTo>
                    <a:lnTo>
                      <a:pt x="114300" y="2768600"/>
                    </a:lnTo>
                    <a:lnTo>
                      <a:pt x="234950" y="2825750"/>
                    </a:lnTo>
                    <a:lnTo>
                      <a:pt x="355600" y="2863850"/>
                    </a:lnTo>
                    <a:lnTo>
                      <a:pt x="520700" y="2908300"/>
                    </a:lnTo>
                    <a:lnTo>
                      <a:pt x="679450" y="2946400"/>
                    </a:lnTo>
                    <a:lnTo>
                      <a:pt x="901700" y="2952750"/>
                    </a:lnTo>
                    <a:lnTo>
                      <a:pt x="1009650" y="2952750"/>
                    </a:lnTo>
                    <a:lnTo>
                      <a:pt x="1174750" y="2940050"/>
                    </a:lnTo>
                    <a:lnTo>
                      <a:pt x="1333500" y="2908300"/>
                    </a:lnTo>
                    <a:lnTo>
                      <a:pt x="1492250" y="2851150"/>
                    </a:lnTo>
                    <a:lnTo>
                      <a:pt x="1600200" y="2800350"/>
                    </a:lnTo>
                    <a:lnTo>
                      <a:pt x="1695450" y="2743200"/>
                    </a:lnTo>
                    <a:lnTo>
                      <a:pt x="1797050" y="2660650"/>
                    </a:lnTo>
                    <a:lnTo>
                      <a:pt x="1873250" y="2578100"/>
                    </a:lnTo>
                    <a:lnTo>
                      <a:pt x="1943100" y="2476500"/>
                    </a:lnTo>
                    <a:lnTo>
                      <a:pt x="1987550" y="2362200"/>
                    </a:lnTo>
                    <a:lnTo>
                      <a:pt x="2012950" y="2273300"/>
                    </a:lnTo>
                    <a:lnTo>
                      <a:pt x="2032000" y="2178050"/>
                    </a:lnTo>
                    <a:lnTo>
                      <a:pt x="2038350" y="2057400"/>
                    </a:lnTo>
                    <a:lnTo>
                      <a:pt x="2032000" y="1943100"/>
                    </a:lnTo>
                    <a:lnTo>
                      <a:pt x="2012950" y="1854200"/>
                    </a:lnTo>
                    <a:lnTo>
                      <a:pt x="1987550" y="1758950"/>
                    </a:lnTo>
                    <a:lnTo>
                      <a:pt x="1924050" y="1631950"/>
                    </a:lnTo>
                    <a:lnTo>
                      <a:pt x="1866900" y="1562100"/>
                    </a:lnTo>
                    <a:lnTo>
                      <a:pt x="1790700" y="1479550"/>
                    </a:lnTo>
                    <a:lnTo>
                      <a:pt x="1689100" y="1403350"/>
                    </a:lnTo>
                    <a:lnTo>
                      <a:pt x="1581150" y="1333500"/>
                    </a:lnTo>
                    <a:lnTo>
                      <a:pt x="1466850" y="1270000"/>
                    </a:lnTo>
                    <a:lnTo>
                      <a:pt x="1276350" y="1174750"/>
                    </a:lnTo>
                    <a:lnTo>
                      <a:pt x="1104900" y="1098550"/>
                    </a:lnTo>
                    <a:lnTo>
                      <a:pt x="1016000" y="1054100"/>
                    </a:lnTo>
                    <a:lnTo>
                      <a:pt x="933450" y="996950"/>
                    </a:lnTo>
                    <a:lnTo>
                      <a:pt x="882650" y="933450"/>
                    </a:lnTo>
                    <a:lnTo>
                      <a:pt x="838200" y="850900"/>
                    </a:lnTo>
                    <a:lnTo>
                      <a:pt x="838200" y="768350"/>
                    </a:lnTo>
                    <a:lnTo>
                      <a:pt x="863600" y="704850"/>
                    </a:lnTo>
                    <a:lnTo>
                      <a:pt x="914400" y="635000"/>
                    </a:lnTo>
                    <a:lnTo>
                      <a:pt x="977900" y="590550"/>
                    </a:lnTo>
                    <a:lnTo>
                      <a:pt x="1054100" y="571500"/>
                    </a:lnTo>
                    <a:lnTo>
                      <a:pt x="1123950" y="565150"/>
                    </a:lnTo>
                    <a:lnTo>
                      <a:pt x="1206500" y="577850"/>
                    </a:lnTo>
                    <a:lnTo>
                      <a:pt x="1339850" y="603250"/>
                    </a:lnTo>
                    <a:lnTo>
                      <a:pt x="1466850" y="609600"/>
                    </a:lnTo>
                    <a:lnTo>
                      <a:pt x="1543050" y="603250"/>
                    </a:lnTo>
                    <a:lnTo>
                      <a:pt x="1631950" y="577850"/>
                    </a:lnTo>
                    <a:lnTo>
                      <a:pt x="1708150" y="533400"/>
                    </a:lnTo>
                    <a:lnTo>
                      <a:pt x="1765300" y="469900"/>
                    </a:lnTo>
                    <a:lnTo>
                      <a:pt x="1809750" y="381000"/>
                    </a:lnTo>
                    <a:lnTo>
                      <a:pt x="1841500" y="304800"/>
                    </a:lnTo>
                    <a:lnTo>
                      <a:pt x="1885950" y="215900"/>
                    </a:lnTo>
                    <a:lnTo>
                      <a:pt x="1879600" y="158750"/>
                    </a:lnTo>
                    <a:close/>
                  </a:path>
                </a:pathLst>
              </a:custGeom>
              <a:solidFill>
                <a:srgbClr val="EA002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1350"/>
              </a:p>
            </p:txBody>
          </p:sp>
          <p:sp>
            <p:nvSpPr>
              <p:cNvPr id="10" name="자유형 9"/>
              <p:cNvSpPr/>
              <p:nvPr/>
            </p:nvSpPr>
            <p:spPr>
              <a:xfrm>
                <a:off x="4370260" y="1793457"/>
                <a:ext cx="2374190" cy="2881539"/>
              </a:xfrm>
              <a:custGeom>
                <a:avLst/>
                <a:gdLst>
                  <a:gd name="connsiteX0" fmla="*/ 0 w 2376488"/>
                  <a:gd name="connsiteY0" fmla="*/ 0 h 2886075"/>
                  <a:gd name="connsiteX1" fmla="*/ 0 w 2376488"/>
                  <a:gd name="connsiteY1" fmla="*/ 2871788 h 2886075"/>
                  <a:gd name="connsiteX2" fmla="*/ 23813 w 2376488"/>
                  <a:gd name="connsiteY2" fmla="*/ 2886075 h 2886075"/>
                  <a:gd name="connsiteX3" fmla="*/ 152400 w 2376488"/>
                  <a:gd name="connsiteY3" fmla="*/ 2881313 h 2886075"/>
                  <a:gd name="connsiteX4" fmla="*/ 285750 w 2376488"/>
                  <a:gd name="connsiteY4" fmla="*/ 2847975 h 2886075"/>
                  <a:gd name="connsiteX5" fmla="*/ 433388 w 2376488"/>
                  <a:gd name="connsiteY5" fmla="*/ 2786063 h 2886075"/>
                  <a:gd name="connsiteX6" fmla="*/ 538163 w 2376488"/>
                  <a:gd name="connsiteY6" fmla="*/ 2695575 h 2886075"/>
                  <a:gd name="connsiteX7" fmla="*/ 600075 w 2376488"/>
                  <a:gd name="connsiteY7" fmla="*/ 2595563 h 2886075"/>
                  <a:gd name="connsiteX8" fmla="*/ 633413 w 2376488"/>
                  <a:gd name="connsiteY8" fmla="*/ 2505075 h 2886075"/>
                  <a:gd name="connsiteX9" fmla="*/ 652463 w 2376488"/>
                  <a:gd name="connsiteY9" fmla="*/ 2419350 h 2886075"/>
                  <a:gd name="connsiteX10" fmla="*/ 661988 w 2376488"/>
                  <a:gd name="connsiteY10" fmla="*/ 2371725 h 2886075"/>
                  <a:gd name="connsiteX11" fmla="*/ 661988 w 2376488"/>
                  <a:gd name="connsiteY11" fmla="*/ 1662113 h 2886075"/>
                  <a:gd name="connsiteX12" fmla="*/ 690563 w 2376488"/>
                  <a:gd name="connsiteY12" fmla="*/ 1662113 h 2886075"/>
                  <a:gd name="connsiteX13" fmla="*/ 1552575 w 2376488"/>
                  <a:gd name="connsiteY13" fmla="*/ 2838450 h 2886075"/>
                  <a:gd name="connsiteX14" fmla="*/ 2366963 w 2376488"/>
                  <a:gd name="connsiteY14" fmla="*/ 2838450 h 2886075"/>
                  <a:gd name="connsiteX15" fmla="*/ 2376488 w 2376488"/>
                  <a:gd name="connsiteY15" fmla="*/ 2819400 h 2886075"/>
                  <a:gd name="connsiteX16" fmla="*/ 1243013 w 2376488"/>
                  <a:gd name="connsiteY16" fmla="*/ 1371600 h 2886075"/>
                  <a:gd name="connsiteX17" fmla="*/ 2338388 w 2376488"/>
                  <a:gd name="connsiteY17" fmla="*/ 28575 h 2886075"/>
                  <a:gd name="connsiteX18" fmla="*/ 2338388 w 2376488"/>
                  <a:gd name="connsiteY18" fmla="*/ 14288 h 2886075"/>
                  <a:gd name="connsiteX19" fmla="*/ 1533525 w 2376488"/>
                  <a:gd name="connsiteY19" fmla="*/ 14288 h 2886075"/>
                  <a:gd name="connsiteX20" fmla="*/ 690563 w 2376488"/>
                  <a:gd name="connsiteY20" fmla="*/ 1143000 h 2886075"/>
                  <a:gd name="connsiteX21" fmla="*/ 666750 w 2376488"/>
                  <a:gd name="connsiteY21" fmla="*/ 1143000 h 2886075"/>
                  <a:gd name="connsiteX22" fmla="*/ 666750 w 2376488"/>
                  <a:gd name="connsiteY22" fmla="*/ 4763 h 2886075"/>
                  <a:gd name="connsiteX23" fmla="*/ 0 w 2376488"/>
                  <a:gd name="connsiteY23" fmla="*/ 0 h 2886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376488" h="2886075">
                    <a:moveTo>
                      <a:pt x="0" y="0"/>
                    </a:moveTo>
                    <a:lnTo>
                      <a:pt x="0" y="2871788"/>
                    </a:lnTo>
                    <a:lnTo>
                      <a:pt x="23813" y="2886075"/>
                    </a:lnTo>
                    <a:lnTo>
                      <a:pt x="152400" y="2881313"/>
                    </a:lnTo>
                    <a:lnTo>
                      <a:pt x="285750" y="2847975"/>
                    </a:lnTo>
                    <a:lnTo>
                      <a:pt x="433388" y="2786063"/>
                    </a:lnTo>
                    <a:lnTo>
                      <a:pt x="538163" y="2695575"/>
                    </a:lnTo>
                    <a:lnTo>
                      <a:pt x="600075" y="2595563"/>
                    </a:lnTo>
                    <a:lnTo>
                      <a:pt x="633413" y="2505075"/>
                    </a:lnTo>
                    <a:lnTo>
                      <a:pt x="652463" y="2419350"/>
                    </a:lnTo>
                    <a:lnTo>
                      <a:pt x="661988" y="2371725"/>
                    </a:lnTo>
                    <a:lnTo>
                      <a:pt x="661988" y="1662113"/>
                    </a:lnTo>
                    <a:lnTo>
                      <a:pt x="690563" y="1662113"/>
                    </a:lnTo>
                    <a:lnTo>
                      <a:pt x="1552575" y="2838450"/>
                    </a:lnTo>
                    <a:lnTo>
                      <a:pt x="2366963" y="2838450"/>
                    </a:lnTo>
                    <a:lnTo>
                      <a:pt x="2376488" y="2819400"/>
                    </a:lnTo>
                    <a:lnTo>
                      <a:pt x="1243013" y="1371600"/>
                    </a:lnTo>
                    <a:lnTo>
                      <a:pt x="2338388" y="28575"/>
                    </a:lnTo>
                    <a:lnTo>
                      <a:pt x="2338388" y="14288"/>
                    </a:lnTo>
                    <a:lnTo>
                      <a:pt x="1533525" y="14288"/>
                    </a:lnTo>
                    <a:lnTo>
                      <a:pt x="690563" y="1143000"/>
                    </a:lnTo>
                    <a:lnTo>
                      <a:pt x="666750" y="1143000"/>
                    </a:lnTo>
                    <a:lnTo>
                      <a:pt x="666750" y="476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A002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1350"/>
              </a:p>
            </p:txBody>
          </p:sp>
        </p:grpSp>
      </p:grp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613149"/>
            <a:ext cx="7772400" cy="688571"/>
          </a:xfrm>
          <a:prstGeom prst="rect">
            <a:avLst/>
          </a:prstGeom>
        </p:spPr>
        <p:txBody>
          <a:bodyPr>
            <a:normAutofit/>
          </a:bodyPr>
          <a:lstStyle>
            <a:lvl1pPr algn="ctr" latinLnBrk="0">
              <a:lnSpc>
                <a:spcPct val="150000"/>
              </a:lnSpc>
              <a:spcAft>
                <a:spcPts val="450"/>
              </a:spcAft>
              <a:defRPr sz="2400" b="1">
                <a:latin typeface="Trebuchet MS" panose="020B0603020202020204" pitchFamily="34" charset="0"/>
                <a:ea typeface="맑은 고딕" pitchFamily="50" charset="-127"/>
                <a:cs typeface="Tahoma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606438" y="3869233"/>
            <a:ext cx="6400800" cy="32269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500" b="1">
                <a:solidFill>
                  <a:schemeClr val="tx1"/>
                </a:solidFill>
                <a:latin typeface="Trebuchet MS" panose="020B0603020202020204" pitchFamily="34" charset="0"/>
                <a:ea typeface="맑은 고딕" pitchFamily="50" charset="-127"/>
                <a:cs typeface="Tahoma" pitchFamily="34" charset="0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18916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18697" y="141480"/>
            <a:ext cx="8906608" cy="270030"/>
          </a:xfrm>
          <a:noFill/>
        </p:spPr>
        <p:txBody>
          <a:bodyPr>
            <a:noAutofit/>
          </a:bodyPr>
          <a:lstStyle>
            <a:lvl1pPr>
              <a:defRPr sz="1350">
                <a:latin typeface="Cambria" panose="02040503050406030204" pitchFamily="18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9" name="슬라이드 번호 개체 틀 2"/>
          <p:cNvSpPr txBox="1">
            <a:spLocks/>
          </p:cNvSpPr>
          <p:nvPr userDrawn="1"/>
        </p:nvSpPr>
        <p:spPr>
          <a:xfrm>
            <a:off x="3505200" y="4948014"/>
            <a:ext cx="2133600" cy="162018"/>
          </a:xfrm>
          <a:prstGeom prst="rect">
            <a:avLst/>
          </a:prstGeom>
        </p:spPr>
        <p:txBody>
          <a:bodyPr vert="horz" lIns="68571" tIns="34286" rIns="68571" bIns="34286" rtlCol="0" anchor="ctr"/>
          <a:lstStyle>
            <a:defPPr>
              <a:defRPr lang="ko-KR"/>
            </a:defPPr>
            <a:lvl1pPr marL="0" algn="r" defTabSz="914287" rtl="0" eaLnBrk="1" latinLnBrk="1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+mn-ea"/>
                <a:cs typeface="+mn-cs"/>
              </a:defRPr>
            </a:lvl1pPr>
            <a:lvl2pPr marL="457144" algn="l" defTabSz="914287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87" algn="l" defTabSz="914287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30" algn="l" defTabSz="914287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73" algn="l" defTabSz="914287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17" algn="l" defTabSz="914287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60" algn="l" defTabSz="914287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3" algn="l" defTabSz="914287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46" algn="l" defTabSz="914287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BF338F1-7BA8-4883-AA00-A587D1E26AFF}" type="slidenum">
              <a:rPr lang="ko-KR" altLang="en-US" sz="750" i="1" smtClean="0">
                <a:solidFill>
                  <a:prstClr val="black">
                    <a:tint val="75000"/>
                  </a:prstClr>
                </a:solidFill>
                <a:latin typeface="Cambria" panose="02040503050406030204" pitchFamily="18" charset="0"/>
              </a:rPr>
              <a:pPr algn="ctr"/>
              <a:t>‹#›</a:t>
            </a:fld>
            <a:endParaRPr lang="ko-KR" altLang="en-US" sz="750" i="1" dirty="0">
              <a:solidFill>
                <a:prstClr val="black">
                  <a:tint val="75000"/>
                </a:prstClr>
              </a:solidFill>
              <a:latin typeface="Cambria" panose="02040503050406030204" pitchFamily="18" charset="0"/>
            </a:endParaRP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>
          <a:xfrm>
            <a:off x="260110" y="573528"/>
            <a:ext cx="8639908" cy="551260"/>
          </a:xfrm>
        </p:spPr>
        <p:txBody>
          <a:bodyPr>
            <a:normAutofit/>
          </a:bodyPr>
          <a:lstStyle>
            <a:lvl1pPr marL="0" indent="0" latinLnBrk="0">
              <a:lnSpc>
                <a:spcPct val="120000"/>
              </a:lnSpc>
              <a:spcBef>
                <a:spcPts val="0"/>
              </a:spcBef>
              <a:buNone/>
              <a:defRPr sz="1200">
                <a:latin typeface="Cambria" panose="02040503050406030204" pitchFamily="18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8" name="Line 13"/>
          <p:cNvSpPr>
            <a:spLocks noChangeShapeType="1"/>
          </p:cNvSpPr>
          <p:nvPr userDrawn="1"/>
        </p:nvSpPr>
        <p:spPr bwMode="auto">
          <a:xfrm>
            <a:off x="1" y="519522"/>
            <a:ext cx="9151328" cy="0"/>
          </a:xfrm>
          <a:prstGeom prst="lin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/>
        </p:spPr>
        <p:txBody>
          <a:bodyPr anchor="ctr"/>
          <a:lstStyle/>
          <a:p>
            <a:pPr algn="ctr" eaLnBrk="0" latinLnBrk="0" hangingPunct="0">
              <a:buFontTx/>
              <a:buChar char="•"/>
              <a:defRPr/>
            </a:pPr>
            <a:endParaRPr lang="ko-KR" altLang="en-US" sz="675" dirty="0">
              <a:solidFill>
                <a:srgbClr val="000000"/>
              </a:solidFill>
              <a:latin typeface="HY그래픽M" pitchFamily="18" charset="-127"/>
              <a:ea typeface="HY그래픽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94231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252048" y="438150"/>
            <a:ext cx="8639908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52047" y="68177"/>
            <a:ext cx="8639906" cy="292094"/>
          </a:xfrm>
          <a:prstGeom prst="rect">
            <a:avLst/>
          </a:prstGeom>
        </p:spPr>
        <p:txBody>
          <a:bodyPr/>
          <a:lstStyle>
            <a:lvl1pPr algn="l">
              <a:defRPr sz="1219" b="0">
                <a:solidFill>
                  <a:schemeClr val="accent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0"/>
          </p:nvPr>
        </p:nvSpPr>
        <p:spPr>
          <a:xfrm>
            <a:off x="252413" y="546498"/>
            <a:ext cx="8639175" cy="351067"/>
          </a:xfrm>
          <a:prstGeom prst="rect">
            <a:avLst/>
          </a:prstGeom>
        </p:spPr>
        <p:txBody>
          <a:bodyPr/>
          <a:lstStyle>
            <a:lvl1pPr>
              <a:defRPr sz="975" b="0">
                <a:solidFill>
                  <a:schemeClr val="accent1"/>
                </a:solidFill>
              </a:defRPr>
            </a:lvl1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11866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252048" y="438150"/>
            <a:ext cx="8639908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52047" y="68177"/>
            <a:ext cx="8639906" cy="292094"/>
          </a:xfrm>
          <a:prstGeom prst="rect">
            <a:avLst/>
          </a:prstGeom>
        </p:spPr>
        <p:txBody>
          <a:bodyPr/>
          <a:lstStyle>
            <a:lvl1pPr algn="l">
              <a:defRPr sz="1219" b="0">
                <a:solidFill>
                  <a:schemeClr val="accent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0"/>
          </p:nvPr>
        </p:nvSpPr>
        <p:spPr>
          <a:xfrm>
            <a:off x="252413" y="546498"/>
            <a:ext cx="8639175" cy="351067"/>
          </a:xfrm>
          <a:prstGeom prst="rect">
            <a:avLst/>
          </a:prstGeom>
        </p:spPr>
        <p:txBody>
          <a:bodyPr/>
          <a:lstStyle>
            <a:lvl1pPr>
              <a:defRPr sz="975" b="0">
                <a:solidFill>
                  <a:schemeClr val="accent1"/>
                </a:solidFill>
              </a:defRPr>
            </a:lvl1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3946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content, normal,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914400"/>
            <a:ext cx="1828800" cy="1828800"/>
          </a:xfrm>
          <a:solidFill>
            <a:schemeClr val="accent1"/>
          </a:solidFill>
        </p:spPr>
        <p:txBody>
          <a:bodyPr rIns="91440">
            <a:normAutofit/>
          </a:bodyPr>
          <a:lstStyle>
            <a:lvl1pPr>
              <a:defRPr sz="1625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slide content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2743200" y="914400"/>
            <a:ext cx="6172200" cy="3790950"/>
          </a:xfrm>
          <a:prstGeom prst="rect">
            <a:avLst/>
          </a:prstGeom>
        </p:spPr>
        <p:txBody>
          <a:bodyPr vert="horz" lIns="182880" tIns="137160">
            <a:normAutofit/>
          </a:bodyPr>
          <a:lstStyle>
            <a:lvl1pPr marL="0" indent="0">
              <a:spcBef>
                <a:spcPts val="244"/>
              </a:spcBef>
              <a:buFontTx/>
              <a:buNone/>
              <a:defRPr sz="1138" baseline="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slide content</a:t>
            </a:r>
          </a:p>
        </p:txBody>
      </p:sp>
    </p:spTree>
    <p:extLst>
      <p:ext uri="{BB962C8B-B14F-4D97-AF65-F5344CB8AC3E}">
        <p14:creationId xmlns:p14="http://schemas.microsoft.com/office/powerpoint/2010/main" val="1921545847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252047" y="438150"/>
            <a:ext cx="8639908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2048" y="104775"/>
            <a:ext cx="5150814" cy="300038"/>
          </a:xfrm>
        </p:spPr>
        <p:txBody>
          <a:bodyPr>
            <a:noAutofit/>
          </a:bodyPr>
          <a:lstStyle>
            <a:lvl1pPr algn="l">
              <a:defRPr sz="1350" b="1">
                <a:latin typeface="+mn-ea"/>
                <a:ea typeface="+mn-ea"/>
                <a:cs typeface="Tahoma" panose="020B060403050404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252047" y="504826"/>
            <a:ext cx="8639908" cy="266699"/>
          </a:xfrm>
        </p:spPr>
        <p:txBody>
          <a:bodyPr>
            <a:noAutofit/>
          </a:bodyPr>
          <a:lstStyle>
            <a:lvl1pPr marL="0" indent="0" latinLnBrk="0">
              <a:buFont typeface="Arial" pitchFamily="34" charset="0"/>
              <a:buNone/>
              <a:defRPr sz="1200" b="1">
                <a:latin typeface="+mn-ea"/>
                <a:ea typeface="+mn-ea"/>
                <a:cs typeface="Tahoma" panose="020B0604030504040204" pitchFamily="34" charset="0"/>
              </a:defRPr>
            </a:lvl1pPr>
            <a:lvl2pPr marL="141685" indent="-141685" latinLnBrk="0">
              <a:buFont typeface="Arial" pitchFamily="34" charset="0"/>
              <a:buChar char="•"/>
              <a:defRPr sz="1350" b="1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defRPr>
            </a:lvl2pPr>
            <a:lvl3pPr marL="403622" indent="-130969">
              <a:defRPr sz="1200">
                <a:latin typeface="HY견고딕" pitchFamily="18" charset="-127"/>
                <a:ea typeface="HY견고딕" pitchFamily="18" charset="-127"/>
              </a:defRPr>
            </a:lvl3pPr>
            <a:lvl4pPr>
              <a:defRPr sz="1200">
                <a:latin typeface="HY견고딕" pitchFamily="18" charset="-127"/>
                <a:ea typeface="HY견고딕" pitchFamily="18" charset="-127"/>
              </a:defRPr>
            </a:lvl4pPr>
            <a:lvl5pPr>
              <a:defRPr sz="1200">
                <a:latin typeface="HY견고딕" pitchFamily="18" charset="-127"/>
                <a:ea typeface="HY견고딕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  <a:endParaRPr lang="en-US" altLang="ko-KR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923280EB-30E3-43CD-8755-C196C328935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2862" y="104776"/>
            <a:ext cx="3489091" cy="300038"/>
          </a:xfrm>
        </p:spPr>
        <p:txBody>
          <a:bodyPr anchor="ctr"/>
          <a:lstStyle>
            <a:lvl1pPr algn="r">
              <a:buNone/>
              <a:defRPr sz="1200" b="1"/>
            </a:lvl1pPr>
          </a:lstStyle>
          <a:p>
            <a:pPr lvl="0"/>
            <a:r>
              <a:rPr lang="ko-KR" altLang="en-US" dirty="0"/>
              <a:t>목차</a:t>
            </a:r>
          </a:p>
        </p:txBody>
      </p:sp>
    </p:spTree>
    <p:extLst>
      <p:ext uri="{BB962C8B-B14F-4D97-AF65-F5344CB8AC3E}">
        <p14:creationId xmlns:p14="http://schemas.microsoft.com/office/powerpoint/2010/main" val="2649110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5123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9B78F33-CFAA-4994-811C-6D931E5324B8}" type="slidenum">
              <a:rPr lang="ko-KR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2541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342900" algn="ctr" rtl="0" fontAlgn="base" latinLnBrk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685800" algn="ctr" rtl="0" fontAlgn="base" latinLnBrk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028700" algn="ctr" rtl="0" fontAlgn="base" latinLnBrk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371600" algn="ctr" rtl="0" fontAlgn="base" latinLnBrk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257175" indent="-257175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jpe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8.svg"/><Relationship Id="rId3" Type="http://schemas.openxmlformats.org/officeDocument/2006/relationships/image" Target="../media/image6.svg"/><Relationship Id="rId7" Type="http://schemas.openxmlformats.org/officeDocument/2006/relationships/image" Target="../media/image13.png"/><Relationship Id="rId12" Type="http://schemas.openxmlformats.org/officeDocument/2006/relationships/image" Target="../media/image1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11" Type="http://schemas.openxmlformats.org/officeDocument/2006/relationships/image" Target="../media/image8.svg"/><Relationship Id="rId5" Type="http://schemas.openxmlformats.org/officeDocument/2006/relationships/image" Target="../media/image10.png"/><Relationship Id="rId10" Type="http://schemas.openxmlformats.org/officeDocument/2006/relationships/image" Target="../media/image7.png"/><Relationship Id="rId4" Type="http://schemas.openxmlformats.org/officeDocument/2006/relationships/image" Target="../media/image9.png"/><Relationship Id="rId9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914400" y="2834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B9B9B"/>
                </a:solidFill>
                <a:ea typeface="Arial" pitchFamily="34" charset="-122"/>
                <a:cs typeface="Arial" pitchFamily="34" charset="-120"/>
              </a:rPr>
              <a:t>AI Agent 시스템 아키텍처 설계 (Cloud Native)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0" y="3291840"/>
            <a:ext cx="365760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0" name="제목 9">
            <a:extLst>
              <a:ext uri="{FF2B5EF4-FFF2-40B4-BE49-F238E27FC236}">
                <a16:creationId xmlns:a16="http://schemas.microsoft.com/office/drawing/2014/main" id="{7B1B811C-F300-8D1D-5FD4-741919352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112921"/>
            <a:ext cx="7772400" cy="1188799"/>
          </a:xfrm>
        </p:spPr>
        <p:txBody>
          <a:bodyPr>
            <a:noAutofit/>
          </a:bodyPr>
          <a:lstStyle/>
          <a:p>
            <a:r>
              <a:rPr lang="en-US" altLang="ko-KR" sz="3200" dirty="0">
                <a:latin typeface="+mj-lt"/>
              </a:rPr>
              <a:t>AI Agent System</a:t>
            </a:r>
            <a:br>
              <a:rPr lang="en-US" altLang="ko-KR" sz="3200" dirty="0">
                <a:latin typeface="+mj-lt"/>
              </a:rPr>
            </a:br>
            <a:r>
              <a:rPr lang="ko-KR" altLang="en-US" sz="3200" dirty="0">
                <a:latin typeface="+mj-lt"/>
              </a:rPr>
              <a:t>아키텍처</a:t>
            </a:r>
            <a:r>
              <a:rPr lang="en-US" altLang="ko-KR" sz="3200" dirty="0">
                <a:latin typeface="+mj-lt"/>
              </a:rPr>
              <a:t> </a:t>
            </a:r>
            <a:r>
              <a:rPr lang="ko-KR" altLang="en-US" sz="3200" dirty="0">
                <a:latin typeface="+mj-lt"/>
              </a:rPr>
              <a:t>정의서</a:t>
            </a:r>
            <a:endParaRPr lang="ko-KR" altLang="en-US" dirty="0">
              <a:latin typeface="+mj-lt"/>
            </a:endParaRPr>
          </a:p>
        </p:txBody>
      </p:sp>
      <p:sp>
        <p:nvSpPr>
          <p:cNvPr id="11" name="부제목 10">
            <a:extLst>
              <a:ext uri="{FF2B5EF4-FFF2-40B4-BE49-F238E27FC236}">
                <a16:creationId xmlns:a16="http://schemas.microsoft.com/office/drawing/2014/main" id="{4C7541EF-24EF-463A-BFD1-28C1335169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2026.3</a:t>
            </a:r>
            <a:endParaRPr lang="ko-KR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11">
            <a:extLst>
              <a:ext uri="{FF2B5EF4-FFF2-40B4-BE49-F238E27FC236}">
                <a16:creationId xmlns:a16="http://schemas.microsoft.com/office/drawing/2014/main" id="{A15487ED-F434-E922-8421-26EA4FCE1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Table</a:t>
            </a:r>
            <a:r>
              <a:rPr lang="ko-KR" altLang="en-US" dirty="0"/>
              <a:t> </a:t>
            </a:r>
            <a:r>
              <a:rPr lang="en-US" altLang="ko-KR" dirty="0"/>
              <a:t>Of</a:t>
            </a:r>
            <a:r>
              <a:rPr lang="ko-KR" altLang="en-US" dirty="0"/>
              <a:t> </a:t>
            </a:r>
            <a:r>
              <a:rPr lang="en-US" altLang="ko-KR" dirty="0"/>
              <a:t>Content</a:t>
            </a:r>
            <a:endParaRPr lang="ko-KR" altLang="en-US" dirty="0"/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C3B9EB2E-9819-673C-5EF7-2A904B2CF4C3}"/>
              </a:ext>
            </a:extLst>
          </p:cNvPr>
          <p:cNvSpPr/>
          <p:nvPr/>
        </p:nvSpPr>
        <p:spPr>
          <a:xfrm>
            <a:off x="4114800" y="1554480"/>
            <a:ext cx="27432" cy="347472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F55D29A8-D657-B8C9-9C80-48BDD461477F}"/>
              </a:ext>
            </a:extLst>
          </p:cNvPr>
          <p:cNvSpPr/>
          <p:nvPr/>
        </p:nvSpPr>
        <p:spPr>
          <a:xfrm>
            <a:off x="4114800" y="1554480"/>
            <a:ext cx="4114800" cy="27432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BFDDFD1D-DF01-28B1-2B81-B1ADDE5876EB}"/>
              </a:ext>
            </a:extLst>
          </p:cNvPr>
          <p:cNvSpPr/>
          <p:nvPr/>
        </p:nvSpPr>
        <p:spPr>
          <a:xfrm>
            <a:off x="4297680" y="17373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+mj-lt"/>
                <a:cs typeface="Arial" pitchFamily="34" charset="-120"/>
              </a:rPr>
              <a:t>1. </a:t>
            </a:r>
            <a:r>
              <a:rPr lang="en-US" sz="1400" b="1" dirty="0" err="1">
                <a:solidFill>
                  <a:srgbClr val="1A1A1A"/>
                </a:solidFill>
                <a:latin typeface="+mj-lt"/>
                <a:cs typeface="Arial" pitchFamily="34" charset="-120"/>
              </a:rPr>
              <a:t>개요</a:t>
            </a:r>
            <a:endParaRPr lang="en-US" sz="1400" b="1" dirty="0">
              <a:solidFill>
                <a:srgbClr val="1A1A1A"/>
              </a:solidFill>
              <a:latin typeface="+mj-lt"/>
              <a:cs typeface="Arial" pitchFamily="34" charset="-120"/>
            </a:endParaRPr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873D0C2D-62A6-10C3-94DC-D93EDFAB3A40}"/>
              </a:ext>
            </a:extLst>
          </p:cNvPr>
          <p:cNvSpPr/>
          <p:nvPr/>
        </p:nvSpPr>
        <p:spPr>
          <a:xfrm>
            <a:off x="4297680" y="22860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B9B9B"/>
                </a:solidFill>
                <a:latin typeface="+mj-lt"/>
                <a:ea typeface="Arial" pitchFamily="34" charset="-122"/>
                <a:cs typeface="Arial" pitchFamily="34" charset="-120"/>
              </a:rPr>
              <a:t>2. </a:t>
            </a:r>
            <a:r>
              <a:rPr lang="en-US" altLang="ko-KR" sz="1400" dirty="0" err="1">
                <a:solidFill>
                  <a:srgbClr val="9B9B9B"/>
                </a:solidFill>
                <a:latin typeface="+mj-lt"/>
                <a:ea typeface="Arial" pitchFamily="34" charset="-122"/>
                <a:cs typeface="Arial" pitchFamily="34" charset="-120"/>
              </a:rPr>
              <a:t>시스템</a:t>
            </a:r>
            <a:r>
              <a:rPr lang="en-US" altLang="ko-KR" sz="1400" dirty="0">
                <a:solidFill>
                  <a:srgbClr val="9B9B9B"/>
                </a:solidFill>
                <a:latin typeface="+mj-lt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rgbClr val="9B9B9B"/>
                </a:solidFill>
                <a:latin typeface="+mj-lt"/>
                <a:ea typeface="Arial" pitchFamily="34" charset="-122"/>
                <a:cs typeface="Arial" pitchFamily="34" charset="-120"/>
              </a:rPr>
              <a:t>아키텍처</a:t>
            </a:r>
            <a:endParaRPr lang="en-US" sz="1400" dirty="0">
              <a:latin typeface="+mj-lt"/>
            </a:endParaRPr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735DB218-7AAA-BA62-BFA5-8924345C63DC}"/>
              </a:ext>
            </a:extLst>
          </p:cNvPr>
          <p:cNvSpPr/>
          <p:nvPr/>
        </p:nvSpPr>
        <p:spPr>
          <a:xfrm>
            <a:off x="4297680" y="2834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B9B9B"/>
                </a:solidFill>
                <a:latin typeface="+mj-lt"/>
                <a:ea typeface="Arial" pitchFamily="34" charset="-122"/>
                <a:cs typeface="Arial" pitchFamily="34" charset="-120"/>
              </a:rPr>
              <a:t>3. </a:t>
            </a:r>
            <a:r>
              <a:rPr lang="ko-KR" altLang="en-US" sz="1400" dirty="0">
                <a:solidFill>
                  <a:srgbClr val="9B9B9B"/>
                </a:solidFill>
                <a:latin typeface="+mj-lt"/>
                <a:ea typeface="Arial" pitchFamily="34" charset="-122"/>
                <a:cs typeface="Arial" pitchFamily="34" charset="-120"/>
              </a:rPr>
              <a:t>어플리케이션</a:t>
            </a:r>
            <a:r>
              <a:rPr lang="en-US" sz="1400" dirty="0">
                <a:solidFill>
                  <a:srgbClr val="9B9B9B"/>
                </a:solidFill>
                <a:latin typeface="+mj-lt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9B9B9B"/>
                </a:solidFill>
                <a:latin typeface="+mj-lt"/>
                <a:ea typeface="Arial" pitchFamily="34" charset="-122"/>
                <a:cs typeface="Arial" pitchFamily="34" charset="-120"/>
              </a:rPr>
              <a:t>아키텍처</a:t>
            </a:r>
            <a:endParaRPr lang="en-US" sz="1400" dirty="0">
              <a:latin typeface="+mj-lt"/>
            </a:endParaRPr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E0003075-2095-AF8D-D8F6-65E8508BC714}"/>
              </a:ext>
            </a:extLst>
          </p:cNvPr>
          <p:cNvSpPr/>
          <p:nvPr/>
        </p:nvSpPr>
        <p:spPr>
          <a:xfrm>
            <a:off x="4297680" y="3383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B9B9B"/>
                </a:solidFill>
                <a:latin typeface="+mj-lt"/>
                <a:cs typeface="Arial" pitchFamily="34" charset="-120"/>
              </a:rPr>
              <a:t>4. </a:t>
            </a:r>
            <a:r>
              <a:rPr lang="ko-KR" altLang="en-US" sz="1400" dirty="0">
                <a:solidFill>
                  <a:srgbClr val="9B9B9B"/>
                </a:solidFill>
                <a:latin typeface="+mj-lt"/>
                <a:cs typeface="Arial" pitchFamily="34" charset="-120"/>
              </a:rPr>
              <a:t>인터페이스 아키텍처</a:t>
            </a:r>
            <a:endParaRPr lang="en-US" sz="1400" dirty="0">
              <a:solidFill>
                <a:srgbClr val="9B9B9B"/>
              </a:solidFill>
              <a:latin typeface="+mj-lt"/>
              <a:cs typeface="Arial" pitchFamily="34" charset="-120"/>
            </a:endParaRPr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D7910883-0F3E-A5F7-BAC3-3309F91097CA}"/>
              </a:ext>
            </a:extLst>
          </p:cNvPr>
          <p:cNvSpPr/>
          <p:nvPr/>
        </p:nvSpPr>
        <p:spPr>
          <a:xfrm>
            <a:off x="4297680" y="39319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B9B9B"/>
                </a:solidFill>
                <a:latin typeface="+mj-lt"/>
                <a:ea typeface="Arial" pitchFamily="34" charset="-122"/>
                <a:cs typeface="Arial" pitchFamily="34" charset="-120"/>
              </a:rPr>
              <a:t>5. </a:t>
            </a:r>
            <a:r>
              <a:rPr lang="ko-KR" altLang="en-US" sz="1400" dirty="0">
                <a:solidFill>
                  <a:srgbClr val="9B9B9B"/>
                </a:solidFill>
                <a:latin typeface="+mj-lt"/>
                <a:cs typeface="Arial" pitchFamily="34" charset="-120"/>
              </a:rPr>
              <a:t>데이터 및 보안 아키텍처</a:t>
            </a:r>
            <a:endParaRPr lang="en-US" sz="1400" dirty="0">
              <a:latin typeface="+mj-lt"/>
            </a:endParaRPr>
          </a:p>
        </p:txBody>
      </p:sp>
      <p:sp>
        <p:nvSpPr>
          <p:cNvPr id="2" name="Text 8">
            <a:extLst>
              <a:ext uri="{FF2B5EF4-FFF2-40B4-BE49-F238E27FC236}">
                <a16:creationId xmlns:a16="http://schemas.microsoft.com/office/drawing/2014/main" id="{7439392A-9F3D-331E-919F-77B3CC9B2C11}"/>
              </a:ext>
            </a:extLst>
          </p:cNvPr>
          <p:cNvSpPr/>
          <p:nvPr/>
        </p:nvSpPr>
        <p:spPr>
          <a:xfrm>
            <a:off x="4297680" y="44805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B9B9B"/>
                </a:solidFill>
                <a:latin typeface="+mj-lt"/>
                <a:ea typeface="Arial" pitchFamily="34" charset="-122"/>
                <a:cs typeface="Arial" pitchFamily="34" charset="-120"/>
              </a:rPr>
              <a:t>6. </a:t>
            </a:r>
            <a:r>
              <a:rPr lang="ko-KR" altLang="en-US" sz="1400" dirty="0">
                <a:solidFill>
                  <a:srgbClr val="9B9B9B"/>
                </a:solidFill>
                <a:latin typeface="+mj-lt"/>
                <a:ea typeface="Arial" pitchFamily="34" charset="-122"/>
                <a:cs typeface="Arial" pitchFamily="34" charset="-120"/>
              </a:rPr>
              <a:t>운영 및 모니터링</a:t>
            </a:r>
            <a:endParaRPr lang="en-US" sz="1400" dirty="0">
              <a:latin typeface="+mj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59B618-C2C2-5537-A41C-6C80F7051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1.1</a:t>
            </a:r>
            <a:r>
              <a:rPr kumimoji="1" lang="ko-KR" altLang="en-US" dirty="0"/>
              <a:t> 목적 및 범위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B59475-945D-4749-A4A1-E0E92D1BE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047" y="504827"/>
            <a:ext cx="8639908" cy="505826"/>
          </a:xfrm>
        </p:spPr>
        <p:txBody>
          <a:bodyPr/>
          <a:lstStyle/>
          <a:p>
            <a:r>
              <a:rPr kumimoji="1" lang="ko-KR" altLang="en-US" dirty="0"/>
              <a:t>본 문서는 </a:t>
            </a:r>
            <a:r>
              <a:rPr kumimoji="1" lang="en-US" altLang="ko-KR" dirty="0"/>
              <a:t>AI Agent</a:t>
            </a:r>
            <a:r>
              <a:rPr kumimoji="1" lang="ko-KR" altLang="en-US" dirty="0"/>
              <a:t> </a:t>
            </a:r>
            <a:r>
              <a:rPr kumimoji="1" lang="en-US" altLang="ko-KR" dirty="0"/>
              <a:t>Application</a:t>
            </a:r>
            <a:r>
              <a:rPr kumimoji="1" lang="ko-KR" altLang="en-US" dirty="0"/>
              <a:t> 개발 및 비즈니스 요구사항을 반영한 </a:t>
            </a:r>
            <a:r>
              <a:rPr kumimoji="1" lang="en-US" altLang="ko-KR" dirty="0"/>
              <a:t>AI Agent Architecture </a:t>
            </a:r>
            <a:r>
              <a:rPr kumimoji="1" lang="ko-KR" altLang="en-US" dirty="0"/>
              <a:t>설계 시 참고하며</a:t>
            </a:r>
            <a:r>
              <a:rPr kumimoji="1" lang="en-US" altLang="ko-KR" dirty="0"/>
              <a:t>,</a:t>
            </a:r>
            <a:r>
              <a:rPr kumimoji="1" lang="ko-KR" altLang="en-US" dirty="0"/>
              <a:t> 비즈니스 요구사항에 </a:t>
            </a:r>
            <a:r>
              <a:rPr kumimoji="1" lang="en-US" altLang="ko-KR" dirty="0"/>
              <a:t>Align</a:t>
            </a:r>
            <a:r>
              <a:rPr kumimoji="1" lang="ko-KR" altLang="en-US" dirty="0"/>
              <a:t>되는 품질 속성을 도출하여 구축 범위를 정의한다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C979164-F009-9C00-17E3-3CEE9D304F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dirty="0"/>
              <a:t>1.</a:t>
            </a:r>
            <a:r>
              <a:rPr kumimoji="1" lang="ko-KR" altLang="en-US" dirty="0"/>
              <a:t> 개요</a:t>
            </a: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B68A4234-F30F-2AB9-C14F-976400163C9B}"/>
              </a:ext>
            </a:extLst>
          </p:cNvPr>
          <p:cNvSpPr/>
          <p:nvPr/>
        </p:nvSpPr>
        <p:spPr>
          <a:xfrm>
            <a:off x="421105" y="1408898"/>
            <a:ext cx="3840480" cy="3200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95BCACC-FD6E-EF63-0CBB-FC8979B7C2B6}"/>
              </a:ext>
            </a:extLst>
          </p:cNvPr>
          <p:cNvSpPr/>
          <p:nvPr/>
        </p:nvSpPr>
        <p:spPr>
          <a:xfrm>
            <a:off x="421105" y="140889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요구사항</a:t>
            </a:r>
            <a:endParaRPr lang="en-US" sz="11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68402625-D604-AE2E-0929-181C22C6F8A4}"/>
              </a:ext>
            </a:extLst>
          </p:cNvPr>
          <p:cNvSpPr/>
          <p:nvPr/>
        </p:nvSpPr>
        <p:spPr>
          <a:xfrm>
            <a:off x="512545" y="186609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ea typeface="Arial" pitchFamily="34" charset="-122"/>
                <a:cs typeface="Arial" pitchFamily="34" charset="-120"/>
              </a:rPr>
              <a:t>☐  LLM 기반 자연어 처리 Agent 구현으로 업무 자동화</a:t>
            </a:r>
            <a:endParaRPr lang="en-US" sz="10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73F39F1-09DC-6E4C-C4CC-F543E8050F87}"/>
              </a:ext>
            </a:extLst>
          </p:cNvPr>
          <p:cNvSpPr/>
          <p:nvPr/>
        </p:nvSpPr>
        <p:spPr>
          <a:xfrm>
            <a:off x="512545" y="221357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ea typeface="Arial" pitchFamily="34" charset="-122"/>
                <a:cs typeface="Arial" pitchFamily="34" charset="-120"/>
              </a:rPr>
              <a:t>☐  멀티 Agent 오케스트레이션을 통한 복합 업무 처리</a:t>
            </a:r>
            <a:endParaRPr lang="en-US" sz="10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997312C9-2EAB-ADED-FEE6-C82327F38289}"/>
              </a:ext>
            </a:extLst>
          </p:cNvPr>
          <p:cNvSpPr/>
          <p:nvPr/>
        </p:nvSpPr>
        <p:spPr>
          <a:xfrm>
            <a:off x="512545" y="256104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ea typeface="Arial" pitchFamily="34" charset="-122"/>
                <a:cs typeface="Arial" pitchFamily="34" charset="-120"/>
              </a:rPr>
              <a:t>☐  기존 시스템(ERP, CRM)과의 연동을 위한 Tool 통합</a:t>
            </a:r>
            <a:endParaRPr lang="en-US" sz="10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B1084FA-2354-C023-7AD5-33DA44CD4955}"/>
              </a:ext>
            </a:extLst>
          </p:cNvPr>
          <p:cNvSpPr/>
          <p:nvPr/>
        </p:nvSpPr>
        <p:spPr>
          <a:xfrm>
            <a:off x="512545" y="290851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ea typeface="Arial" pitchFamily="34" charset="-122"/>
                <a:cs typeface="Arial" pitchFamily="34" charset="-120"/>
              </a:rPr>
              <a:t>☐  Agent 실행 이력 및 의사결정 과정의 Observability 확보</a:t>
            </a:r>
            <a:endParaRPr lang="en-US" sz="10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FFE823BA-287F-69F6-89CC-6C53EAF6F929}"/>
              </a:ext>
            </a:extLst>
          </p:cNvPr>
          <p:cNvSpPr/>
          <p:nvPr/>
        </p:nvSpPr>
        <p:spPr>
          <a:xfrm>
            <a:off x="512545" y="325598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ea typeface="Arial" pitchFamily="34" charset="-122"/>
                <a:cs typeface="Arial" pitchFamily="34" charset="-120"/>
              </a:rPr>
              <a:t>☐  보안 정책 준수: 사내 데이터 외부 유출 방지</a:t>
            </a:r>
            <a:endParaRPr lang="en-US" sz="10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6122F142-D94A-4083-B437-59EAADF0FD96}"/>
              </a:ext>
            </a:extLst>
          </p:cNvPr>
          <p:cNvSpPr/>
          <p:nvPr/>
        </p:nvSpPr>
        <p:spPr>
          <a:xfrm>
            <a:off x="512545" y="360345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ea typeface="Arial" pitchFamily="34" charset="-122"/>
                <a:cs typeface="Arial" pitchFamily="34" charset="-120"/>
              </a:rPr>
              <a:t>☐  확장 가능한 Agent Framework 설계</a:t>
            </a:r>
            <a:endParaRPr lang="en-US" sz="10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376E1277-7BA2-3EEA-1960-F8FB5AB1D76C}"/>
              </a:ext>
            </a:extLst>
          </p:cNvPr>
          <p:cNvSpPr/>
          <p:nvPr/>
        </p:nvSpPr>
        <p:spPr>
          <a:xfrm>
            <a:off x="512545" y="395093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ea typeface="Arial" pitchFamily="34" charset="-122"/>
                <a:cs typeface="Arial" pitchFamily="34" charset="-120"/>
              </a:rPr>
              <a:t>☐  RAG 기반 사내 지식베이스 활용 구조 설계</a:t>
            </a:r>
            <a:endParaRPr lang="en-US" sz="1000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C77043FC-83F0-3477-94B4-F7FF4B35B80E}"/>
              </a:ext>
            </a:extLst>
          </p:cNvPr>
          <p:cNvSpPr/>
          <p:nvPr/>
        </p:nvSpPr>
        <p:spPr>
          <a:xfrm>
            <a:off x="4754880" y="1408898"/>
            <a:ext cx="3931920" cy="320040"/>
          </a:xfrm>
          <a:prstGeom prst="rect">
            <a:avLst/>
          </a:prstGeom>
          <a:solidFill>
            <a:srgbClr val="E8EDF5"/>
          </a:solidFill>
          <a:ln/>
        </p:spPr>
        <p:txBody>
          <a:bodyPr anchor="ctr"/>
          <a:lstStyle/>
          <a:p>
            <a:pPr algn="ctr"/>
            <a:r>
              <a:rPr lang="ko-KR" altLang="en-US" sz="1200" dirty="0"/>
              <a:t>품질 속성</a:t>
            </a: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79FFC361-7E5C-99F8-361F-955E056A6C4D}"/>
              </a:ext>
            </a:extLst>
          </p:cNvPr>
          <p:cNvSpPr/>
          <p:nvPr/>
        </p:nvSpPr>
        <p:spPr>
          <a:xfrm>
            <a:off x="4754879" y="1823985"/>
            <a:ext cx="1339115" cy="505826"/>
          </a:xfrm>
          <a:prstGeom prst="rect">
            <a:avLst/>
          </a:prstGeom>
          <a:solidFill>
            <a:srgbClr val="F5F5F5"/>
          </a:solidFill>
          <a:ln/>
        </p:spPr>
        <p:txBody>
          <a:bodyPr anchor="ctr"/>
          <a:lstStyle/>
          <a:p>
            <a:pPr algn="ctr"/>
            <a:r>
              <a:rPr lang="ko-KR" altLang="en-US" sz="1200" dirty="0"/>
              <a:t>안정성</a:t>
            </a:r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7873AC95-0595-FF18-6240-617974DF97E3}"/>
              </a:ext>
            </a:extLst>
          </p:cNvPr>
          <p:cNvSpPr/>
          <p:nvPr/>
        </p:nvSpPr>
        <p:spPr>
          <a:xfrm>
            <a:off x="4754879" y="2367918"/>
            <a:ext cx="1339115" cy="505826"/>
          </a:xfrm>
          <a:prstGeom prst="rect">
            <a:avLst/>
          </a:prstGeom>
          <a:solidFill>
            <a:srgbClr val="F5F5F5"/>
          </a:solidFill>
          <a:ln/>
        </p:spPr>
        <p:txBody>
          <a:bodyPr anchor="ctr"/>
          <a:lstStyle/>
          <a:p>
            <a:pPr algn="ctr"/>
            <a:r>
              <a:rPr lang="ko-KR" altLang="en-US" sz="1200" dirty="0"/>
              <a:t>확장성</a:t>
            </a:r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4D18F204-91CB-6960-24A2-63D9722FD9DC}"/>
              </a:ext>
            </a:extLst>
          </p:cNvPr>
          <p:cNvSpPr/>
          <p:nvPr/>
        </p:nvSpPr>
        <p:spPr>
          <a:xfrm>
            <a:off x="4754878" y="2925704"/>
            <a:ext cx="1339115" cy="505826"/>
          </a:xfrm>
          <a:prstGeom prst="rect">
            <a:avLst/>
          </a:prstGeom>
          <a:solidFill>
            <a:srgbClr val="F5F5F5"/>
          </a:solidFill>
          <a:ln/>
        </p:spPr>
        <p:txBody>
          <a:bodyPr anchor="ctr"/>
          <a:lstStyle/>
          <a:p>
            <a:pPr algn="ctr"/>
            <a:r>
              <a:rPr lang="ko-KR" altLang="en-US" sz="1200" dirty="0"/>
              <a:t>호환성</a:t>
            </a:r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F17A97C4-9744-063A-AA2B-BAD4F559F5ED}"/>
              </a:ext>
            </a:extLst>
          </p:cNvPr>
          <p:cNvSpPr/>
          <p:nvPr/>
        </p:nvSpPr>
        <p:spPr>
          <a:xfrm>
            <a:off x="4754878" y="3480423"/>
            <a:ext cx="1339115" cy="505826"/>
          </a:xfrm>
          <a:prstGeom prst="rect">
            <a:avLst/>
          </a:prstGeom>
          <a:solidFill>
            <a:srgbClr val="F5F5F5"/>
          </a:solidFill>
          <a:ln/>
        </p:spPr>
        <p:txBody>
          <a:bodyPr anchor="ctr"/>
          <a:lstStyle/>
          <a:p>
            <a:pPr algn="ctr"/>
            <a:r>
              <a:rPr lang="ko-KR" altLang="en-US" sz="1200" dirty="0"/>
              <a:t>유지보수성</a:t>
            </a:r>
          </a:p>
        </p:txBody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A184C2FD-4BE7-AA50-D1F9-BE724258A38A}"/>
              </a:ext>
            </a:extLst>
          </p:cNvPr>
          <p:cNvSpPr/>
          <p:nvPr/>
        </p:nvSpPr>
        <p:spPr>
          <a:xfrm>
            <a:off x="4754877" y="4035147"/>
            <a:ext cx="1339115" cy="505826"/>
          </a:xfrm>
          <a:prstGeom prst="rect">
            <a:avLst/>
          </a:prstGeom>
          <a:solidFill>
            <a:srgbClr val="F5F5F5"/>
          </a:solidFill>
          <a:ln/>
        </p:spPr>
        <p:txBody>
          <a:bodyPr anchor="ctr"/>
          <a:lstStyle/>
          <a:p>
            <a:pPr algn="ctr"/>
            <a:r>
              <a:rPr lang="ko-KR" altLang="en-US" sz="1200" dirty="0"/>
              <a:t>기능 효율성</a:t>
            </a: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3B89388E-6621-0E9C-2DF3-9EF8A046618F}"/>
              </a:ext>
            </a:extLst>
          </p:cNvPr>
          <p:cNvCxnSpPr>
            <a:cxnSpLocks/>
            <a:stCxn id="8" idx="3"/>
            <a:endCxn id="20" idx="1"/>
          </p:cNvCxnSpPr>
          <p:nvPr/>
        </p:nvCxnSpPr>
        <p:spPr>
          <a:xfrm>
            <a:off x="4170145" y="2026118"/>
            <a:ext cx="584732" cy="2261942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olid"/>
            <a:headEnd type="oval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8D515BE7-278D-CA1D-D9E0-3AE699272E6F}"/>
              </a:ext>
            </a:extLst>
          </p:cNvPr>
          <p:cNvCxnSpPr>
            <a:cxnSpLocks/>
            <a:stCxn id="9" idx="3"/>
            <a:endCxn id="17" idx="1"/>
          </p:cNvCxnSpPr>
          <p:nvPr/>
        </p:nvCxnSpPr>
        <p:spPr>
          <a:xfrm>
            <a:off x="4170145" y="2373590"/>
            <a:ext cx="584734" cy="24724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olid"/>
            <a:headEnd type="oval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FBEA2BE9-446B-0A07-6C6C-A2053E3B3435}"/>
              </a:ext>
            </a:extLst>
          </p:cNvPr>
          <p:cNvCxnSpPr>
            <a:cxnSpLocks/>
            <a:stCxn id="10" idx="3"/>
            <a:endCxn id="18" idx="1"/>
          </p:cNvCxnSpPr>
          <p:nvPr/>
        </p:nvCxnSpPr>
        <p:spPr>
          <a:xfrm>
            <a:off x="4170145" y="2721062"/>
            <a:ext cx="584733" cy="457555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olid"/>
            <a:headEnd type="oval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F2195D8A-5DE5-BE5D-A4A8-CC7D75BE1AF4}"/>
              </a:ext>
            </a:extLst>
          </p:cNvPr>
          <p:cNvCxnSpPr>
            <a:cxnSpLocks/>
            <a:stCxn id="11" idx="3"/>
            <a:endCxn id="19" idx="1"/>
          </p:cNvCxnSpPr>
          <p:nvPr/>
        </p:nvCxnSpPr>
        <p:spPr>
          <a:xfrm>
            <a:off x="4170145" y="3068534"/>
            <a:ext cx="584733" cy="664802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olid"/>
            <a:headEnd type="oval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7348D89A-4DA1-69C9-74DE-778A89745DB0}"/>
              </a:ext>
            </a:extLst>
          </p:cNvPr>
          <p:cNvCxnSpPr>
            <a:cxnSpLocks/>
            <a:stCxn id="12" idx="3"/>
            <a:endCxn id="16" idx="1"/>
          </p:cNvCxnSpPr>
          <p:nvPr/>
        </p:nvCxnSpPr>
        <p:spPr>
          <a:xfrm flipV="1">
            <a:off x="4170145" y="2076898"/>
            <a:ext cx="584734" cy="133910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olid"/>
            <a:headEnd type="oval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3215096B-B92B-A8D4-51B8-29670ABEF4B6}"/>
              </a:ext>
            </a:extLst>
          </p:cNvPr>
          <p:cNvCxnSpPr>
            <a:cxnSpLocks/>
            <a:stCxn id="13" idx="3"/>
            <a:endCxn id="17" idx="1"/>
          </p:cNvCxnSpPr>
          <p:nvPr/>
        </p:nvCxnSpPr>
        <p:spPr>
          <a:xfrm flipV="1">
            <a:off x="4170145" y="2620831"/>
            <a:ext cx="584734" cy="114264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olid"/>
            <a:headEnd type="oval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BAAA5A34-7E31-4CA3-6BE9-E440963464E7}"/>
              </a:ext>
            </a:extLst>
          </p:cNvPr>
          <p:cNvCxnSpPr>
            <a:cxnSpLocks/>
            <a:stCxn id="14" idx="3"/>
            <a:endCxn id="20" idx="1"/>
          </p:cNvCxnSpPr>
          <p:nvPr/>
        </p:nvCxnSpPr>
        <p:spPr>
          <a:xfrm>
            <a:off x="4170145" y="4110950"/>
            <a:ext cx="584732" cy="17711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olid"/>
            <a:headEnd type="oval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모서리가 둥근 사각형 설명선[R] 42">
            <a:extLst>
              <a:ext uri="{FF2B5EF4-FFF2-40B4-BE49-F238E27FC236}">
                <a16:creationId xmlns:a16="http://schemas.microsoft.com/office/drawing/2014/main" id="{C546D590-4C9E-3130-5A29-887788B52DE5}"/>
              </a:ext>
            </a:extLst>
          </p:cNvPr>
          <p:cNvSpPr/>
          <p:nvPr/>
        </p:nvSpPr>
        <p:spPr bwMode="auto">
          <a:xfrm>
            <a:off x="5556231" y="644172"/>
            <a:ext cx="2556710" cy="809176"/>
          </a:xfrm>
          <a:prstGeom prst="wedgeRoundRectCallout">
            <a:avLst>
              <a:gd name="adj1" fmla="val -53617"/>
              <a:gd name="adj2" fmla="val 36404"/>
              <a:gd name="adj3" fmla="val 16667"/>
            </a:avLst>
          </a:prstGeom>
          <a:solidFill>
            <a:schemeClr val="bg2">
              <a:lumMod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95350" latinLnBrk="0">
              <a:spcAft>
                <a:spcPts val="600"/>
              </a:spcAft>
              <a:buSzPct val="120000"/>
            </a:pPr>
            <a:r>
              <a:rPr kumimoji="1" lang="ko-KR" altLang="en-US" sz="1300" b="1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본 페이지는 요구사항과 목표하는 품질속성을 매핑한다</a:t>
            </a:r>
            <a:r>
              <a:rPr kumimoji="1" lang="en-US" altLang="ko-KR" sz="1300" b="1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.</a:t>
            </a:r>
            <a:endParaRPr kumimoji="1" lang="ko-KR" altLang="en-US" sz="1300" b="1" dirty="0">
              <a:latin typeface="Tahoma" panose="020B0604030504040204" pitchFamily="34" charset="0"/>
              <a:ea typeface="맑은 고딕" panose="020B0503020000020004" pitchFamily="50" charset="-127"/>
              <a:cs typeface="Tahoma" panose="020B0604030504040204" pitchFamily="34" charset="0"/>
            </a:endParaRPr>
          </a:p>
        </p:txBody>
      </p:sp>
      <p:sp>
        <p:nvSpPr>
          <p:cNvPr id="51" name="Shape 14">
            <a:extLst>
              <a:ext uri="{FF2B5EF4-FFF2-40B4-BE49-F238E27FC236}">
                <a16:creationId xmlns:a16="http://schemas.microsoft.com/office/drawing/2014/main" id="{A98F3A6D-D4D8-813F-F5E6-15DBCC732C4D}"/>
              </a:ext>
            </a:extLst>
          </p:cNvPr>
          <p:cNvSpPr/>
          <p:nvPr/>
        </p:nvSpPr>
        <p:spPr>
          <a:xfrm>
            <a:off x="6316459" y="1823985"/>
            <a:ext cx="2370341" cy="50582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anchor="ctr"/>
          <a:lstStyle/>
          <a:p>
            <a:pPr marL="171450" indent="-171450">
              <a:buFont typeface="Wingdings" pitchFamily="2" charset="2"/>
              <a:buChar char="ü"/>
            </a:pPr>
            <a:r>
              <a:rPr lang="ko-KR" altLang="en-US" sz="1000" dirty="0"/>
              <a:t>데이터의 외부 유출을 차단</a:t>
            </a:r>
            <a:endParaRPr lang="en-US" altLang="ko-KR" sz="1000" dirty="0"/>
          </a:p>
          <a:p>
            <a:pPr marL="171450" indent="-171450">
              <a:buFont typeface="Wingdings" pitchFamily="2" charset="2"/>
              <a:buChar char="ü"/>
            </a:pPr>
            <a:r>
              <a:rPr lang="ko-KR" altLang="en-US" sz="1000" dirty="0"/>
              <a:t>시스템간 접근제어</a:t>
            </a:r>
            <a:r>
              <a:rPr lang="en-US" altLang="ko-KR" sz="1000" dirty="0"/>
              <a:t>,</a:t>
            </a:r>
            <a:r>
              <a:rPr lang="ko-KR" altLang="en-US" sz="1000" dirty="0"/>
              <a:t> 관리 설계반영</a:t>
            </a:r>
          </a:p>
        </p:txBody>
      </p:sp>
      <p:sp>
        <p:nvSpPr>
          <p:cNvPr id="52" name="Shape 14">
            <a:extLst>
              <a:ext uri="{FF2B5EF4-FFF2-40B4-BE49-F238E27FC236}">
                <a16:creationId xmlns:a16="http://schemas.microsoft.com/office/drawing/2014/main" id="{7CB0A4B8-ABAC-0690-5EEA-9C32BDA542E8}"/>
              </a:ext>
            </a:extLst>
          </p:cNvPr>
          <p:cNvSpPr/>
          <p:nvPr/>
        </p:nvSpPr>
        <p:spPr>
          <a:xfrm>
            <a:off x="6316459" y="2376216"/>
            <a:ext cx="2370341" cy="50582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anchor="ctr"/>
          <a:lstStyle/>
          <a:p>
            <a:pPr marL="171450" indent="-171450">
              <a:buFont typeface="Wingdings" pitchFamily="2" charset="2"/>
              <a:buChar char="ü"/>
            </a:pPr>
            <a:r>
              <a:rPr lang="en-US" altLang="ko-KR" sz="1000" dirty="0"/>
              <a:t>Agent </a:t>
            </a:r>
            <a:r>
              <a:rPr lang="ko-KR" altLang="en-US" sz="1000" dirty="0"/>
              <a:t>통합관리로 업무 확장</a:t>
            </a:r>
            <a:endParaRPr lang="en-US" altLang="ko-KR" sz="1000" dirty="0"/>
          </a:p>
          <a:p>
            <a:pPr marL="171450" indent="-171450">
              <a:buFont typeface="Wingdings" pitchFamily="2" charset="2"/>
              <a:buChar char="ü"/>
            </a:pPr>
            <a:r>
              <a:rPr lang="ko-KR" altLang="en-US" sz="1000" dirty="0"/>
              <a:t>프레임워크</a:t>
            </a:r>
            <a:r>
              <a:rPr lang="en-US" altLang="ko-KR" sz="1000" dirty="0"/>
              <a:t> </a:t>
            </a:r>
            <a:r>
              <a:rPr lang="ko-KR" altLang="en-US" sz="1000" dirty="0"/>
              <a:t>기반 </a:t>
            </a:r>
            <a:r>
              <a:rPr lang="en-US" altLang="ko-KR" sz="1000" dirty="0"/>
              <a:t>Agent</a:t>
            </a:r>
            <a:r>
              <a:rPr lang="ko-KR" altLang="en-US" sz="1000" dirty="0"/>
              <a:t> 유연한 증설</a:t>
            </a:r>
          </a:p>
        </p:txBody>
      </p:sp>
      <p:sp>
        <p:nvSpPr>
          <p:cNvPr id="53" name="Shape 14">
            <a:extLst>
              <a:ext uri="{FF2B5EF4-FFF2-40B4-BE49-F238E27FC236}">
                <a16:creationId xmlns:a16="http://schemas.microsoft.com/office/drawing/2014/main" id="{5DBB8F62-FEFB-D432-D1E9-0A8B4F014E9B}"/>
              </a:ext>
            </a:extLst>
          </p:cNvPr>
          <p:cNvSpPr/>
          <p:nvPr/>
        </p:nvSpPr>
        <p:spPr>
          <a:xfrm>
            <a:off x="6316459" y="2920320"/>
            <a:ext cx="2370341" cy="50582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anchor="ctr"/>
          <a:lstStyle/>
          <a:p>
            <a:pPr marL="171450" indent="-171450">
              <a:buFont typeface="Wingdings" pitchFamily="2" charset="2"/>
              <a:buChar char="ü"/>
            </a:pPr>
            <a:r>
              <a:rPr lang="ko-KR" altLang="en-US" sz="1000" dirty="0"/>
              <a:t>연계 표준화로 기존 시스템간 연계 지원</a:t>
            </a:r>
            <a:endParaRPr lang="en-US" altLang="ko-KR" sz="1000" dirty="0"/>
          </a:p>
          <a:p>
            <a:pPr marL="171450" indent="-171450">
              <a:buFont typeface="Wingdings" pitchFamily="2" charset="2"/>
              <a:buChar char="ü"/>
            </a:pPr>
            <a:r>
              <a:rPr lang="en-US" altLang="ko-KR" sz="1000" dirty="0"/>
              <a:t>Tool </a:t>
            </a:r>
            <a:r>
              <a:rPr lang="ko-KR" altLang="en-US" sz="1000" dirty="0"/>
              <a:t>기능의 재활용 증진</a:t>
            </a:r>
          </a:p>
        </p:txBody>
      </p:sp>
      <p:sp>
        <p:nvSpPr>
          <p:cNvPr id="54" name="Shape 14">
            <a:extLst>
              <a:ext uri="{FF2B5EF4-FFF2-40B4-BE49-F238E27FC236}">
                <a16:creationId xmlns:a16="http://schemas.microsoft.com/office/drawing/2014/main" id="{65D9B583-2C0F-8B12-28FE-1590F2133EEB}"/>
              </a:ext>
            </a:extLst>
          </p:cNvPr>
          <p:cNvSpPr/>
          <p:nvPr/>
        </p:nvSpPr>
        <p:spPr>
          <a:xfrm>
            <a:off x="6316459" y="3480423"/>
            <a:ext cx="2370341" cy="50582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anchor="ctr"/>
          <a:lstStyle/>
          <a:p>
            <a:pPr marL="171450" indent="-171450">
              <a:buFont typeface="Wingdings" pitchFamily="2" charset="2"/>
              <a:buChar char="ü"/>
            </a:pPr>
            <a:r>
              <a:rPr lang="ko-KR" altLang="en-US" sz="1000" dirty="0"/>
              <a:t>운영 효율성 제고를 위한 </a:t>
            </a:r>
            <a:r>
              <a:rPr lang="en-US" altLang="ko-KR" sz="1000" dirty="0"/>
              <a:t>CI/CD </a:t>
            </a:r>
            <a:r>
              <a:rPr lang="ko-KR" altLang="en-US" sz="1000" dirty="0"/>
              <a:t>구성</a:t>
            </a:r>
            <a:endParaRPr lang="en-US" altLang="ko-KR" sz="1000" dirty="0"/>
          </a:p>
          <a:p>
            <a:pPr marL="171450" indent="-171450">
              <a:buFont typeface="Wingdings" pitchFamily="2" charset="2"/>
              <a:buChar char="ü"/>
            </a:pPr>
            <a:r>
              <a:rPr lang="en-US" altLang="ko-KR" sz="1000" dirty="0"/>
              <a:t>Log, </a:t>
            </a:r>
            <a:r>
              <a:rPr lang="ko-KR" altLang="en-US" sz="1000" dirty="0"/>
              <a:t>데이터 이력 관리 효과 보장</a:t>
            </a:r>
          </a:p>
        </p:txBody>
      </p:sp>
      <p:sp>
        <p:nvSpPr>
          <p:cNvPr id="55" name="Shape 14">
            <a:extLst>
              <a:ext uri="{FF2B5EF4-FFF2-40B4-BE49-F238E27FC236}">
                <a16:creationId xmlns:a16="http://schemas.microsoft.com/office/drawing/2014/main" id="{1FD3F583-30D8-9722-24A0-CEBBEA08EFFE}"/>
              </a:ext>
            </a:extLst>
          </p:cNvPr>
          <p:cNvSpPr/>
          <p:nvPr/>
        </p:nvSpPr>
        <p:spPr>
          <a:xfrm>
            <a:off x="6316459" y="4035147"/>
            <a:ext cx="2370341" cy="50582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anchor="ctr"/>
          <a:lstStyle/>
          <a:p>
            <a:pPr marL="171450" indent="-171450">
              <a:buFont typeface="Wingdings" pitchFamily="2" charset="2"/>
              <a:buChar char="ü"/>
            </a:pPr>
            <a:r>
              <a:rPr lang="en-US" altLang="ko-KR" sz="1000" dirty="0"/>
              <a:t>Agent </a:t>
            </a:r>
            <a:r>
              <a:rPr lang="ko-KR" altLang="en-US" sz="1000" dirty="0"/>
              <a:t>기반 업무 자동화 실현</a:t>
            </a:r>
            <a:endParaRPr lang="en-US" altLang="ko-KR" sz="1000" dirty="0"/>
          </a:p>
          <a:p>
            <a:pPr marL="171450" indent="-171450">
              <a:buFont typeface="Wingdings" pitchFamily="2" charset="2"/>
              <a:buChar char="ü"/>
            </a:pPr>
            <a:r>
              <a:rPr lang="en-US" altLang="ko-KR" sz="1000" dirty="0"/>
              <a:t>LLM </a:t>
            </a:r>
            <a:r>
              <a:rPr lang="ko-KR" altLang="en-US" sz="1000" dirty="0"/>
              <a:t>결과의 품질 확보 필요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9DBD5DD-79F1-9105-9831-753E95CEE4FA}"/>
              </a:ext>
            </a:extLst>
          </p:cNvPr>
          <p:cNvSpPr txBox="1"/>
          <p:nvPr/>
        </p:nvSpPr>
        <p:spPr>
          <a:xfrm>
            <a:off x="7897091" y="4918364"/>
            <a:ext cx="0" cy="0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marL="266700" indent="-266700" latinLnBrk="0">
              <a:lnSpc>
                <a:spcPct val="120000"/>
              </a:lnSpc>
              <a:spcBef>
                <a:spcPts val="6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endParaRPr kumimoji="1" lang="ko-KR" altLang="en-US" sz="1200" b="1" dirty="0">
              <a:latin typeface="Tahoma" panose="020B0604030504040204" pitchFamily="34" charset="0"/>
              <a:ea typeface="맑은 고딕" pitchFamily="50" charset="-127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612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59B618-C2C2-5537-A41C-6C80F7051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1.2</a:t>
            </a:r>
            <a:r>
              <a:rPr kumimoji="1" lang="ko-KR" altLang="en-US" dirty="0"/>
              <a:t> 설계방안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B59475-945D-4749-A4A1-E0E92D1BE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047" y="504827"/>
            <a:ext cx="8639908" cy="294777"/>
          </a:xfrm>
        </p:spPr>
        <p:txBody>
          <a:bodyPr/>
          <a:lstStyle/>
          <a:p>
            <a:r>
              <a:rPr kumimoji="1" lang="ko-KR" altLang="en-US" dirty="0"/>
              <a:t>비즈니스 요구사항과 </a:t>
            </a:r>
            <a:r>
              <a:rPr kumimoji="1" lang="en-US" altLang="ko-KR" dirty="0"/>
              <a:t>Align</a:t>
            </a:r>
            <a:r>
              <a:rPr kumimoji="1" lang="ko-KR" altLang="en-US" dirty="0"/>
              <a:t>된 품질 속성을 만족하는 아키텍처를 설계한다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C979164-F009-9C00-17E3-3CEE9D304F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dirty="0"/>
              <a:t>1.</a:t>
            </a:r>
            <a:r>
              <a:rPr kumimoji="1" lang="ko-KR" altLang="en-US" dirty="0"/>
              <a:t> 개요</a:t>
            </a:r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C77043FC-83F0-3477-94B4-F7FF4B35B80E}"/>
              </a:ext>
            </a:extLst>
          </p:cNvPr>
          <p:cNvSpPr/>
          <p:nvPr/>
        </p:nvSpPr>
        <p:spPr>
          <a:xfrm>
            <a:off x="423512" y="1175138"/>
            <a:ext cx="3931920" cy="320040"/>
          </a:xfrm>
          <a:prstGeom prst="rect">
            <a:avLst/>
          </a:prstGeom>
          <a:solidFill>
            <a:srgbClr val="E8EDF5"/>
          </a:solidFill>
          <a:ln/>
        </p:spPr>
        <p:txBody>
          <a:bodyPr anchor="ctr"/>
          <a:lstStyle/>
          <a:p>
            <a:pPr algn="ctr"/>
            <a:r>
              <a:rPr lang="ko-KR" altLang="en-US" sz="1200" dirty="0"/>
              <a:t>품질 속성</a:t>
            </a:r>
          </a:p>
        </p:txBody>
      </p:sp>
      <p:sp>
        <p:nvSpPr>
          <p:cNvPr id="21" name="Shape 12">
            <a:extLst>
              <a:ext uri="{FF2B5EF4-FFF2-40B4-BE49-F238E27FC236}">
                <a16:creationId xmlns:a16="http://schemas.microsoft.com/office/drawing/2014/main" id="{2C34F4CA-4670-15BB-1315-361D1924503A}"/>
              </a:ext>
            </a:extLst>
          </p:cNvPr>
          <p:cNvSpPr/>
          <p:nvPr/>
        </p:nvSpPr>
        <p:spPr>
          <a:xfrm>
            <a:off x="4788570" y="1173224"/>
            <a:ext cx="3862135" cy="32004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txBody>
          <a:bodyPr anchor="ctr"/>
          <a:lstStyle/>
          <a:p>
            <a:pPr algn="ctr"/>
            <a:r>
              <a:rPr lang="ko-KR" altLang="en-US" sz="1200" dirty="0"/>
              <a:t>설계방안</a:t>
            </a:r>
          </a:p>
        </p:txBody>
      </p:sp>
      <p:sp>
        <p:nvSpPr>
          <p:cNvPr id="23" name="삼각형 22">
            <a:extLst>
              <a:ext uri="{FF2B5EF4-FFF2-40B4-BE49-F238E27FC236}">
                <a16:creationId xmlns:a16="http://schemas.microsoft.com/office/drawing/2014/main" id="{E0D84B75-CE34-4993-F376-1421DCA0C076}"/>
              </a:ext>
            </a:extLst>
          </p:cNvPr>
          <p:cNvSpPr/>
          <p:nvPr/>
        </p:nvSpPr>
        <p:spPr bwMode="auto">
          <a:xfrm rot="5400000">
            <a:off x="3402203" y="2880832"/>
            <a:ext cx="2493818" cy="278915"/>
          </a:xfrm>
          <a:prstGeom prst="triangle">
            <a:avLst/>
          </a:prstGeom>
          <a:gradFill>
            <a:gsLst>
              <a:gs pos="0">
                <a:schemeClr val="accent1">
                  <a:lumMod val="0"/>
                  <a:lumOff val="100000"/>
                  <a:alpha val="0"/>
                </a:schemeClr>
              </a:gs>
              <a:gs pos="80000">
                <a:schemeClr val="accent1">
                  <a:lumMod val="45000"/>
                  <a:lumOff val="55000"/>
                </a:schemeClr>
              </a:gs>
              <a:gs pos="64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95350" latinLnBrk="0">
              <a:spcAft>
                <a:spcPts val="600"/>
              </a:spcAft>
              <a:buSzPct val="120000"/>
            </a:pPr>
            <a:endParaRPr kumimoji="1" lang="ko-KR" altLang="en-US" sz="1300" b="1" dirty="0">
              <a:latin typeface="Tahoma" panose="020B0604030504040204" pitchFamily="34" charset="0"/>
              <a:ea typeface="맑은 고딕" panose="020B0503020000020004" pitchFamily="50" charset="-127"/>
              <a:cs typeface="Tahoma" panose="020B0604030504040204" pitchFamily="34" charset="0"/>
            </a:endParaRPr>
          </a:p>
        </p:txBody>
      </p:sp>
      <p:sp>
        <p:nvSpPr>
          <p:cNvPr id="24" name="Shape 14">
            <a:extLst>
              <a:ext uri="{FF2B5EF4-FFF2-40B4-BE49-F238E27FC236}">
                <a16:creationId xmlns:a16="http://schemas.microsoft.com/office/drawing/2014/main" id="{459E4FB3-5CAC-B118-4A94-99F61BE32938}"/>
              </a:ext>
            </a:extLst>
          </p:cNvPr>
          <p:cNvSpPr/>
          <p:nvPr/>
        </p:nvSpPr>
        <p:spPr>
          <a:xfrm>
            <a:off x="423511" y="1671585"/>
            <a:ext cx="1339115" cy="505826"/>
          </a:xfrm>
          <a:prstGeom prst="rect">
            <a:avLst/>
          </a:prstGeom>
          <a:solidFill>
            <a:srgbClr val="F5F5F5"/>
          </a:solidFill>
          <a:ln/>
        </p:spPr>
        <p:txBody>
          <a:bodyPr anchor="ctr"/>
          <a:lstStyle/>
          <a:p>
            <a:pPr algn="ctr"/>
            <a:r>
              <a:rPr lang="ko-KR" altLang="en-US" sz="1200" dirty="0"/>
              <a:t>안정성</a:t>
            </a:r>
          </a:p>
        </p:txBody>
      </p:sp>
      <p:sp>
        <p:nvSpPr>
          <p:cNvPr id="26" name="Shape 14">
            <a:extLst>
              <a:ext uri="{FF2B5EF4-FFF2-40B4-BE49-F238E27FC236}">
                <a16:creationId xmlns:a16="http://schemas.microsoft.com/office/drawing/2014/main" id="{98EB5394-F68D-E262-D9EE-74A2EA4C3D5F}"/>
              </a:ext>
            </a:extLst>
          </p:cNvPr>
          <p:cNvSpPr/>
          <p:nvPr/>
        </p:nvSpPr>
        <p:spPr>
          <a:xfrm>
            <a:off x="423511" y="2215518"/>
            <a:ext cx="1339115" cy="505826"/>
          </a:xfrm>
          <a:prstGeom prst="rect">
            <a:avLst/>
          </a:prstGeom>
          <a:solidFill>
            <a:srgbClr val="F5F5F5"/>
          </a:solidFill>
          <a:ln/>
        </p:spPr>
        <p:txBody>
          <a:bodyPr anchor="ctr"/>
          <a:lstStyle/>
          <a:p>
            <a:pPr algn="ctr"/>
            <a:r>
              <a:rPr lang="ko-KR" altLang="en-US" sz="1200" dirty="0"/>
              <a:t>확장성</a:t>
            </a:r>
          </a:p>
        </p:txBody>
      </p:sp>
      <p:sp>
        <p:nvSpPr>
          <p:cNvPr id="27" name="Shape 14">
            <a:extLst>
              <a:ext uri="{FF2B5EF4-FFF2-40B4-BE49-F238E27FC236}">
                <a16:creationId xmlns:a16="http://schemas.microsoft.com/office/drawing/2014/main" id="{651B223A-7DF1-6721-684D-A0263C221FEA}"/>
              </a:ext>
            </a:extLst>
          </p:cNvPr>
          <p:cNvSpPr/>
          <p:nvPr/>
        </p:nvSpPr>
        <p:spPr>
          <a:xfrm>
            <a:off x="423510" y="2773304"/>
            <a:ext cx="1339115" cy="505826"/>
          </a:xfrm>
          <a:prstGeom prst="rect">
            <a:avLst/>
          </a:prstGeom>
          <a:solidFill>
            <a:srgbClr val="F5F5F5"/>
          </a:solidFill>
          <a:ln/>
        </p:spPr>
        <p:txBody>
          <a:bodyPr anchor="ctr"/>
          <a:lstStyle/>
          <a:p>
            <a:pPr algn="ctr"/>
            <a:r>
              <a:rPr lang="ko-KR" altLang="en-US" sz="1200" dirty="0"/>
              <a:t>호환성</a:t>
            </a:r>
          </a:p>
        </p:txBody>
      </p:sp>
      <p:sp>
        <p:nvSpPr>
          <p:cNvPr id="29" name="Shape 14">
            <a:extLst>
              <a:ext uri="{FF2B5EF4-FFF2-40B4-BE49-F238E27FC236}">
                <a16:creationId xmlns:a16="http://schemas.microsoft.com/office/drawing/2014/main" id="{2956F90C-358E-2209-ACFE-2E763045862D}"/>
              </a:ext>
            </a:extLst>
          </p:cNvPr>
          <p:cNvSpPr/>
          <p:nvPr/>
        </p:nvSpPr>
        <p:spPr>
          <a:xfrm>
            <a:off x="423510" y="3328023"/>
            <a:ext cx="1339115" cy="505826"/>
          </a:xfrm>
          <a:prstGeom prst="rect">
            <a:avLst/>
          </a:prstGeom>
          <a:solidFill>
            <a:srgbClr val="F5F5F5"/>
          </a:solidFill>
          <a:ln/>
        </p:spPr>
        <p:txBody>
          <a:bodyPr anchor="ctr"/>
          <a:lstStyle/>
          <a:p>
            <a:pPr algn="ctr"/>
            <a:r>
              <a:rPr lang="ko-KR" altLang="en-US" sz="1200" dirty="0"/>
              <a:t>유지보수성</a:t>
            </a:r>
          </a:p>
        </p:txBody>
      </p:sp>
      <p:sp>
        <p:nvSpPr>
          <p:cNvPr id="30" name="Shape 14">
            <a:extLst>
              <a:ext uri="{FF2B5EF4-FFF2-40B4-BE49-F238E27FC236}">
                <a16:creationId xmlns:a16="http://schemas.microsoft.com/office/drawing/2014/main" id="{68966D05-E45E-1CB1-C715-055897FA3FB6}"/>
              </a:ext>
            </a:extLst>
          </p:cNvPr>
          <p:cNvSpPr/>
          <p:nvPr/>
        </p:nvSpPr>
        <p:spPr>
          <a:xfrm>
            <a:off x="423509" y="3882747"/>
            <a:ext cx="1339115" cy="505826"/>
          </a:xfrm>
          <a:prstGeom prst="rect">
            <a:avLst/>
          </a:prstGeom>
          <a:solidFill>
            <a:srgbClr val="F5F5F5"/>
          </a:solidFill>
          <a:ln/>
        </p:spPr>
        <p:txBody>
          <a:bodyPr anchor="ctr"/>
          <a:lstStyle/>
          <a:p>
            <a:pPr algn="ctr"/>
            <a:r>
              <a:rPr lang="ko-KR" altLang="en-US" sz="1200" dirty="0"/>
              <a:t>기능 효율성</a:t>
            </a:r>
          </a:p>
        </p:txBody>
      </p:sp>
      <p:sp>
        <p:nvSpPr>
          <p:cNvPr id="32" name="Shape 14">
            <a:extLst>
              <a:ext uri="{FF2B5EF4-FFF2-40B4-BE49-F238E27FC236}">
                <a16:creationId xmlns:a16="http://schemas.microsoft.com/office/drawing/2014/main" id="{8B73E369-B972-C3D4-EC26-31DD000D7F18}"/>
              </a:ext>
            </a:extLst>
          </p:cNvPr>
          <p:cNvSpPr/>
          <p:nvPr/>
        </p:nvSpPr>
        <p:spPr>
          <a:xfrm>
            <a:off x="1985091" y="1671585"/>
            <a:ext cx="2370341" cy="50582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anchor="ctr"/>
          <a:lstStyle/>
          <a:p>
            <a:pPr marL="171450" indent="-171450">
              <a:buFont typeface="Wingdings" pitchFamily="2" charset="2"/>
              <a:buChar char="ü"/>
            </a:pPr>
            <a:r>
              <a:rPr lang="ko-KR" altLang="en-US" sz="1000" dirty="0"/>
              <a:t>데이터의 외부 유출을 차단</a:t>
            </a:r>
            <a:endParaRPr lang="en-US" altLang="ko-KR" sz="1000" dirty="0"/>
          </a:p>
          <a:p>
            <a:pPr marL="171450" indent="-171450">
              <a:buFont typeface="Wingdings" pitchFamily="2" charset="2"/>
              <a:buChar char="ü"/>
            </a:pPr>
            <a:r>
              <a:rPr lang="ko-KR" altLang="en-US" sz="1000" dirty="0"/>
              <a:t>시스템간 접근제어</a:t>
            </a:r>
            <a:r>
              <a:rPr lang="en-US" altLang="ko-KR" sz="1000" dirty="0"/>
              <a:t>,</a:t>
            </a:r>
            <a:r>
              <a:rPr lang="ko-KR" altLang="en-US" sz="1000" dirty="0"/>
              <a:t> 관리 설계반영</a:t>
            </a:r>
          </a:p>
        </p:txBody>
      </p:sp>
      <p:sp>
        <p:nvSpPr>
          <p:cNvPr id="33" name="Shape 14">
            <a:extLst>
              <a:ext uri="{FF2B5EF4-FFF2-40B4-BE49-F238E27FC236}">
                <a16:creationId xmlns:a16="http://schemas.microsoft.com/office/drawing/2014/main" id="{1E203D57-3C6E-19C4-9DF4-B51FC8E6D3B7}"/>
              </a:ext>
            </a:extLst>
          </p:cNvPr>
          <p:cNvSpPr/>
          <p:nvPr/>
        </p:nvSpPr>
        <p:spPr>
          <a:xfrm>
            <a:off x="1985091" y="2223816"/>
            <a:ext cx="2370341" cy="50582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anchor="ctr"/>
          <a:lstStyle/>
          <a:p>
            <a:pPr marL="171450" indent="-171450">
              <a:buFont typeface="Wingdings" pitchFamily="2" charset="2"/>
              <a:buChar char="ü"/>
            </a:pPr>
            <a:r>
              <a:rPr lang="en-US" altLang="ko-KR" sz="1000" dirty="0"/>
              <a:t>Agent </a:t>
            </a:r>
            <a:r>
              <a:rPr lang="ko-KR" altLang="en-US" sz="1000" dirty="0"/>
              <a:t>통합관리로 업무 확장</a:t>
            </a:r>
            <a:endParaRPr lang="en-US" altLang="ko-KR" sz="1000" dirty="0"/>
          </a:p>
          <a:p>
            <a:pPr marL="171450" indent="-171450">
              <a:buFont typeface="Wingdings" pitchFamily="2" charset="2"/>
              <a:buChar char="ü"/>
            </a:pPr>
            <a:r>
              <a:rPr lang="ko-KR" altLang="en-US" sz="1000" dirty="0"/>
              <a:t>프레임워크</a:t>
            </a:r>
            <a:r>
              <a:rPr lang="en-US" altLang="ko-KR" sz="1000" dirty="0"/>
              <a:t> </a:t>
            </a:r>
            <a:r>
              <a:rPr lang="ko-KR" altLang="en-US" sz="1000" dirty="0"/>
              <a:t>기반 </a:t>
            </a:r>
            <a:r>
              <a:rPr lang="en-US" altLang="ko-KR" sz="1000" dirty="0"/>
              <a:t>Agent</a:t>
            </a:r>
            <a:r>
              <a:rPr lang="ko-KR" altLang="en-US" sz="1000" dirty="0"/>
              <a:t> 유연한 증설</a:t>
            </a:r>
          </a:p>
        </p:txBody>
      </p:sp>
      <p:sp>
        <p:nvSpPr>
          <p:cNvPr id="35" name="Shape 14">
            <a:extLst>
              <a:ext uri="{FF2B5EF4-FFF2-40B4-BE49-F238E27FC236}">
                <a16:creationId xmlns:a16="http://schemas.microsoft.com/office/drawing/2014/main" id="{F6D47DFA-930B-7920-F078-C866AFD56A73}"/>
              </a:ext>
            </a:extLst>
          </p:cNvPr>
          <p:cNvSpPr/>
          <p:nvPr/>
        </p:nvSpPr>
        <p:spPr>
          <a:xfrm>
            <a:off x="1985091" y="2767920"/>
            <a:ext cx="2370341" cy="50582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anchor="ctr"/>
          <a:lstStyle/>
          <a:p>
            <a:pPr marL="171450" indent="-171450">
              <a:buFont typeface="Wingdings" pitchFamily="2" charset="2"/>
              <a:buChar char="ü"/>
            </a:pPr>
            <a:r>
              <a:rPr lang="ko-KR" altLang="en-US" sz="1000" dirty="0"/>
              <a:t>연계 표준화로 기존 시스템간 연계 지원</a:t>
            </a:r>
            <a:endParaRPr lang="en-US" altLang="ko-KR" sz="1000" dirty="0"/>
          </a:p>
          <a:p>
            <a:pPr marL="171450" indent="-171450">
              <a:buFont typeface="Wingdings" pitchFamily="2" charset="2"/>
              <a:buChar char="ü"/>
            </a:pPr>
            <a:r>
              <a:rPr lang="en-US" altLang="ko-KR" sz="1000" dirty="0"/>
              <a:t>Tool </a:t>
            </a:r>
            <a:r>
              <a:rPr lang="ko-KR" altLang="en-US" sz="1000" dirty="0"/>
              <a:t>기능의 재활용 증진</a:t>
            </a:r>
          </a:p>
        </p:txBody>
      </p:sp>
      <p:sp>
        <p:nvSpPr>
          <p:cNvPr id="36" name="Shape 14">
            <a:extLst>
              <a:ext uri="{FF2B5EF4-FFF2-40B4-BE49-F238E27FC236}">
                <a16:creationId xmlns:a16="http://schemas.microsoft.com/office/drawing/2014/main" id="{28D7E3DC-34D8-A28C-542E-F42C9950A029}"/>
              </a:ext>
            </a:extLst>
          </p:cNvPr>
          <p:cNvSpPr/>
          <p:nvPr/>
        </p:nvSpPr>
        <p:spPr>
          <a:xfrm>
            <a:off x="1985091" y="3328023"/>
            <a:ext cx="2370341" cy="50582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anchor="ctr"/>
          <a:lstStyle/>
          <a:p>
            <a:pPr marL="171450" indent="-171450">
              <a:buFont typeface="Wingdings" pitchFamily="2" charset="2"/>
              <a:buChar char="ü"/>
            </a:pPr>
            <a:r>
              <a:rPr lang="ko-KR" altLang="en-US" sz="1000" dirty="0"/>
              <a:t>운영 효율성 제고를 위한 </a:t>
            </a:r>
            <a:r>
              <a:rPr lang="en-US" altLang="ko-KR" sz="1000" dirty="0"/>
              <a:t>CI/CD </a:t>
            </a:r>
            <a:r>
              <a:rPr lang="ko-KR" altLang="en-US" sz="1000" dirty="0"/>
              <a:t>구성</a:t>
            </a:r>
            <a:endParaRPr lang="en-US" altLang="ko-KR" sz="1000" dirty="0"/>
          </a:p>
          <a:p>
            <a:pPr marL="171450" indent="-171450">
              <a:buFont typeface="Wingdings" pitchFamily="2" charset="2"/>
              <a:buChar char="ü"/>
            </a:pPr>
            <a:r>
              <a:rPr lang="en-US" altLang="ko-KR" sz="1000" dirty="0"/>
              <a:t>Log, </a:t>
            </a:r>
            <a:r>
              <a:rPr lang="ko-KR" altLang="en-US" sz="1000" dirty="0"/>
              <a:t>데이터 이력 관리 효과 보장</a:t>
            </a:r>
          </a:p>
        </p:txBody>
      </p:sp>
      <p:sp>
        <p:nvSpPr>
          <p:cNvPr id="38" name="Shape 14">
            <a:extLst>
              <a:ext uri="{FF2B5EF4-FFF2-40B4-BE49-F238E27FC236}">
                <a16:creationId xmlns:a16="http://schemas.microsoft.com/office/drawing/2014/main" id="{9FD4665A-1437-9412-1E15-BA5A9C61419E}"/>
              </a:ext>
            </a:extLst>
          </p:cNvPr>
          <p:cNvSpPr/>
          <p:nvPr/>
        </p:nvSpPr>
        <p:spPr>
          <a:xfrm>
            <a:off x="1985091" y="3882747"/>
            <a:ext cx="2370341" cy="50582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anchor="ctr"/>
          <a:lstStyle/>
          <a:p>
            <a:pPr marL="171450" indent="-171450">
              <a:buFont typeface="Wingdings" pitchFamily="2" charset="2"/>
              <a:buChar char="ü"/>
            </a:pPr>
            <a:r>
              <a:rPr lang="en-US" altLang="ko-KR" sz="1000" dirty="0"/>
              <a:t>Agent </a:t>
            </a:r>
            <a:r>
              <a:rPr lang="ko-KR" altLang="en-US" sz="1000" dirty="0"/>
              <a:t>기반 업무 자동화 실현</a:t>
            </a:r>
            <a:endParaRPr lang="en-US" altLang="ko-KR" sz="1000" dirty="0"/>
          </a:p>
          <a:p>
            <a:pPr marL="171450" indent="-171450">
              <a:buFont typeface="Wingdings" pitchFamily="2" charset="2"/>
              <a:buChar char="ü"/>
            </a:pPr>
            <a:r>
              <a:rPr lang="en-US" altLang="ko-KR" sz="1000" dirty="0"/>
              <a:t>LLM </a:t>
            </a:r>
            <a:r>
              <a:rPr lang="ko-KR" altLang="en-US" sz="1000" dirty="0"/>
              <a:t>결과의 품질 확보 필요</a:t>
            </a:r>
          </a:p>
        </p:txBody>
      </p:sp>
      <p:sp>
        <p:nvSpPr>
          <p:cNvPr id="41" name="Shape 14">
            <a:extLst>
              <a:ext uri="{FF2B5EF4-FFF2-40B4-BE49-F238E27FC236}">
                <a16:creationId xmlns:a16="http://schemas.microsoft.com/office/drawing/2014/main" id="{071DD14D-1603-83A2-FE55-7245CF537D0D}"/>
              </a:ext>
            </a:extLst>
          </p:cNvPr>
          <p:cNvSpPr/>
          <p:nvPr/>
        </p:nvSpPr>
        <p:spPr>
          <a:xfrm>
            <a:off x="4827189" y="1684004"/>
            <a:ext cx="731520" cy="1280160"/>
          </a:xfrm>
          <a:prstGeom prst="rect">
            <a:avLst/>
          </a:prstGeom>
          <a:solidFill>
            <a:srgbClr val="F5F5F5"/>
          </a:solidFill>
          <a:ln/>
        </p:spPr>
        <p:txBody>
          <a:bodyPr anchor="ctr"/>
          <a:lstStyle/>
          <a:p>
            <a:endParaRPr lang="ko-KR" altLang="en-US"/>
          </a:p>
        </p:txBody>
      </p:sp>
      <p:sp>
        <p:nvSpPr>
          <p:cNvPr id="42" name="Text 15">
            <a:extLst>
              <a:ext uri="{FF2B5EF4-FFF2-40B4-BE49-F238E27FC236}">
                <a16:creationId xmlns:a16="http://schemas.microsoft.com/office/drawing/2014/main" id="{9C25DD38-284F-A22F-4E6F-42DB71F347D7}"/>
              </a:ext>
            </a:extLst>
          </p:cNvPr>
          <p:cNvSpPr/>
          <p:nvPr/>
        </p:nvSpPr>
        <p:spPr>
          <a:xfrm>
            <a:off x="4827189" y="1684004"/>
            <a:ext cx="731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4A4A"/>
                </a:solidFill>
                <a:ea typeface="Arial" pitchFamily="34" charset="-122"/>
                <a:cs typeface="Arial" pitchFamily="34" charset="-120"/>
              </a:rPr>
              <a:t>Platform</a:t>
            </a:r>
            <a:endParaRPr lang="en-US" sz="1000" dirty="0"/>
          </a:p>
        </p:txBody>
      </p:sp>
      <p:sp>
        <p:nvSpPr>
          <p:cNvPr id="43" name="Text 16">
            <a:extLst>
              <a:ext uri="{FF2B5EF4-FFF2-40B4-BE49-F238E27FC236}">
                <a16:creationId xmlns:a16="http://schemas.microsoft.com/office/drawing/2014/main" id="{4B3B210E-ACF1-A212-CBCC-1F8D001FDE3B}"/>
              </a:ext>
            </a:extLst>
          </p:cNvPr>
          <p:cNvSpPr/>
          <p:nvPr/>
        </p:nvSpPr>
        <p:spPr>
          <a:xfrm>
            <a:off x="5650149" y="1729724"/>
            <a:ext cx="30005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7A4B"/>
                </a:solidFill>
                <a:ea typeface="Arial" pitchFamily="34" charset="-122"/>
                <a:cs typeface="Arial" pitchFamily="34" charset="-120"/>
              </a:rPr>
              <a:t>✓ </a:t>
            </a:r>
            <a:r>
              <a:rPr lang="en-US" sz="1000" dirty="0">
                <a:solidFill>
                  <a:srgbClr val="1A1A1A"/>
                </a:solidFill>
                <a:ea typeface="Arial" pitchFamily="34" charset="-122"/>
                <a:cs typeface="Arial" pitchFamily="34" charset="-120"/>
              </a:rPr>
              <a:t>LLM Gateway를 통한 모델 접근 통합</a:t>
            </a:r>
            <a:endParaRPr lang="en-US" sz="1000" dirty="0"/>
          </a:p>
        </p:txBody>
      </p:sp>
      <p:sp>
        <p:nvSpPr>
          <p:cNvPr id="44" name="Text 17">
            <a:extLst>
              <a:ext uri="{FF2B5EF4-FFF2-40B4-BE49-F238E27FC236}">
                <a16:creationId xmlns:a16="http://schemas.microsoft.com/office/drawing/2014/main" id="{28E3B637-6D1A-B597-6AF0-76DCE09A4DB7}"/>
              </a:ext>
            </a:extLst>
          </p:cNvPr>
          <p:cNvSpPr/>
          <p:nvPr/>
        </p:nvSpPr>
        <p:spPr>
          <a:xfrm>
            <a:off x="5650149" y="2022332"/>
            <a:ext cx="30005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7A4B"/>
                </a:solidFill>
                <a:ea typeface="Arial" pitchFamily="34" charset="-122"/>
                <a:cs typeface="Arial" pitchFamily="34" charset="-120"/>
              </a:rPr>
              <a:t>✓ </a:t>
            </a:r>
            <a:r>
              <a:rPr lang="en-US" sz="1000" dirty="0">
                <a:solidFill>
                  <a:srgbClr val="1A1A1A"/>
                </a:solidFill>
                <a:ea typeface="Arial" pitchFamily="34" charset="-122"/>
                <a:cs typeface="Arial" pitchFamily="34" charset="-120"/>
              </a:rPr>
              <a:t>Agent Orchestrator로 멀티 Agent 관리</a:t>
            </a:r>
            <a:endParaRPr lang="en-US" sz="1000" dirty="0"/>
          </a:p>
        </p:txBody>
      </p:sp>
      <p:sp>
        <p:nvSpPr>
          <p:cNvPr id="45" name="Text 18">
            <a:extLst>
              <a:ext uri="{FF2B5EF4-FFF2-40B4-BE49-F238E27FC236}">
                <a16:creationId xmlns:a16="http://schemas.microsoft.com/office/drawing/2014/main" id="{970B1533-1EF7-88B6-E9DE-D2B38F58567A}"/>
              </a:ext>
            </a:extLst>
          </p:cNvPr>
          <p:cNvSpPr/>
          <p:nvPr/>
        </p:nvSpPr>
        <p:spPr>
          <a:xfrm>
            <a:off x="5650149" y="2314940"/>
            <a:ext cx="30005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7A4B"/>
                </a:solidFill>
                <a:ea typeface="Arial" pitchFamily="34" charset="-122"/>
                <a:cs typeface="Arial" pitchFamily="34" charset="-120"/>
              </a:rPr>
              <a:t>✓ </a:t>
            </a:r>
            <a:r>
              <a:rPr lang="en-US" sz="1000" dirty="0">
                <a:solidFill>
                  <a:srgbClr val="1A1A1A"/>
                </a:solidFill>
                <a:ea typeface="Arial" pitchFamily="34" charset="-122"/>
                <a:cs typeface="Arial" pitchFamily="34" charset="-120"/>
              </a:rPr>
              <a:t>Vector DB 기반 RAG Pipeline 구축</a:t>
            </a:r>
            <a:endParaRPr lang="en-US" sz="1000" dirty="0"/>
          </a:p>
        </p:txBody>
      </p:sp>
      <p:sp>
        <p:nvSpPr>
          <p:cNvPr id="46" name="Text 19">
            <a:extLst>
              <a:ext uri="{FF2B5EF4-FFF2-40B4-BE49-F238E27FC236}">
                <a16:creationId xmlns:a16="http://schemas.microsoft.com/office/drawing/2014/main" id="{E0701CEC-D54C-31F2-0F5E-F9280B030B2B}"/>
              </a:ext>
            </a:extLst>
          </p:cNvPr>
          <p:cNvSpPr/>
          <p:nvPr/>
        </p:nvSpPr>
        <p:spPr>
          <a:xfrm>
            <a:off x="5650149" y="2607548"/>
            <a:ext cx="30005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7A4B"/>
                </a:solidFill>
                <a:ea typeface="Arial" pitchFamily="34" charset="-122"/>
                <a:cs typeface="Arial" pitchFamily="34" charset="-120"/>
              </a:rPr>
              <a:t>✓ </a:t>
            </a:r>
            <a:r>
              <a:rPr lang="en-US" sz="1000" dirty="0">
                <a:solidFill>
                  <a:srgbClr val="1A1A1A"/>
                </a:solidFill>
                <a:ea typeface="Arial" pitchFamily="34" charset="-122"/>
                <a:cs typeface="Arial" pitchFamily="34" charset="-120"/>
              </a:rPr>
              <a:t>Agent 실행 로그 및 트레이싱 환경 구성</a:t>
            </a:r>
            <a:endParaRPr lang="en-US" sz="1000" dirty="0"/>
          </a:p>
        </p:txBody>
      </p:sp>
      <p:sp>
        <p:nvSpPr>
          <p:cNvPr id="47" name="Shape 20">
            <a:extLst>
              <a:ext uri="{FF2B5EF4-FFF2-40B4-BE49-F238E27FC236}">
                <a16:creationId xmlns:a16="http://schemas.microsoft.com/office/drawing/2014/main" id="{A99433D4-5431-BEF2-5072-31C8F5942CB6}"/>
              </a:ext>
            </a:extLst>
          </p:cNvPr>
          <p:cNvSpPr/>
          <p:nvPr/>
        </p:nvSpPr>
        <p:spPr>
          <a:xfrm>
            <a:off x="4827189" y="3055604"/>
            <a:ext cx="731520" cy="1371600"/>
          </a:xfrm>
          <a:prstGeom prst="rect">
            <a:avLst/>
          </a:prstGeom>
          <a:solidFill>
            <a:srgbClr val="F5F5F5"/>
          </a:solidFill>
          <a:ln/>
        </p:spPr>
        <p:txBody>
          <a:bodyPr anchor="ctr"/>
          <a:lstStyle/>
          <a:p>
            <a:endParaRPr lang="ko-KR" altLang="en-US"/>
          </a:p>
        </p:txBody>
      </p:sp>
      <p:sp>
        <p:nvSpPr>
          <p:cNvPr id="48" name="Text 21">
            <a:extLst>
              <a:ext uri="{FF2B5EF4-FFF2-40B4-BE49-F238E27FC236}">
                <a16:creationId xmlns:a16="http://schemas.microsoft.com/office/drawing/2014/main" id="{985A5340-75B4-A0CF-B6AB-4FBF00EDF4D6}"/>
              </a:ext>
            </a:extLst>
          </p:cNvPr>
          <p:cNvSpPr/>
          <p:nvPr/>
        </p:nvSpPr>
        <p:spPr>
          <a:xfrm>
            <a:off x="4827189" y="3055604"/>
            <a:ext cx="731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4A4A"/>
                </a:solidFill>
                <a:ea typeface="Arial" pitchFamily="34" charset="-122"/>
                <a:cs typeface="Arial" pitchFamily="34" charset="-120"/>
              </a:rPr>
              <a:t>App.</a:t>
            </a:r>
            <a:endParaRPr lang="en-US" sz="1000" dirty="0"/>
          </a:p>
        </p:txBody>
      </p:sp>
      <p:sp>
        <p:nvSpPr>
          <p:cNvPr id="49" name="Text 22">
            <a:extLst>
              <a:ext uri="{FF2B5EF4-FFF2-40B4-BE49-F238E27FC236}">
                <a16:creationId xmlns:a16="http://schemas.microsoft.com/office/drawing/2014/main" id="{4E25E4E2-285A-5F9D-BF8D-2FC8C961F2AB}"/>
              </a:ext>
            </a:extLst>
          </p:cNvPr>
          <p:cNvSpPr/>
          <p:nvPr/>
        </p:nvSpPr>
        <p:spPr>
          <a:xfrm>
            <a:off x="5650149" y="3101324"/>
            <a:ext cx="30005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7A4B"/>
                </a:solidFill>
                <a:ea typeface="Arial" pitchFamily="34" charset="-122"/>
                <a:cs typeface="Arial" pitchFamily="34" charset="-120"/>
              </a:rPr>
              <a:t>✓ </a:t>
            </a:r>
            <a:r>
              <a:rPr lang="en-US" sz="1000" dirty="0">
                <a:solidFill>
                  <a:srgbClr val="1A1A1A"/>
                </a:solidFill>
                <a:ea typeface="Arial" pitchFamily="34" charset="-122"/>
                <a:cs typeface="Arial" pitchFamily="34" charset="-120"/>
              </a:rPr>
              <a:t>Tool/Function Calling 기반 외부 시스템 연동</a:t>
            </a:r>
            <a:endParaRPr lang="en-US" sz="1000" dirty="0"/>
          </a:p>
        </p:txBody>
      </p:sp>
      <p:sp>
        <p:nvSpPr>
          <p:cNvPr id="50" name="Text 23">
            <a:extLst>
              <a:ext uri="{FF2B5EF4-FFF2-40B4-BE49-F238E27FC236}">
                <a16:creationId xmlns:a16="http://schemas.microsoft.com/office/drawing/2014/main" id="{E60DA6DC-A466-9927-F780-2165009FAF4D}"/>
              </a:ext>
            </a:extLst>
          </p:cNvPr>
          <p:cNvSpPr/>
          <p:nvPr/>
        </p:nvSpPr>
        <p:spPr>
          <a:xfrm>
            <a:off x="5650149" y="3412220"/>
            <a:ext cx="30005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7A4B"/>
                </a:solidFill>
                <a:ea typeface="Arial" pitchFamily="34" charset="-122"/>
                <a:cs typeface="Arial" pitchFamily="34" charset="-120"/>
              </a:rPr>
              <a:t>✓ </a:t>
            </a:r>
            <a:r>
              <a:rPr lang="en-US" sz="1000" dirty="0">
                <a:solidFill>
                  <a:srgbClr val="1A1A1A"/>
                </a:solidFill>
                <a:ea typeface="Arial" pitchFamily="34" charset="-122"/>
                <a:cs typeface="Arial" pitchFamily="34" charset="-120"/>
              </a:rPr>
              <a:t>Prompt Template 버전 관리 체계 수립</a:t>
            </a:r>
            <a:endParaRPr lang="en-US" sz="1000" dirty="0"/>
          </a:p>
        </p:txBody>
      </p:sp>
      <p:sp>
        <p:nvSpPr>
          <p:cNvPr id="51" name="Text 24">
            <a:extLst>
              <a:ext uri="{FF2B5EF4-FFF2-40B4-BE49-F238E27FC236}">
                <a16:creationId xmlns:a16="http://schemas.microsoft.com/office/drawing/2014/main" id="{AA720498-E75D-3724-DADA-D23ED8C7D46B}"/>
              </a:ext>
            </a:extLst>
          </p:cNvPr>
          <p:cNvSpPr/>
          <p:nvPr/>
        </p:nvSpPr>
        <p:spPr>
          <a:xfrm>
            <a:off x="5650149" y="3723116"/>
            <a:ext cx="30005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7A4B"/>
                </a:solidFill>
                <a:ea typeface="Arial" pitchFamily="34" charset="-122"/>
                <a:cs typeface="Arial" pitchFamily="34" charset="-120"/>
              </a:rPr>
              <a:t>✓ </a:t>
            </a:r>
            <a:r>
              <a:rPr lang="en-US" sz="1000" dirty="0">
                <a:solidFill>
                  <a:srgbClr val="1A1A1A"/>
                </a:solidFill>
                <a:ea typeface="Arial" pitchFamily="34" charset="-122"/>
                <a:cs typeface="Arial" pitchFamily="34" charset="-120"/>
              </a:rPr>
              <a:t>Agent Chain 구성 및 Fallback 로직 설계</a:t>
            </a:r>
            <a:endParaRPr lang="en-US" sz="1000" dirty="0"/>
          </a:p>
        </p:txBody>
      </p:sp>
      <p:sp>
        <p:nvSpPr>
          <p:cNvPr id="52" name="Text 25">
            <a:extLst>
              <a:ext uri="{FF2B5EF4-FFF2-40B4-BE49-F238E27FC236}">
                <a16:creationId xmlns:a16="http://schemas.microsoft.com/office/drawing/2014/main" id="{662522EF-FCEF-6AE8-40B9-9FE686990D68}"/>
              </a:ext>
            </a:extLst>
          </p:cNvPr>
          <p:cNvSpPr/>
          <p:nvPr/>
        </p:nvSpPr>
        <p:spPr>
          <a:xfrm>
            <a:off x="5650149" y="4034012"/>
            <a:ext cx="30005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7A4B"/>
                </a:solidFill>
                <a:ea typeface="Arial" pitchFamily="34" charset="-122"/>
                <a:cs typeface="Arial" pitchFamily="34" charset="-120"/>
              </a:rPr>
              <a:t>✓ </a:t>
            </a:r>
            <a:r>
              <a:rPr lang="en-US" sz="1000" dirty="0">
                <a:solidFill>
                  <a:srgbClr val="1A1A1A"/>
                </a:solidFill>
                <a:ea typeface="Arial" pitchFamily="34" charset="-122"/>
                <a:cs typeface="Arial" pitchFamily="34" charset="-120"/>
              </a:rPr>
              <a:t>사용자 피드백 루프 (RLHF) 반영 구조</a:t>
            </a:r>
            <a:endParaRPr lang="en-US" sz="1000" dirty="0"/>
          </a:p>
        </p:txBody>
      </p:sp>
      <p:sp>
        <p:nvSpPr>
          <p:cNvPr id="53" name="모서리가 둥근 사각형 설명선[R] 52">
            <a:extLst>
              <a:ext uri="{FF2B5EF4-FFF2-40B4-BE49-F238E27FC236}">
                <a16:creationId xmlns:a16="http://schemas.microsoft.com/office/drawing/2014/main" id="{336D51B8-E2DC-9019-7D9E-0B112916ADE3}"/>
              </a:ext>
            </a:extLst>
          </p:cNvPr>
          <p:cNvSpPr/>
          <p:nvPr/>
        </p:nvSpPr>
        <p:spPr bwMode="auto">
          <a:xfrm>
            <a:off x="5869052" y="850049"/>
            <a:ext cx="2556710" cy="809176"/>
          </a:xfrm>
          <a:prstGeom prst="wedgeRoundRectCallout">
            <a:avLst>
              <a:gd name="adj1" fmla="val -53617"/>
              <a:gd name="adj2" fmla="val 36404"/>
              <a:gd name="adj3" fmla="val 16667"/>
            </a:avLst>
          </a:prstGeom>
          <a:solidFill>
            <a:schemeClr val="bg2">
              <a:lumMod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95350" latinLnBrk="0">
              <a:spcAft>
                <a:spcPts val="600"/>
              </a:spcAft>
              <a:buSzPct val="120000"/>
            </a:pPr>
            <a:r>
              <a:rPr kumimoji="1" lang="ko-KR" altLang="en-US" sz="1300" b="1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본 페이지는 품질속성을 만족하는 아키텍처 설계방안을 </a:t>
            </a:r>
            <a:endParaRPr kumimoji="1" lang="en-US" altLang="ko-KR" sz="1300" b="1" dirty="0">
              <a:latin typeface="Tahoma" panose="020B0604030504040204" pitchFamily="34" charset="0"/>
              <a:ea typeface="맑은 고딕" panose="020B0503020000020004" pitchFamily="50" charset="-127"/>
              <a:cs typeface="Tahoma" panose="020B0604030504040204" pitchFamily="34" charset="0"/>
            </a:endParaRPr>
          </a:p>
          <a:p>
            <a:pPr algn="ctr" defTabSz="895350" latinLnBrk="0">
              <a:spcAft>
                <a:spcPts val="600"/>
              </a:spcAft>
              <a:buSzPct val="120000"/>
            </a:pPr>
            <a:r>
              <a:rPr kumimoji="1" lang="ko-KR" altLang="en-US" sz="1300" b="1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작성</a:t>
            </a:r>
          </a:p>
        </p:txBody>
      </p:sp>
    </p:spTree>
    <p:extLst>
      <p:ext uri="{BB962C8B-B14F-4D97-AF65-F5344CB8AC3E}">
        <p14:creationId xmlns:p14="http://schemas.microsoft.com/office/powerpoint/2010/main" val="3773665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11">
            <a:extLst>
              <a:ext uri="{FF2B5EF4-FFF2-40B4-BE49-F238E27FC236}">
                <a16:creationId xmlns:a16="http://schemas.microsoft.com/office/drawing/2014/main" id="{A15487ED-F434-E922-8421-26EA4FCE1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Table</a:t>
            </a:r>
            <a:r>
              <a:rPr lang="ko-KR" altLang="en-US" dirty="0"/>
              <a:t> </a:t>
            </a:r>
            <a:r>
              <a:rPr lang="en-US" altLang="ko-KR" dirty="0"/>
              <a:t>Of</a:t>
            </a:r>
            <a:r>
              <a:rPr lang="ko-KR" altLang="en-US" dirty="0"/>
              <a:t> </a:t>
            </a:r>
            <a:r>
              <a:rPr lang="en-US" altLang="ko-KR" dirty="0"/>
              <a:t>Content</a:t>
            </a:r>
            <a:endParaRPr lang="ko-KR" altLang="en-US" dirty="0"/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C3B9EB2E-9819-673C-5EF7-2A904B2CF4C3}"/>
              </a:ext>
            </a:extLst>
          </p:cNvPr>
          <p:cNvSpPr/>
          <p:nvPr/>
        </p:nvSpPr>
        <p:spPr>
          <a:xfrm>
            <a:off x="4114800" y="1554480"/>
            <a:ext cx="27432" cy="347472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F55D29A8-D657-B8C9-9C80-48BDD461477F}"/>
              </a:ext>
            </a:extLst>
          </p:cNvPr>
          <p:cNvSpPr/>
          <p:nvPr/>
        </p:nvSpPr>
        <p:spPr>
          <a:xfrm>
            <a:off x="4114800" y="1554480"/>
            <a:ext cx="4114800" cy="27432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BFDDFD1D-DF01-28B1-2B81-B1ADDE5876EB}"/>
              </a:ext>
            </a:extLst>
          </p:cNvPr>
          <p:cNvSpPr/>
          <p:nvPr/>
        </p:nvSpPr>
        <p:spPr>
          <a:xfrm>
            <a:off x="4297680" y="17373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B9B9B"/>
                </a:solidFill>
                <a:latin typeface="+mj-lt"/>
                <a:cs typeface="Arial" pitchFamily="34" charset="-120"/>
              </a:rPr>
              <a:t>1. </a:t>
            </a:r>
            <a:r>
              <a:rPr lang="en-US" sz="1400" dirty="0" err="1">
                <a:solidFill>
                  <a:srgbClr val="9B9B9B"/>
                </a:solidFill>
                <a:latin typeface="+mj-lt"/>
                <a:cs typeface="Arial" pitchFamily="34" charset="-120"/>
              </a:rPr>
              <a:t>개요</a:t>
            </a:r>
            <a:endParaRPr lang="en-US" sz="1400" dirty="0">
              <a:solidFill>
                <a:srgbClr val="9B9B9B"/>
              </a:solidFill>
              <a:latin typeface="+mj-lt"/>
              <a:cs typeface="Arial" pitchFamily="34" charset="-120"/>
            </a:endParaRPr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873D0C2D-62A6-10C3-94DC-D93EDFAB3A40}"/>
              </a:ext>
            </a:extLst>
          </p:cNvPr>
          <p:cNvSpPr/>
          <p:nvPr/>
        </p:nvSpPr>
        <p:spPr>
          <a:xfrm>
            <a:off x="4297680" y="22860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+mj-lt"/>
                <a:ea typeface="Arial" pitchFamily="34" charset="-122"/>
                <a:cs typeface="Arial" pitchFamily="34" charset="-120"/>
              </a:rPr>
              <a:t>2. </a:t>
            </a:r>
            <a:r>
              <a:rPr lang="en-US" altLang="ko-KR" sz="1400" b="1" dirty="0" err="1">
                <a:latin typeface="+mj-lt"/>
                <a:ea typeface="Arial" pitchFamily="34" charset="-122"/>
                <a:cs typeface="Arial" pitchFamily="34" charset="-120"/>
              </a:rPr>
              <a:t>시스템</a:t>
            </a:r>
            <a:r>
              <a:rPr lang="en-US" altLang="ko-KR" sz="1400" b="1" dirty="0">
                <a:latin typeface="+mj-lt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1400" b="1" dirty="0" err="1">
                <a:latin typeface="+mj-lt"/>
                <a:ea typeface="Arial" pitchFamily="34" charset="-122"/>
                <a:cs typeface="Arial" pitchFamily="34" charset="-120"/>
              </a:rPr>
              <a:t>아키텍처</a:t>
            </a:r>
            <a:endParaRPr lang="en-US" sz="1400" b="1" dirty="0">
              <a:latin typeface="+mj-lt"/>
            </a:endParaRPr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735DB218-7AAA-BA62-BFA5-8924345C63DC}"/>
              </a:ext>
            </a:extLst>
          </p:cNvPr>
          <p:cNvSpPr/>
          <p:nvPr/>
        </p:nvSpPr>
        <p:spPr>
          <a:xfrm>
            <a:off x="4297680" y="2834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B9B9B"/>
                </a:solidFill>
                <a:latin typeface="+mj-lt"/>
                <a:ea typeface="Arial" pitchFamily="34" charset="-122"/>
                <a:cs typeface="Arial" pitchFamily="34" charset="-120"/>
              </a:rPr>
              <a:t>3. </a:t>
            </a:r>
            <a:r>
              <a:rPr lang="ko-KR" altLang="en-US" sz="1400" dirty="0">
                <a:solidFill>
                  <a:srgbClr val="9B9B9B"/>
                </a:solidFill>
                <a:latin typeface="+mj-lt"/>
                <a:ea typeface="Arial" pitchFamily="34" charset="-122"/>
                <a:cs typeface="Arial" pitchFamily="34" charset="-120"/>
              </a:rPr>
              <a:t>어플리케이션</a:t>
            </a:r>
            <a:r>
              <a:rPr lang="en-US" sz="1400" dirty="0">
                <a:solidFill>
                  <a:srgbClr val="9B9B9B"/>
                </a:solidFill>
                <a:latin typeface="+mj-lt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9B9B9B"/>
                </a:solidFill>
                <a:latin typeface="+mj-lt"/>
                <a:ea typeface="Arial" pitchFamily="34" charset="-122"/>
                <a:cs typeface="Arial" pitchFamily="34" charset="-120"/>
              </a:rPr>
              <a:t>아키텍처</a:t>
            </a:r>
            <a:endParaRPr lang="en-US" sz="1400" dirty="0">
              <a:latin typeface="+mj-lt"/>
            </a:endParaRPr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E0003075-2095-AF8D-D8F6-65E8508BC714}"/>
              </a:ext>
            </a:extLst>
          </p:cNvPr>
          <p:cNvSpPr/>
          <p:nvPr/>
        </p:nvSpPr>
        <p:spPr>
          <a:xfrm>
            <a:off x="4297680" y="3383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B9B9B"/>
                </a:solidFill>
                <a:latin typeface="+mj-lt"/>
                <a:cs typeface="Arial" pitchFamily="34" charset="-120"/>
              </a:rPr>
              <a:t>4. </a:t>
            </a:r>
            <a:r>
              <a:rPr lang="ko-KR" altLang="en-US" sz="1400" dirty="0">
                <a:solidFill>
                  <a:srgbClr val="9B9B9B"/>
                </a:solidFill>
                <a:latin typeface="+mj-lt"/>
                <a:cs typeface="Arial" pitchFamily="34" charset="-120"/>
              </a:rPr>
              <a:t>인터페이스 아키텍처</a:t>
            </a:r>
            <a:endParaRPr lang="en-US" sz="1400" dirty="0">
              <a:solidFill>
                <a:srgbClr val="9B9B9B"/>
              </a:solidFill>
              <a:latin typeface="+mj-lt"/>
              <a:cs typeface="Arial" pitchFamily="34" charset="-120"/>
            </a:endParaRPr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D7910883-0F3E-A5F7-BAC3-3309F91097CA}"/>
              </a:ext>
            </a:extLst>
          </p:cNvPr>
          <p:cNvSpPr/>
          <p:nvPr/>
        </p:nvSpPr>
        <p:spPr>
          <a:xfrm>
            <a:off x="4297680" y="39319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B9B9B"/>
                </a:solidFill>
                <a:latin typeface="+mj-lt"/>
                <a:ea typeface="Arial" pitchFamily="34" charset="-122"/>
                <a:cs typeface="Arial" pitchFamily="34" charset="-120"/>
              </a:rPr>
              <a:t>5. </a:t>
            </a:r>
            <a:r>
              <a:rPr lang="ko-KR" altLang="en-US" sz="1400" dirty="0">
                <a:solidFill>
                  <a:srgbClr val="9B9B9B"/>
                </a:solidFill>
                <a:latin typeface="+mj-lt"/>
                <a:cs typeface="Arial" pitchFamily="34" charset="-120"/>
              </a:rPr>
              <a:t>데이터 및 보안 아키텍처</a:t>
            </a:r>
            <a:endParaRPr lang="en-US" sz="1400" dirty="0">
              <a:latin typeface="+mj-lt"/>
            </a:endParaRPr>
          </a:p>
        </p:txBody>
      </p:sp>
      <p:sp>
        <p:nvSpPr>
          <p:cNvPr id="2" name="Text 8">
            <a:extLst>
              <a:ext uri="{FF2B5EF4-FFF2-40B4-BE49-F238E27FC236}">
                <a16:creationId xmlns:a16="http://schemas.microsoft.com/office/drawing/2014/main" id="{7439392A-9F3D-331E-919F-77B3CC9B2C11}"/>
              </a:ext>
            </a:extLst>
          </p:cNvPr>
          <p:cNvSpPr/>
          <p:nvPr/>
        </p:nvSpPr>
        <p:spPr>
          <a:xfrm>
            <a:off x="4297680" y="44805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B9B9B"/>
                </a:solidFill>
                <a:latin typeface="+mj-lt"/>
                <a:ea typeface="Arial" pitchFamily="34" charset="-122"/>
                <a:cs typeface="Arial" pitchFamily="34" charset="-120"/>
              </a:rPr>
              <a:t>6. </a:t>
            </a:r>
            <a:r>
              <a:rPr lang="ko-KR" altLang="en-US" sz="1400" dirty="0">
                <a:solidFill>
                  <a:srgbClr val="9B9B9B"/>
                </a:solidFill>
                <a:latin typeface="+mj-lt"/>
                <a:ea typeface="Arial" pitchFamily="34" charset="-122"/>
                <a:cs typeface="Arial" pitchFamily="34" charset="-120"/>
              </a:rPr>
              <a:t>운영 및 모니터링</a:t>
            </a:r>
            <a:endParaRPr lang="en-US" sz="1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96541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59B618-C2C2-5537-A41C-6C80F7051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2.1</a:t>
            </a:r>
            <a:r>
              <a:rPr kumimoji="1" lang="ko-KR" altLang="en-US" dirty="0"/>
              <a:t> 목표 시스템 구성도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B59475-945D-4749-A4A1-E0E92D1BE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047" y="504827"/>
            <a:ext cx="8639908" cy="294777"/>
          </a:xfrm>
        </p:spPr>
        <p:txBody>
          <a:bodyPr/>
          <a:lstStyle/>
          <a:p>
            <a:r>
              <a:rPr kumimoji="1" lang="ko-KR" altLang="en-US" dirty="0"/>
              <a:t>목표시스템 구성도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C979164-F009-9C00-17E3-3CEE9D304F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dirty="0"/>
              <a:t>2.</a:t>
            </a:r>
            <a:r>
              <a:rPr kumimoji="1" lang="ko-KR" altLang="en-US" dirty="0"/>
              <a:t> 시스템 아키텍처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EA87AA5-8E97-EC4E-FB9C-3B875D47EA1F}"/>
              </a:ext>
            </a:extLst>
          </p:cNvPr>
          <p:cNvSpPr/>
          <p:nvPr/>
        </p:nvSpPr>
        <p:spPr>
          <a:xfrm>
            <a:off x="1727763" y="1080209"/>
            <a:ext cx="2865546" cy="2973659"/>
          </a:xfrm>
          <a:prstGeom prst="rect">
            <a:avLst/>
          </a:prstGeom>
          <a:solidFill>
            <a:srgbClr val="E0F2FF"/>
          </a:solidFill>
          <a:ln w="19050">
            <a:solidFill>
              <a:srgbClr val="3E8AF7"/>
            </a:solidFill>
          </a:ln>
        </p:spPr>
        <p:txBody>
          <a:bodyPr wrap="non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9F82BC3-8F25-9B3F-A555-DB5E6AC87BA1}"/>
              </a:ext>
            </a:extLst>
          </p:cNvPr>
          <p:cNvSpPr/>
          <p:nvPr/>
        </p:nvSpPr>
        <p:spPr>
          <a:xfrm>
            <a:off x="1732039" y="4408940"/>
            <a:ext cx="2865546" cy="343697"/>
          </a:xfrm>
          <a:prstGeom prst="rect">
            <a:avLst/>
          </a:prstGeom>
          <a:solidFill>
            <a:srgbClr val="BDBDBD"/>
          </a:solidFill>
          <a:ln w="9525">
            <a:solidFill>
              <a:srgbClr val="1C2B55"/>
            </a:solidFill>
          </a:ln>
        </p:spPr>
        <p:txBody>
          <a:bodyPr wrap="non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그룹 공동 클라우드 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(Private Cloud)</a:t>
            </a:r>
          </a:p>
        </p:txBody>
      </p:sp>
      <p:sp>
        <p:nvSpPr>
          <p:cNvPr id="7" name="사각형: 둥근 모서리 415">
            <a:extLst>
              <a:ext uri="{FF2B5EF4-FFF2-40B4-BE49-F238E27FC236}">
                <a16:creationId xmlns:a16="http://schemas.microsoft.com/office/drawing/2014/main" id="{4E26A2AC-2335-B8B6-FF36-DC58E5738F2F}"/>
              </a:ext>
            </a:extLst>
          </p:cNvPr>
          <p:cNvSpPr/>
          <p:nvPr/>
        </p:nvSpPr>
        <p:spPr>
          <a:xfrm>
            <a:off x="1732039" y="4180576"/>
            <a:ext cx="2865546" cy="190676"/>
          </a:xfrm>
          <a:prstGeom prst="roundRect">
            <a:avLst/>
          </a:prstGeom>
          <a:solidFill>
            <a:srgbClr val="FF0000">
              <a:alpha val="2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클라우드 </a:t>
            </a:r>
            <a:r>
              <a:rPr kumimoji="0" lang="ko-KR" altLang="en-US" sz="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코어망</a:t>
            </a:r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7198BBC-345B-92E6-591A-DA383575E4BE}"/>
              </a:ext>
            </a:extLst>
          </p:cNvPr>
          <p:cNvSpPr/>
          <p:nvPr/>
        </p:nvSpPr>
        <p:spPr>
          <a:xfrm>
            <a:off x="2337491" y="2299437"/>
            <a:ext cx="2167975" cy="108890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prstDash val="sysDash"/>
          </a:ln>
        </p:spPr>
        <p:txBody>
          <a:bodyPr wrap="non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F12C0A7-02C1-3F70-FFE7-0817738CBA78}"/>
              </a:ext>
            </a:extLst>
          </p:cNvPr>
          <p:cNvSpPr/>
          <p:nvPr/>
        </p:nvSpPr>
        <p:spPr>
          <a:xfrm>
            <a:off x="1769826" y="3450041"/>
            <a:ext cx="2753135" cy="5667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prstDash val="sysDash"/>
          </a:ln>
        </p:spPr>
        <p:txBody>
          <a:bodyPr wrap="non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TextBox 454">
            <a:extLst>
              <a:ext uri="{FF2B5EF4-FFF2-40B4-BE49-F238E27FC236}">
                <a16:creationId xmlns:a16="http://schemas.microsoft.com/office/drawing/2014/main" id="{B2C00E21-DED4-E244-0B41-0C96CFE05CFC}"/>
              </a:ext>
            </a:extLst>
          </p:cNvPr>
          <p:cNvSpPr txBox="1"/>
          <p:nvPr/>
        </p:nvSpPr>
        <p:spPr>
          <a:xfrm>
            <a:off x="2338842" y="2279961"/>
            <a:ext cx="6186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Agent /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MCP</a:t>
            </a: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영역</a:t>
            </a:r>
            <a:endParaRPr kumimoji="0" lang="en-US" altLang="ko-KR" sz="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Box 455">
            <a:extLst>
              <a:ext uri="{FF2B5EF4-FFF2-40B4-BE49-F238E27FC236}">
                <a16:creationId xmlns:a16="http://schemas.microsoft.com/office/drawing/2014/main" id="{18215D30-5C69-8643-7CEA-A3B97F9B901C}"/>
              </a:ext>
            </a:extLst>
          </p:cNvPr>
          <p:cNvSpPr txBox="1"/>
          <p:nvPr/>
        </p:nvSpPr>
        <p:spPr>
          <a:xfrm>
            <a:off x="1769496" y="3513875"/>
            <a:ext cx="4933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8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데이터</a:t>
            </a:r>
            <a:endParaRPr kumimoji="0" lang="en-US" altLang="ko-KR" sz="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영역</a:t>
            </a:r>
            <a:endParaRPr kumimoji="0" lang="en-US" altLang="ko-KR" sz="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TextBox 456">
            <a:extLst>
              <a:ext uri="{FF2B5EF4-FFF2-40B4-BE49-F238E27FC236}">
                <a16:creationId xmlns:a16="http://schemas.microsoft.com/office/drawing/2014/main" id="{D7975062-B646-DBE7-91BA-6B57609E2D78}"/>
              </a:ext>
            </a:extLst>
          </p:cNvPr>
          <p:cNvSpPr txBox="1"/>
          <p:nvPr/>
        </p:nvSpPr>
        <p:spPr>
          <a:xfrm>
            <a:off x="2414180" y="3780015"/>
            <a:ext cx="2049782" cy="189190"/>
          </a:xfrm>
          <a:prstGeom prst="rect">
            <a:avLst/>
          </a:prstGeom>
          <a:solidFill>
            <a:srgbClr val="F5F5F5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marL="0" algn="ctr" defTabSz="1636450" rtl="0" eaLnBrk="1" latinLnBrk="0" hangingPunct="1">
              <a:buClr>
                <a:srgbClr val="3271AA"/>
              </a:buClr>
              <a:buSzPct val="140000"/>
              <a:tabLst>
                <a:tab pos="6096063" algn="l"/>
              </a:tabLst>
              <a:defRPr sz="900" kern="1200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304000000000000" pitchFamily="50" charset="-127"/>
                <a:ea typeface="나눔고딕" panose="020D0304000000000000" pitchFamily="50" charset="-127"/>
                <a:cs typeface="+mn-cs"/>
              </a:defRPr>
            </a:lvl1pPr>
            <a:lvl2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75" b="1" i="0" u="none" strike="noStrike" kern="0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우리다움 L" panose="02000300000000000000" pitchFamily="2" charset="-127"/>
                <a:ea typeface="우리다움 L" panose="02000300000000000000" pitchFamily="2" charset="-127"/>
                <a:cs typeface="Arial" pitchFamily="34" charset="0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데이터  수집 및 </a:t>
            </a:r>
            <a:r>
              <a:rPr kumimoji="0" lang="ko-KR" altLang="en-US" sz="7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전처리</a:t>
            </a:r>
            <a:endParaRPr kumimoji="0" lang="ko-KR" altLang="en-US" sz="7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13" name="TextBox 457">
            <a:extLst>
              <a:ext uri="{FF2B5EF4-FFF2-40B4-BE49-F238E27FC236}">
                <a16:creationId xmlns:a16="http://schemas.microsoft.com/office/drawing/2014/main" id="{BD5DDD6E-7D15-B46C-2B65-6F33DD678FC5}"/>
              </a:ext>
            </a:extLst>
          </p:cNvPr>
          <p:cNvSpPr txBox="1"/>
          <p:nvPr/>
        </p:nvSpPr>
        <p:spPr>
          <a:xfrm>
            <a:off x="3542934" y="3528830"/>
            <a:ext cx="921027" cy="189190"/>
          </a:xfrm>
          <a:prstGeom prst="rect">
            <a:avLst/>
          </a:prstGeom>
          <a:solidFill>
            <a:srgbClr val="F5F5F5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marL="0" algn="ctr" defTabSz="1636450" rtl="0" eaLnBrk="1" latinLnBrk="0" hangingPunct="1">
              <a:buClr>
                <a:srgbClr val="3271AA"/>
              </a:buClr>
              <a:buSzPct val="140000"/>
              <a:tabLst>
                <a:tab pos="6096063" algn="l"/>
              </a:tabLst>
              <a:defRPr sz="900" kern="1200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304000000000000" pitchFamily="50" charset="-127"/>
                <a:ea typeface="나눔고딕" panose="020D0304000000000000" pitchFamily="50" charset="-127"/>
                <a:cs typeface="+mn-cs"/>
              </a:defRPr>
            </a:lvl1pPr>
            <a:lvl2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75" b="1" i="0" u="none" strike="noStrike" kern="0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우리다움 L" panose="02000300000000000000" pitchFamily="2" charset="-127"/>
                <a:ea typeface="우리다움 L" panose="02000300000000000000" pitchFamily="2" charset="-127"/>
                <a:cs typeface="Arial" pitchFamily="34" charset="0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벡터화 저장</a:t>
            </a:r>
          </a:p>
        </p:txBody>
      </p:sp>
      <p:cxnSp>
        <p:nvCxnSpPr>
          <p:cNvPr id="14" name="직선 화살표 연결선 14">
            <a:extLst>
              <a:ext uri="{FF2B5EF4-FFF2-40B4-BE49-F238E27FC236}">
                <a16:creationId xmlns:a16="http://schemas.microsoft.com/office/drawing/2014/main" id="{9EA5B42C-34B6-19FD-9CC7-27CCC65C66C5}"/>
              </a:ext>
            </a:extLst>
          </p:cNvPr>
          <p:cNvCxnSpPr>
            <a:cxnSpLocks/>
            <a:stCxn id="12" idx="0"/>
            <a:endCxn id="13" idx="1"/>
          </p:cNvCxnSpPr>
          <p:nvPr/>
        </p:nvCxnSpPr>
        <p:spPr>
          <a:xfrm rot="5400000" flipH="1" flipV="1">
            <a:off x="3412708" y="3649789"/>
            <a:ext cx="156590" cy="103863"/>
          </a:xfrm>
          <a:prstGeom prst="bentConnector2">
            <a:avLst/>
          </a:prstGeom>
          <a:ln>
            <a:solidFill>
              <a:srgbClr val="40404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459">
            <a:extLst>
              <a:ext uri="{FF2B5EF4-FFF2-40B4-BE49-F238E27FC236}">
                <a16:creationId xmlns:a16="http://schemas.microsoft.com/office/drawing/2014/main" id="{C7B3C918-35CB-48E9-6B62-013250CD848D}"/>
              </a:ext>
            </a:extLst>
          </p:cNvPr>
          <p:cNvSpPr txBox="1"/>
          <p:nvPr/>
        </p:nvSpPr>
        <p:spPr>
          <a:xfrm>
            <a:off x="2395477" y="3476743"/>
            <a:ext cx="664086" cy="189190"/>
          </a:xfrm>
          <a:prstGeom prst="rect">
            <a:avLst/>
          </a:prstGeom>
          <a:solidFill>
            <a:srgbClr val="F5F5F5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marL="0" algn="ctr" defTabSz="1636450" rtl="0" eaLnBrk="1" latinLnBrk="0" hangingPunct="1">
              <a:buClr>
                <a:srgbClr val="3271AA"/>
              </a:buClr>
              <a:buSzPct val="140000"/>
              <a:tabLst>
                <a:tab pos="6096063" algn="l"/>
              </a:tabLst>
              <a:defRPr sz="900" kern="1200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304000000000000" pitchFamily="50" charset="-127"/>
                <a:ea typeface="나눔고딕" panose="020D0304000000000000" pitchFamily="50" charset="-127"/>
                <a:cs typeface="+mn-cs"/>
              </a:defRPr>
            </a:lvl1pPr>
            <a:lvl2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75" b="1" i="0" u="none" strike="noStrike" kern="0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우리다움 L" panose="02000300000000000000" pitchFamily="2" charset="-127"/>
                <a:ea typeface="우리다움 L" panose="02000300000000000000" pitchFamily="2" charset="-127"/>
                <a:cs typeface="Arial" pitchFamily="34" charset="0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17" name="TextBox 460">
            <a:extLst>
              <a:ext uri="{FF2B5EF4-FFF2-40B4-BE49-F238E27FC236}">
                <a16:creationId xmlns:a16="http://schemas.microsoft.com/office/drawing/2014/main" id="{4ACD7416-23ED-7B09-AF68-2D0EE46F4C62}"/>
              </a:ext>
            </a:extLst>
          </p:cNvPr>
          <p:cNvSpPr txBox="1"/>
          <p:nvPr/>
        </p:nvSpPr>
        <p:spPr>
          <a:xfrm>
            <a:off x="2429848" y="3498236"/>
            <a:ext cx="664086" cy="189190"/>
          </a:xfrm>
          <a:prstGeom prst="rect">
            <a:avLst/>
          </a:prstGeom>
          <a:solidFill>
            <a:srgbClr val="F5F5F5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marL="0" algn="ctr" defTabSz="1636450" rtl="0" eaLnBrk="1" latinLnBrk="0" hangingPunct="1">
              <a:buClr>
                <a:srgbClr val="3271AA"/>
              </a:buClr>
              <a:buSzPct val="140000"/>
              <a:tabLst>
                <a:tab pos="6096063" algn="l"/>
              </a:tabLst>
              <a:defRPr sz="900" kern="1200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304000000000000" pitchFamily="50" charset="-127"/>
                <a:ea typeface="나눔고딕" panose="020D0304000000000000" pitchFamily="50" charset="-127"/>
                <a:cs typeface="+mn-cs"/>
              </a:defRPr>
            </a:lvl1pPr>
            <a:lvl2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75" b="1" i="0" u="none" strike="noStrike" kern="0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우리다움 L" panose="02000300000000000000" pitchFamily="2" charset="-127"/>
                <a:ea typeface="우리다움 L" panose="02000300000000000000" pitchFamily="2" charset="-127"/>
                <a:cs typeface="Arial" pitchFamily="34" charset="0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18" name="TextBox 111">
            <a:extLst>
              <a:ext uri="{FF2B5EF4-FFF2-40B4-BE49-F238E27FC236}">
                <a16:creationId xmlns:a16="http://schemas.microsoft.com/office/drawing/2014/main" id="{8C781ECA-ABCA-728C-892B-01E339E01735}"/>
              </a:ext>
            </a:extLst>
          </p:cNvPr>
          <p:cNvSpPr txBox="1"/>
          <p:nvPr/>
        </p:nvSpPr>
        <p:spPr>
          <a:xfrm>
            <a:off x="2717717" y="3522688"/>
            <a:ext cx="664086" cy="189190"/>
          </a:xfrm>
          <a:prstGeom prst="rect">
            <a:avLst/>
          </a:prstGeom>
          <a:solidFill>
            <a:srgbClr val="F5F5F5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marL="0" algn="ctr" defTabSz="1636450" rtl="0" eaLnBrk="1" latinLnBrk="0" hangingPunct="1">
              <a:buClr>
                <a:srgbClr val="3271AA"/>
              </a:buClr>
              <a:buSzPct val="140000"/>
              <a:tabLst>
                <a:tab pos="6096063" algn="l"/>
              </a:tabLst>
              <a:defRPr sz="900" kern="1200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304000000000000" pitchFamily="50" charset="-127"/>
                <a:ea typeface="나눔고딕" panose="020D0304000000000000" pitchFamily="50" charset="-127"/>
                <a:cs typeface="+mn-cs"/>
              </a:defRPr>
            </a:lvl1pPr>
            <a:lvl2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75" b="1" i="0" u="none" strike="noStrike" kern="0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우리다움 L" panose="02000300000000000000" pitchFamily="2" charset="-127"/>
                <a:ea typeface="우리다움 L" panose="02000300000000000000" pitchFamily="2" charset="-127"/>
                <a:cs typeface="Arial" pitchFamily="34" charset="0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서비스</a:t>
            </a:r>
            <a:r>
              <a:rPr kumimoji="0" lang="en-US" altLang="ko-KR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DB</a:t>
            </a:r>
            <a:endParaRPr kumimoji="0" lang="ko-KR" altLang="en-US" sz="7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BA90408E-CBD8-D9DC-C4B3-476F893834FD}"/>
              </a:ext>
            </a:extLst>
          </p:cNvPr>
          <p:cNvCxnSpPr>
            <a:cxnSpLocks/>
            <a:stCxn id="168" idx="2"/>
            <a:endCxn id="17" idx="0"/>
          </p:cNvCxnSpPr>
          <p:nvPr/>
        </p:nvCxnSpPr>
        <p:spPr>
          <a:xfrm flipH="1">
            <a:off x="2761891" y="3315116"/>
            <a:ext cx="308094" cy="183120"/>
          </a:xfrm>
          <a:prstGeom prst="straightConnector1">
            <a:avLst/>
          </a:prstGeom>
          <a:ln>
            <a:solidFill>
              <a:srgbClr val="40404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8C423C1-6FBF-E476-D341-D21F15094160}"/>
              </a:ext>
            </a:extLst>
          </p:cNvPr>
          <p:cNvSpPr/>
          <p:nvPr/>
        </p:nvSpPr>
        <p:spPr>
          <a:xfrm>
            <a:off x="1769496" y="2304830"/>
            <a:ext cx="503302" cy="108890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prstDash val="sysDash"/>
          </a:ln>
        </p:spPr>
        <p:txBody>
          <a:bodyPr wrap="non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TextBox 515">
            <a:extLst>
              <a:ext uri="{FF2B5EF4-FFF2-40B4-BE49-F238E27FC236}">
                <a16:creationId xmlns:a16="http://schemas.microsoft.com/office/drawing/2014/main" id="{AC024946-EB2B-E631-555E-B2FF48838B11}"/>
              </a:ext>
            </a:extLst>
          </p:cNvPr>
          <p:cNvSpPr txBox="1"/>
          <p:nvPr/>
        </p:nvSpPr>
        <p:spPr>
          <a:xfrm>
            <a:off x="1776188" y="2318510"/>
            <a:ext cx="4901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Agent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GW</a:t>
            </a:r>
          </a:p>
        </p:txBody>
      </p:sp>
      <p:sp>
        <p:nvSpPr>
          <p:cNvPr id="25" name="TextBox 516">
            <a:extLst>
              <a:ext uri="{FF2B5EF4-FFF2-40B4-BE49-F238E27FC236}">
                <a16:creationId xmlns:a16="http://schemas.microsoft.com/office/drawing/2014/main" id="{0409435E-8635-58A9-A458-01FEF8F7CE84}"/>
              </a:ext>
            </a:extLst>
          </p:cNvPr>
          <p:cNvSpPr txBox="1"/>
          <p:nvPr/>
        </p:nvSpPr>
        <p:spPr>
          <a:xfrm>
            <a:off x="1846790" y="2633799"/>
            <a:ext cx="346960" cy="323149"/>
          </a:xfrm>
          <a:prstGeom prst="rect">
            <a:avLst/>
          </a:prstGeom>
          <a:solidFill>
            <a:srgbClr val="F5F5F5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marL="0" algn="ctr" defTabSz="1636450" rtl="0" eaLnBrk="1" latinLnBrk="0" hangingPunct="1">
              <a:buClr>
                <a:srgbClr val="3271AA"/>
              </a:buClr>
              <a:buSzPct val="140000"/>
              <a:tabLst>
                <a:tab pos="6096063" algn="l"/>
              </a:tabLst>
              <a:defRPr sz="900" kern="1200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304000000000000" pitchFamily="50" charset="-127"/>
                <a:ea typeface="나눔고딕" panose="020D0304000000000000" pitchFamily="50" charset="-127"/>
                <a:cs typeface="+mn-cs"/>
              </a:defRPr>
            </a:lvl1pPr>
            <a:lvl2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75" b="1" i="0" u="none" strike="noStrike" kern="0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우리다움 L" panose="02000300000000000000" pitchFamily="2" charset="-127"/>
                <a:ea typeface="우리다움 L" panose="02000300000000000000" pitchFamily="2" charset="-127"/>
                <a:cs typeface="Arial" pitchFamily="34" charset="0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대외</a:t>
            </a:r>
            <a:endParaRPr kumimoji="0" lang="en-US" altLang="ko-KR" sz="7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  <a:p>
            <a: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GW</a:t>
            </a:r>
            <a:endParaRPr kumimoji="0" lang="ko-KR" altLang="en-US" sz="7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28" name="TextBox 517">
            <a:extLst>
              <a:ext uri="{FF2B5EF4-FFF2-40B4-BE49-F238E27FC236}">
                <a16:creationId xmlns:a16="http://schemas.microsoft.com/office/drawing/2014/main" id="{05D483F0-A689-726F-ACD5-3931BF37FE5F}"/>
              </a:ext>
            </a:extLst>
          </p:cNvPr>
          <p:cNvSpPr txBox="1"/>
          <p:nvPr/>
        </p:nvSpPr>
        <p:spPr>
          <a:xfrm>
            <a:off x="1846790" y="3038153"/>
            <a:ext cx="346960" cy="323149"/>
          </a:xfrm>
          <a:prstGeom prst="rect">
            <a:avLst/>
          </a:prstGeom>
          <a:solidFill>
            <a:srgbClr val="F5F5F5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marL="0" algn="ctr" defTabSz="1636450" rtl="0" eaLnBrk="1" latinLnBrk="0" hangingPunct="1">
              <a:buClr>
                <a:srgbClr val="3271AA"/>
              </a:buClr>
              <a:buSzPct val="140000"/>
              <a:tabLst>
                <a:tab pos="6096063" algn="l"/>
              </a:tabLst>
              <a:defRPr sz="900" kern="1200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304000000000000" pitchFamily="50" charset="-127"/>
                <a:ea typeface="나눔고딕" panose="020D0304000000000000" pitchFamily="50" charset="-127"/>
                <a:cs typeface="+mn-cs"/>
              </a:defRPr>
            </a:lvl1pPr>
            <a:lvl2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75" b="1" i="0" u="none" strike="noStrike" kern="0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우리다움 L" panose="02000300000000000000" pitchFamily="2" charset="-127"/>
                <a:ea typeface="우리다움 L" panose="02000300000000000000" pitchFamily="2" charset="-127"/>
                <a:cs typeface="Arial" pitchFamily="34" charset="0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대내</a:t>
            </a:r>
            <a:endParaRPr kumimoji="0" lang="en-US" altLang="ko-KR" sz="7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  <a:p>
            <a: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GW</a:t>
            </a:r>
            <a:endParaRPr kumimoji="0" lang="ko-KR" altLang="en-US" sz="7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cxnSp>
        <p:nvCxnSpPr>
          <p:cNvPr id="31" name="연결선: 꺾임 431">
            <a:extLst>
              <a:ext uri="{FF2B5EF4-FFF2-40B4-BE49-F238E27FC236}">
                <a16:creationId xmlns:a16="http://schemas.microsoft.com/office/drawing/2014/main" id="{EF13CADE-497E-DEEE-726F-BB687A90F91B}"/>
              </a:ext>
            </a:extLst>
          </p:cNvPr>
          <p:cNvCxnSpPr>
            <a:cxnSpLocks/>
            <a:endCxn id="175" idx="2"/>
          </p:cNvCxnSpPr>
          <p:nvPr/>
        </p:nvCxnSpPr>
        <p:spPr>
          <a:xfrm rot="5400000" flipH="1" flipV="1">
            <a:off x="3971670" y="3345529"/>
            <a:ext cx="193254" cy="108929"/>
          </a:xfrm>
          <a:prstGeom prst="bentConnector3">
            <a:avLst>
              <a:gd name="adj1" fmla="val 50000"/>
            </a:avLst>
          </a:prstGeom>
          <a:ln>
            <a:solidFill>
              <a:srgbClr val="404040"/>
            </a:solidFill>
            <a:prstDash val="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D485BB12-CC97-E047-E9EA-DA94AAF908B2}"/>
              </a:ext>
            </a:extLst>
          </p:cNvPr>
          <p:cNvGrpSpPr/>
          <p:nvPr/>
        </p:nvGrpSpPr>
        <p:grpSpPr>
          <a:xfrm>
            <a:off x="1758321" y="1100415"/>
            <a:ext cx="2801785" cy="373559"/>
            <a:chOff x="-1260357" y="4215337"/>
            <a:chExt cx="1489236" cy="452005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080374CD-9D36-DE38-834C-8255FDDBFD88}"/>
                </a:ext>
              </a:extLst>
            </p:cNvPr>
            <p:cNvSpPr/>
            <p:nvPr/>
          </p:nvSpPr>
          <p:spPr>
            <a:xfrm>
              <a:off x="-1260357" y="4435352"/>
              <a:ext cx="1489236" cy="23199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txBody>
            <a:bodyPr wrap="none" rtlCol="0" anchor="ctr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AI Agent </a:t>
              </a:r>
              <a:r>
                <a:rPr kumimoji="0" lang="ko-KR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플랫폼</a:t>
              </a: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268F6FF7-7004-14BB-DD56-C59FEC9C3354}"/>
                </a:ext>
              </a:extLst>
            </p:cNvPr>
            <p:cNvSpPr/>
            <p:nvPr/>
          </p:nvSpPr>
          <p:spPr>
            <a:xfrm>
              <a:off x="-1260357" y="4215337"/>
              <a:ext cx="1489236" cy="190615"/>
            </a:xfrm>
            <a:prstGeom prst="rect">
              <a:avLst/>
            </a:prstGeom>
            <a:solidFill>
              <a:srgbClr val="808080"/>
            </a:solidFill>
            <a:ln>
              <a:solidFill>
                <a:schemeClr val="bg1"/>
              </a:solidFill>
            </a:ln>
          </p:spPr>
          <p:txBody>
            <a:bodyPr wrap="none" rtlCol="0" anchor="ctr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AI </a:t>
              </a:r>
              <a:r>
                <a:rPr kumimoji="0" lang="ko-KR" alt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서비스 영역</a:t>
              </a: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B08CEDFE-A75B-982A-F41F-02AA9E5D2144}"/>
              </a:ext>
            </a:extLst>
          </p:cNvPr>
          <p:cNvGrpSpPr/>
          <p:nvPr/>
        </p:nvGrpSpPr>
        <p:grpSpPr>
          <a:xfrm>
            <a:off x="2519703" y="3583831"/>
            <a:ext cx="83434" cy="18000"/>
            <a:chOff x="-467832" y="3110489"/>
            <a:chExt cx="83277" cy="18000"/>
          </a:xfrm>
        </p:grpSpPr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8F60D847-EEE7-1AE9-5B2C-66DBBB690FD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435193" y="3110489"/>
              <a:ext cx="18000" cy="18000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txBody>
            <a:bodyPr wrap="square" lIns="36000" tIns="36000" rIns="36000" bIns="36000" rtlCol="0" anchor="ctr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>
                <a:ln w="3175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5" name="타원 54">
              <a:extLst>
                <a:ext uri="{FF2B5EF4-FFF2-40B4-BE49-F238E27FC236}">
                  <a16:creationId xmlns:a16="http://schemas.microsoft.com/office/drawing/2014/main" id="{D65D3874-979E-32B8-2481-815F06F24D7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467832" y="3110489"/>
              <a:ext cx="18000" cy="18000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txBody>
            <a:bodyPr wrap="square" lIns="36000" tIns="36000" rIns="36000" bIns="36000" rtlCol="0" anchor="ctr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>
                <a:ln w="3175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6" name="타원 55">
              <a:extLst>
                <a:ext uri="{FF2B5EF4-FFF2-40B4-BE49-F238E27FC236}">
                  <a16:creationId xmlns:a16="http://schemas.microsoft.com/office/drawing/2014/main" id="{C5566556-5963-AE26-DEFA-9FAD17F1861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402555" y="3110489"/>
              <a:ext cx="18000" cy="18000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txBody>
            <a:bodyPr wrap="square" lIns="36000" tIns="36000" rIns="36000" bIns="36000" rtlCol="0" anchor="ctr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>
                <a:ln w="3175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968EAA2E-107C-DFA0-0B01-1794314531B8}"/>
              </a:ext>
            </a:extLst>
          </p:cNvPr>
          <p:cNvSpPr/>
          <p:nvPr/>
        </p:nvSpPr>
        <p:spPr>
          <a:xfrm>
            <a:off x="885116" y="1155210"/>
            <a:ext cx="795817" cy="89711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prstDash val="sysDash"/>
          </a:ln>
        </p:spPr>
        <p:txBody>
          <a:bodyPr wrap="non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8" name="TextBox 543">
            <a:extLst>
              <a:ext uri="{FF2B5EF4-FFF2-40B4-BE49-F238E27FC236}">
                <a16:creationId xmlns:a16="http://schemas.microsoft.com/office/drawing/2014/main" id="{2AE33DDE-C986-EABC-7544-B764B1D692C0}"/>
              </a:ext>
            </a:extLst>
          </p:cNvPr>
          <p:cNvSpPr txBox="1"/>
          <p:nvPr/>
        </p:nvSpPr>
        <p:spPr>
          <a:xfrm>
            <a:off x="929509" y="1612299"/>
            <a:ext cx="708381" cy="189190"/>
          </a:xfrm>
          <a:prstGeom prst="rect">
            <a:avLst/>
          </a:prstGeom>
          <a:solidFill>
            <a:srgbClr val="F5F5F5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marL="0" algn="ctr" defTabSz="1636450" rtl="0" eaLnBrk="1" latinLnBrk="0" hangingPunct="1">
              <a:buClr>
                <a:srgbClr val="3271AA"/>
              </a:buClr>
              <a:buSzPct val="140000"/>
              <a:tabLst>
                <a:tab pos="6096063" algn="l"/>
              </a:tabLst>
              <a:defRPr sz="900" kern="1200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304000000000000" pitchFamily="50" charset="-127"/>
                <a:ea typeface="나눔고딕" panose="020D0304000000000000" pitchFamily="50" charset="-127"/>
                <a:cs typeface="+mn-cs"/>
              </a:defRPr>
            </a:lvl1pPr>
            <a:lvl2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75" b="1" i="0" u="none" strike="noStrike" kern="0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우리다움 L" panose="02000300000000000000" pitchFamily="2" charset="-127"/>
                <a:ea typeface="우리다움 L" panose="02000300000000000000" pitchFamily="2" charset="-127"/>
                <a:cs typeface="Arial" pitchFamily="34" charset="0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WEB Portal</a:t>
            </a:r>
            <a:endParaRPr kumimoji="0" lang="ko-KR" altLang="en-US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59" name="TextBox 544">
            <a:extLst>
              <a:ext uri="{FF2B5EF4-FFF2-40B4-BE49-F238E27FC236}">
                <a16:creationId xmlns:a16="http://schemas.microsoft.com/office/drawing/2014/main" id="{EF94EC06-9E14-2A40-6538-FEAE3B6955F5}"/>
              </a:ext>
            </a:extLst>
          </p:cNvPr>
          <p:cNvSpPr txBox="1"/>
          <p:nvPr/>
        </p:nvSpPr>
        <p:spPr>
          <a:xfrm>
            <a:off x="933815" y="2209085"/>
            <a:ext cx="708381" cy="189190"/>
          </a:xfrm>
          <a:prstGeom prst="rect">
            <a:avLst/>
          </a:prstGeom>
          <a:solidFill>
            <a:srgbClr val="F5F5F5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marL="0" algn="ctr" defTabSz="1636450" rtl="0" eaLnBrk="1" latinLnBrk="0" hangingPunct="1">
              <a:buClr>
                <a:srgbClr val="3271AA"/>
              </a:buClr>
              <a:buSzPct val="140000"/>
              <a:tabLst>
                <a:tab pos="6096063" algn="l"/>
              </a:tabLst>
              <a:defRPr sz="900" kern="1200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304000000000000" pitchFamily="50" charset="-127"/>
                <a:ea typeface="나눔고딕" panose="020D0304000000000000" pitchFamily="50" charset="-127"/>
                <a:cs typeface="+mn-cs"/>
              </a:defRPr>
            </a:lvl1pPr>
            <a:lvl2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75" b="1" i="0" u="none" strike="noStrike" kern="0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우리다움 L" panose="02000300000000000000" pitchFamily="2" charset="-127"/>
                <a:ea typeface="우리다움 L" panose="02000300000000000000" pitchFamily="2" charset="-127"/>
                <a:cs typeface="Arial" pitchFamily="34" charset="0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Intranet</a:t>
            </a:r>
            <a:endParaRPr kumimoji="0" lang="ko-KR" altLang="en-US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60" name="TextBox 545">
            <a:extLst>
              <a:ext uri="{FF2B5EF4-FFF2-40B4-BE49-F238E27FC236}">
                <a16:creationId xmlns:a16="http://schemas.microsoft.com/office/drawing/2014/main" id="{C92AADB8-ED22-DFB3-F8F3-144E13965693}"/>
              </a:ext>
            </a:extLst>
          </p:cNvPr>
          <p:cNvSpPr txBox="1"/>
          <p:nvPr/>
        </p:nvSpPr>
        <p:spPr>
          <a:xfrm>
            <a:off x="929508" y="1843211"/>
            <a:ext cx="708381" cy="189190"/>
          </a:xfrm>
          <a:prstGeom prst="rect">
            <a:avLst/>
          </a:prstGeom>
          <a:solidFill>
            <a:srgbClr val="F5F5F5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marL="0" algn="ctr" defTabSz="1636450" rtl="0" eaLnBrk="1" latinLnBrk="0" hangingPunct="1">
              <a:buClr>
                <a:srgbClr val="3271AA"/>
              </a:buClr>
              <a:buSzPct val="140000"/>
              <a:tabLst>
                <a:tab pos="6096063" algn="l"/>
              </a:tabLst>
              <a:defRPr sz="900" kern="1200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304000000000000" pitchFamily="50" charset="-127"/>
                <a:ea typeface="나눔고딕" panose="020D0304000000000000" pitchFamily="50" charset="-127"/>
                <a:cs typeface="+mn-cs"/>
              </a:defRPr>
            </a:lvl1pPr>
            <a:lvl2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75" b="1" i="0" u="none" strike="noStrike" kern="0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우리다움 L" panose="02000300000000000000" pitchFamily="2" charset="-127"/>
                <a:ea typeface="우리다움 L" panose="02000300000000000000" pitchFamily="2" charset="-127"/>
                <a:cs typeface="Arial" pitchFamily="34" charset="0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Mobile</a:t>
            </a:r>
            <a:endParaRPr kumimoji="0" lang="ko-KR" altLang="en-US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61" name="TextBox 546">
            <a:extLst>
              <a:ext uri="{FF2B5EF4-FFF2-40B4-BE49-F238E27FC236}">
                <a16:creationId xmlns:a16="http://schemas.microsoft.com/office/drawing/2014/main" id="{12FC8E75-EE16-9EAC-AF40-6C0E5AABA1AB}"/>
              </a:ext>
            </a:extLst>
          </p:cNvPr>
          <p:cNvSpPr txBox="1"/>
          <p:nvPr/>
        </p:nvSpPr>
        <p:spPr>
          <a:xfrm>
            <a:off x="933815" y="3237894"/>
            <a:ext cx="708381" cy="189190"/>
          </a:xfrm>
          <a:prstGeom prst="rect">
            <a:avLst/>
          </a:prstGeom>
          <a:solidFill>
            <a:srgbClr val="F5F5F5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marL="0" algn="ctr" defTabSz="1636450" rtl="0" eaLnBrk="1" latinLnBrk="0" hangingPunct="1">
              <a:buClr>
                <a:srgbClr val="3271AA"/>
              </a:buClr>
              <a:buSzPct val="140000"/>
              <a:tabLst>
                <a:tab pos="6096063" algn="l"/>
              </a:tabLst>
              <a:defRPr sz="900" kern="1200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304000000000000" pitchFamily="50" charset="-127"/>
                <a:ea typeface="나눔고딕" panose="020D0304000000000000" pitchFamily="50" charset="-127"/>
                <a:cs typeface="+mn-cs"/>
              </a:defRPr>
            </a:lvl1pPr>
            <a:lvl2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75" b="1" i="0" u="none" strike="noStrike" kern="0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우리다움 L" panose="02000300000000000000" pitchFamily="2" charset="-127"/>
                <a:ea typeface="우리다움 L" panose="02000300000000000000" pitchFamily="2" charset="-127"/>
                <a:cs typeface="Arial" pitchFamily="34" charset="0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신규 서비스 확산</a:t>
            </a:r>
          </a:p>
        </p:txBody>
      </p:sp>
      <p:sp>
        <p:nvSpPr>
          <p:cNvPr id="62" name="TextBox 547">
            <a:extLst>
              <a:ext uri="{FF2B5EF4-FFF2-40B4-BE49-F238E27FC236}">
                <a16:creationId xmlns:a16="http://schemas.microsoft.com/office/drawing/2014/main" id="{5BD9B8D7-95B9-BF55-5480-5D619EB4E3D5}"/>
              </a:ext>
            </a:extLst>
          </p:cNvPr>
          <p:cNvSpPr txBox="1"/>
          <p:nvPr/>
        </p:nvSpPr>
        <p:spPr>
          <a:xfrm>
            <a:off x="933815" y="2465504"/>
            <a:ext cx="708381" cy="189190"/>
          </a:xfrm>
          <a:prstGeom prst="rect">
            <a:avLst/>
          </a:prstGeom>
          <a:solidFill>
            <a:srgbClr val="F5F5F5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marL="0" algn="ctr" defTabSz="1636450" rtl="0" eaLnBrk="1" latinLnBrk="0" hangingPunct="1">
              <a:buClr>
                <a:srgbClr val="3271AA"/>
              </a:buClr>
              <a:buSzPct val="140000"/>
              <a:tabLst>
                <a:tab pos="6096063" algn="l"/>
              </a:tabLst>
              <a:defRPr sz="900" kern="1200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304000000000000" pitchFamily="50" charset="-127"/>
                <a:ea typeface="나눔고딕" panose="020D0304000000000000" pitchFamily="50" charset="-127"/>
                <a:cs typeface="+mn-cs"/>
              </a:defRPr>
            </a:lvl1pPr>
            <a:lvl2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75" b="1" i="0" u="none" strike="noStrike" kern="0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우리다움 L" panose="02000300000000000000" pitchFamily="2" charset="-127"/>
                <a:ea typeface="우리다움 L" panose="02000300000000000000" pitchFamily="2" charset="-127"/>
                <a:cs typeface="Arial" pitchFamily="34" charset="0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API </a:t>
            </a:r>
            <a:r>
              <a:rPr lang="ko-KR" altLang="en-US" sz="700" b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서비스</a:t>
            </a:r>
            <a:endParaRPr kumimoji="0" lang="ko-KR" altLang="en-US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63" name="TextBox 548">
            <a:extLst>
              <a:ext uri="{FF2B5EF4-FFF2-40B4-BE49-F238E27FC236}">
                <a16:creationId xmlns:a16="http://schemas.microsoft.com/office/drawing/2014/main" id="{FFA831C1-1DE9-E42B-6435-64D526412A00}"/>
              </a:ext>
            </a:extLst>
          </p:cNvPr>
          <p:cNvSpPr txBox="1"/>
          <p:nvPr/>
        </p:nvSpPr>
        <p:spPr>
          <a:xfrm>
            <a:off x="933815" y="2711959"/>
            <a:ext cx="708381" cy="189190"/>
          </a:xfrm>
          <a:prstGeom prst="rect">
            <a:avLst/>
          </a:prstGeom>
          <a:solidFill>
            <a:srgbClr val="F5F5F5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marL="0" algn="ctr" defTabSz="1636450" rtl="0" eaLnBrk="1" latinLnBrk="0" hangingPunct="1">
              <a:buClr>
                <a:srgbClr val="3271AA"/>
              </a:buClr>
              <a:buSzPct val="140000"/>
              <a:tabLst>
                <a:tab pos="6096063" algn="l"/>
              </a:tabLst>
              <a:defRPr sz="900" kern="1200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304000000000000" pitchFamily="50" charset="-127"/>
                <a:ea typeface="나눔고딕" panose="020D0304000000000000" pitchFamily="50" charset="-127"/>
                <a:cs typeface="+mn-cs"/>
              </a:defRPr>
            </a:lvl1pPr>
            <a:lvl2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75" b="1" i="0" u="none" strike="noStrike" kern="0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우리다움 L" panose="02000300000000000000" pitchFamily="2" charset="-127"/>
                <a:ea typeface="우리다움 L" panose="02000300000000000000" pitchFamily="2" charset="-127"/>
                <a:cs typeface="Arial" pitchFamily="34" charset="0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범용 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AI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서비스</a:t>
            </a:r>
          </a:p>
        </p:txBody>
      </p:sp>
      <p:sp>
        <p:nvSpPr>
          <p:cNvPr id="64" name="TextBox 549">
            <a:extLst>
              <a:ext uri="{FF2B5EF4-FFF2-40B4-BE49-F238E27FC236}">
                <a16:creationId xmlns:a16="http://schemas.microsoft.com/office/drawing/2014/main" id="{9A121B4B-8217-AE1E-874E-7411DBAE050B}"/>
              </a:ext>
            </a:extLst>
          </p:cNvPr>
          <p:cNvSpPr txBox="1"/>
          <p:nvPr/>
        </p:nvSpPr>
        <p:spPr>
          <a:xfrm>
            <a:off x="933815" y="2978393"/>
            <a:ext cx="708381" cy="189190"/>
          </a:xfrm>
          <a:prstGeom prst="rect">
            <a:avLst/>
          </a:prstGeom>
          <a:solidFill>
            <a:srgbClr val="F5F5F5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marL="0" algn="ctr" defTabSz="1636450" rtl="0" eaLnBrk="1" latinLnBrk="0" hangingPunct="1">
              <a:buClr>
                <a:srgbClr val="3271AA"/>
              </a:buClr>
              <a:buSzPct val="140000"/>
              <a:tabLst>
                <a:tab pos="6096063" algn="l"/>
              </a:tabLst>
              <a:defRPr sz="900" kern="1200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304000000000000" pitchFamily="50" charset="-127"/>
                <a:ea typeface="나눔고딕" panose="020D0304000000000000" pitchFamily="50" charset="-127"/>
                <a:cs typeface="+mn-cs"/>
              </a:defRPr>
            </a:lvl1pPr>
            <a:lvl2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75" b="1" i="0" u="none" strike="noStrike" kern="0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우리다움 L" panose="02000300000000000000" pitchFamily="2" charset="-127"/>
                <a:ea typeface="우리다움 L" panose="02000300000000000000" pitchFamily="2" charset="-127"/>
                <a:cs typeface="Arial" pitchFamily="34" charset="0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400" b="1" i="0" u="none" strike="noStrike" kern="1200" cap="none" spc="0" normalizeH="0" baseline="0" noProof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CAD31BED-26A8-73E9-8292-BEE64E0EF888}"/>
              </a:ext>
            </a:extLst>
          </p:cNvPr>
          <p:cNvSpPr/>
          <p:nvPr/>
        </p:nvSpPr>
        <p:spPr>
          <a:xfrm>
            <a:off x="894937" y="2182051"/>
            <a:ext cx="795817" cy="1751691"/>
          </a:xfrm>
          <a:prstGeom prst="rect">
            <a:avLst/>
          </a:prstGeom>
          <a:noFill/>
          <a:ln w="6350">
            <a:solidFill>
              <a:schemeClr val="tx1"/>
            </a:solidFill>
            <a:prstDash val="sysDash"/>
          </a:ln>
        </p:spPr>
        <p:txBody>
          <a:bodyPr wrap="non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6" name="TextBox 558">
            <a:extLst>
              <a:ext uri="{FF2B5EF4-FFF2-40B4-BE49-F238E27FC236}">
                <a16:creationId xmlns:a16="http://schemas.microsoft.com/office/drawing/2014/main" id="{1EBA9FF4-9A9C-25B5-3B56-F2B57251AA15}"/>
              </a:ext>
            </a:extLst>
          </p:cNvPr>
          <p:cNvSpPr txBox="1"/>
          <p:nvPr/>
        </p:nvSpPr>
        <p:spPr>
          <a:xfrm>
            <a:off x="935697" y="3466931"/>
            <a:ext cx="706295" cy="430090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wrap="none" rtlCol="0" anchor="ctr">
            <a:no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AI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Agent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서비스 채널</a:t>
            </a:r>
            <a:b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lang="ko-KR" altLang="en-US" dirty="0">
                <a:solidFill>
                  <a:prstClr val="white"/>
                </a:solidFill>
              </a:rPr>
              <a:t>내부 사용자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AA0A0C73-316B-481F-1012-AFCD024F618C}"/>
              </a:ext>
            </a:extLst>
          </p:cNvPr>
          <p:cNvGrpSpPr/>
          <p:nvPr/>
        </p:nvGrpSpPr>
        <p:grpSpPr>
          <a:xfrm>
            <a:off x="1250456" y="3063988"/>
            <a:ext cx="75098" cy="18000"/>
            <a:chOff x="-467832" y="3110489"/>
            <a:chExt cx="83277" cy="18000"/>
          </a:xfrm>
        </p:grpSpPr>
        <p:sp>
          <p:nvSpPr>
            <p:cNvPr id="68" name="타원 67">
              <a:extLst>
                <a:ext uri="{FF2B5EF4-FFF2-40B4-BE49-F238E27FC236}">
                  <a16:creationId xmlns:a16="http://schemas.microsoft.com/office/drawing/2014/main" id="{C70A53E8-F3A0-63DC-2065-7590AFE146F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435193" y="3110489"/>
              <a:ext cx="18000" cy="18000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txBody>
            <a:bodyPr wrap="square" lIns="36000" tIns="36000" rIns="36000" bIns="36000" rtlCol="0" anchor="ctr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>
                <a:ln w="3175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9" name="타원 68">
              <a:extLst>
                <a:ext uri="{FF2B5EF4-FFF2-40B4-BE49-F238E27FC236}">
                  <a16:creationId xmlns:a16="http://schemas.microsoft.com/office/drawing/2014/main" id="{B572124C-AB66-58B7-9576-F24406D7BA6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467832" y="3110489"/>
              <a:ext cx="18000" cy="18000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txBody>
            <a:bodyPr wrap="square" lIns="36000" tIns="36000" rIns="36000" bIns="36000" rtlCol="0" anchor="ctr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>
                <a:ln w="3175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C718B9BE-C23C-5DB3-6448-B06646D91F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402555" y="3110489"/>
              <a:ext cx="18000" cy="18000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txBody>
            <a:bodyPr wrap="square" lIns="36000" tIns="36000" rIns="36000" bIns="36000" rtlCol="0" anchor="ctr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>
                <a:ln w="3175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1F08D8D1-7BFC-2983-53B0-B52A2584D350}"/>
              </a:ext>
            </a:extLst>
          </p:cNvPr>
          <p:cNvSpPr/>
          <p:nvPr/>
        </p:nvSpPr>
        <p:spPr>
          <a:xfrm>
            <a:off x="923812" y="1180415"/>
            <a:ext cx="733500" cy="418858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wrap="non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AI Agent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서비스 채널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lang="ko-KR" altLang="en-US" sz="80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외부 사용자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BAFCD96F-26A9-8D19-CC56-634384B59EEB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1452859" y="1722329"/>
            <a:ext cx="393931" cy="1073045"/>
          </a:xfrm>
          <a:prstGeom prst="straightConnector1">
            <a:avLst/>
          </a:prstGeom>
          <a:ln>
            <a:solidFill>
              <a:srgbClr val="40404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A410645F-BF43-C52A-028D-FEA0FFC90FFF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1452858" y="2351773"/>
            <a:ext cx="393932" cy="847955"/>
          </a:xfrm>
          <a:prstGeom prst="straightConnector1">
            <a:avLst/>
          </a:prstGeom>
          <a:ln>
            <a:solidFill>
              <a:srgbClr val="40404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F0CA4DE6-21E7-059A-6A16-EFA140DCF5EB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1452858" y="2608192"/>
            <a:ext cx="393932" cy="591536"/>
          </a:xfrm>
          <a:prstGeom prst="straightConnector1">
            <a:avLst/>
          </a:prstGeom>
          <a:ln>
            <a:solidFill>
              <a:srgbClr val="40404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DC614B95-F99D-3D05-7FE3-588DCCE10986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1410146" y="1910948"/>
            <a:ext cx="436644" cy="884426"/>
          </a:xfrm>
          <a:prstGeom prst="straightConnector1">
            <a:avLst/>
          </a:prstGeom>
          <a:ln>
            <a:solidFill>
              <a:srgbClr val="40404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98A62784-2C3C-650C-637D-F2D531AFC9CE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1452858" y="1953241"/>
            <a:ext cx="393932" cy="1246487"/>
          </a:xfrm>
          <a:prstGeom prst="straightConnector1">
            <a:avLst/>
          </a:prstGeom>
          <a:ln>
            <a:solidFill>
              <a:srgbClr val="40404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827F1036-F5C5-CEB2-C50C-DB68739C81E3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1452858" y="2854647"/>
            <a:ext cx="393932" cy="345081"/>
          </a:xfrm>
          <a:prstGeom prst="straightConnector1">
            <a:avLst/>
          </a:prstGeom>
          <a:ln>
            <a:solidFill>
              <a:srgbClr val="40404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C24C20EF-5A58-6468-2682-F9ED1D46C77E}"/>
              </a:ext>
            </a:extLst>
          </p:cNvPr>
          <p:cNvSpPr/>
          <p:nvPr/>
        </p:nvSpPr>
        <p:spPr>
          <a:xfrm>
            <a:off x="4810820" y="1080209"/>
            <a:ext cx="1870721" cy="1151421"/>
          </a:xfrm>
          <a:prstGeom prst="rect">
            <a:avLst/>
          </a:prstGeom>
          <a:solidFill>
            <a:srgbClr val="E0F2FF"/>
          </a:solidFill>
          <a:ln w="19050">
            <a:solidFill>
              <a:srgbClr val="3E8AF7"/>
            </a:solidFill>
          </a:ln>
        </p:spPr>
        <p:txBody>
          <a:bodyPr wrap="non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D8A81FE3-1F30-A92E-3E70-88D63508BEBE}"/>
              </a:ext>
            </a:extLst>
          </p:cNvPr>
          <p:cNvSpPr/>
          <p:nvPr/>
        </p:nvSpPr>
        <p:spPr>
          <a:xfrm>
            <a:off x="4810820" y="2482086"/>
            <a:ext cx="1870721" cy="1578340"/>
          </a:xfrm>
          <a:prstGeom prst="rect">
            <a:avLst/>
          </a:prstGeom>
          <a:solidFill>
            <a:srgbClr val="E0F2FF"/>
          </a:solidFill>
          <a:ln w="19050">
            <a:solidFill>
              <a:srgbClr val="3E8AF7"/>
            </a:solidFill>
          </a:ln>
        </p:spPr>
        <p:txBody>
          <a:bodyPr wrap="non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A723136B-2115-B7DD-AFF9-3FA9E8304BE0}"/>
              </a:ext>
            </a:extLst>
          </p:cNvPr>
          <p:cNvSpPr/>
          <p:nvPr/>
        </p:nvSpPr>
        <p:spPr>
          <a:xfrm>
            <a:off x="4806241" y="4405524"/>
            <a:ext cx="1936891" cy="343697"/>
          </a:xfrm>
          <a:prstGeom prst="rect">
            <a:avLst/>
          </a:prstGeom>
          <a:solidFill>
            <a:srgbClr val="BDBDBD"/>
          </a:solidFill>
          <a:ln w="9525">
            <a:solidFill>
              <a:srgbClr val="1C2B55"/>
            </a:solidFill>
          </a:ln>
        </p:spPr>
        <p:txBody>
          <a:bodyPr wrap="non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온프레미스</a:t>
            </a:r>
            <a:endParaRPr kumimoji="0" lang="en-US" altLang="ko-KR" sz="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1" name="사각형: 둥근 모서리 498">
            <a:extLst>
              <a:ext uri="{FF2B5EF4-FFF2-40B4-BE49-F238E27FC236}">
                <a16:creationId xmlns:a16="http://schemas.microsoft.com/office/drawing/2014/main" id="{1C04C3BD-29BD-5306-898A-6D747D98BC0D}"/>
              </a:ext>
            </a:extLst>
          </p:cNvPr>
          <p:cNvSpPr/>
          <p:nvPr/>
        </p:nvSpPr>
        <p:spPr>
          <a:xfrm>
            <a:off x="4806241" y="4170174"/>
            <a:ext cx="1936891" cy="190676"/>
          </a:xfrm>
          <a:prstGeom prst="roundRect">
            <a:avLst/>
          </a:prstGeom>
          <a:solidFill>
            <a:srgbClr val="FF0000">
              <a:alpha val="2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정보계</a:t>
            </a:r>
          </a:p>
        </p:txBody>
      </p:sp>
      <p:sp>
        <p:nvSpPr>
          <p:cNvPr id="82" name="사각형: 둥근 모서리 499">
            <a:extLst>
              <a:ext uri="{FF2B5EF4-FFF2-40B4-BE49-F238E27FC236}">
                <a16:creationId xmlns:a16="http://schemas.microsoft.com/office/drawing/2014/main" id="{560C1D00-D433-B97C-4098-5F5ED6E901C7}"/>
              </a:ext>
            </a:extLst>
          </p:cNvPr>
          <p:cNvSpPr/>
          <p:nvPr/>
        </p:nvSpPr>
        <p:spPr>
          <a:xfrm>
            <a:off x="4634813" y="1190317"/>
            <a:ext cx="143023" cy="2863549"/>
          </a:xfrm>
          <a:prstGeom prst="roundRect">
            <a:avLst/>
          </a:prstGeom>
          <a:solidFill>
            <a:srgbClr val="FF0000">
              <a:alpha val="2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AI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전</a:t>
            </a:r>
            <a:endParaRPr kumimoji="0" lang="en-US" altLang="ko-KR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용</a:t>
            </a:r>
            <a:endParaRPr kumimoji="0" lang="en-US" altLang="ko-KR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선</a:t>
            </a:r>
          </a:p>
        </p:txBody>
      </p:sp>
      <p:sp>
        <p:nvSpPr>
          <p:cNvPr id="83" name="사각형: 둥근 모서리 500">
            <a:extLst>
              <a:ext uri="{FF2B5EF4-FFF2-40B4-BE49-F238E27FC236}">
                <a16:creationId xmlns:a16="http://schemas.microsoft.com/office/drawing/2014/main" id="{14A52332-8E72-E0D3-709F-7883A8170699}"/>
              </a:ext>
            </a:extLst>
          </p:cNvPr>
          <p:cNvSpPr/>
          <p:nvPr/>
        </p:nvSpPr>
        <p:spPr>
          <a:xfrm>
            <a:off x="4818858" y="2286406"/>
            <a:ext cx="1879928" cy="157584"/>
          </a:xfrm>
          <a:prstGeom prst="roundRect">
            <a:avLst/>
          </a:prstGeom>
          <a:solidFill>
            <a:srgbClr val="FF0000">
              <a:alpha val="2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정보계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2D6A6ADC-787A-2AA2-59AD-E9C6729FA09B}"/>
              </a:ext>
            </a:extLst>
          </p:cNvPr>
          <p:cNvSpPr/>
          <p:nvPr/>
        </p:nvSpPr>
        <p:spPr>
          <a:xfrm>
            <a:off x="4851638" y="2854646"/>
            <a:ext cx="1764312" cy="115358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prstDash val="sysDash"/>
          </a:ln>
        </p:spPr>
        <p:txBody>
          <a:bodyPr wrap="non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5" name="TextBox 611">
            <a:extLst>
              <a:ext uri="{FF2B5EF4-FFF2-40B4-BE49-F238E27FC236}">
                <a16:creationId xmlns:a16="http://schemas.microsoft.com/office/drawing/2014/main" id="{4ECC534A-EC7B-22C4-33F5-9EE709DAAB2F}"/>
              </a:ext>
            </a:extLst>
          </p:cNvPr>
          <p:cNvSpPr txBox="1"/>
          <p:nvPr/>
        </p:nvSpPr>
        <p:spPr>
          <a:xfrm>
            <a:off x="6077899" y="3549527"/>
            <a:ext cx="475432" cy="356687"/>
          </a:xfrm>
          <a:prstGeom prst="rect">
            <a:avLst/>
          </a:prstGeom>
          <a:solidFill>
            <a:srgbClr val="F5F5F5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marL="0" algn="ctr" defTabSz="1636450" rtl="0" eaLnBrk="1" latinLnBrk="0" hangingPunct="1">
              <a:buClr>
                <a:srgbClr val="3271AA"/>
              </a:buClr>
              <a:buSzPct val="140000"/>
              <a:tabLst>
                <a:tab pos="6096063" algn="l"/>
              </a:tabLst>
              <a:defRPr sz="900" kern="1200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304000000000000" pitchFamily="50" charset="-127"/>
                <a:ea typeface="나눔고딕" panose="020D0304000000000000" pitchFamily="50" charset="-127"/>
                <a:cs typeface="+mn-cs"/>
              </a:defRPr>
            </a:lvl1pPr>
            <a:lvl2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75" b="1" i="0" u="none" strike="noStrike" kern="0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우리다움 L" panose="02000300000000000000" pitchFamily="2" charset="-127"/>
                <a:ea typeface="우리다움 L" panose="02000300000000000000" pitchFamily="2" charset="-127"/>
                <a:cs typeface="Arial" pitchFamily="34" charset="0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내부 </a:t>
            </a:r>
            <a:endParaRPr kumimoji="0" lang="en-US" altLang="ko-KR" sz="7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  <a:p>
            <a: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데이터 수집</a:t>
            </a:r>
          </a:p>
        </p:txBody>
      </p:sp>
      <p:sp>
        <p:nvSpPr>
          <p:cNvPr id="86" name="TextBox 612">
            <a:extLst>
              <a:ext uri="{FF2B5EF4-FFF2-40B4-BE49-F238E27FC236}">
                <a16:creationId xmlns:a16="http://schemas.microsoft.com/office/drawing/2014/main" id="{C4FB749E-F742-CBF0-D0B4-6B6D657644E0}"/>
              </a:ext>
            </a:extLst>
          </p:cNvPr>
          <p:cNvSpPr txBox="1"/>
          <p:nvPr/>
        </p:nvSpPr>
        <p:spPr>
          <a:xfrm>
            <a:off x="5495561" y="3087704"/>
            <a:ext cx="475432" cy="831425"/>
          </a:xfrm>
          <a:prstGeom prst="rect">
            <a:avLst/>
          </a:prstGeom>
          <a:solidFill>
            <a:srgbClr val="F5F5F5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marL="0" algn="ctr" defTabSz="1636450" rtl="0" eaLnBrk="1" latinLnBrk="0" hangingPunct="1">
              <a:buClr>
                <a:srgbClr val="3271AA"/>
              </a:buClr>
              <a:buSzPct val="140000"/>
              <a:tabLst>
                <a:tab pos="6096063" algn="l"/>
              </a:tabLst>
              <a:defRPr sz="900" kern="1200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304000000000000" pitchFamily="50" charset="-127"/>
                <a:ea typeface="나눔고딕" panose="020D0304000000000000" pitchFamily="50" charset="-127"/>
                <a:cs typeface="+mn-cs"/>
              </a:defRPr>
            </a:lvl1pPr>
            <a:lvl2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75" b="1" i="0" u="none" strike="noStrike" kern="0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우리다움 L" panose="02000300000000000000" pitchFamily="2" charset="-127"/>
                <a:ea typeface="우리다움 L" panose="02000300000000000000" pitchFamily="2" charset="-127"/>
                <a:cs typeface="Arial" pitchFamily="34" charset="0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데이터 정규화</a:t>
            </a:r>
          </a:p>
        </p:txBody>
      </p:sp>
      <p:sp>
        <p:nvSpPr>
          <p:cNvPr id="87" name="TextBox 613">
            <a:extLst>
              <a:ext uri="{FF2B5EF4-FFF2-40B4-BE49-F238E27FC236}">
                <a16:creationId xmlns:a16="http://schemas.microsoft.com/office/drawing/2014/main" id="{0CA87F43-9369-DD10-C2FA-605695285549}"/>
              </a:ext>
            </a:extLst>
          </p:cNvPr>
          <p:cNvSpPr txBox="1"/>
          <p:nvPr/>
        </p:nvSpPr>
        <p:spPr>
          <a:xfrm>
            <a:off x="4927199" y="3577436"/>
            <a:ext cx="475432" cy="361768"/>
          </a:xfrm>
          <a:prstGeom prst="rect">
            <a:avLst/>
          </a:prstGeom>
          <a:solidFill>
            <a:srgbClr val="F5F5F5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marL="0" algn="ctr" defTabSz="1636450" rtl="0" eaLnBrk="1" latinLnBrk="0" hangingPunct="1">
              <a:buClr>
                <a:srgbClr val="3271AA"/>
              </a:buClr>
              <a:buSzPct val="140000"/>
              <a:tabLst>
                <a:tab pos="6096063" algn="l"/>
              </a:tabLst>
              <a:defRPr sz="900" kern="1200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304000000000000" pitchFamily="50" charset="-127"/>
                <a:ea typeface="나눔고딕" panose="020D0304000000000000" pitchFamily="50" charset="-127"/>
                <a:cs typeface="+mn-cs"/>
              </a:defRPr>
            </a:lvl1pPr>
            <a:lvl2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75" b="1" i="0" u="none" strike="noStrike" kern="0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우리다움 L" panose="02000300000000000000" pitchFamily="2" charset="-127"/>
                <a:ea typeface="우리다움 L" panose="02000300000000000000" pitchFamily="2" charset="-127"/>
                <a:cs typeface="Arial" pitchFamily="34" charset="0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데이터 저장</a:t>
            </a:r>
          </a:p>
        </p:txBody>
      </p: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A7D2B154-9546-A515-569E-3421CB404F23}"/>
              </a:ext>
            </a:extLst>
          </p:cNvPr>
          <p:cNvCxnSpPr>
            <a:cxnSpLocks/>
          </p:cNvCxnSpPr>
          <p:nvPr/>
        </p:nvCxnSpPr>
        <p:spPr>
          <a:xfrm flipH="1">
            <a:off x="5970992" y="3844794"/>
            <a:ext cx="106746" cy="1403"/>
          </a:xfrm>
          <a:prstGeom prst="straightConnector1">
            <a:avLst/>
          </a:prstGeom>
          <a:ln>
            <a:solidFill>
              <a:srgbClr val="40404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33F288E5-2A7B-9A7A-2357-4BD496A5337B}"/>
              </a:ext>
            </a:extLst>
          </p:cNvPr>
          <p:cNvCxnSpPr>
            <a:cxnSpLocks/>
          </p:cNvCxnSpPr>
          <p:nvPr/>
        </p:nvCxnSpPr>
        <p:spPr>
          <a:xfrm flipH="1">
            <a:off x="5392630" y="3865247"/>
            <a:ext cx="102930" cy="0"/>
          </a:xfrm>
          <a:prstGeom prst="straightConnector1">
            <a:avLst/>
          </a:prstGeom>
          <a:ln>
            <a:solidFill>
              <a:srgbClr val="40404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616">
            <a:extLst>
              <a:ext uri="{FF2B5EF4-FFF2-40B4-BE49-F238E27FC236}">
                <a16:creationId xmlns:a16="http://schemas.microsoft.com/office/drawing/2014/main" id="{66B94771-F7F0-A3C6-268A-AF6709183F61}"/>
              </a:ext>
            </a:extLst>
          </p:cNvPr>
          <p:cNvSpPr txBox="1"/>
          <p:nvPr/>
        </p:nvSpPr>
        <p:spPr>
          <a:xfrm>
            <a:off x="4927199" y="3101587"/>
            <a:ext cx="475432" cy="336415"/>
          </a:xfrm>
          <a:prstGeom prst="rect">
            <a:avLst/>
          </a:prstGeom>
          <a:solidFill>
            <a:srgbClr val="F5F5F5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marL="0" algn="ctr" defTabSz="1636450" rtl="0" eaLnBrk="1" latinLnBrk="0" hangingPunct="1">
              <a:buClr>
                <a:srgbClr val="3271AA"/>
              </a:buClr>
              <a:buSzPct val="140000"/>
              <a:tabLst>
                <a:tab pos="6096063" algn="l"/>
              </a:tabLst>
              <a:defRPr sz="900" kern="1200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304000000000000" pitchFamily="50" charset="-127"/>
                <a:ea typeface="나눔고딕" panose="020D0304000000000000" pitchFamily="50" charset="-127"/>
                <a:cs typeface="+mn-cs"/>
              </a:defRPr>
            </a:lvl1pPr>
            <a:lvl2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75" b="1" i="0" u="none" strike="noStrike" kern="0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우리다움 L" panose="02000300000000000000" pitchFamily="2" charset="-127"/>
                <a:ea typeface="우리다움 L" panose="02000300000000000000" pitchFamily="2" charset="-127"/>
                <a:cs typeface="Arial" pitchFamily="34" charset="0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데이터</a:t>
            </a:r>
            <a:endParaRPr kumimoji="0" lang="en-US" altLang="ko-KR" sz="7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  <a:p>
            <a: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레이크</a:t>
            </a:r>
          </a:p>
        </p:txBody>
      </p: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D00F89FB-A73B-BE41-A99C-90C1B08557E7}"/>
              </a:ext>
            </a:extLst>
          </p:cNvPr>
          <p:cNvCxnSpPr>
            <a:cxnSpLocks/>
            <a:stCxn id="87" idx="0"/>
            <a:endCxn id="90" idx="2"/>
          </p:cNvCxnSpPr>
          <p:nvPr/>
        </p:nvCxnSpPr>
        <p:spPr>
          <a:xfrm flipV="1">
            <a:off x="5164915" y="3438002"/>
            <a:ext cx="0" cy="139434"/>
          </a:xfrm>
          <a:prstGeom prst="straightConnector1">
            <a:avLst/>
          </a:prstGeom>
          <a:ln>
            <a:solidFill>
              <a:srgbClr val="40404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7DC4147A-62EA-1E5E-876A-F806D83360AC}"/>
              </a:ext>
            </a:extLst>
          </p:cNvPr>
          <p:cNvSpPr/>
          <p:nvPr/>
        </p:nvSpPr>
        <p:spPr>
          <a:xfrm>
            <a:off x="6885998" y="1080209"/>
            <a:ext cx="1248241" cy="299520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5">
                <a:lumMod val="75000"/>
              </a:schemeClr>
            </a:solidFill>
          </a:ln>
        </p:spPr>
        <p:txBody>
          <a:bodyPr wrap="non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3" name="사각형: 둥근 모서리 510">
            <a:extLst>
              <a:ext uri="{FF2B5EF4-FFF2-40B4-BE49-F238E27FC236}">
                <a16:creationId xmlns:a16="http://schemas.microsoft.com/office/drawing/2014/main" id="{2AD65E1D-A8BE-9635-B63C-D6E0342D5570}"/>
              </a:ext>
            </a:extLst>
          </p:cNvPr>
          <p:cNvSpPr/>
          <p:nvPr/>
        </p:nvSpPr>
        <p:spPr>
          <a:xfrm>
            <a:off x="6725040" y="2273495"/>
            <a:ext cx="130020" cy="1756174"/>
          </a:xfrm>
          <a:prstGeom prst="roundRect">
            <a:avLst/>
          </a:prstGeom>
          <a:solidFill>
            <a:srgbClr val="FF0000">
              <a:alpha val="2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클라우드 </a:t>
            </a:r>
            <a:endParaRPr kumimoji="0" lang="en-US" altLang="ko-KR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코어망</a:t>
            </a:r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8469A467-DB83-AE46-6C23-88A8806733E2}"/>
              </a:ext>
            </a:extLst>
          </p:cNvPr>
          <p:cNvSpPr/>
          <p:nvPr/>
        </p:nvSpPr>
        <p:spPr>
          <a:xfrm>
            <a:off x="6885998" y="4405524"/>
            <a:ext cx="1248241" cy="343697"/>
          </a:xfrm>
          <a:prstGeom prst="rect">
            <a:avLst/>
          </a:prstGeom>
          <a:solidFill>
            <a:srgbClr val="BDBDBD"/>
          </a:solidFill>
          <a:ln w="9525">
            <a:solidFill>
              <a:srgbClr val="1C2B55"/>
            </a:solidFill>
          </a:ln>
        </p:spPr>
        <p:txBody>
          <a:bodyPr wrap="non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Public Cloud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(AWS/Azure)</a:t>
            </a:r>
          </a:p>
        </p:txBody>
      </p:sp>
      <p:sp>
        <p:nvSpPr>
          <p:cNvPr id="95" name="사각형: 둥근 모서리 512">
            <a:extLst>
              <a:ext uri="{FF2B5EF4-FFF2-40B4-BE49-F238E27FC236}">
                <a16:creationId xmlns:a16="http://schemas.microsoft.com/office/drawing/2014/main" id="{2BE8BC3F-5F43-C6E4-5B15-936EC8B3C92B}"/>
              </a:ext>
            </a:extLst>
          </p:cNvPr>
          <p:cNvSpPr/>
          <p:nvPr/>
        </p:nvSpPr>
        <p:spPr>
          <a:xfrm>
            <a:off x="6892510" y="4170174"/>
            <a:ext cx="1248241" cy="190676"/>
          </a:xfrm>
          <a:prstGeom prst="roundRect">
            <a:avLst/>
          </a:prstGeom>
          <a:solidFill>
            <a:srgbClr val="FF0000">
              <a:alpha val="2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Cloud </a:t>
            </a:r>
            <a:r>
              <a:rPr kumimoji="0" lang="en-US" altLang="ko-KR" sz="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VPC</a:t>
            </a:r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E81784C7-D9E1-B47D-BE9A-97A8FED81972}"/>
              </a:ext>
            </a:extLst>
          </p:cNvPr>
          <p:cNvSpPr/>
          <p:nvPr/>
        </p:nvSpPr>
        <p:spPr>
          <a:xfrm>
            <a:off x="6959931" y="1618356"/>
            <a:ext cx="545290" cy="89878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prstDash val="sysDash"/>
          </a:ln>
        </p:spPr>
        <p:txBody>
          <a:bodyPr wrap="non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DF33F026-88CF-58C7-2A68-ACD1958B18EF}"/>
              </a:ext>
            </a:extLst>
          </p:cNvPr>
          <p:cNvGrpSpPr/>
          <p:nvPr/>
        </p:nvGrpSpPr>
        <p:grpSpPr>
          <a:xfrm>
            <a:off x="6996213" y="1849361"/>
            <a:ext cx="475432" cy="568149"/>
            <a:chOff x="7935015" y="2297232"/>
            <a:chExt cx="803346" cy="688589"/>
          </a:xfrm>
        </p:grpSpPr>
        <p:sp>
          <p:nvSpPr>
            <p:cNvPr id="98" name="TextBox 625">
              <a:extLst>
                <a:ext uri="{FF2B5EF4-FFF2-40B4-BE49-F238E27FC236}">
                  <a16:creationId xmlns:a16="http://schemas.microsoft.com/office/drawing/2014/main" id="{A92536C3-B0B2-6AF5-DCBC-746B22C24A6B}"/>
                </a:ext>
              </a:extLst>
            </p:cNvPr>
            <p:cNvSpPr txBox="1"/>
            <p:nvPr/>
          </p:nvSpPr>
          <p:spPr>
            <a:xfrm>
              <a:off x="7935015" y="2297232"/>
              <a:ext cx="803346" cy="252225"/>
            </a:xfrm>
            <a:prstGeom prst="rect">
              <a:avLst/>
            </a:prstGeom>
            <a:solidFill>
              <a:srgbClr val="F5F5F5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wrap="square" lIns="0" tIns="0" rIns="0" bIns="0" anchor="ctr">
              <a:noAutofit/>
            </a:bodyPr>
            <a:lstStyle>
              <a:defPPr>
                <a:defRPr lang="en-US"/>
              </a:defPPr>
              <a:lvl1pPr marL="0" algn="ctr" defTabSz="1636450" rtl="0" eaLnBrk="1" latinLnBrk="0" hangingPunct="1">
                <a:buClr>
                  <a:srgbClr val="3271AA"/>
                </a:buClr>
                <a:buSzPct val="140000"/>
                <a:tabLst>
                  <a:tab pos="6096063" algn="l"/>
                </a:tabLst>
                <a:defRPr sz="9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고딕" panose="020D0304000000000000" pitchFamily="50" charset="-127"/>
                  <a:ea typeface="나눔고딕" panose="020D0304000000000000" pitchFamily="50" charset="-127"/>
                  <a:cs typeface="+mn-cs"/>
                </a:defRPr>
              </a:lvl1pPr>
              <a:lvl2pPr marL="0" marR="0" lvl="1" indent="0" algn="ctr" defTabSz="16364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675" b="1" i="0" u="none" strike="noStrike" kern="0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우리다움 L" panose="02000300000000000000" pitchFamily="2" charset="-127"/>
                  <a:ea typeface="우리다움 L" panose="02000300000000000000" pitchFamily="2" charset="-127"/>
                  <a:cs typeface="Arial" pitchFamily="34" charset="0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1" indent="0" algn="ctr" defTabSz="16364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Crawler</a:t>
              </a:r>
              <a:endParaRPr kumimoji="0" lang="ko-KR" alt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endParaRPr>
            </a:p>
          </p:txBody>
        </p:sp>
        <p:sp>
          <p:nvSpPr>
            <p:cNvPr id="99" name="TextBox 626">
              <a:extLst>
                <a:ext uri="{FF2B5EF4-FFF2-40B4-BE49-F238E27FC236}">
                  <a16:creationId xmlns:a16="http://schemas.microsoft.com/office/drawing/2014/main" id="{20F28153-4DA3-1F91-4D5D-23DFE25B432E}"/>
                </a:ext>
              </a:extLst>
            </p:cNvPr>
            <p:cNvSpPr txBox="1"/>
            <p:nvPr/>
          </p:nvSpPr>
          <p:spPr>
            <a:xfrm>
              <a:off x="7935015" y="2708373"/>
              <a:ext cx="803346" cy="277448"/>
            </a:xfrm>
            <a:prstGeom prst="rect">
              <a:avLst/>
            </a:prstGeom>
            <a:solidFill>
              <a:srgbClr val="F5F5F5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wrap="square" lIns="0" tIns="0" rIns="0" bIns="0" anchor="ctr">
              <a:noAutofit/>
            </a:bodyPr>
            <a:lstStyle>
              <a:defPPr>
                <a:defRPr lang="en-US"/>
              </a:defPPr>
              <a:lvl1pPr marL="0" algn="ctr" defTabSz="1636450" rtl="0" eaLnBrk="1" latinLnBrk="0" hangingPunct="1">
                <a:buClr>
                  <a:srgbClr val="3271AA"/>
                </a:buClr>
                <a:buSzPct val="140000"/>
                <a:tabLst>
                  <a:tab pos="6096063" algn="l"/>
                </a:tabLst>
                <a:defRPr sz="9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고딕" panose="020D0304000000000000" pitchFamily="50" charset="-127"/>
                  <a:ea typeface="나눔고딕" panose="020D0304000000000000" pitchFamily="50" charset="-127"/>
                  <a:cs typeface="+mn-cs"/>
                </a:defRPr>
              </a:lvl1pPr>
              <a:lvl2pPr marL="0" marR="0" lvl="1" indent="0" algn="ctr" defTabSz="16364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675" b="1" i="0" u="none" strike="noStrike" kern="0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우리다움 L" panose="02000300000000000000" pitchFamily="2" charset="-127"/>
                  <a:ea typeface="우리다움 L" panose="02000300000000000000" pitchFamily="2" charset="-127"/>
                  <a:cs typeface="Arial" pitchFamily="34" charset="0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1" indent="0" algn="ctr" defTabSz="16364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데이터 보안</a:t>
              </a:r>
            </a:p>
          </p:txBody>
        </p:sp>
      </p:grp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DA2EA606-7182-5D57-D4E9-B1A16BD9F129}"/>
              </a:ext>
            </a:extLst>
          </p:cNvPr>
          <p:cNvSpPr/>
          <p:nvPr/>
        </p:nvSpPr>
        <p:spPr>
          <a:xfrm>
            <a:off x="6961649" y="2798908"/>
            <a:ext cx="545290" cy="878743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prstDash val="sysDash"/>
          </a:ln>
        </p:spPr>
        <p:txBody>
          <a:bodyPr wrap="non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96AEF48C-B9B3-C09D-F369-9F99804690E3}"/>
              </a:ext>
            </a:extLst>
          </p:cNvPr>
          <p:cNvGrpSpPr/>
          <p:nvPr/>
        </p:nvGrpSpPr>
        <p:grpSpPr>
          <a:xfrm>
            <a:off x="6997931" y="2978927"/>
            <a:ext cx="475432" cy="648072"/>
            <a:chOff x="7935015" y="2236307"/>
            <a:chExt cx="803346" cy="785458"/>
          </a:xfrm>
        </p:grpSpPr>
        <p:sp>
          <p:nvSpPr>
            <p:cNvPr id="102" name="TextBox 629">
              <a:extLst>
                <a:ext uri="{FF2B5EF4-FFF2-40B4-BE49-F238E27FC236}">
                  <a16:creationId xmlns:a16="http://schemas.microsoft.com/office/drawing/2014/main" id="{2580559D-30C7-FCD6-4664-E56BD82F1B2A}"/>
                </a:ext>
              </a:extLst>
            </p:cNvPr>
            <p:cNvSpPr txBox="1"/>
            <p:nvPr/>
          </p:nvSpPr>
          <p:spPr>
            <a:xfrm>
              <a:off x="7935015" y="2236307"/>
              <a:ext cx="803346" cy="305193"/>
            </a:xfrm>
            <a:prstGeom prst="rect">
              <a:avLst/>
            </a:prstGeom>
            <a:solidFill>
              <a:srgbClr val="F5F5F5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wrap="square" lIns="0" tIns="0" rIns="0" bIns="0" anchor="ctr">
              <a:noAutofit/>
            </a:bodyPr>
            <a:lstStyle>
              <a:defPPr>
                <a:defRPr lang="en-US"/>
              </a:defPPr>
              <a:lvl1pPr marL="0" algn="ctr" defTabSz="1636450" rtl="0" eaLnBrk="1" latinLnBrk="0" hangingPunct="1">
                <a:buClr>
                  <a:srgbClr val="3271AA"/>
                </a:buClr>
                <a:buSzPct val="140000"/>
                <a:tabLst>
                  <a:tab pos="6096063" algn="l"/>
                </a:tabLst>
                <a:defRPr sz="9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고딕" panose="020D0304000000000000" pitchFamily="50" charset="-127"/>
                  <a:ea typeface="나눔고딕" panose="020D0304000000000000" pitchFamily="50" charset="-127"/>
                  <a:cs typeface="+mn-cs"/>
                </a:defRPr>
              </a:lvl1pPr>
              <a:lvl2pPr marL="0" marR="0" lvl="1" indent="0" algn="ctr" defTabSz="16364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675" b="1" i="0" u="none" strike="noStrike" kern="0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우리다움 L" panose="02000300000000000000" pitchFamily="2" charset="-127"/>
                  <a:ea typeface="우리다움 L" panose="02000300000000000000" pitchFamily="2" charset="-127"/>
                  <a:cs typeface="Arial" pitchFamily="34" charset="0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1" indent="0" algn="ctr" defTabSz="16364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외부 수집</a:t>
              </a:r>
            </a:p>
          </p:txBody>
        </p:sp>
        <p:sp>
          <p:nvSpPr>
            <p:cNvPr id="103" name="TextBox 630">
              <a:extLst>
                <a:ext uri="{FF2B5EF4-FFF2-40B4-BE49-F238E27FC236}">
                  <a16:creationId xmlns:a16="http://schemas.microsoft.com/office/drawing/2014/main" id="{13D4F8FA-960E-800F-EA9F-56AA2EF08813}"/>
                </a:ext>
              </a:extLst>
            </p:cNvPr>
            <p:cNvSpPr txBox="1"/>
            <p:nvPr/>
          </p:nvSpPr>
          <p:spPr>
            <a:xfrm>
              <a:off x="7935015" y="2716571"/>
              <a:ext cx="803346" cy="305194"/>
            </a:xfrm>
            <a:prstGeom prst="rect">
              <a:avLst/>
            </a:prstGeom>
            <a:solidFill>
              <a:srgbClr val="F5F5F5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wrap="square" lIns="0" tIns="0" rIns="0" bIns="0" anchor="ctr">
              <a:noAutofit/>
            </a:bodyPr>
            <a:lstStyle>
              <a:defPPr>
                <a:defRPr lang="en-US"/>
              </a:defPPr>
              <a:lvl1pPr marL="0" algn="ctr" defTabSz="1636450" rtl="0" eaLnBrk="1" latinLnBrk="0" hangingPunct="1">
                <a:buClr>
                  <a:srgbClr val="3271AA"/>
                </a:buClr>
                <a:buSzPct val="140000"/>
                <a:tabLst>
                  <a:tab pos="6096063" algn="l"/>
                </a:tabLst>
                <a:defRPr sz="9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고딕" panose="020D0304000000000000" pitchFamily="50" charset="-127"/>
                  <a:ea typeface="나눔고딕" panose="020D0304000000000000" pitchFamily="50" charset="-127"/>
                  <a:cs typeface="+mn-cs"/>
                </a:defRPr>
              </a:lvl1pPr>
              <a:lvl2pPr marL="0" marR="0" lvl="1" indent="0" algn="ctr" defTabSz="16364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675" b="1" i="0" u="none" strike="noStrike" kern="0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우리다움 L" panose="02000300000000000000" pitchFamily="2" charset="-127"/>
                  <a:ea typeface="우리다움 L" panose="02000300000000000000" pitchFamily="2" charset="-127"/>
                  <a:cs typeface="Arial" pitchFamily="34" charset="0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1" indent="0" algn="ctr" defTabSz="16364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문서 보안 처리</a:t>
              </a:r>
            </a:p>
          </p:txBody>
        </p:sp>
      </p:grp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85DBD005-4790-314A-9E6A-2762D41204F1}"/>
              </a:ext>
            </a:extLst>
          </p:cNvPr>
          <p:cNvCxnSpPr>
            <a:cxnSpLocks/>
            <a:stCxn id="98" idx="2"/>
          </p:cNvCxnSpPr>
          <p:nvPr/>
        </p:nvCxnSpPr>
        <p:spPr>
          <a:xfrm flipH="1">
            <a:off x="7232577" y="2057471"/>
            <a:ext cx="1352" cy="107594"/>
          </a:xfrm>
          <a:prstGeom prst="straightConnector1">
            <a:avLst/>
          </a:prstGeom>
          <a:ln>
            <a:solidFill>
              <a:srgbClr val="40404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C26D40EC-3D3F-F9F1-C6E9-8F68CAD927AE}"/>
              </a:ext>
            </a:extLst>
          </p:cNvPr>
          <p:cNvCxnSpPr>
            <a:cxnSpLocks/>
            <a:stCxn id="99" idx="2"/>
            <a:endCxn id="102" idx="0"/>
          </p:cNvCxnSpPr>
          <p:nvPr/>
        </p:nvCxnSpPr>
        <p:spPr>
          <a:xfrm>
            <a:off x="7233929" y="2417510"/>
            <a:ext cx="1718" cy="561417"/>
          </a:xfrm>
          <a:prstGeom prst="straightConnector1">
            <a:avLst/>
          </a:prstGeom>
          <a:ln>
            <a:solidFill>
              <a:srgbClr val="40404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화살표 연결선 105">
            <a:extLst>
              <a:ext uri="{FF2B5EF4-FFF2-40B4-BE49-F238E27FC236}">
                <a16:creationId xmlns:a16="http://schemas.microsoft.com/office/drawing/2014/main" id="{507FD2F0-F4A3-40CF-6BE2-FDC36185EB0A}"/>
              </a:ext>
            </a:extLst>
          </p:cNvPr>
          <p:cNvCxnSpPr>
            <a:cxnSpLocks/>
            <a:stCxn id="102" idx="2"/>
            <a:endCxn id="103" idx="0"/>
          </p:cNvCxnSpPr>
          <p:nvPr/>
        </p:nvCxnSpPr>
        <p:spPr>
          <a:xfrm>
            <a:off x="7235647" y="3230738"/>
            <a:ext cx="0" cy="144449"/>
          </a:xfrm>
          <a:prstGeom prst="straightConnector1">
            <a:avLst/>
          </a:prstGeom>
          <a:ln>
            <a:solidFill>
              <a:srgbClr val="40404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연결선: 꺾임 524">
            <a:extLst>
              <a:ext uri="{FF2B5EF4-FFF2-40B4-BE49-F238E27FC236}">
                <a16:creationId xmlns:a16="http://schemas.microsoft.com/office/drawing/2014/main" id="{C01097B9-649B-6A84-B586-BB76FFB4004B}"/>
              </a:ext>
            </a:extLst>
          </p:cNvPr>
          <p:cNvCxnSpPr>
            <a:cxnSpLocks/>
            <a:stCxn id="103" idx="1"/>
            <a:endCxn id="86" idx="3"/>
          </p:cNvCxnSpPr>
          <p:nvPr/>
        </p:nvCxnSpPr>
        <p:spPr>
          <a:xfrm rot="10800000" flipV="1">
            <a:off x="5970993" y="3501093"/>
            <a:ext cx="1026938" cy="2324"/>
          </a:xfrm>
          <a:prstGeom prst="bentConnector3">
            <a:avLst>
              <a:gd name="adj1" fmla="val 50000"/>
            </a:avLst>
          </a:prstGeom>
          <a:ln>
            <a:solidFill>
              <a:srgbClr val="40404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635">
            <a:extLst>
              <a:ext uri="{FF2B5EF4-FFF2-40B4-BE49-F238E27FC236}">
                <a16:creationId xmlns:a16="http://schemas.microsoft.com/office/drawing/2014/main" id="{6B8C6D97-634C-49EC-DB21-EC0A380C3CFD}"/>
              </a:ext>
            </a:extLst>
          </p:cNvPr>
          <p:cNvSpPr txBox="1"/>
          <p:nvPr/>
        </p:nvSpPr>
        <p:spPr>
          <a:xfrm>
            <a:off x="6935874" y="1640538"/>
            <a:ext cx="30147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DMZ</a:t>
            </a:r>
          </a:p>
        </p:txBody>
      </p:sp>
      <p:sp>
        <p:nvSpPr>
          <p:cNvPr id="109" name="TextBox 636">
            <a:extLst>
              <a:ext uri="{FF2B5EF4-FFF2-40B4-BE49-F238E27FC236}">
                <a16:creationId xmlns:a16="http://schemas.microsoft.com/office/drawing/2014/main" id="{0682DBBE-C0AB-BB1C-B3B2-0227CDCC9C4F}"/>
              </a:ext>
            </a:extLst>
          </p:cNvPr>
          <p:cNvSpPr txBox="1"/>
          <p:nvPr/>
        </p:nvSpPr>
        <p:spPr>
          <a:xfrm>
            <a:off x="6916615" y="2777551"/>
            <a:ext cx="27962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내부</a:t>
            </a:r>
            <a:endParaRPr kumimoji="0" lang="en-US" altLang="ko-KR" sz="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AC92B998-8FD6-84A9-1077-B3B94003D87C}"/>
              </a:ext>
            </a:extLst>
          </p:cNvPr>
          <p:cNvSpPr/>
          <p:nvPr/>
        </p:nvSpPr>
        <p:spPr>
          <a:xfrm>
            <a:off x="7617561" y="1617560"/>
            <a:ext cx="455001" cy="90796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5">
                <a:lumMod val="75000"/>
              </a:schemeClr>
            </a:solidFill>
          </a:ln>
        </p:spPr>
        <p:txBody>
          <a:bodyPr wrap="non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1" name="TextBox 638">
            <a:extLst>
              <a:ext uri="{FF2B5EF4-FFF2-40B4-BE49-F238E27FC236}">
                <a16:creationId xmlns:a16="http://schemas.microsoft.com/office/drawing/2014/main" id="{E823DEA2-518E-51AC-B34A-6F47CA1FD40D}"/>
              </a:ext>
            </a:extLst>
          </p:cNvPr>
          <p:cNvSpPr txBox="1"/>
          <p:nvPr/>
        </p:nvSpPr>
        <p:spPr>
          <a:xfrm>
            <a:off x="7597714" y="1640538"/>
            <a:ext cx="3957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OpenAI</a:t>
            </a:r>
            <a:endParaRPr kumimoji="0" lang="en-US" altLang="ko-KR" sz="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2" name="TextBox 639">
            <a:extLst>
              <a:ext uri="{FF2B5EF4-FFF2-40B4-BE49-F238E27FC236}">
                <a16:creationId xmlns:a16="http://schemas.microsoft.com/office/drawing/2014/main" id="{03E7BCA6-6F51-744B-D31C-56A9303C8D96}"/>
              </a:ext>
            </a:extLst>
          </p:cNvPr>
          <p:cNvSpPr txBox="1"/>
          <p:nvPr/>
        </p:nvSpPr>
        <p:spPr>
          <a:xfrm>
            <a:off x="7669037" y="1867812"/>
            <a:ext cx="352047" cy="601024"/>
          </a:xfrm>
          <a:prstGeom prst="rect">
            <a:avLst/>
          </a:prstGeom>
          <a:solidFill>
            <a:srgbClr val="F5F5F5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marL="0" algn="ctr" defTabSz="1636450" rtl="0" eaLnBrk="1" latinLnBrk="0" hangingPunct="1">
              <a:buClr>
                <a:srgbClr val="3271AA"/>
              </a:buClr>
              <a:buSzPct val="140000"/>
              <a:tabLst>
                <a:tab pos="6096063" algn="l"/>
              </a:tabLst>
              <a:defRPr sz="900" kern="1200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304000000000000" pitchFamily="50" charset="-127"/>
                <a:ea typeface="나눔고딕" panose="020D0304000000000000" pitchFamily="50" charset="-127"/>
                <a:cs typeface="+mn-cs"/>
              </a:defRPr>
            </a:lvl1pPr>
            <a:lvl2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75" b="1" i="0" u="none" strike="noStrike" kern="0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우리다움 L" panose="02000300000000000000" pitchFamily="2" charset="-127"/>
                <a:ea typeface="우리다움 L" panose="02000300000000000000" pitchFamily="2" charset="-127"/>
                <a:cs typeface="Arial" pitchFamily="34" charset="0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GPT4o</a:t>
            </a:r>
            <a:endParaRPr kumimoji="0" lang="ko-KR" altLang="en-US" sz="7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28FDB801-DCA5-9269-D6B9-5BD17DD20E5F}"/>
              </a:ext>
            </a:extLst>
          </p:cNvPr>
          <p:cNvSpPr/>
          <p:nvPr/>
        </p:nvSpPr>
        <p:spPr>
          <a:xfrm>
            <a:off x="7616229" y="2777551"/>
            <a:ext cx="456445" cy="878743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prstDash val="sysDash"/>
          </a:ln>
        </p:spPr>
        <p:txBody>
          <a:bodyPr wrap="non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4" name="사각형: 둥근 모서리 531">
            <a:extLst>
              <a:ext uri="{FF2B5EF4-FFF2-40B4-BE49-F238E27FC236}">
                <a16:creationId xmlns:a16="http://schemas.microsoft.com/office/drawing/2014/main" id="{2461BE04-444D-F575-6F84-2968A280D291}"/>
              </a:ext>
            </a:extLst>
          </p:cNvPr>
          <p:cNvSpPr/>
          <p:nvPr/>
        </p:nvSpPr>
        <p:spPr>
          <a:xfrm>
            <a:off x="7610573" y="2613026"/>
            <a:ext cx="460383" cy="107632"/>
          </a:xfrm>
          <a:prstGeom prst="roundRect">
            <a:avLst/>
          </a:prstGeom>
          <a:solidFill>
            <a:srgbClr val="FF0000">
              <a:alpha val="2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VPN</a:t>
            </a:r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15" name="직선 화살표 연결선 114">
            <a:extLst>
              <a:ext uri="{FF2B5EF4-FFF2-40B4-BE49-F238E27FC236}">
                <a16:creationId xmlns:a16="http://schemas.microsoft.com/office/drawing/2014/main" id="{4B3635AC-7729-A25F-8D38-DE73C83E9E42}"/>
              </a:ext>
            </a:extLst>
          </p:cNvPr>
          <p:cNvCxnSpPr>
            <a:cxnSpLocks/>
            <a:stCxn id="112" idx="2"/>
            <a:endCxn id="116" idx="0"/>
          </p:cNvCxnSpPr>
          <p:nvPr/>
        </p:nvCxnSpPr>
        <p:spPr>
          <a:xfrm>
            <a:off x="7845061" y="2468836"/>
            <a:ext cx="1718" cy="515930"/>
          </a:xfrm>
          <a:prstGeom prst="straightConnector1">
            <a:avLst/>
          </a:prstGeom>
          <a:ln>
            <a:solidFill>
              <a:srgbClr val="40404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642">
            <a:extLst>
              <a:ext uri="{FF2B5EF4-FFF2-40B4-BE49-F238E27FC236}">
                <a16:creationId xmlns:a16="http://schemas.microsoft.com/office/drawing/2014/main" id="{78E125E2-7ACE-0891-D662-7C62C0EB8310}"/>
              </a:ext>
            </a:extLst>
          </p:cNvPr>
          <p:cNvSpPr txBox="1"/>
          <p:nvPr/>
        </p:nvSpPr>
        <p:spPr>
          <a:xfrm>
            <a:off x="7670755" y="2984766"/>
            <a:ext cx="352047" cy="601024"/>
          </a:xfrm>
          <a:prstGeom prst="rect">
            <a:avLst/>
          </a:prstGeom>
          <a:solidFill>
            <a:srgbClr val="F5F5F5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marL="0" algn="ctr" defTabSz="1636450" rtl="0" eaLnBrk="1" latinLnBrk="0" hangingPunct="1">
              <a:buClr>
                <a:srgbClr val="3271AA"/>
              </a:buClr>
              <a:buSzPct val="140000"/>
              <a:tabLst>
                <a:tab pos="6096063" algn="l"/>
              </a:tabLst>
              <a:defRPr sz="900" kern="1200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304000000000000" pitchFamily="50" charset="-127"/>
                <a:ea typeface="나눔고딕" panose="020D0304000000000000" pitchFamily="50" charset="-127"/>
                <a:cs typeface="+mn-cs"/>
              </a:defRPr>
            </a:lvl1pPr>
            <a:lvl2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75" b="1" i="0" u="none" strike="noStrike" kern="0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우리다움 L" panose="02000300000000000000" pitchFamily="2" charset="-127"/>
                <a:ea typeface="우리다움 L" panose="02000300000000000000" pitchFamily="2" charset="-127"/>
                <a:cs typeface="Arial" pitchFamily="34" charset="0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외부</a:t>
            </a:r>
            <a:endParaRPr kumimoji="0" lang="en-US" altLang="ko-KR" sz="7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  <a:p>
            <a: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LLM</a:t>
            </a:r>
          </a:p>
          <a:p>
            <a: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Agent</a:t>
            </a:r>
            <a:endParaRPr kumimoji="0" lang="ko-KR" altLang="en-US" sz="7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92BA2445-17A5-5C28-B8B6-297C32E38F2E}"/>
              </a:ext>
            </a:extLst>
          </p:cNvPr>
          <p:cNvSpPr/>
          <p:nvPr/>
        </p:nvSpPr>
        <p:spPr>
          <a:xfrm>
            <a:off x="4851018" y="1616606"/>
            <a:ext cx="853840" cy="52798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prstDash val="sysDash"/>
          </a:ln>
        </p:spPr>
        <p:txBody>
          <a:bodyPr wrap="non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8" name="TextBox 645">
            <a:extLst>
              <a:ext uri="{FF2B5EF4-FFF2-40B4-BE49-F238E27FC236}">
                <a16:creationId xmlns:a16="http://schemas.microsoft.com/office/drawing/2014/main" id="{0D50D6E6-566A-D505-AB7D-EF59EAC0F5EF}"/>
              </a:ext>
            </a:extLst>
          </p:cNvPr>
          <p:cNvSpPr txBox="1"/>
          <p:nvPr/>
        </p:nvSpPr>
        <p:spPr>
          <a:xfrm>
            <a:off x="4828383" y="1600882"/>
            <a:ext cx="45899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추론</a:t>
            </a:r>
            <a:r>
              <a:rPr kumimoji="0" lang="en-US" altLang="ko-KR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서빙</a:t>
            </a:r>
            <a:endParaRPr kumimoji="0" lang="en-US" altLang="ko-KR" sz="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9" name="TextBox 646">
            <a:extLst>
              <a:ext uri="{FF2B5EF4-FFF2-40B4-BE49-F238E27FC236}">
                <a16:creationId xmlns:a16="http://schemas.microsoft.com/office/drawing/2014/main" id="{0AC69021-7A7C-6CB2-F42E-D615DA6C1739}"/>
              </a:ext>
            </a:extLst>
          </p:cNvPr>
          <p:cNvSpPr txBox="1"/>
          <p:nvPr/>
        </p:nvSpPr>
        <p:spPr>
          <a:xfrm>
            <a:off x="4917262" y="1818974"/>
            <a:ext cx="475432" cy="189190"/>
          </a:xfrm>
          <a:prstGeom prst="rect">
            <a:avLst/>
          </a:prstGeom>
          <a:solidFill>
            <a:srgbClr val="F5F5F5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marL="0" algn="ctr" defTabSz="1636450" rtl="0" eaLnBrk="1" latinLnBrk="0" hangingPunct="1">
              <a:buClr>
                <a:srgbClr val="3271AA"/>
              </a:buClr>
              <a:buSzPct val="140000"/>
              <a:tabLst>
                <a:tab pos="6096063" algn="l"/>
              </a:tabLst>
              <a:defRPr sz="900" kern="1200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304000000000000" pitchFamily="50" charset="-127"/>
                <a:ea typeface="나눔고딕" panose="020D0304000000000000" pitchFamily="50" charset="-127"/>
                <a:cs typeface="+mn-cs"/>
              </a:defRPr>
            </a:lvl1pPr>
            <a:lvl2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75" b="1" i="0" u="none" strike="noStrike" kern="0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우리다움 L" panose="02000300000000000000" pitchFamily="2" charset="-127"/>
                <a:ea typeface="우리다움 L" panose="02000300000000000000" pitchFamily="2" charset="-127"/>
                <a:cs typeface="Arial" pitchFamily="34" charset="0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Agent</a:t>
            </a:r>
            <a:endParaRPr kumimoji="0" lang="ko-KR" altLang="en-US" sz="7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120" name="TextBox 647">
            <a:extLst>
              <a:ext uri="{FF2B5EF4-FFF2-40B4-BE49-F238E27FC236}">
                <a16:creationId xmlns:a16="http://schemas.microsoft.com/office/drawing/2014/main" id="{BB0334FE-DC31-87B4-FDDA-E9FF54C205EB}"/>
              </a:ext>
            </a:extLst>
          </p:cNvPr>
          <p:cNvSpPr txBox="1"/>
          <p:nvPr/>
        </p:nvSpPr>
        <p:spPr>
          <a:xfrm>
            <a:off x="4955096" y="1861787"/>
            <a:ext cx="475432" cy="189190"/>
          </a:xfrm>
          <a:prstGeom prst="rect">
            <a:avLst/>
          </a:prstGeom>
          <a:solidFill>
            <a:srgbClr val="F5F5F5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marL="0" algn="ctr" defTabSz="1636450" rtl="0" eaLnBrk="1" latinLnBrk="0" hangingPunct="1">
              <a:buClr>
                <a:srgbClr val="3271AA"/>
              </a:buClr>
              <a:buSzPct val="140000"/>
              <a:tabLst>
                <a:tab pos="6096063" algn="l"/>
              </a:tabLst>
              <a:defRPr sz="900" kern="1200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304000000000000" pitchFamily="50" charset="-127"/>
                <a:ea typeface="나눔고딕" panose="020D0304000000000000" pitchFamily="50" charset="-127"/>
                <a:cs typeface="+mn-cs"/>
              </a:defRPr>
            </a:lvl1pPr>
            <a:lvl2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75" b="1" i="0" u="none" strike="noStrike" kern="0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우리다움 L" panose="02000300000000000000" pitchFamily="2" charset="-127"/>
                <a:ea typeface="우리다움 L" panose="02000300000000000000" pitchFamily="2" charset="-127"/>
                <a:cs typeface="Arial" pitchFamily="34" charset="0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121" name="TextBox 648">
            <a:extLst>
              <a:ext uri="{FF2B5EF4-FFF2-40B4-BE49-F238E27FC236}">
                <a16:creationId xmlns:a16="http://schemas.microsoft.com/office/drawing/2014/main" id="{636ACADB-A13E-B648-DFF6-1B81319DD73B}"/>
              </a:ext>
            </a:extLst>
          </p:cNvPr>
          <p:cNvSpPr txBox="1"/>
          <p:nvPr/>
        </p:nvSpPr>
        <p:spPr>
          <a:xfrm>
            <a:off x="5173614" y="1904461"/>
            <a:ext cx="475432" cy="189190"/>
          </a:xfrm>
          <a:prstGeom prst="rect">
            <a:avLst/>
          </a:prstGeom>
          <a:solidFill>
            <a:srgbClr val="F5F5F5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marL="0" algn="ctr" defTabSz="1636450" rtl="0" eaLnBrk="1" latinLnBrk="0" hangingPunct="1">
              <a:buClr>
                <a:srgbClr val="3271AA"/>
              </a:buClr>
              <a:buSzPct val="140000"/>
              <a:tabLst>
                <a:tab pos="6096063" algn="l"/>
              </a:tabLst>
              <a:defRPr sz="900" kern="1200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304000000000000" pitchFamily="50" charset="-127"/>
                <a:ea typeface="나눔고딕" panose="020D0304000000000000" pitchFamily="50" charset="-127"/>
                <a:cs typeface="+mn-cs"/>
              </a:defRPr>
            </a:lvl1pPr>
            <a:lvl2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75" b="1" i="0" u="none" strike="noStrike" kern="0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우리다움 L" panose="02000300000000000000" pitchFamily="2" charset="-127"/>
                <a:ea typeface="우리다움 L" panose="02000300000000000000" pitchFamily="2" charset="-127"/>
                <a:cs typeface="Arial" pitchFamily="34" charset="0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추론 모델</a:t>
            </a:r>
          </a:p>
        </p:txBody>
      </p:sp>
      <p:sp>
        <p:nvSpPr>
          <p:cNvPr id="122" name="TextBox 649">
            <a:extLst>
              <a:ext uri="{FF2B5EF4-FFF2-40B4-BE49-F238E27FC236}">
                <a16:creationId xmlns:a16="http://schemas.microsoft.com/office/drawing/2014/main" id="{8CF903FE-11A0-A4E5-F4BE-F590D27205B8}"/>
              </a:ext>
            </a:extLst>
          </p:cNvPr>
          <p:cNvSpPr txBox="1"/>
          <p:nvPr/>
        </p:nvSpPr>
        <p:spPr>
          <a:xfrm>
            <a:off x="4864387" y="1852496"/>
            <a:ext cx="21754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…</a:t>
            </a:r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F65FFCEF-0255-C7AE-3286-D4DD183A0FA8}"/>
              </a:ext>
            </a:extLst>
          </p:cNvPr>
          <p:cNvSpPr/>
          <p:nvPr/>
        </p:nvSpPr>
        <p:spPr>
          <a:xfrm>
            <a:off x="5768858" y="1616606"/>
            <a:ext cx="853840" cy="52798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prstDash val="sysDash"/>
          </a:ln>
        </p:spPr>
        <p:txBody>
          <a:bodyPr wrap="non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4" name="TextBox 651">
            <a:extLst>
              <a:ext uri="{FF2B5EF4-FFF2-40B4-BE49-F238E27FC236}">
                <a16:creationId xmlns:a16="http://schemas.microsoft.com/office/drawing/2014/main" id="{A601D750-FC63-6456-EF8C-44509631DF28}"/>
              </a:ext>
            </a:extLst>
          </p:cNvPr>
          <p:cNvSpPr txBox="1"/>
          <p:nvPr/>
        </p:nvSpPr>
        <p:spPr>
          <a:xfrm>
            <a:off x="5746224" y="1600882"/>
            <a:ext cx="27962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학습</a:t>
            </a:r>
            <a:endParaRPr kumimoji="0" lang="en-US" altLang="ko-KR" sz="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5" name="TextBox 652">
            <a:extLst>
              <a:ext uri="{FF2B5EF4-FFF2-40B4-BE49-F238E27FC236}">
                <a16:creationId xmlns:a16="http://schemas.microsoft.com/office/drawing/2014/main" id="{A643B139-AE92-5BAB-BF93-C20555570CF1}"/>
              </a:ext>
            </a:extLst>
          </p:cNvPr>
          <p:cNvSpPr txBox="1"/>
          <p:nvPr/>
        </p:nvSpPr>
        <p:spPr>
          <a:xfrm>
            <a:off x="5835103" y="1818974"/>
            <a:ext cx="475432" cy="189190"/>
          </a:xfrm>
          <a:prstGeom prst="rect">
            <a:avLst/>
          </a:prstGeom>
          <a:solidFill>
            <a:srgbClr val="F5F5F5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marL="0" algn="ctr" defTabSz="1636450" rtl="0" eaLnBrk="1" latinLnBrk="0" hangingPunct="1">
              <a:buClr>
                <a:srgbClr val="3271AA"/>
              </a:buClr>
              <a:buSzPct val="140000"/>
              <a:tabLst>
                <a:tab pos="6096063" algn="l"/>
              </a:tabLst>
              <a:defRPr sz="900" kern="1200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304000000000000" pitchFamily="50" charset="-127"/>
                <a:ea typeface="나눔고딕" panose="020D0304000000000000" pitchFamily="50" charset="-127"/>
                <a:cs typeface="+mn-cs"/>
              </a:defRPr>
            </a:lvl1pPr>
            <a:lvl2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75" b="1" i="0" u="none" strike="noStrike" kern="0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우리다움 L" panose="02000300000000000000" pitchFamily="2" charset="-127"/>
                <a:ea typeface="우리다움 L" panose="02000300000000000000" pitchFamily="2" charset="-127"/>
                <a:cs typeface="Arial" pitchFamily="34" charset="0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Agent</a:t>
            </a:r>
            <a:endParaRPr kumimoji="0" lang="ko-KR" altLang="en-US" sz="7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126" name="TextBox 653">
            <a:extLst>
              <a:ext uri="{FF2B5EF4-FFF2-40B4-BE49-F238E27FC236}">
                <a16:creationId xmlns:a16="http://schemas.microsoft.com/office/drawing/2014/main" id="{8418266B-88E2-E10E-870F-0C83C4B4A1D9}"/>
              </a:ext>
            </a:extLst>
          </p:cNvPr>
          <p:cNvSpPr txBox="1"/>
          <p:nvPr/>
        </p:nvSpPr>
        <p:spPr>
          <a:xfrm>
            <a:off x="5872937" y="1861787"/>
            <a:ext cx="475432" cy="189190"/>
          </a:xfrm>
          <a:prstGeom prst="rect">
            <a:avLst/>
          </a:prstGeom>
          <a:solidFill>
            <a:srgbClr val="F5F5F5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marL="0" algn="ctr" defTabSz="1636450" rtl="0" eaLnBrk="1" latinLnBrk="0" hangingPunct="1">
              <a:buClr>
                <a:srgbClr val="3271AA"/>
              </a:buClr>
              <a:buSzPct val="140000"/>
              <a:tabLst>
                <a:tab pos="6096063" algn="l"/>
              </a:tabLst>
              <a:defRPr sz="900" kern="1200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304000000000000" pitchFamily="50" charset="-127"/>
                <a:ea typeface="나눔고딕" panose="020D0304000000000000" pitchFamily="50" charset="-127"/>
                <a:cs typeface="+mn-cs"/>
              </a:defRPr>
            </a:lvl1pPr>
            <a:lvl2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75" b="1" i="0" u="none" strike="noStrike" kern="0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우리다움 L" panose="02000300000000000000" pitchFamily="2" charset="-127"/>
                <a:ea typeface="우리다움 L" panose="02000300000000000000" pitchFamily="2" charset="-127"/>
                <a:cs typeface="Arial" pitchFamily="34" charset="0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127" name="TextBox 654">
            <a:extLst>
              <a:ext uri="{FF2B5EF4-FFF2-40B4-BE49-F238E27FC236}">
                <a16:creationId xmlns:a16="http://schemas.microsoft.com/office/drawing/2014/main" id="{298BEF41-F72C-8FD3-4845-40ABD36874A0}"/>
              </a:ext>
            </a:extLst>
          </p:cNvPr>
          <p:cNvSpPr txBox="1"/>
          <p:nvPr/>
        </p:nvSpPr>
        <p:spPr>
          <a:xfrm>
            <a:off x="6091455" y="1904461"/>
            <a:ext cx="475432" cy="189190"/>
          </a:xfrm>
          <a:prstGeom prst="rect">
            <a:avLst/>
          </a:prstGeom>
          <a:solidFill>
            <a:srgbClr val="F5F5F5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marL="0" algn="ctr" defTabSz="1636450" rtl="0" eaLnBrk="1" latinLnBrk="0" hangingPunct="1">
              <a:buClr>
                <a:srgbClr val="3271AA"/>
              </a:buClr>
              <a:buSzPct val="140000"/>
              <a:tabLst>
                <a:tab pos="6096063" algn="l"/>
              </a:tabLst>
              <a:defRPr sz="900" kern="1200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304000000000000" pitchFamily="50" charset="-127"/>
                <a:ea typeface="나눔고딕" panose="020D0304000000000000" pitchFamily="50" charset="-127"/>
                <a:cs typeface="+mn-cs"/>
              </a:defRPr>
            </a:lvl1pPr>
            <a:lvl2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75" b="1" i="0" u="none" strike="noStrike" kern="0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우리다움 L" panose="02000300000000000000" pitchFamily="2" charset="-127"/>
                <a:ea typeface="우리다움 L" panose="02000300000000000000" pitchFamily="2" charset="-127"/>
                <a:cs typeface="Arial" pitchFamily="34" charset="0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서빙 모델</a:t>
            </a:r>
          </a:p>
        </p:txBody>
      </p:sp>
      <p:sp>
        <p:nvSpPr>
          <p:cNvPr id="128" name="TextBox 655">
            <a:extLst>
              <a:ext uri="{FF2B5EF4-FFF2-40B4-BE49-F238E27FC236}">
                <a16:creationId xmlns:a16="http://schemas.microsoft.com/office/drawing/2014/main" id="{E619A8D4-7BB7-A3B6-C3EA-688BCA6E82AF}"/>
              </a:ext>
            </a:extLst>
          </p:cNvPr>
          <p:cNvSpPr txBox="1"/>
          <p:nvPr/>
        </p:nvSpPr>
        <p:spPr>
          <a:xfrm>
            <a:off x="5800491" y="1834018"/>
            <a:ext cx="21754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…</a:t>
            </a:r>
          </a:p>
        </p:txBody>
      </p:sp>
      <p:cxnSp>
        <p:nvCxnSpPr>
          <p:cNvPr id="129" name="연결선: 꺾임 546">
            <a:extLst>
              <a:ext uri="{FF2B5EF4-FFF2-40B4-BE49-F238E27FC236}">
                <a16:creationId xmlns:a16="http://schemas.microsoft.com/office/drawing/2014/main" id="{BB89D702-BE93-DCB1-9937-7EE05E74C943}"/>
              </a:ext>
            </a:extLst>
          </p:cNvPr>
          <p:cNvCxnSpPr>
            <a:cxnSpLocks/>
            <a:stCxn id="125" idx="1"/>
            <a:endCxn id="121" idx="3"/>
          </p:cNvCxnSpPr>
          <p:nvPr/>
        </p:nvCxnSpPr>
        <p:spPr>
          <a:xfrm rot="10800000" flipV="1">
            <a:off x="5649046" y="1913568"/>
            <a:ext cx="186058" cy="85487"/>
          </a:xfrm>
          <a:prstGeom prst="bentConnector3">
            <a:avLst>
              <a:gd name="adj1" fmla="val 50000"/>
            </a:avLst>
          </a:prstGeom>
          <a:ln>
            <a:solidFill>
              <a:srgbClr val="40404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EE338AD9-FCE0-3E90-9F15-6AD4C23C4600}"/>
              </a:ext>
            </a:extLst>
          </p:cNvPr>
          <p:cNvGrpSpPr/>
          <p:nvPr/>
        </p:nvGrpSpPr>
        <p:grpSpPr>
          <a:xfrm>
            <a:off x="6914803" y="1096124"/>
            <a:ext cx="1193858" cy="400168"/>
            <a:chOff x="-1238458" y="4215143"/>
            <a:chExt cx="1445437" cy="400168"/>
          </a:xfrm>
        </p:grpSpPr>
        <p:sp>
          <p:nvSpPr>
            <p:cNvPr id="131" name="직사각형 130">
              <a:extLst>
                <a:ext uri="{FF2B5EF4-FFF2-40B4-BE49-F238E27FC236}">
                  <a16:creationId xmlns:a16="http://schemas.microsoft.com/office/drawing/2014/main" id="{0A2715E8-EC43-9A2E-97E3-16A2EB626B8C}"/>
                </a:ext>
              </a:extLst>
            </p:cNvPr>
            <p:cNvSpPr/>
            <p:nvPr/>
          </p:nvSpPr>
          <p:spPr>
            <a:xfrm>
              <a:off x="-1238458" y="4423583"/>
              <a:ext cx="1445437" cy="191728"/>
            </a:xfrm>
            <a:prstGeom prst="rect">
              <a:avLst/>
            </a:prstGeom>
            <a:solidFill>
              <a:srgbClr val="FDD835"/>
            </a:solidFill>
            <a:ln>
              <a:solidFill>
                <a:schemeClr val="bg1"/>
              </a:solidFill>
            </a:ln>
          </p:spPr>
          <p:txBody>
            <a:bodyPr wrap="none" rtlCol="0" anchor="ctr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GenAI</a:t>
              </a: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</a:t>
              </a:r>
              <a:r>
                <a:rPr kumimoji="0" lang="ko-KR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플랫폼</a:t>
              </a:r>
            </a:p>
          </p:txBody>
        </p:sp>
        <p:sp>
          <p:nvSpPr>
            <p:cNvPr id="132" name="직사각형 131">
              <a:extLst>
                <a:ext uri="{FF2B5EF4-FFF2-40B4-BE49-F238E27FC236}">
                  <a16:creationId xmlns:a16="http://schemas.microsoft.com/office/drawing/2014/main" id="{D044D081-E69E-9F6C-CC13-7B302704DF24}"/>
                </a:ext>
              </a:extLst>
            </p:cNvPr>
            <p:cNvSpPr/>
            <p:nvPr/>
          </p:nvSpPr>
          <p:spPr>
            <a:xfrm>
              <a:off x="-1238458" y="4215143"/>
              <a:ext cx="1445437" cy="173287"/>
            </a:xfrm>
            <a:prstGeom prst="rect">
              <a:avLst/>
            </a:prstGeom>
            <a:solidFill>
              <a:srgbClr val="808080"/>
            </a:solidFill>
            <a:ln>
              <a:solidFill>
                <a:schemeClr val="bg1"/>
              </a:solidFill>
            </a:ln>
          </p:spPr>
          <p:txBody>
            <a:bodyPr wrap="none" rtlCol="0" anchor="ctr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서비스 확장 영역</a:t>
              </a:r>
            </a:p>
          </p:txBody>
        </p:sp>
      </p:grp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28410B32-50C9-31A6-5874-708BDC40D803}"/>
              </a:ext>
            </a:extLst>
          </p:cNvPr>
          <p:cNvGrpSpPr/>
          <p:nvPr/>
        </p:nvGrpSpPr>
        <p:grpSpPr>
          <a:xfrm>
            <a:off x="4827654" y="1099061"/>
            <a:ext cx="1826047" cy="386630"/>
            <a:chOff x="-1245684" y="4218093"/>
            <a:chExt cx="1459893" cy="425293"/>
          </a:xfrm>
        </p:grpSpPr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B2942D2C-0919-078C-9014-E8D906B59425}"/>
                </a:ext>
              </a:extLst>
            </p:cNvPr>
            <p:cNvSpPr/>
            <p:nvPr/>
          </p:nvSpPr>
          <p:spPr>
            <a:xfrm>
              <a:off x="-1245683" y="4432484"/>
              <a:ext cx="1459892" cy="210902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txBody>
            <a:bodyPr wrap="none" rtlCol="0" anchor="ctr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AI</a:t>
              </a:r>
              <a:r>
                <a:rPr kumimoji="0" lang="ko-KR" altLang="en-US" sz="10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서비스허브</a:t>
              </a:r>
              <a:endPara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8ABFC694-CD1C-4160-49EF-DB1B78FB4665}"/>
                </a:ext>
              </a:extLst>
            </p:cNvPr>
            <p:cNvSpPr/>
            <p:nvPr/>
          </p:nvSpPr>
          <p:spPr>
            <a:xfrm>
              <a:off x="-1245684" y="4218093"/>
              <a:ext cx="1459892" cy="190616"/>
            </a:xfrm>
            <a:prstGeom prst="rect">
              <a:avLst/>
            </a:prstGeom>
            <a:solidFill>
              <a:srgbClr val="808080"/>
            </a:solidFill>
            <a:ln>
              <a:solidFill>
                <a:schemeClr val="bg1"/>
              </a:solidFill>
            </a:ln>
          </p:spPr>
          <p:txBody>
            <a:bodyPr wrap="none" rtlCol="0" anchor="ctr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AI </a:t>
              </a:r>
              <a:r>
                <a:rPr kumimoji="0" lang="ko-KR" alt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모델 영역</a:t>
              </a:r>
            </a:p>
          </p:txBody>
        </p:sp>
      </p:grpSp>
      <p:grpSp>
        <p:nvGrpSpPr>
          <p:cNvPr id="136" name="그룹 135">
            <a:extLst>
              <a:ext uri="{FF2B5EF4-FFF2-40B4-BE49-F238E27FC236}">
                <a16:creationId xmlns:a16="http://schemas.microsoft.com/office/drawing/2014/main" id="{A0F50BCF-2F44-D4B8-2B6A-B0BD46647D72}"/>
              </a:ext>
            </a:extLst>
          </p:cNvPr>
          <p:cNvGrpSpPr/>
          <p:nvPr/>
        </p:nvGrpSpPr>
        <p:grpSpPr>
          <a:xfrm>
            <a:off x="4840383" y="2507068"/>
            <a:ext cx="1806053" cy="342491"/>
            <a:chOff x="-1245685" y="3591370"/>
            <a:chExt cx="1459892" cy="339098"/>
          </a:xfrm>
        </p:grpSpPr>
        <p:sp>
          <p:nvSpPr>
            <p:cNvPr id="137" name="직사각형 136">
              <a:extLst>
                <a:ext uri="{FF2B5EF4-FFF2-40B4-BE49-F238E27FC236}">
                  <a16:creationId xmlns:a16="http://schemas.microsoft.com/office/drawing/2014/main" id="{D786A34D-6AE2-FC0D-080A-813A856281C5}"/>
                </a:ext>
              </a:extLst>
            </p:cNvPr>
            <p:cNvSpPr/>
            <p:nvPr/>
          </p:nvSpPr>
          <p:spPr>
            <a:xfrm>
              <a:off x="-1245685" y="3738743"/>
              <a:ext cx="1459892" cy="191725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txBody>
            <a:bodyPr wrap="none" rtlCol="0" anchor="ctr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빅데이터플랫폼</a:t>
              </a:r>
              <a:endPara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F6AE2D2C-4B83-2AC7-BF6D-6F68D44C8A6E}"/>
                </a:ext>
              </a:extLst>
            </p:cNvPr>
            <p:cNvSpPr/>
            <p:nvPr/>
          </p:nvSpPr>
          <p:spPr>
            <a:xfrm>
              <a:off x="-1245685" y="3591370"/>
              <a:ext cx="1459892" cy="157534"/>
            </a:xfrm>
            <a:prstGeom prst="rect">
              <a:avLst/>
            </a:prstGeom>
            <a:solidFill>
              <a:srgbClr val="808080"/>
            </a:solidFill>
            <a:ln>
              <a:solidFill>
                <a:schemeClr val="bg1"/>
              </a:solidFill>
            </a:ln>
          </p:spPr>
          <p:txBody>
            <a:bodyPr wrap="none" rtlCol="0" anchor="ctr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전행 데이터 영역</a:t>
              </a:r>
            </a:p>
          </p:txBody>
        </p:sp>
      </p:grp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087D074D-C141-C97E-BE14-E56FD774377A}"/>
              </a:ext>
            </a:extLst>
          </p:cNvPr>
          <p:cNvSpPr/>
          <p:nvPr/>
        </p:nvSpPr>
        <p:spPr>
          <a:xfrm>
            <a:off x="1779212" y="1492353"/>
            <a:ext cx="503302" cy="76025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prstDash val="sysDash"/>
          </a:ln>
        </p:spPr>
        <p:txBody>
          <a:bodyPr wrap="non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0" name="TextBox 667">
            <a:extLst>
              <a:ext uri="{FF2B5EF4-FFF2-40B4-BE49-F238E27FC236}">
                <a16:creationId xmlns:a16="http://schemas.microsoft.com/office/drawing/2014/main" id="{19D47D03-15CA-CFAA-84EC-0720F8212510}"/>
              </a:ext>
            </a:extLst>
          </p:cNvPr>
          <p:cNvSpPr txBox="1"/>
          <p:nvPr/>
        </p:nvSpPr>
        <p:spPr>
          <a:xfrm>
            <a:off x="1856507" y="1674771"/>
            <a:ext cx="346960" cy="93605"/>
          </a:xfrm>
          <a:prstGeom prst="rect">
            <a:avLst/>
          </a:prstGeom>
          <a:solidFill>
            <a:srgbClr val="F5F5F5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marL="0" algn="ctr" defTabSz="1636450" rtl="0" eaLnBrk="1" latinLnBrk="0" hangingPunct="1">
              <a:buClr>
                <a:srgbClr val="3271AA"/>
              </a:buClr>
              <a:buSzPct val="140000"/>
              <a:tabLst>
                <a:tab pos="6096063" algn="l"/>
              </a:tabLst>
              <a:defRPr sz="900" kern="1200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304000000000000" pitchFamily="50" charset="-127"/>
                <a:ea typeface="나눔고딕" panose="020D0304000000000000" pitchFamily="50" charset="-127"/>
                <a:cs typeface="+mn-cs"/>
              </a:defRPr>
            </a:lvl1pPr>
            <a:lvl2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75" b="1" i="0" u="none" strike="noStrike" kern="0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우리다움 L" panose="02000300000000000000" pitchFamily="2" charset="-127"/>
                <a:ea typeface="우리다움 L" panose="02000300000000000000" pitchFamily="2" charset="-127"/>
                <a:cs typeface="Arial" pitchFamily="34" charset="0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STT</a:t>
            </a:r>
            <a:endParaRPr kumimoji="0" lang="ko-KR" altLang="en-US" sz="7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141" name="TextBox 668">
            <a:extLst>
              <a:ext uri="{FF2B5EF4-FFF2-40B4-BE49-F238E27FC236}">
                <a16:creationId xmlns:a16="http://schemas.microsoft.com/office/drawing/2014/main" id="{1A5A073B-4148-42D7-7A16-F02BE129680B}"/>
              </a:ext>
            </a:extLst>
          </p:cNvPr>
          <p:cNvSpPr txBox="1"/>
          <p:nvPr/>
        </p:nvSpPr>
        <p:spPr>
          <a:xfrm>
            <a:off x="1863084" y="1825962"/>
            <a:ext cx="346960" cy="93605"/>
          </a:xfrm>
          <a:prstGeom prst="rect">
            <a:avLst/>
          </a:prstGeom>
          <a:solidFill>
            <a:srgbClr val="F5F5F5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marL="0" algn="ctr" defTabSz="1636450" rtl="0" eaLnBrk="1" latinLnBrk="0" hangingPunct="1">
              <a:buClr>
                <a:srgbClr val="3271AA"/>
              </a:buClr>
              <a:buSzPct val="140000"/>
              <a:tabLst>
                <a:tab pos="6096063" algn="l"/>
              </a:tabLst>
              <a:defRPr sz="900" kern="1200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304000000000000" pitchFamily="50" charset="-127"/>
                <a:ea typeface="나눔고딕" panose="020D0304000000000000" pitchFamily="50" charset="-127"/>
                <a:cs typeface="+mn-cs"/>
              </a:defRPr>
            </a:lvl1pPr>
            <a:lvl2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75" b="1" i="0" u="none" strike="noStrike" kern="0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우리다움 L" panose="02000300000000000000" pitchFamily="2" charset="-127"/>
                <a:ea typeface="우리다움 L" panose="02000300000000000000" pitchFamily="2" charset="-127"/>
                <a:cs typeface="Arial" pitchFamily="34" charset="0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TA</a:t>
            </a:r>
            <a:endParaRPr kumimoji="0" lang="ko-KR" altLang="en-US" sz="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142" name="TextBox 669">
            <a:extLst>
              <a:ext uri="{FF2B5EF4-FFF2-40B4-BE49-F238E27FC236}">
                <a16:creationId xmlns:a16="http://schemas.microsoft.com/office/drawing/2014/main" id="{75CB7569-C2E1-8A97-A705-24A84EE9C0D3}"/>
              </a:ext>
            </a:extLst>
          </p:cNvPr>
          <p:cNvSpPr txBox="1"/>
          <p:nvPr/>
        </p:nvSpPr>
        <p:spPr>
          <a:xfrm>
            <a:off x="1858867" y="1977153"/>
            <a:ext cx="346960" cy="93605"/>
          </a:xfrm>
          <a:prstGeom prst="rect">
            <a:avLst/>
          </a:prstGeom>
          <a:solidFill>
            <a:srgbClr val="F5F5F5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marL="0" algn="ctr" defTabSz="1636450" rtl="0" eaLnBrk="1" latinLnBrk="0" hangingPunct="1">
              <a:buClr>
                <a:srgbClr val="3271AA"/>
              </a:buClr>
              <a:buSzPct val="140000"/>
              <a:tabLst>
                <a:tab pos="6096063" algn="l"/>
              </a:tabLst>
              <a:defRPr sz="900" kern="1200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304000000000000" pitchFamily="50" charset="-127"/>
                <a:ea typeface="나눔고딕" panose="020D0304000000000000" pitchFamily="50" charset="-127"/>
                <a:cs typeface="+mn-cs"/>
              </a:defRPr>
            </a:lvl1pPr>
            <a:lvl2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75" b="1" i="0" u="none" strike="noStrike" kern="0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우리다움 L" panose="02000300000000000000" pitchFamily="2" charset="-127"/>
                <a:ea typeface="우리다움 L" panose="02000300000000000000" pitchFamily="2" charset="-127"/>
                <a:cs typeface="Arial" pitchFamily="34" charset="0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AI OCR</a:t>
            </a:r>
            <a:endParaRPr kumimoji="0" lang="ko-KR" altLang="en-US" sz="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143" name="TextBox 670">
            <a:extLst>
              <a:ext uri="{FF2B5EF4-FFF2-40B4-BE49-F238E27FC236}">
                <a16:creationId xmlns:a16="http://schemas.microsoft.com/office/drawing/2014/main" id="{C55A4228-06C6-E515-1091-C402FDEEB674}"/>
              </a:ext>
            </a:extLst>
          </p:cNvPr>
          <p:cNvSpPr txBox="1"/>
          <p:nvPr/>
        </p:nvSpPr>
        <p:spPr>
          <a:xfrm>
            <a:off x="1860604" y="2128343"/>
            <a:ext cx="346960" cy="93605"/>
          </a:xfrm>
          <a:prstGeom prst="rect">
            <a:avLst/>
          </a:prstGeom>
          <a:solidFill>
            <a:srgbClr val="F5F5F5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marL="0" algn="ctr" defTabSz="1636450" rtl="0" eaLnBrk="1" latinLnBrk="0" hangingPunct="1">
              <a:buClr>
                <a:srgbClr val="3271AA"/>
              </a:buClr>
              <a:buSzPct val="140000"/>
              <a:tabLst>
                <a:tab pos="6096063" algn="l"/>
              </a:tabLst>
              <a:defRPr sz="900" kern="1200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304000000000000" pitchFamily="50" charset="-127"/>
                <a:ea typeface="나눔고딕" panose="020D0304000000000000" pitchFamily="50" charset="-127"/>
                <a:cs typeface="+mn-cs"/>
              </a:defRPr>
            </a:lvl1pPr>
            <a:lvl2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75" b="1" i="0" u="none" strike="noStrike" kern="0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우리다움 L" panose="02000300000000000000" pitchFamily="2" charset="-127"/>
                <a:ea typeface="우리다움 L" panose="02000300000000000000" pitchFamily="2" charset="-127"/>
                <a:cs typeface="Arial" pitchFamily="34" charset="0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Doc Paser</a:t>
            </a:r>
            <a:endParaRPr kumimoji="0" lang="ko-KR" altLang="en-US" sz="5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144" name="TextBox 671">
            <a:extLst>
              <a:ext uri="{FF2B5EF4-FFF2-40B4-BE49-F238E27FC236}">
                <a16:creationId xmlns:a16="http://schemas.microsoft.com/office/drawing/2014/main" id="{38665B75-FC62-0727-870E-8B08AC1DDDA0}"/>
              </a:ext>
            </a:extLst>
          </p:cNvPr>
          <p:cNvSpPr txBox="1"/>
          <p:nvPr/>
        </p:nvSpPr>
        <p:spPr>
          <a:xfrm>
            <a:off x="1835192" y="1487350"/>
            <a:ext cx="39058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공통</a:t>
            </a:r>
            <a:endParaRPr kumimoji="0" lang="en-US" altLang="ko-KR" sz="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45" name="그룹 144">
            <a:extLst>
              <a:ext uri="{FF2B5EF4-FFF2-40B4-BE49-F238E27FC236}">
                <a16:creationId xmlns:a16="http://schemas.microsoft.com/office/drawing/2014/main" id="{8B263083-DEC2-2E6D-4DB9-744B9EA46A00}"/>
              </a:ext>
            </a:extLst>
          </p:cNvPr>
          <p:cNvGrpSpPr/>
          <p:nvPr/>
        </p:nvGrpSpPr>
        <p:grpSpPr>
          <a:xfrm>
            <a:off x="3430054" y="1487350"/>
            <a:ext cx="503302" cy="765257"/>
            <a:chOff x="3725726" y="2294500"/>
            <a:chExt cx="502353" cy="765257"/>
          </a:xfrm>
        </p:grpSpPr>
        <p:sp>
          <p:nvSpPr>
            <p:cNvPr id="146" name="직사각형 145">
              <a:extLst>
                <a:ext uri="{FF2B5EF4-FFF2-40B4-BE49-F238E27FC236}">
                  <a16:creationId xmlns:a16="http://schemas.microsoft.com/office/drawing/2014/main" id="{17D36E19-8670-BCD5-7D85-B9AD6E1F1439}"/>
                </a:ext>
              </a:extLst>
            </p:cNvPr>
            <p:cNvSpPr/>
            <p:nvPr/>
          </p:nvSpPr>
          <p:spPr>
            <a:xfrm>
              <a:off x="3725726" y="2299503"/>
              <a:ext cx="502353" cy="76025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prstDash val="sysDash"/>
            </a:ln>
          </p:spPr>
          <p:txBody>
            <a:bodyPr wrap="none" rtlCol="0" anchor="ctr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47" name="TextBox 674">
              <a:extLst>
                <a:ext uri="{FF2B5EF4-FFF2-40B4-BE49-F238E27FC236}">
                  <a16:creationId xmlns:a16="http://schemas.microsoft.com/office/drawing/2014/main" id="{2E54A6FD-6D86-74CF-DA62-D2BEEC3ACA49}"/>
                </a:ext>
              </a:extLst>
            </p:cNvPr>
            <p:cNvSpPr txBox="1"/>
            <p:nvPr/>
          </p:nvSpPr>
          <p:spPr>
            <a:xfrm>
              <a:off x="3802875" y="2481921"/>
              <a:ext cx="346306" cy="93605"/>
            </a:xfrm>
            <a:prstGeom prst="rect">
              <a:avLst/>
            </a:prstGeom>
            <a:solidFill>
              <a:srgbClr val="F5F5F5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wrap="square" lIns="0" tIns="0" rIns="0" bIns="0" anchor="ctr">
              <a:noAutofit/>
            </a:bodyPr>
            <a:lstStyle>
              <a:defPPr>
                <a:defRPr lang="en-US"/>
              </a:defPPr>
              <a:lvl1pPr marL="0" algn="ctr" defTabSz="1636450" rtl="0" eaLnBrk="1" latinLnBrk="0" hangingPunct="1">
                <a:buClr>
                  <a:srgbClr val="3271AA"/>
                </a:buClr>
                <a:buSzPct val="140000"/>
                <a:tabLst>
                  <a:tab pos="6096063" algn="l"/>
                </a:tabLst>
                <a:defRPr sz="9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고딕" panose="020D0304000000000000" pitchFamily="50" charset="-127"/>
                  <a:ea typeface="나눔고딕" panose="020D0304000000000000" pitchFamily="50" charset="-127"/>
                  <a:cs typeface="+mn-cs"/>
                </a:defRPr>
              </a:lvl1pPr>
              <a:lvl2pPr marL="0" marR="0" lvl="1" indent="0" algn="ctr" defTabSz="16364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675" b="1" i="0" u="none" strike="noStrike" kern="0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우리다움 L" panose="02000300000000000000" pitchFamily="2" charset="-127"/>
                  <a:ea typeface="우리다움 L" panose="02000300000000000000" pitchFamily="2" charset="-127"/>
                  <a:cs typeface="Arial" pitchFamily="34" charset="0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1" indent="0" algn="ctr" defTabSz="16364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WEB</a:t>
              </a:r>
              <a:endParaRPr kumimoji="0" lang="ko-KR" alt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endParaRPr>
            </a:p>
          </p:txBody>
        </p:sp>
        <p:sp>
          <p:nvSpPr>
            <p:cNvPr id="148" name="TextBox 675">
              <a:extLst>
                <a:ext uri="{FF2B5EF4-FFF2-40B4-BE49-F238E27FC236}">
                  <a16:creationId xmlns:a16="http://schemas.microsoft.com/office/drawing/2014/main" id="{975FEAD6-EAD4-5004-F33C-0FF91EA08EF2}"/>
                </a:ext>
              </a:extLst>
            </p:cNvPr>
            <p:cNvSpPr txBox="1"/>
            <p:nvPr/>
          </p:nvSpPr>
          <p:spPr>
            <a:xfrm>
              <a:off x="3809440" y="2633112"/>
              <a:ext cx="346306" cy="93605"/>
            </a:xfrm>
            <a:prstGeom prst="rect">
              <a:avLst/>
            </a:prstGeom>
            <a:solidFill>
              <a:srgbClr val="F5F5F5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wrap="square" lIns="0" tIns="0" rIns="0" bIns="0" anchor="ctr">
              <a:noAutofit/>
            </a:bodyPr>
            <a:lstStyle>
              <a:defPPr>
                <a:defRPr lang="en-US"/>
              </a:defPPr>
              <a:lvl1pPr marL="0" algn="ctr" defTabSz="1636450" rtl="0" eaLnBrk="1" latinLnBrk="0" hangingPunct="1">
                <a:buClr>
                  <a:srgbClr val="3271AA"/>
                </a:buClr>
                <a:buSzPct val="140000"/>
                <a:tabLst>
                  <a:tab pos="6096063" algn="l"/>
                </a:tabLst>
                <a:defRPr sz="9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고딕" panose="020D0304000000000000" pitchFamily="50" charset="-127"/>
                  <a:ea typeface="나눔고딕" panose="020D0304000000000000" pitchFamily="50" charset="-127"/>
                  <a:cs typeface="+mn-cs"/>
                </a:defRPr>
              </a:lvl1pPr>
              <a:lvl2pPr marL="0" marR="0" lvl="1" indent="0" algn="ctr" defTabSz="16364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675" b="1" i="0" u="none" strike="noStrike" kern="0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우리다움 L" panose="02000300000000000000" pitchFamily="2" charset="-127"/>
                  <a:ea typeface="우리다움 L" panose="02000300000000000000" pitchFamily="2" charset="-127"/>
                  <a:cs typeface="Arial" pitchFamily="34" charset="0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1" indent="0" algn="ctr" defTabSz="16364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WAS</a:t>
              </a:r>
              <a:endParaRPr kumimoji="0" lang="ko-KR" alt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endParaRPr>
            </a:p>
          </p:txBody>
        </p:sp>
        <p:sp>
          <p:nvSpPr>
            <p:cNvPr id="149" name="TextBox 676">
              <a:extLst>
                <a:ext uri="{FF2B5EF4-FFF2-40B4-BE49-F238E27FC236}">
                  <a16:creationId xmlns:a16="http://schemas.microsoft.com/office/drawing/2014/main" id="{81230CC2-B988-69BD-2346-440AC473A5A6}"/>
                </a:ext>
              </a:extLst>
            </p:cNvPr>
            <p:cNvSpPr txBox="1"/>
            <p:nvPr/>
          </p:nvSpPr>
          <p:spPr>
            <a:xfrm>
              <a:off x="3805231" y="2784303"/>
              <a:ext cx="346306" cy="93605"/>
            </a:xfrm>
            <a:prstGeom prst="rect">
              <a:avLst/>
            </a:prstGeom>
            <a:solidFill>
              <a:srgbClr val="F5F5F5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wrap="square" lIns="0" tIns="0" rIns="0" bIns="0" anchor="ctr">
              <a:noAutofit/>
            </a:bodyPr>
            <a:lstStyle>
              <a:defPPr>
                <a:defRPr lang="en-US"/>
              </a:defPPr>
              <a:lvl1pPr marL="0" algn="ctr" defTabSz="1636450" rtl="0" eaLnBrk="1" latinLnBrk="0" hangingPunct="1">
                <a:buClr>
                  <a:srgbClr val="3271AA"/>
                </a:buClr>
                <a:buSzPct val="140000"/>
                <a:tabLst>
                  <a:tab pos="6096063" algn="l"/>
                </a:tabLst>
                <a:defRPr sz="9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고딕" panose="020D0304000000000000" pitchFamily="50" charset="-127"/>
                  <a:ea typeface="나눔고딕" panose="020D0304000000000000" pitchFamily="50" charset="-127"/>
                  <a:cs typeface="+mn-cs"/>
                </a:defRPr>
              </a:lvl1pPr>
              <a:lvl2pPr marL="0" marR="0" lvl="1" indent="0" algn="ctr" defTabSz="16364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675" b="1" i="0" u="none" strike="noStrike" kern="0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우리다움 L" panose="02000300000000000000" pitchFamily="2" charset="-127"/>
                  <a:ea typeface="우리다움 L" panose="02000300000000000000" pitchFamily="2" charset="-127"/>
                  <a:cs typeface="Arial" pitchFamily="34" charset="0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1" indent="0" algn="ctr" defTabSz="16364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DB</a:t>
              </a:r>
              <a:endParaRPr kumimoji="0" lang="ko-KR" alt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endParaRPr>
            </a:p>
          </p:txBody>
        </p:sp>
        <p:sp>
          <p:nvSpPr>
            <p:cNvPr id="150" name="TextBox 677">
              <a:extLst>
                <a:ext uri="{FF2B5EF4-FFF2-40B4-BE49-F238E27FC236}">
                  <a16:creationId xmlns:a16="http://schemas.microsoft.com/office/drawing/2014/main" id="{6D770924-7253-0F3C-59CA-78F6E5970A69}"/>
                </a:ext>
              </a:extLst>
            </p:cNvPr>
            <p:cNvSpPr txBox="1"/>
            <p:nvPr/>
          </p:nvSpPr>
          <p:spPr>
            <a:xfrm>
              <a:off x="3806965" y="2935493"/>
              <a:ext cx="346306" cy="93605"/>
            </a:xfrm>
            <a:prstGeom prst="rect">
              <a:avLst/>
            </a:prstGeom>
            <a:solidFill>
              <a:srgbClr val="F5F5F5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wrap="square" lIns="0" tIns="0" rIns="0" bIns="0" anchor="ctr">
              <a:noAutofit/>
            </a:bodyPr>
            <a:lstStyle>
              <a:defPPr>
                <a:defRPr lang="en-US"/>
              </a:defPPr>
              <a:lvl1pPr marL="0" algn="ctr" defTabSz="1636450" rtl="0" eaLnBrk="1" latinLnBrk="0" hangingPunct="1">
                <a:buClr>
                  <a:srgbClr val="3271AA"/>
                </a:buClr>
                <a:buSzPct val="140000"/>
                <a:tabLst>
                  <a:tab pos="6096063" algn="l"/>
                </a:tabLst>
                <a:defRPr sz="9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고딕" panose="020D0304000000000000" pitchFamily="50" charset="-127"/>
                  <a:ea typeface="나눔고딕" panose="020D0304000000000000" pitchFamily="50" charset="-127"/>
                  <a:cs typeface="+mn-cs"/>
                </a:defRPr>
              </a:lvl1pPr>
              <a:lvl2pPr marL="0" marR="0" lvl="1" indent="0" algn="ctr" defTabSz="16364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700" b="0" i="0" u="none" strike="noStrike" kern="0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1" indent="0" algn="ctr" defTabSz="16364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6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검색엔진</a:t>
              </a:r>
            </a:p>
          </p:txBody>
        </p:sp>
        <p:sp>
          <p:nvSpPr>
            <p:cNvPr id="151" name="TextBox 678">
              <a:extLst>
                <a:ext uri="{FF2B5EF4-FFF2-40B4-BE49-F238E27FC236}">
                  <a16:creationId xmlns:a16="http://schemas.microsoft.com/office/drawing/2014/main" id="{8945F8A5-5E02-B23A-01D9-08F62DD9D95B}"/>
                </a:ext>
              </a:extLst>
            </p:cNvPr>
            <p:cNvSpPr txBox="1"/>
            <p:nvPr/>
          </p:nvSpPr>
          <p:spPr>
            <a:xfrm>
              <a:off x="3772783" y="2294500"/>
              <a:ext cx="40748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KMS</a:t>
              </a:r>
            </a:p>
          </p:txBody>
        </p:sp>
      </p:grpSp>
      <p:sp>
        <p:nvSpPr>
          <p:cNvPr id="152" name="TextBox 679">
            <a:extLst>
              <a:ext uri="{FF2B5EF4-FFF2-40B4-BE49-F238E27FC236}">
                <a16:creationId xmlns:a16="http://schemas.microsoft.com/office/drawing/2014/main" id="{64797593-06A4-6E1D-F61C-554BF532A191}"/>
              </a:ext>
            </a:extLst>
          </p:cNvPr>
          <p:cNvSpPr txBox="1"/>
          <p:nvPr/>
        </p:nvSpPr>
        <p:spPr>
          <a:xfrm>
            <a:off x="2380346" y="2645698"/>
            <a:ext cx="664086" cy="189190"/>
          </a:xfrm>
          <a:prstGeom prst="rect">
            <a:avLst/>
          </a:prstGeom>
          <a:solidFill>
            <a:srgbClr val="F5F5F5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marL="0" algn="ctr" defTabSz="1636450" rtl="0" eaLnBrk="1" latinLnBrk="0" hangingPunct="1">
              <a:buClr>
                <a:srgbClr val="3271AA"/>
              </a:buClr>
              <a:buSzPct val="140000"/>
              <a:tabLst>
                <a:tab pos="6096063" algn="l"/>
              </a:tabLst>
              <a:defRPr sz="900" kern="1200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304000000000000" pitchFamily="50" charset="-127"/>
                <a:ea typeface="나눔고딕" panose="020D0304000000000000" pitchFamily="50" charset="-127"/>
                <a:cs typeface="+mn-cs"/>
              </a:defRPr>
            </a:lvl1pPr>
            <a:lvl2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75" b="1" i="0" u="none" strike="noStrike" kern="0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우리다움 L" panose="02000300000000000000" pitchFamily="2" charset="-127"/>
                <a:ea typeface="우리다움 L" panose="02000300000000000000" pitchFamily="2" charset="-127"/>
                <a:cs typeface="Arial" pitchFamily="34" charset="0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Agent</a:t>
            </a:r>
            <a:endParaRPr kumimoji="0" lang="ko-KR" altLang="en-US" sz="7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153" name="TextBox 680">
            <a:extLst>
              <a:ext uri="{FF2B5EF4-FFF2-40B4-BE49-F238E27FC236}">
                <a16:creationId xmlns:a16="http://schemas.microsoft.com/office/drawing/2014/main" id="{95C1F70E-EABA-1447-FF25-0991FDCC97A5}"/>
              </a:ext>
            </a:extLst>
          </p:cNvPr>
          <p:cNvSpPr txBox="1"/>
          <p:nvPr/>
        </p:nvSpPr>
        <p:spPr>
          <a:xfrm>
            <a:off x="2433194" y="2688512"/>
            <a:ext cx="664086" cy="189190"/>
          </a:xfrm>
          <a:prstGeom prst="rect">
            <a:avLst/>
          </a:prstGeom>
          <a:solidFill>
            <a:srgbClr val="F5F5F5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marL="0" algn="ctr" defTabSz="1636450" rtl="0" eaLnBrk="1" latinLnBrk="0" hangingPunct="1">
              <a:buClr>
                <a:srgbClr val="3271AA"/>
              </a:buClr>
              <a:buSzPct val="140000"/>
              <a:tabLst>
                <a:tab pos="6096063" algn="l"/>
              </a:tabLst>
              <a:defRPr sz="900" kern="1200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304000000000000" pitchFamily="50" charset="-127"/>
                <a:ea typeface="나눔고딕" panose="020D0304000000000000" pitchFamily="50" charset="-127"/>
                <a:cs typeface="+mn-cs"/>
              </a:defRPr>
            </a:lvl1pPr>
            <a:lvl2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75" b="1" i="0" u="none" strike="noStrike" kern="0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우리다움 L" panose="02000300000000000000" pitchFamily="2" charset="-127"/>
                <a:ea typeface="우리다움 L" panose="02000300000000000000" pitchFamily="2" charset="-127"/>
                <a:cs typeface="Arial" pitchFamily="34" charset="0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154" name="TextBox 681">
            <a:extLst>
              <a:ext uri="{FF2B5EF4-FFF2-40B4-BE49-F238E27FC236}">
                <a16:creationId xmlns:a16="http://schemas.microsoft.com/office/drawing/2014/main" id="{5C51495B-AC2C-DB65-9221-A0E47C519DB5}"/>
              </a:ext>
            </a:extLst>
          </p:cNvPr>
          <p:cNvSpPr txBox="1"/>
          <p:nvPr/>
        </p:nvSpPr>
        <p:spPr>
          <a:xfrm>
            <a:off x="2738420" y="2731185"/>
            <a:ext cx="664086" cy="189190"/>
          </a:xfrm>
          <a:prstGeom prst="rect">
            <a:avLst/>
          </a:prstGeom>
          <a:solidFill>
            <a:srgbClr val="F5F5F5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marL="0" algn="ctr" defTabSz="1636450" rtl="0" eaLnBrk="1" latinLnBrk="0" hangingPunct="1">
              <a:buClr>
                <a:srgbClr val="3271AA"/>
              </a:buClr>
              <a:buSzPct val="140000"/>
              <a:tabLst>
                <a:tab pos="6096063" algn="l"/>
              </a:tabLst>
              <a:defRPr sz="900" kern="1200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304000000000000" pitchFamily="50" charset="-127"/>
                <a:ea typeface="나눔고딕" panose="020D0304000000000000" pitchFamily="50" charset="-127"/>
                <a:cs typeface="+mn-cs"/>
              </a:defRPr>
            </a:lvl1pPr>
            <a:lvl2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75" b="1" i="0" u="none" strike="noStrike" kern="0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우리다움 L" panose="02000300000000000000" pitchFamily="2" charset="-127"/>
                <a:ea typeface="우리다움 L" panose="02000300000000000000" pitchFamily="2" charset="-127"/>
                <a:cs typeface="Arial" pitchFamily="34" charset="0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Super Agent</a:t>
            </a:r>
            <a:endParaRPr kumimoji="0" lang="ko-KR" altLang="en-US" sz="7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grpSp>
        <p:nvGrpSpPr>
          <p:cNvPr id="155" name="그룹 154">
            <a:extLst>
              <a:ext uri="{FF2B5EF4-FFF2-40B4-BE49-F238E27FC236}">
                <a16:creationId xmlns:a16="http://schemas.microsoft.com/office/drawing/2014/main" id="{9857598D-E8C6-3085-A50C-2B377CC20183}"/>
              </a:ext>
            </a:extLst>
          </p:cNvPr>
          <p:cNvGrpSpPr/>
          <p:nvPr/>
        </p:nvGrpSpPr>
        <p:grpSpPr>
          <a:xfrm>
            <a:off x="2567284" y="2774107"/>
            <a:ext cx="83434" cy="18000"/>
            <a:chOff x="-467832" y="3110489"/>
            <a:chExt cx="83277" cy="18000"/>
          </a:xfrm>
        </p:grpSpPr>
        <p:sp>
          <p:nvSpPr>
            <p:cNvPr id="156" name="타원 155">
              <a:extLst>
                <a:ext uri="{FF2B5EF4-FFF2-40B4-BE49-F238E27FC236}">
                  <a16:creationId xmlns:a16="http://schemas.microsoft.com/office/drawing/2014/main" id="{D2300CCD-C0CC-2F20-EA47-721E99621CD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435193" y="3110489"/>
              <a:ext cx="18000" cy="18000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txBody>
            <a:bodyPr wrap="square" lIns="36000" tIns="36000" rIns="36000" bIns="36000" rtlCol="0" anchor="ctr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>
                <a:ln w="3175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57" name="타원 156">
              <a:extLst>
                <a:ext uri="{FF2B5EF4-FFF2-40B4-BE49-F238E27FC236}">
                  <a16:creationId xmlns:a16="http://schemas.microsoft.com/office/drawing/2014/main" id="{7DA5B611-CDC3-0E82-C46E-7ACF88C6A8D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467832" y="3110489"/>
              <a:ext cx="18000" cy="18000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txBody>
            <a:bodyPr wrap="square" lIns="36000" tIns="36000" rIns="36000" bIns="36000" rtlCol="0" anchor="ctr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>
                <a:ln w="3175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58" name="타원 157">
              <a:extLst>
                <a:ext uri="{FF2B5EF4-FFF2-40B4-BE49-F238E27FC236}">
                  <a16:creationId xmlns:a16="http://schemas.microsoft.com/office/drawing/2014/main" id="{CCBD1AA8-76B7-959C-F380-CBD119EB21B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402555" y="3110489"/>
              <a:ext cx="18000" cy="18000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txBody>
            <a:bodyPr wrap="square" lIns="36000" tIns="36000" rIns="36000" bIns="36000" rtlCol="0" anchor="ctr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>
                <a:ln w="3175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59" name="TextBox 686">
            <a:extLst>
              <a:ext uri="{FF2B5EF4-FFF2-40B4-BE49-F238E27FC236}">
                <a16:creationId xmlns:a16="http://schemas.microsoft.com/office/drawing/2014/main" id="{69678682-F702-0BB6-4C73-A3B15F49490B}"/>
              </a:ext>
            </a:extLst>
          </p:cNvPr>
          <p:cNvSpPr txBox="1"/>
          <p:nvPr/>
        </p:nvSpPr>
        <p:spPr>
          <a:xfrm>
            <a:off x="3433122" y="2633949"/>
            <a:ext cx="664086" cy="189190"/>
          </a:xfrm>
          <a:prstGeom prst="rect">
            <a:avLst/>
          </a:prstGeom>
          <a:solidFill>
            <a:srgbClr val="F5F5F5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marL="0" algn="ctr" defTabSz="1636450" rtl="0" eaLnBrk="1" latinLnBrk="0" hangingPunct="1">
              <a:buClr>
                <a:srgbClr val="3271AA"/>
              </a:buClr>
              <a:buSzPct val="140000"/>
              <a:tabLst>
                <a:tab pos="6096063" algn="l"/>
              </a:tabLst>
              <a:defRPr sz="900" kern="1200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304000000000000" pitchFamily="50" charset="-127"/>
                <a:ea typeface="나눔고딕" panose="020D0304000000000000" pitchFamily="50" charset="-127"/>
                <a:cs typeface="+mn-cs"/>
              </a:defRPr>
            </a:lvl1pPr>
            <a:lvl2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75" b="1" i="0" u="none" strike="noStrike" kern="0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우리다움 L" panose="02000300000000000000" pitchFamily="2" charset="-127"/>
                <a:ea typeface="우리다움 L" panose="02000300000000000000" pitchFamily="2" charset="-127"/>
                <a:cs typeface="Arial" pitchFamily="34" charset="0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Agent</a:t>
            </a:r>
            <a:endParaRPr kumimoji="0" lang="ko-KR" altLang="en-US" sz="7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160" name="TextBox 687">
            <a:extLst>
              <a:ext uri="{FF2B5EF4-FFF2-40B4-BE49-F238E27FC236}">
                <a16:creationId xmlns:a16="http://schemas.microsoft.com/office/drawing/2014/main" id="{A1422414-FC24-9BE5-2B15-23D85719B826}"/>
              </a:ext>
            </a:extLst>
          </p:cNvPr>
          <p:cNvSpPr txBox="1"/>
          <p:nvPr/>
        </p:nvSpPr>
        <p:spPr>
          <a:xfrm>
            <a:off x="3485970" y="2676763"/>
            <a:ext cx="664086" cy="189190"/>
          </a:xfrm>
          <a:prstGeom prst="rect">
            <a:avLst/>
          </a:prstGeom>
          <a:solidFill>
            <a:srgbClr val="F5F5F5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marL="0" algn="ctr" defTabSz="1636450" rtl="0" eaLnBrk="1" latinLnBrk="0" hangingPunct="1">
              <a:buClr>
                <a:srgbClr val="3271AA"/>
              </a:buClr>
              <a:buSzPct val="140000"/>
              <a:tabLst>
                <a:tab pos="6096063" algn="l"/>
              </a:tabLst>
              <a:defRPr sz="900" kern="1200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304000000000000" pitchFamily="50" charset="-127"/>
                <a:ea typeface="나눔고딕" panose="020D0304000000000000" pitchFamily="50" charset="-127"/>
                <a:cs typeface="+mn-cs"/>
              </a:defRPr>
            </a:lvl1pPr>
            <a:lvl2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75" b="1" i="0" u="none" strike="noStrike" kern="0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우리다움 L" panose="02000300000000000000" pitchFamily="2" charset="-127"/>
                <a:ea typeface="우리다움 L" panose="02000300000000000000" pitchFamily="2" charset="-127"/>
                <a:cs typeface="Arial" pitchFamily="34" charset="0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161" name="TextBox 688">
            <a:extLst>
              <a:ext uri="{FF2B5EF4-FFF2-40B4-BE49-F238E27FC236}">
                <a16:creationId xmlns:a16="http://schemas.microsoft.com/office/drawing/2014/main" id="{3CF978E0-923B-C8F7-AD45-46744E26A9B3}"/>
              </a:ext>
            </a:extLst>
          </p:cNvPr>
          <p:cNvSpPr txBox="1"/>
          <p:nvPr/>
        </p:nvSpPr>
        <p:spPr>
          <a:xfrm>
            <a:off x="3791196" y="2719436"/>
            <a:ext cx="664086" cy="189190"/>
          </a:xfrm>
          <a:prstGeom prst="rect">
            <a:avLst/>
          </a:prstGeom>
          <a:solidFill>
            <a:srgbClr val="F5F5F5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marL="0" algn="ctr" defTabSz="1636450" rtl="0" eaLnBrk="1" latinLnBrk="0" hangingPunct="1">
              <a:buClr>
                <a:srgbClr val="3271AA"/>
              </a:buClr>
              <a:buSzPct val="140000"/>
              <a:tabLst>
                <a:tab pos="6096063" algn="l"/>
              </a:tabLst>
              <a:defRPr sz="900" kern="1200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304000000000000" pitchFamily="50" charset="-127"/>
                <a:ea typeface="나눔고딕" panose="020D0304000000000000" pitchFamily="50" charset="-127"/>
                <a:cs typeface="+mn-cs"/>
              </a:defRPr>
            </a:lvl1pPr>
            <a:lvl2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75" b="1" i="0" u="none" strike="noStrike" kern="0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우리다움 L" panose="02000300000000000000" pitchFamily="2" charset="-127"/>
                <a:ea typeface="우리다움 L" panose="02000300000000000000" pitchFamily="2" charset="-127"/>
                <a:cs typeface="Arial" pitchFamily="34" charset="0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Agent Orch.</a:t>
            </a:r>
            <a:endParaRPr kumimoji="0" lang="ko-KR" altLang="en-US" sz="7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grpSp>
        <p:nvGrpSpPr>
          <p:cNvPr id="162" name="그룹 161">
            <a:extLst>
              <a:ext uri="{FF2B5EF4-FFF2-40B4-BE49-F238E27FC236}">
                <a16:creationId xmlns:a16="http://schemas.microsoft.com/office/drawing/2014/main" id="{718AAE4F-89E2-9096-2336-C13F86B6A6EA}"/>
              </a:ext>
            </a:extLst>
          </p:cNvPr>
          <p:cNvGrpSpPr/>
          <p:nvPr/>
        </p:nvGrpSpPr>
        <p:grpSpPr>
          <a:xfrm>
            <a:off x="3620060" y="2762358"/>
            <a:ext cx="83434" cy="18000"/>
            <a:chOff x="-467832" y="3110489"/>
            <a:chExt cx="83277" cy="18000"/>
          </a:xfrm>
        </p:grpSpPr>
        <p:sp>
          <p:nvSpPr>
            <p:cNvPr id="163" name="타원 162">
              <a:extLst>
                <a:ext uri="{FF2B5EF4-FFF2-40B4-BE49-F238E27FC236}">
                  <a16:creationId xmlns:a16="http://schemas.microsoft.com/office/drawing/2014/main" id="{06AD5622-2FF9-DCF2-7A71-6C3E5D53E69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435193" y="3110489"/>
              <a:ext cx="18000" cy="18000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txBody>
            <a:bodyPr wrap="square" lIns="36000" tIns="36000" rIns="36000" bIns="36000" rtlCol="0" anchor="ctr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>
                <a:ln w="3175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64" name="타원 163">
              <a:extLst>
                <a:ext uri="{FF2B5EF4-FFF2-40B4-BE49-F238E27FC236}">
                  <a16:creationId xmlns:a16="http://schemas.microsoft.com/office/drawing/2014/main" id="{1FA7EEA0-CA31-50E9-B6A6-949B798DAE6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467832" y="3110489"/>
              <a:ext cx="18000" cy="18000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txBody>
            <a:bodyPr wrap="square" lIns="36000" tIns="36000" rIns="36000" bIns="36000" rtlCol="0" anchor="ctr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>
                <a:ln w="3175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65" name="타원 164">
              <a:extLst>
                <a:ext uri="{FF2B5EF4-FFF2-40B4-BE49-F238E27FC236}">
                  <a16:creationId xmlns:a16="http://schemas.microsoft.com/office/drawing/2014/main" id="{1F64214D-9BA5-3600-AD7A-1C123FBC55D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402555" y="3110489"/>
              <a:ext cx="18000" cy="18000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txBody>
            <a:bodyPr wrap="square" lIns="36000" tIns="36000" rIns="36000" bIns="36000" rtlCol="0" anchor="ctr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>
                <a:ln w="3175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66" name="TextBox 693">
            <a:extLst>
              <a:ext uri="{FF2B5EF4-FFF2-40B4-BE49-F238E27FC236}">
                <a16:creationId xmlns:a16="http://schemas.microsoft.com/office/drawing/2014/main" id="{2C886F77-8BE3-0456-44B6-F0A2A4D71B94}"/>
              </a:ext>
            </a:extLst>
          </p:cNvPr>
          <p:cNvSpPr txBox="1"/>
          <p:nvPr/>
        </p:nvSpPr>
        <p:spPr>
          <a:xfrm>
            <a:off x="2379868" y="3040439"/>
            <a:ext cx="664086" cy="189190"/>
          </a:xfrm>
          <a:prstGeom prst="rect">
            <a:avLst/>
          </a:prstGeom>
          <a:solidFill>
            <a:srgbClr val="F5F5F5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marL="0" algn="ctr" defTabSz="1636450" rtl="0" eaLnBrk="1" latinLnBrk="0" hangingPunct="1">
              <a:buClr>
                <a:srgbClr val="3271AA"/>
              </a:buClr>
              <a:buSzPct val="140000"/>
              <a:tabLst>
                <a:tab pos="6096063" algn="l"/>
              </a:tabLst>
              <a:defRPr sz="900" kern="1200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304000000000000" pitchFamily="50" charset="-127"/>
                <a:ea typeface="나눔고딕" panose="020D0304000000000000" pitchFamily="50" charset="-127"/>
                <a:cs typeface="+mn-cs"/>
              </a:defRPr>
            </a:lvl1pPr>
            <a:lvl2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75" b="1" i="0" u="none" strike="noStrike" kern="0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우리다움 L" panose="02000300000000000000" pitchFamily="2" charset="-127"/>
                <a:ea typeface="우리다움 L" panose="02000300000000000000" pitchFamily="2" charset="-127"/>
                <a:cs typeface="Arial" pitchFamily="34" charset="0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Agent</a:t>
            </a:r>
            <a:endParaRPr kumimoji="0" lang="ko-KR" altLang="en-US" sz="7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167" name="TextBox 694">
            <a:extLst>
              <a:ext uri="{FF2B5EF4-FFF2-40B4-BE49-F238E27FC236}">
                <a16:creationId xmlns:a16="http://schemas.microsoft.com/office/drawing/2014/main" id="{1853D5B4-4D5C-96FF-CCC2-DD40CE096B33}"/>
              </a:ext>
            </a:extLst>
          </p:cNvPr>
          <p:cNvSpPr txBox="1"/>
          <p:nvPr/>
        </p:nvSpPr>
        <p:spPr>
          <a:xfrm>
            <a:off x="2432716" y="3083253"/>
            <a:ext cx="664086" cy="189190"/>
          </a:xfrm>
          <a:prstGeom prst="rect">
            <a:avLst/>
          </a:prstGeom>
          <a:solidFill>
            <a:srgbClr val="F5F5F5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marL="0" algn="ctr" defTabSz="1636450" rtl="0" eaLnBrk="1" latinLnBrk="0" hangingPunct="1">
              <a:buClr>
                <a:srgbClr val="3271AA"/>
              </a:buClr>
              <a:buSzPct val="140000"/>
              <a:tabLst>
                <a:tab pos="6096063" algn="l"/>
              </a:tabLst>
              <a:defRPr sz="900" kern="1200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304000000000000" pitchFamily="50" charset="-127"/>
                <a:ea typeface="나눔고딕" panose="020D0304000000000000" pitchFamily="50" charset="-127"/>
                <a:cs typeface="+mn-cs"/>
              </a:defRPr>
            </a:lvl1pPr>
            <a:lvl2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75" b="1" i="0" u="none" strike="noStrike" kern="0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우리다움 L" panose="02000300000000000000" pitchFamily="2" charset="-127"/>
                <a:ea typeface="우리다움 L" panose="02000300000000000000" pitchFamily="2" charset="-127"/>
                <a:cs typeface="Arial" pitchFamily="34" charset="0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168" name="TextBox 695">
            <a:extLst>
              <a:ext uri="{FF2B5EF4-FFF2-40B4-BE49-F238E27FC236}">
                <a16:creationId xmlns:a16="http://schemas.microsoft.com/office/drawing/2014/main" id="{3EE4F736-B5DB-6BAD-BAB6-23E93653717E}"/>
              </a:ext>
            </a:extLst>
          </p:cNvPr>
          <p:cNvSpPr txBox="1"/>
          <p:nvPr/>
        </p:nvSpPr>
        <p:spPr>
          <a:xfrm>
            <a:off x="2737942" y="3125926"/>
            <a:ext cx="664086" cy="189190"/>
          </a:xfrm>
          <a:prstGeom prst="rect">
            <a:avLst/>
          </a:prstGeom>
          <a:solidFill>
            <a:srgbClr val="F5F5F5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marL="0" algn="ctr" defTabSz="1636450" rtl="0" eaLnBrk="1" latinLnBrk="0" hangingPunct="1">
              <a:buClr>
                <a:srgbClr val="3271AA"/>
              </a:buClr>
              <a:buSzPct val="140000"/>
              <a:tabLst>
                <a:tab pos="6096063" algn="l"/>
              </a:tabLst>
              <a:defRPr sz="900" kern="1200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304000000000000" pitchFamily="50" charset="-127"/>
                <a:ea typeface="나눔고딕" panose="020D0304000000000000" pitchFamily="50" charset="-127"/>
                <a:cs typeface="+mn-cs"/>
              </a:defRPr>
            </a:lvl1pPr>
            <a:lvl2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75" b="1" i="0" u="none" strike="noStrike" kern="0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우리다움 L" panose="02000300000000000000" pitchFamily="2" charset="-127"/>
                <a:ea typeface="우리다움 L" panose="02000300000000000000" pitchFamily="2" charset="-127"/>
                <a:cs typeface="Arial" pitchFamily="34" charset="0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MCP</a:t>
            </a:r>
            <a:endParaRPr kumimoji="0" lang="ko-KR" altLang="en-US" sz="7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grpSp>
        <p:nvGrpSpPr>
          <p:cNvPr id="169" name="그룹 168">
            <a:extLst>
              <a:ext uri="{FF2B5EF4-FFF2-40B4-BE49-F238E27FC236}">
                <a16:creationId xmlns:a16="http://schemas.microsoft.com/office/drawing/2014/main" id="{3C50F9EB-36CB-F28B-97FA-34A99A5D95A3}"/>
              </a:ext>
            </a:extLst>
          </p:cNvPr>
          <p:cNvGrpSpPr/>
          <p:nvPr/>
        </p:nvGrpSpPr>
        <p:grpSpPr>
          <a:xfrm>
            <a:off x="2566806" y="3168848"/>
            <a:ext cx="83434" cy="18000"/>
            <a:chOff x="-467832" y="3110489"/>
            <a:chExt cx="83277" cy="18000"/>
          </a:xfrm>
        </p:grpSpPr>
        <p:sp>
          <p:nvSpPr>
            <p:cNvPr id="170" name="타원 169">
              <a:extLst>
                <a:ext uri="{FF2B5EF4-FFF2-40B4-BE49-F238E27FC236}">
                  <a16:creationId xmlns:a16="http://schemas.microsoft.com/office/drawing/2014/main" id="{3317380E-FB86-4FFA-2BA9-542CCAD1814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435193" y="3110489"/>
              <a:ext cx="18000" cy="18000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txBody>
            <a:bodyPr wrap="square" lIns="36000" tIns="36000" rIns="36000" bIns="36000" rtlCol="0" anchor="ctr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>
                <a:ln w="3175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1" name="타원 170">
              <a:extLst>
                <a:ext uri="{FF2B5EF4-FFF2-40B4-BE49-F238E27FC236}">
                  <a16:creationId xmlns:a16="http://schemas.microsoft.com/office/drawing/2014/main" id="{4E1AB9FF-D768-6820-CD69-2E7E7381C88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467832" y="3110489"/>
              <a:ext cx="18000" cy="18000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txBody>
            <a:bodyPr wrap="square" lIns="36000" tIns="36000" rIns="36000" bIns="36000" rtlCol="0" anchor="ctr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>
                <a:ln w="3175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2" name="타원 171">
              <a:extLst>
                <a:ext uri="{FF2B5EF4-FFF2-40B4-BE49-F238E27FC236}">
                  <a16:creationId xmlns:a16="http://schemas.microsoft.com/office/drawing/2014/main" id="{384F708F-DA09-6F52-D769-FACA1BA56DA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402555" y="3110489"/>
              <a:ext cx="18000" cy="18000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txBody>
            <a:bodyPr wrap="square" lIns="36000" tIns="36000" rIns="36000" bIns="36000" rtlCol="0" anchor="ctr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>
                <a:ln w="3175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73" name="TextBox 700">
            <a:extLst>
              <a:ext uri="{FF2B5EF4-FFF2-40B4-BE49-F238E27FC236}">
                <a16:creationId xmlns:a16="http://schemas.microsoft.com/office/drawing/2014/main" id="{94AFD8C4-5AFA-AAD1-827B-BFFA7E473858}"/>
              </a:ext>
            </a:extLst>
          </p:cNvPr>
          <p:cNvSpPr txBox="1"/>
          <p:nvPr/>
        </p:nvSpPr>
        <p:spPr>
          <a:xfrm>
            <a:off x="3432645" y="3028690"/>
            <a:ext cx="664086" cy="189190"/>
          </a:xfrm>
          <a:prstGeom prst="rect">
            <a:avLst/>
          </a:prstGeom>
          <a:solidFill>
            <a:srgbClr val="F5F5F5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marL="0" algn="ctr" defTabSz="1636450" rtl="0" eaLnBrk="1" latinLnBrk="0" hangingPunct="1">
              <a:buClr>
                <a:srgbClr val="3271AA"/>
              </a:buClr>
              <a:buSzPct val="140000"/>
              <a:tabLst>
                <a:tab pos="6096063" algn="l"/>
              </a:tabLst>
              <a:defRPr sz="900" kern="1200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304000000000000" pitchFamily="50" charset="-127"/>
                <a:ea typeface="나눔고딕" panose="020D0304000000000000" pitchFamily="50" charset="-127"/>
                <a:cs typeface="+mn-cs"/>
              </a:defRPr>
            </a:lvl1pPr>
            <a:lvl2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75" b="1" i="0" u="none" strike="noStrike" kern="0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우리다움 L" panose="02000300000000000000" pitchFamily="2" charset="-127"/>
                <a:ea typeface="우리다움 L" panose="02000300000000000000" pitchFamily="2" charset="-127"/>
                <a:cs typeface="Arial" pitchFamily="34" charset="0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Agent</a:t>
            </a:r>
            <a:endParaRPr kumimoji="0" lang="ko-KR" altLang="en-US" sz="7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174" name="TextBox 701">
            <a:extLst>
              <a:ext uri="{FF2B5EF4-FFF2-40B4-BE49-F238E27FC236}">
                <a16:creationId xmlns:a16="http://schemas.microsoft.com/office/drawing/2014/main" id="{701D46C6-D7EC-7C27-FF98-3B512936D0D5}"/>
              </a:ext>
            </a:extLst>
          </p:cNvPr>
          <p:cNvSpPr txBox="1"/>
          <p:nvPr/>
        </p:nvSpPr>
        <p:spPr>
          <a:xfrm>
            <a:off x="3485492" y="3071504"/>
            <a:ext cx="664086" cy="189190"/>
          </a:xfrm>
          <a:prstGeom prst="rect">
            <a:avLst/>
          </a:prstGeom>
          <a:solidFill>
            <a:srgbClr val="F5F5F5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marL="0" algn="ctr" defTabSz="1636450" rtl="0" eaLnBrk="1" latinLnBrk="0" hangingPunct="1">
              <a:buClr>
                <a:srgbClr val="3271AA"/>
              </a:buClr>
              <a:buSzPct val="140000"/>
              <a:tabLst>
                <a:tab pos="6096063" algn="l"/>
              </a:tabLst>
              <a:defRPr sz="900" kern="1200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304000000000000" pitchFamily="50" charset="-127"/>
                <a:ea typeface="나눔고딕" panose="020D0304000000000000" pitchFamily="50" charset="-127"/>
                <a:cs typeface="+mn-cs"/>
              </a:defRPr>
            </a:lvl1pPr>
            <a:lvl2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75" b="1" i="0" u="none" strike="noStrike" kern="0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우리다움 L" panose="02000300000000000000" pitchFamily="2" charset="-127"/>
                <a:ea typeface="우리다움 L" panose="02000300000000000000" pitchFamily="2" charset="-127"/>
                <a:cs typeface="Arial" pitchFamily="34" charset="0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175" name="TextBox 702">
            <a:extLst>
              <a:ext uri="{FF2B5EF4-FFF2-40B4-BE49-F238E27FC236}">
                <a16:creationId xmlns:a16="http://schemas.microsoft.com/office/drawing/2014/main" id="{169ED3E9-290F-E29A-F92F-CC0733308281}"/>
              </a:ext>
            </a:extLst>
          </p:cNvPr>
          <p:cNvSpPr txBox="1"/>
          <p:nvPr/>
        </p:nvSpPr>
        <p:spPr>
          <a:xfrm>
            <a:off x="3790718" y="3114177"/>
            <a:ext cx="664086" cy="189190"/>
          </a:xfrm>
          <a:prstGeom prst="rect">
            <a:avLst/>
          </a:prstGeom>
          <a:solidFill>
            <a:srgbClr val="F5F5F5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marL="0" algn="ctr" defTabSz="1636450" rtl="0" eaLnBrk="1" latinLnBrk="0" hangingPunct="1">
              <a:buClr>
                <a:srgbClr val="3271AA"/>
              </a:buClr>
              <a:buSzPct val="140000"/>
              <a:tabLst>
                <a:tab pos="6096063" algn="l"/>
              </a:tabLst>
              <a:defRPr sz="900" kern="1200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304000000000000" pitchFamily="50" charset="-127"/>
                <a:ea typeface="나눔고딕" panose="020D0304000000000000" pitchFamily="50" charset="-127"/>
                <a:cs typeface="+mn-cs"/>
              </a:defRPr>
            </a:lvl1pPr>
            <a:lvl2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75" b="1" i="0" u="none" strike="noStrike" kern="0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우리다움 L" panose="02000300000000000000" pitchFamily="2" charset="-127"/>
                <a:ea typeface="우리다움 L" panose="02000300000000000000" pitchFamily="2" charset="-127"/>
                <a:cs typeface="Arial" pitchFamily="34" charset="0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1636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Unit Agent</a:t>
            </a:r>
            <a:endParaRPr kumimoji="0" lang="ko-KR" altLang="en-US" sz="7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DDC8243C-6BF8-A663-7D3B-3D31FA158226}"/>
              </a:ext>
            </a:extLst>
          </p:cNvPr>
          <p:cNvGrpSpPr/>
          <p:nvPr/>
        </p:nvGrpSpPr>
        <p:grpSpPr>
          <a:xfrm>
            <a:off x="3619582" y="3157099"/>
            <a:ext cx="83434" cy="18000"/>
            <a:chOff x="-467832" y="3110489"/>
            <a:chExt cx="83277" cy="18000"/>
          </a:xfrm>
        </p:grpSpPr>
        <p:sp>
          <p:nvSpPr>
            <p:cNvPr id="177" name="타원 176">
              <a:extLst>
                <a:ext uri="{FF2B5EF4-FFF2-40B4-BE49-F238E27FC236}">
                  <a16:creationId xmlns:a16="http://schemas.microsoft.com/office/drawing/2014/main" id="{73C3788E-D044-865B-5752-E6315C0E38C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435193" y="3110489"/>
              <a:ext cx="18000" cy="18000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txBody>
            <a:bodyPr wrap="square" lIns="36000" tIns="36000" rIns="36000" bIns="36000" rtlCol="0" anchor="ctr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>
                <a:ln w="3175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5E08B5E7-EE43-7DEB-B1D2-26AF76AFA5A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467832" y="3110489"/>
              <a:ext cx="18000" cy="18000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txBody>
            <a:bodyPr wrap="square" lIns="36000" tIns="36000" rIns="36000" bIns="36000" rtlCol="0" anchor="ctr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>
                <a:ln w="3175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9" name="타원 178">
              <a:extLst>
                <a:ext uri="{FF2B5EF4-FFF2-40B4-BE49-F238E27FC236}">
                  <a16:creationId xmlns:a16="http://schemas.microsoft.com/office/drawing/2014/main" id="{17A55D35-8CF0-D0DD-5542-70808E31B20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402555" y="3110489"/>
              <a:ext cx="18000" cy="18000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txBody>
            <a:bodyPr wrap="square" lIns="36000" tIns="36000" rIns="36000" bIns="36000" rtlCol="0" anchor="ctr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>
                <a:ln w="3175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0E8CE65B-6E17-DDCB-C757-FBC1205BF13D}"/>
              </a:ext>
            </a:extLst>
          </p:cNvPr>
          <p:cNvSpPr/>
          <p:nvPr/>
        </p:nvSpPr>
        <p:spPr>
          <a:xfrm>
            <a:off x="867943" y="4155493"/>
            <a:ext cx="825421" cy="602033"/>
          </a:xfrm>
          <a:prstGeom prst="rect">
            <a:avLst/>
          </a:prstGeom>
          <a:solidFill>
            <a:srgbClr val="BDBDBD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SSO/IAM/</a:t>
            </a:r>
            <a:b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</a:b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인증시스템</a:t>
            </a:r>
          </a:p>
        </p:txBody>
      </p:sp>
      <p:grpSp>
        <p:nvGrpSpPr>
          <p:cNvPr id="181" name="그룹 180">
            <a:extLst>
              <a:ext uri="{FF2B5EF4-FFF2-40B4-BE49-F238E27FC236}">
                <a16:creationId xmlns:a16="http://schemas.microsoft.com/office/drawing/2014/main" id="{A3683B92-B111-93AE-1AA2-6B8CA3D63F6D}"/>
              </a:ext>
            </a:extLst>
          </p:cNvPr>
          <p:cNvGrpSpPr/>
          <p:nvPr/>
        </p:nvGrpSpPr>
        <p:grpSpPr>
          <a:xfrm>
            <a:off x="4002417" y="1487350"/>
            <a:ext cx="503302" cy="765257"/>
            <a:chOff x="4307394" y="2294500"/>
            <a:chExt cx="502353" cy="765257"/>
          </a:xfrm>
        </p:grpSpPr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F963DFE5-6899-DDFE-9A96-6AC78863BD43}"/>
                </a:ext>
              </a:extLst>
            </p:cNvPr>
            <p:cNvSpPr/>
            <p:nvPr/>
          </p:nvSpPr>
          <p:spPr>
            <a:xfrm>
              <a:off x="4307394" y="2299503"/>
              <a:ext cx="502353" cy="76025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prstDash val="sysDash"/>
            </a:ln>
          </p:spPr>
          <p:txBody>
            <a:bodyPr wrap="none" rtlCol="0" anchor="ctr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3" name="TextBox 710">
              <a:extLst>
                <a:ext uri="{FF2B5EF4-FFF2-40B4-BE49-F238E27FC236}">
                  <a16:creationId xmlns:a16="http://schemas.microsoft.com/office/drawing/2014/main" id="{174D1155-7F4F-BA94-D0BD-42AAE35A1DAD}"/>
                </a:ext>
              </a:extLst>
            </p:cNvPr>
            <p:cNvSpPr txBox="1"/>
            <p:nvPr/>
          </p:nvSpPr>
          <p:spPr>
            <a:xfrm>
              <a:off x="4384543" y="2481921"/>
              <a:ext cx="346306" cy="252922"/>
            </a:xfrm>
            <a:prstGeom prst="rect">
              <a:avLst/>
            </a:prstGeom>
            <a:solidFill>
              <a:srgbClr val="F5F5F5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wrap="square" lIns="0" tIns="0" rIns="0" bIns="0" anchor="ctr">
              <a:noAutofit/>
            </a:bodyPr>
            <a:lstStyle>
              <a:defPPr>
                <a:defRPr lang="en-US"/>
              </a:defPPr>
              <a:lvl1pPr marL="0" algn="ctr" defTabSz="1636450" rtl="0" eaLnBrk="1" latinLnBrk="0" hangingPunct="1">
                <a:buClr>
                  <a:srgbClr val="3271AA"/>
                </a:buClr>
                <a:buSzPct val="140000"/>
                <a:tabLst>
                  <a:tab pos="6096063" algn="l"/>
                </a:tabLst>
                <a:defRPr sz="9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고딕" panose="020D0304000000000000" pitchFamily="50" charset="-127"/>
                  <a:ea typeface="나눔고딕" panose="020D0304000000000000" pitchFamily="50" charset="-127"/>
                  <a:cs typeface="+mn-cs"/>
                </a:defRPr>
              </a:lvl1pPr>
              <a:lvl2pPr marL="0" marR="0" lvl="1" indent="0" algn="ctr" defTabSz="16364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675" b="1" i="0" u="none" strike="noStrike" kern="0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우리다움 L" panose="02000300000000000000" pitchFamily="2" charset="-127"/>
                  <a:ea typeface="우리다움 L" panose="02000300000000000000" pitchFamily="2" charset="-127"/>
                  <a:cs typeface="Arial" pitchFamily="34" charset="0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1" indent="0" algn="ctr" defTabSz="16364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가명화</a:t>
              </a:r>
              <a:endParaRPr kumimoji="0" lang="en-US" altLang="ko-KR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endParaRPr>
            </a:p>
            <a:p>
              <a:pPr marL="0" marR="0" lvl="1" indent="0" algn="ctr" defTabSz="16364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솔루션</a:t>
              </a:r>
            </a:p>
          </p:txBody>
        </p:sp>
        <p:sp>
          <p:nvSpPr>
            <p:cNvPr id="184" name="TextBox 711">
              <a:extLst>
                <a:ext uri="{FF2B5EF4-FFF2-40B4-BE49-F238E27FC236}">
                  <a16:creationId xmlns:a16="http://schemas.microsoft.com/office/drawing/2014/main" id="{4AA22460-2FC5-B7AB-1565-147A36C0C6E0}"/>
                </a:ext>
              </a:extLst>
            </p:cNvPr>
            <p:cNvSpPr txBox="1"/>
            <p:nvPr/>
          </p:nvSpPr>
          <p:spPr>
            <a:xfrm>
              <a:off x="4384543" y="2781774"/>
              <a:ext cx="346306" cy="253866"/>
            </a:xfrm>
            <a:prstGeom prst="rect">
              <a:avLst/>
            </a:prstGeom>
            <a:solidFill>
              <a:srgbClr val="F5F5F5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wrap="square" lIns="0" tIns="0" rIns="0" bIns="0" anchor="ctr">
              <a:noAutofit/>
            </a:bodyPr>
            <a:lstStyle>
              <a:defPPr>
                <a:defRPr lang="en-US"/>
              </a:defPPr>
              <a:lvl1pPr marL="0" algn="ctr" defTabSz="1636450" rtl="0" eaLnBrk="1" latinLnBrk="0" hangingPunct="1">
                <a:buClr>
                  <a:srgbClr val="3271AA"/>
                </a:buClr>
                <a:buSzPct val="140000"/>
                <a:tabLst>
                  <a:tab pos="6096063" algn="l"/>
                </a:tabLst>
                <a:defRPr sz="9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고딕" panose="020D0304000000000000" pitchFamily="50" charset="-127"/>
                  <a:ea typeface="나눔고딕" panose="020D0304000000000000" pitchFamily="50" charset="-127"/>
                  <a:cs typeface="+mn-cs"/>
                </a:defRPr>
              </a:lvl1pPr>
              <a:lvl2pPr marL="0" marR="0" lvl="1" indent="0" algn="ctr" defTabSz="16364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675" b="1" i="0" u="none" strike="noStrike" kern="0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우리다움 L" panose="02000300000000000000" pitchFamily="2" charset="-127"/>
                  <a:ea typeface="우리다움 L" panose="02000300000000000000" pitchFamily="2" charset="-127"/>
                  <a:cs typeface="Arial" pitchFamily="34" charset="0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1" indent="0" algn="ctr" defTabSz="16364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AI</a:t>
              </a: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보안</a:t>
              </a:r>
              <a:endParaRPr kumimoji="0" lang="en-US" altLang="ko-KR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endParaRPr>
            </a:p>
            <a:p>
              <a:pPr marL="0" marR="0" lvl="1" indent="0" algn="ctr" defTabSz="16364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솔루션</a:t>
              </a:r>
            </a:p>
          </p:txBody>
        </p:sp>
        <p:sp>
          <p:nvSpPr>
            <p:cNvPr id="185" name="TextBox 712">
              <a:extLst>
                <a:ext uri="{FF2B5EF4-FFF2-40B4-BE49-F238E27FC236}">
                  <a16:creationId xmlns:a16="http://schemas.microsoft.com/office/drawing/2014/main" id="{E773CD81-FF3B-A089-4556-3AFFD3AB4E77}"/>
                </a:ext>
              </a:extLst>
            </p:cNvPr>
            <p:cNvSpPr txBox="1"/>
            <p:nvPr/>
          </p:nvSpPr>
          <p:spPr>
            <a:xfrm>
              <a:off x="4363265" y="2294500"/>
              <a:ext cx="38985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보안</a:t>
              </a:r>
              <a:endParaRPr kumimoji="0" lang="en-US" altLang="ko-KR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86" name="그룹 185">
            <a:extLst>
              <a:ext uri="{FF2B5EF4-FFF2-40B4-BE49-F238E27FC236}">
                <a16:creationId xmlns:a16="http://schemas.microsoft.com/office/drawing/2014/main" id="{60A90AF7-4B11-0475-BD30-372B98CED384}"/>
              </a:ext>
            </a:extLst>
          </p:cNvPr>
          <p:cNvGrpSpPr/>
          <p:nvPr/>
        </p:nvGrpSpPr>
        <p:grpSpPr>
          <a:xfrm>
            <a:off x="2343854" y="1483675"/>
            <a:ext cx="1017137" cy="765257"/>
            <a:chOff x="2651956" y="2290825"/>
            <a:chExt cx="1015220" cy="765257"/>
          </a:xfrm>
        </p:grpSpPr>
        <p:sp>
          <p:nvSpPr>
            <p:cNvPr id="187" name="직사각형 186">
              <a:extLst>
                <a:ext uri="{FF2B5EF4-FFF2-40B4-BE49-F238E27FC236}">
                  <a16:creationId xmlns:a16="http://schemas.microsoft.com/office/drawing/2014/main" id="{A585C0B5-2A99-CF81-C0CB-327686EEACE8}"/>
                </a:ext>
              </a:extLst>
            </p:cNvPr>
            <p:cNvSpPr/>
            <p:nvPr/>
          </p:nvSpPr>
          <p:spPr>
            <a:xfrm>
              <a:off x="2651956" y="2295828"/>
              <a:ext cx="1015220" cy="76025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prstDash val="sysDash"/>
            </a:ln>
          </p:spPr>
          <p:txBody>
            <a:bodyPr wrap="none" rtlCol="0" anchor="ctr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8" name="TextBox 715">
              <a:extLst>
                <a:ext uri="{FF2B5EF4-FFF2-40B4-BE49-F238E27FC236}">
                  <a16:creationId xmlns:a16="http://schemas.microsoft.com/office/drawing/2014/main" id="{E6DC63BB-93FA-4227-A133-B6DA75D4DC39}"/>
                </a:ext>
              </a:extLst>
            </p:cNvPr>
            <p:cNvSpPr txBox="1"/>
            <p:nvPr/>
          </p:nvSpPr>
          <p:spPr>
            <a:xfrm>
              <a:off x="2739260" y="2478246"/>
              <a:ext cx="346306" cy="93605"/>
            </a:xfrm>
            <a:prstGeom prst="rect">
              <a:avLst/>
            </a:prstGeom>
            <a:solidFill>
              <a:srgbClr val="F5F5F5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wrap="square" lIns="0" tIns="0" rIns="0" bIns="0" anchor="ctr">
              <a:noAutofit/>
            </a:bodyPr>
            <a:lstStyle>
              <a:defPPr>
                <a:defRPr lang="en-US"/>
              </a:defPPr>
              <a:lvl1pPr marL="0" algn="ctr" defTabSz="1636450" rtl="0" eaLnBrk="1" latinLnBrk="0" hangingPunct="1">
                <a:buClr>
                  <a:srgbClr val="3271AA"/>
                </a:buClr>
                <a:buSzPct val="140000"/>
                <a:tabLst>
                  <a:tab pos="6096063" algn="l"/>
                </a:tabLst>
                <a:defRPr sz="9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고딕" panose="020D0304000000000000" pitchFamily="50" charset="-127"/>
                  <a:ea typeface="나눔고딕" panose="020D0304000000000000" pitchFamily="50" charset="-127"/>
                  <a:cs typeface="+mn-cs"/>
                </a:defRPr>
              </a:lvl1pPr>
              <a:lvl2pPr marL="0" marR="0" lvl="1" indent="0" algn="ctr" defTabSz="16364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675" b="1" i="0" u="none" strike="noStrike" kern="0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우리다움 L" panose="02000300000000000000" pitchFamily="2" charset="-127"/>
                  <a:ea typeface="우리다움 L" panose="02000300000000000000" pitchFamily="2" charset="-127"/>
                  <a:cs typeface="Arial" pitchFamily="34" charset="0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1" indent="0" algn="ctr" defTabSz="16364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No Code</a:t>
              </a:r>
              <a:endParaRPr kumimoji="0" lang="ko-KR" altLang="en-US" sz="5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endParaRPr>
            </a:p>
          </p:txBody>
        </p:sp>
        <p:sp>
          <p:nvSpPr>
            <p:cNvPr id="189" name="TextBox 716">
              <a:extLst>
                <a:ext uri="{FF2B5EF4-FFF2-40B4-BE49-F238E27FC236}">
                  <a16:creationId xmlns:a16="http://schemas.microsoft.com/office/drawing/2014/main" id="{83EB040D-2572-F5CC-4A9D-1C7C45AA3683}"/>
                </a:ext>
              </a:extLst>
            </p:cNvPr>
            <p:cNvSpPr txBox="1"/>
            <p:nvPr/>
          </p:nvSpPr>
          <p:spPr>
            <a:xfrm>
              <a:off x="2745825" y="2629437"/>
              <a:ext cx="346306" cy="93605"/>
            </a:xfrm>
            <a:prstGeom prst="rect">
              <a:avLst/>
            </a:prstGeom>
            <a:solidFill>
              <a:srgbClr val="F5F5F5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wrap="square" lIns="0" tIns="0" rIns="0" bIns="0" anchor="ctr">
              <a:noAutofit/>
            </a:bodyPr>
            <a:lstStyle>
              <a:defPPr>
                <a:defRPr lang="en-US"/>
              </a:defPPr>
              <a:lvl1pPr marL="0" algn="ctr" defTabSz="1636450" rtl="0" eaLnBrk="1" latinLnBrk="0" hangingPunct="1">
                <a:buClr>
                  <a:srgbClr val="3271AA"/>
                </a:buClr>
                <a:buSzPct val="140000"/>
                <a:tabLst>
                  <a:tab pos="6096063" algn="l"/>
                </a:tabLst>
                <a:defRPr sz="9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고딕" panose="020D0304000000000000" pitchFamily="50" charset="-127"/>
                  <a:ea typeface="나눔고딕" panose="020D0304000000000000" pitchFamily="50" charset="-127"/>
                  <a:cs typeface="+mn-cs"/>
                </a:defRPr>
              </a:lvl1pPr>
              <a:lvl2pPr marL="0" marR="0" lvl="1" indent="0" algn="ctr" defTabSz="16364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675" b="1" i="0" u="none" strike="noStrike" kern="0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우리다움 L" panose="02000300000000000000" pitchFamily="2" charset="-127"/>
                  <a:ea typeface="우리다움 L" panose="02000300000000000000" pitchFamily="2" charset="-127"/>
                  <a:cs typeface="Arial" pitchFamily="34" charset="0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1" indent="0" algn="ctr" defTabSz="16364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Low Code</a:t>
              </a:r>
              <a:endParaRPr kumimoji="0" lang="ko-KR" altLang="en-US" sz="5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endParaRPr>
            </a:p>
          </p:txBody>
        </p:sp>
        <p:sp>
          <p:nvSpPr>
            <p:cNvPr id="190" name="TextBox 717">
              <a:extLst>
                <a:ext uri="{FF2B5EF4-FFF2-40B4-BE49-F238E27FC236}">
                  <a16:creationId xmlns:a16="http://schemas.microsoft.com/office/drawing/2014/main" id="{86A3E240-DF6E-424F-0664-7FDE846B91CB}"/>
                </a:ext>
              </a:extLst>
            </p:cNvPr>
            <p:cNvSpPr txBox="1"/>
            <p:nvPr/>
          </p:nvSpPr>
          <p:spPr>
            <a:xfrm>
              <a:off x="2741616" y="2780628"/>
              <a:ext cx="346306" cy="93605"/>
            </a:xfrm>
            <a:prstGeom prst="rect">
              <a:avLst/>
            </a:prstGeom>
            <a:solidFill>
              <a:srgbClr val="F5F5F5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wrap="square" lIns="0" tIns="0" rIns="0" bIns="0" anchor="ctr">
              <a:noAutofit/>
            </a:bodyPr>
            <a:lstStyle>
              <a:defPPr>
                <a:defRPr lang="en-US"/>
              </a:defPPr>
              <a:lvl1pPr marL="0" algn="ctr" defTabSz="1636450" rtl="0" eaLnBrk="1" latinLnBrk="0" hangingPunct="1">
                <a:buClr>
                  <a:srgbClr val="3271AA"/>
                </a:buClr>
                <a:buSzPct val="140000"/>
                <a:tabLst>
                  <a:tab pos="6096063" algn="l"/>
                </a:tabLst>
                <a:defRPr sz="9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고딕" panose="020D0304000000000000" pitchFamily="50" charset="-127"/>
                  <a:ea typeface="나눔고딕" panose="020D0304000000000000" pitchFamily="50" charset="-127"/>
                  <a:cs typeface="+mn-cs"/>
                </a:defRPr>
              </a:lvl1pPr>
              <a:lvl2pPr marL="0" marR="0" lvl="1" indent="0" algn="ctr" defTabSz="16364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675" b="1" i="0" u="none" strike="noStrike" kern="0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우리다움 L" panose="02000300000000000000" pitchFamily="2" charset="-127"/>
                  <a:ea typeface="우리다움 L" panose="02000300000000000000" pitchFamily="2" charset="-127"/>
                  <a:cs typeface="Arial" pitchFamily="34" charset="0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1" indent="0" algn="ctr" defTabSz="16364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Pro Code</a:t>
              </a:r>
              <a:endParaRPr kumimoji="0" lang="ko-KR" altLang="en-US" sz="5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endParaRPr>
            </a:p>
          </p:txBody>
        </p:sp>
        <p:sp>
          <p:nvSpPr>
            <p:cNvPr id="191" name="TextBox 718">
              <a:extLst>
                <a:ext uri="{FF2B5EF4-FFF2-40B4-BE49-F238E27FC236}">
                  <a16:creationId xmlns:a16="http://schemas.microsoft.com/office/drawing/2014/main" id="{FA78A1F3-3C39-1989-8E87-3BAD3430DB91}"/>
                </a:ext>
              </a:extLst>
            </p:cNvPr>
            <p:cNvSpPr txBox="1"/>
            <p:nvPr/>
          </p:nvSpPr>
          <p:spPr>
            <a:xfrm>
              <a:off x="2743350" y="2931818"/>
              <a:ext cx="346306" cy="93605"/>
            </a:xfrm>
            <a:prstGeom prst="rect">
              <a:avLst/>
            </a:prstGeom>
            <a:solidFill>
              <a:srgbClr val="F5F5F5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wrap="square" lIns="0" tIns="0" rIns="0" bIns="0" anchor="ctr">
              <a:noAutofit/>
            </a:bodyPr>
            <a:lstStyle>
              <a:defPPr>
                <a:defRPr lang="en-US"/>
              </a:defPPr>
              <a:lvl1pPr marL="0" algn="ctr" defTabSz="1636450" rtl="0" eaLnBrk="1" latinLnBrk="0" hangingPunct="1">
                <a:buClr>
                  <a:srgbClr val="3271AA"/>
                </a:buClr>
                <a:buSzPct val="140000"/>
                <a:tabLst>
                  <a:tab pos="6096063" algn="l"/>
                </a:tabLst>
                <a:defRPr sz="9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고딕" panose="020D0304000000000000" pitchFamily="50" charset="-127"/>
                  <a:ea typeface="나눔고딕" panose="020D0304000000000000" pitchFamily="50" charset="-127"/>
                  <a:cs typeface="+mn-cs"/>
                </a:defRPr>
              </a:lvl1pPr>
              <a:lvl2pPr marL="0" marR="0" lvl="1" indent="0" algn="ctr" defTabSz="16364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675" b="1" i="0" u="none" strike="noStrike" kern="0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우리다움 L" panose="02000300000000000000" pitchFamily="2" charset="-127"/>
                  <a:ea typeface="우리다움 L" panose="02000300000000000000" pitchFamily="2" charset="-127"/>
                  <a:cs typeface="Arial" pitchFamily="34" charset="0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1" indent="0" algn="ctr" defTabSz="16364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5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로깅</a:t>
              </a:r>
              <a:r>
                <a:rPr kumimoji="0" lang="en-US" altLang="ko-KR" sz="5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/</a:t>
              </a:r>
              <a:r>
                <a:rPr kumimoji="0" lang="ko-KR" altLang="en-US" sz="5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감사</a:t>
              </a:r>
            </a:p>
          </p:txBody>
        </p:sp>
        <p:sp>
          <p:nvSpPr>
            <p:cNvPr id="192" name="TextBox 719">
              <a:extLst>
                <a:ext uri="{FF2B5EF4-FFF2-40B4-BE49-F238E27FC236}">
                  <a16:creationId xmlns:a16="http://schemas.microsoft.com/office/drawing/2014/main" id="{5F7B1754-F5B8-124C-882A-AB7DA8EFB4F4}"/>
                </a:ext>
              </a:extLst>
            </p:cNvPr>
            <p:cNvSpPr txBox="1"/>
            <p:nvPr/>
          </p:nvSpPr>
          <p:spPr>
            <a:xfrm>
              <a:off x="2872146" y="2290825"/>
              <a:ext cx="57900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PORTAL</a:t>
              </a:r>
            </a:p>
          </p:txBody>
        </p:sp>
        <p:sp>
          <p:nvSpPr>
            <p:cNvPr id="193" name="TextBox 720">
              <a:extLst>
                <a:ext uri="{FF2B5EF4-FFF2-40B4-BE49-F238E27FC236}">
                  <a16:creationId xmlns:a16="http://schemas.microsoft.com/office/drawing/2014/main" id="{1517F16E-95DA-033C-1426-1C5964C99F43}"/>
                </a:ext>
              </a:extLst>
            </p:cNvPr>
            <p:cNvSpPr txBox="1"/>
            <p:nvPr/>
          </p:nvSpPr>
          <p:spPr>
            <a:xfrm>
              <a:off x="3194305" y="2478829"/>
              <a:ext cx="346306" cy="93605"/>
            </a:xfrm>
            <a:prstGeom prst="rect">
              <a:avLst/>
            </a:prstGeom>
            <a:solidFill>
              <a:srgbClr val="F5F5F5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wrap="square" lIns="0" tIns="0" rIns="0" bIns="0" anchor="ctr">
              <a:noAutofit/>
            </a:bodyPr>
            <a:lstStyle>
              <a:defPPr>
                <a:defRPr lang="en-US"/>
              </a:defPPr>
              <a:lvl1pPr marL="0" algn="ctr" defTabSz="1636450" rtl="0" eaLnBrk="1" latinLnBrk="0" hangingPunct="1">
                <a:buClr>
                  <a:srgbClr val="3271AA"/>
                </a:buClr>
                <a:buSzPct val="140000"/>
                <a:tabLst>
                  <a:tab pos="6096063" algn="l"/>
                </a:tabLst>
                <a:defRPr sz="9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고딕" panose="020D0304000000000000" pitchFamily="50" charset="-127"/>
                  <a:ea typeface="나눔고딕" panose="020D0304000000000000" pitchFamily="50" charset="-127"/>
                  <a:cs typeface="+mn-cs"/>
                </a:defRPr>
              </a:lvl1pPr>
              <a:lvl2pPr marL="0" marR="0" lvl="1" indent="0" algn="ctr" defTabSz="16364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675" b="1" i="0" u="none" strike="noStrike" kern="0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우리다움 L" panose="02000300000000000000" pitchFamily="2" charset="-127"/>
                  <a:ea typeface="우리다움 L" panose="02000300000000000000" pitchFamily="2" charset="-127"/>
                  <a:cs typeface="Arial" pitchFamily="34" charset="0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1" indent="0" algn="ctr" defTabSz="16364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LLM Ops</a:t>
              </a:r>
              <a:endParaRPr kumimoji="0" lang="ko-KR" altLang="en-US" sz="5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endParaRPr>
            </a:p>
          </p:txBody>
        </p:sp>
        <p:sp>
          <p:nvSpPr>
            <p:cNvPr id="194" name="TextBox 721">
              <a:extLst>
                <a:ext uri="{FF2B5EF4-FFF2-40B4-BE49-F238E27FC236}">
                  <a16:creationId xmlns:a16="http://schemas.microsoft.com/office/drawing/2014/main" id="{B454A4F8-07BC-ECE5-9842-9F61D77EF299}"/>
                </a:ext>
              </a:extLst>
            </p:cNvPr>
            <p:cNvSpPr txBox="1"/>
            <p:nvPr/>
          </p:nvSpPr>
          <p:spPr>
            <a:xfrm>
              <a:off x="3200870" y="2630020"/>
              <a:ext cx="346306" cy="93605"/>
            </a:xfrm>
            <a:prstGeom prst="rect">
              <a:avLst/>
            </a:prstGeom>
            <a:solidFill>
              <a:srgbClr val="F5F5F5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wrap="square" lIns="0" tIns="0" rIns="0" bIns="0" anchor="ctr">
              <a:noAutofit/>
            </a:bodyPr>
            <a:lstStyle>
              <a:defPPr>
                <a:defRPr lang="en-US"/>
              </a:defPPr>
              <a:lvl1pPr marL="0" algn="ctr" defTabSz="1636450" rtl="0" eaLnBrk="1" latinLnBrk="0" hangingPunct="1">
                <a:buClr>
                  <a:srgbClr val="3271AA"/>
                </a:buClr>
                <a:buSzPct val="140000"/>
                <a:tabLst>
                  <a:tab pos="6096063" algn="l"/>
                </a:tabLst>
                <a:defRPr sz="9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고딕" panose="020D0304000000000000" pitchFamily="50" charset="-127"/>
                  <a:ea typeface="나눔고딕" panose="020D0304000000000000" pitchFamily="50" charset="-127"/>
                  <a:cs typeface="+mn-cs"/>
                </a:defRPr>
              </a:lvl1pPr>
              <a:lvl2pPr marL="0" marR="0" lvl="1" indent="0" algn="ctr" defTabSz="16364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675" b="1" i="0" u="none" strike="noStrike" kern="0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우리다움 L" panose="02000300000000000000" pitchFamily="2" charset="-127"/>
                  <a:ea typeface="우리다움 L" panose="02000300000000000000" pitchFamily="2" charset="-127"/>
                  <a:cs typeface="Arial" pitchFamily="34" charset="0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1" indent="0" algn="ctr" defTabSz="16364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MCP</a:t>
              </a:r>
              <a:r>
                <a:rPr kumimoji="0" lang="ko-KR" altLang="en-US" sz="5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관리</a:t>
              </a:r>
            </a:p>
          </p:txBody>
        </p:sp>
        <p:sp>
          <p:nvSpPr>
            <p:cNvPr id="195" name="TextBox 722">
              <a:extLst>
                <a:ext uri="{FF2B5EF4-FFF2-40B4-BE49-F238E27FC236}">
                  <a16:creationId xmlns:a16="http://schemas.microsoft.com/office/drawing/2014/main" id="{D3A7354C-B406-E2D9-C590-FBD52D3EC1D6}"/>
                </a:ext>
              </a:extLst>
            </p:cNvPr>
            <p:cNvSpPr txBox="1"/>
            <p:nvPr/>
          </p:nvSpPr>
          <p:spPr>
            <a:xfrm>
              <a:off x="3196661" y="2781211"/>
              <a:ext cx="346306" cy="93605"/>
            </a:xfrm>
            <a:prstGeom prst="rect">
              <a:avLst/>
            </a:prstGeom>
            <a:solidFill>
              <a:srgbClr val="F5F5F5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wrap="square" lIns="0" tIns="0" rIns="0" bIns="0" anchor="ctr">
              <a:noAutofit/>
            </a:bodyPr>
            <a:lstStyle>
              <a:defPPr>
                <a:defRPr lang="en-US"/>
              </a:defPPr>
              <a:lvl1pPr marL="0" algn="ctr" defTabSz="1636450" rtl="0" eaLnBrk="1" latinLnBrk="0" hangingPunct="1">
                <a:buClr>
                  <a:srgbClr val="3271AA"/>
                </a:buClr>
                <a:buSzPct val="140000"/>
                <a:tabLst>
                  <a:tab pos="6096063" algn="l"/>
                </a:tabLst>
                <a:defRPr sz="9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고딕" panose="020D0304000000000000" pitchFamily="50" charset="-127"/>
                  <a:ea typeface="나눔고딕" panose="020D0304000000000000" pitchFamily="50" charset="-127"/>
                  <a:cs typeface="+mn-cs"/>
                </a:defRPr>
              </a:lvl1pPr>
              <a:lvl2pPr marL="0" marR="0" lvl="1" indent="0" algn="ctr" defTabSz="16364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675" b="1" i="0" u="none" strike="noStrike" kern="0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우리다움 L" panose="02000300000000000000" pitchFamily="2" charset="-127"/>
                  <a:ea typeface="우리다움 L" panose="02000300000000000000" pitchFamily="2" charset="-127"/>
                  <a:cs typeface="Arial" pitchFamily="34" charset="0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1" indent="0" algn="ctr" defTabSz="16364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Agent </a:t>
              </a:r>
              <a:r>
                <a:rPr kumimoji="0" lang="ko-KR" altLang="en-US" sz="5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관리</a:t>
              </a:r>
            </a:p>
          </p:txBody>
        </p:sp>
        <p:sp>
          <p:nvSpPr>
            <p:cNvPr id="196" name="TextBox 723">
              <a:extLst>
                <a:ext uri="{FF2B5EF4-FFF2-40B4-BE49-F238E27FC236}">
                  <a16:creationId xmlns:a16="http://schemas.microsoft.com/office/drawing/2014/main" id="{5B836753-07BD-632A-CA56-81D8593426FD}"/>
                </a:ext>
              </a:extLst>
            </p:cNvPr>
            <p:cNvSpPr txBox="1"/>
            <p:nvPr/>
          </p:nvSpPr>
          <p:spPr>
            <a:xfrm>
              <a:off x="3198395" y="2932401"/>
              <a:ext cx="346306" cy="93605"/>
            </a:xfrm>
            <a:prstGeom prst="rect">
              <a:avLst/>
            </a:prstGeom>
            <a:solidFill>
              <a:srgbClr val="F5F5F5"/>
            </a:solidFill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wrap="square" lIns="0" tIns="0" rIns="0" bIns="0" anchor="ctr">
              <a:noAutofit/>
            </a:bodyPr>
            <a:lstStyle>
              <a:defPPr>
                <a:defRPr lang="en-US"/>
              </a:defPPr>
              <a:lvl1pPr marL="0" algn="ctr" defTabSz="1636450" rtl="0" eaLnBrk="1" latinLnBrk="0" hangingPunct="1">
                <a:buClr>
                  <a:srgbClr val="3271AA"/>
                </a:buClr>
                <a:buSzPct val="140000"/>
                <a:tabLst>
                  <a:tab pos="6096063" algn="l"/>
                </a:tabLst>
                <a:defRPr sz="9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고딕" panose="020D0304000000000000" pitchFamily="50" charset="-127"/>
                  <a:ea typeface="나눔고딕" panose="020D0304000000000000" pitchFamily="50" charset="-127"/>
                  <a:cs typeface="+mn-cs"/>
                </a:defRPr>
              </a:lvl1pPr>
              <a:lvl2pPr marL="0" marR="0" lvl="1" indent="0" algn="ctr" defTabSz="16364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675" b="1" i="0" u="none" strike="noStrike" kern="0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우리다움 L" panose="02000300000000000000" pitchFamily="2" charset="-127"/>
                  <a:ea typeface="우리다움 L" panose="02000300000000000000" pitchFamily="2" charset="-127"/>
                  <a:cs typeface="Arial" pitchFamily="34" charset="0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1" indent="0" algn="ctr" defTabSz="16364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5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모니터링</a:t>
              </a:r>
            </a:p>
          </p:txBody>
        </p:sp>
      </p:grpSp>
      <p:cxnSp>
        <p:nvCxnSpPr>
          <p:cNvPr id="197" name="직선 화살표 연결선 196">
            <a:extLst>
              <a:ext uri="{FF2B5EF4-FFF2-40B4-BE49-F238E27FC236}">
                <a16:creationId xmlns:a16="http://schemas.microsoft.com/office/drawing/2014/main" id="{BC109CF7-148D-ECE5-FABF-1BA6C7CB30B7}"/>
              </a:ext>
            </a:extLst>
          </p:cNvPr>
          <p:cNvCxnSpPr>
            <a:cxnSpLocks/>
            <a:stCxn id="168" idx="2"/>
            <a:endCxn id="18" idx="0"/>
          </p:cNvCxnSpPr>
          <p:nvPr/>
        </p:nvCxnSpPr>
        <p:spPr>
          <a:xfrm flipH="1">
            <a:off x="3049760" y="3315116"/>
            <a:ext cx="20225" cy="207572"/>
          </a:xfrm>
          <a:prstGeom prst="straightConnector1">
            <a:avLst/>
          </a:prstGeom>
          <a:ln>
            <a:solidFill>
              <a:srgbClr val="40404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직선 화살표 연결선 197">
            <a:extLst>
              <a:ext uri="{FF2B5EF4-FFF2-40B4-BE49-F238E27FC236}">
                <a16:creationId xmlns:a16="http://schemas.microsoft.com/office/drawing/2014/main" id="{1B8287BF-03D6-E43D-6A56-D5AC00C4F436}"/>
              </a:ext>
            </a:extLst>
          </p:cNvPr>
          <p:cNvCxnSpPr>
            <a:cxnSpLocks/>
            <a:stCxn id="168" idx="2"/>
            <a:endCxn id="90" idx="1"/>
          </p:cNvCxnSpPr>
          <p:nvPr/>
        </p:nvCxnSpPr>
        <p:spPr>
          <a:xfrm flipV="1">
            <a:off x="3069985" y="3269795"/>
            <a:ext cx="1857214" cy="45321"/>
          </a:xfrm>
          <a:prstGeom prst="straightConnector1">
            <a:avLst/>
          </a:prstGeom>
          <a:ln>
            <a:solidFill>
              <a:srgbClr val="40404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직선 화살표 연결선 198">
            <a:extLst>
              <a:ext uri="{FF2B5EF4-FFF2-40B4-BE49-F238E27FC236}">
                <a16:creationId xmlns:a16="http://schemas.microsoft.com/office/drawing/2014/main" id="{D68B96C4-1ED5-C11E-F8ED-172A3276DF07}"/>
              </a:ext>
            </a:extLst>
          </p:cNvPr>
          <p:cNvCxnSpPr>
            <a:cxnSpLocks/>
            <a:endCxn id="12" idx="3"/>
          </p:cNvCxnSpPr>
          <p:nvPr/>
        </p:nvCxnSpPr>
        <p:spPr>
          <a:xfrm flipH="1">
            <a:off x="4463962" y="3874610"/>
            <a:ext cx="472433" cy="0"/>
          </a:xfrm>
          <a:prstGeom prst="straightConnector1">
            <a:avLst/>
          </a:prstGeom>
          <a:ln>
            <a:solidFill>
              <a:srgbClr val="40404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직선 화살표 연결선 199">
            <a:extLst>
              <a:ext uri="{FF2B5EF4-FFF2-40B4-BE49-F238E27FC236}">
                <a16:creationId xmlns:a16="http://schemas.microsoft.com/office/drawing/2014/main" id="{D0C43C07-5C7B-8537-40DE-157AFFDC8DBB}"/>
              </a:ext>
            </a:extLst>
          </p:cNvPr>
          <p:cNvCxnSpPr>
            <a:cxnSpLocks/>
            <a:stCxn id="168" idx="2"/>
          </p:cNvCxnSpPr>
          <p:nvPr/>
        </p:nvCxnSpPr>
        <p:spPr>
          <a:xfrm>
            <a:off x="3069985" y="3315116"/>
            <a:ext cx="1397249" cy="1550667"/>
          </a:xfrm>
          <a:prstGeom prst="straightConnector1">
            <a:avLst/>
          </a:prstGeom>
          <a:ln>
            <a:solidFill>
              <a:srgbClr val="40404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1" name="그룹 200">
            <a:extLst>
              <a:ext uri="{FF2B5EF4-FFF2-40B4-BE49-F238E27FC236}">
                <a16:creationId xmlns:a16="http://schemas.microsoft.com/office/drawing/2014/main" id="{4F477538-129D-CB90-2353-4409531D208F}"/>
              </a:ext>
            </a:extLst>
          </p:cNvPr>
          <p:cNvGrpSpPr/>
          <p:nvPr/>
        </p:nvGrpSpPr>
        <p:grpSpPr>
          <a:xfrm>
            <a:off x="287680" y="1624374"/>
            <a:ext cx="683311" cy="1734738"/>
            <a:chOff x="466369" y="2427446"/>
            <a:chExt cx="683311" cy="1734738"/>
          </a:xfrm>
        </p:grpSpPr>
        <p:grpSp>
          <p:nvGrpSpPr>
            <p:cNvPr id="202" name="그룹 201">
              <a:extLst>
                <a:ext uri="{FF2B5EF4-FFF2-40B4-BE49-F238E27FC236}">
                  <a16:creationId xmlns:a16="http://schemas.microsoft.com/office/drawing/2014/main" id="{CBF162D7-F233-093E-AC62-386539CFA3DB}"/>
                </a:ext>
              </a:extLst>
            </p:cNvPr>
            <p:cNvGrpSpPr/>
            <p:nvPr/>
          </p:nvGrpSpPr>
          <p:grpSpPr>
            <a:xfrm>
              <a:off x="466370" y="2974448"/>
              <a:ext cx="576120" cy="488795"/>
              <a:chOff x="627156" y="2974449"/>
              <a:chExt cx="576120" cy="488795"/>
            </a:xfrm>
          </p:grpSpPr>
          <p:sp>
            <p:nvSpPr>
              <p:cNvPr id="218" name="직사각형 217">
                <a:extLst>
                  <a:ext uri="{FF2B5EF4-FFF2-40B4-BE49-F238E27FC236}">
                    <a16:creationId xmlns:a16="http://schemas.microsoft.com/office/drawing/2014/main" id="{0D6096C5-F648-10CA-C575-F07AB2DD3397}"/>
                  </a:ext>
                </a:extLst>
              </p:cNvPr>
              <p:cNvSpPr/>
              <p:nvPr/>
            </p:nvSpPr>
            <p:spPr>
              <a:xfrm>
                <a:off x="627156" y="3309356"/>
                <a:ext cx="576120" cy="153888"/>
              </a:xfrm>
              <a:prstGeom prst="rect">
                <a:avLst/>
              </a:prstGeom>
              <a:noFill/>
              <a:ln w="6350" cap="flat" cmpd="sng" algn="ctr">
                <a:noFill/>
                <a:prstDash val="solid"/>
              </a:ln>
              <a:effectLst/>
            </p:spPr>
            <p:txBody>
              <a:bodyPr wrap="none" lIns="0" tIns="0" rIns="0" bIns="0" anchor="ctr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1" indent="1569" algn="ctr" defTabSz="1484587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80000"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Arial"/>
                  </a:rPr>
                  <a:t>내부 사용자</a:t>
                </a:r>
              </a:p>
            </p:txBody>
          </p:sp>
          <p:grpSp>
            <p:nvGrpSpPr>
              <p:cNvPr id="219" name="그룹 218">
                <a:extLst>
                  <a:ext uri="{FF2B5EF4-FFF2-40B4-BE49-F238E27FC236}">
                    <a16:creationId xmlns:a16="http://schemas.microsoft.com/office/drawing/2014/main" id="{8229FF2A-AB5F-A1EE-6938-6B2073A57F6D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37167" y="2974449"/>
                <a:ext cx="288358" cy="312196"/>
                <a:chOff x="8448675" y="4302125"/>
                <a:chExt cx="998538" cy="1081088"/>
              </a:xfrm>
            </p:grpSpPr>
            <p:sp>
              <p:nvSpPr>
                <p:cNvPr id="220" name="Freeform 276">
                  <a:extLst>
                    <a:ext uri="{FF2B5EF4-FFF2-40B4-BE49-F238E27FC236}">
                      <a16:creationId xmlns:a16="http://schemas.microsoft.com/office/drawing/2014/main" id="{3931B46A-6815-61F9-D9FA-85249BDA7DC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448675" y="4302125"/>
                  <a:ext cx="998538" cy="1081088"/>
                </a:xfrm>
                <a:custGeom>
                  <a:avLst/>
                  <a:gdLst>
                    <a:gd name="T0" fmla="*/ 1093 w 1139"/>
                    <a:gd name="T1" fmla="*/ 1230 h 1230"/>
                    <a:gd name="T2" fmla="*/ 1097 w 1139"/>
                    <a:gd name="T3" fmla="*/ 1230 h 1230"/>
                    <a:gd name="T4" fmla="*/ 1116 w 1139"/>
                    <a:gd name="T5" fmla="*/ 1212 h 1230"/>
                    <a:gd name="T6" fmla="*/ 1134 w 1139"/>
                    <a:gd name="T7" fmla="*/ 924 h 1230"/>
                    <a:gd name="T8" fmla="*/ 1020 w 1139"/>
                    <a:gd name="T9" fmla="*/ 782 h 1230"/>
                    <a:gd name="T10" fmla="*/ 1020 w 1139"/>
                    <a:gd name="T11" fmla="*/ 782 h 1230"/>
                    <a:gd name="T12" fmla="*/ 754 w 1139"/>
                    <a:gd name="T13" fmla="*/ 745 h 1230"/>
                    <a:gd name="T14" fmla="*/ 731 w 1139"/>
                    <a:gd name="T15" fmla="*/ 631 h 1230"/>
                    <a:gd name="T16" fmla="*/ 791 w 1139"/>
                    <a:gd name="T17" fmla="*/ 503 h 1230"/>
                    <a:gd name="T18" fmla="*/ 864 w 1139"/>
                    <a:gd name="T19" fmla="*/ 453 h 1230"/>
                    <a:gd name="T20" fmla="*/ 878 w 1139"/>
                    <a:gd name="T21" fmla="*/ 416 h 1230"/>
                    <a:gd name="T22" fmla="*/ 887 w 1139"/>
                    <a:gd name="T23" fmla="*/ 324 h 1230"/>
                    <a:gd name="T24" fmla="*/ 571 w 1139"/>
                    <a:gd name="T25" fmla="*/ 0 h 1230"/>
                    <a:gd name="T26" fmla="*/ 256 w 1139"/>
                    <a:gd name="T27" fmla="*/ 324 h 1230"/>
                    <a:gd name="T28" fmla="*/ 256 w 1139"/>
                    <a:gd name="T29" fmla="*/ 329 h 1230"/>
                    <a:gd name="T30" fmla="*/ 260 w 1139"/>
                    <a:gd name="T31" fmla="*/ 416 h 1230"/>
                    <a:gd name="T32" fmla="*/ 260 w 1139"/>
                    <a:gd name="T33" fmla="*/ 416 h 1230"/>
                    <a:gd name="T34" fmla="*/ 260 w 1139"/>
                    <a:gd name="T35" fmla="*/ 416 h 1230"/>
                    <a:gd name="T36" fmla="*/ 260 w 1139"/>
                    <a:gd name="T37" fmla="*/ 416 h 1230"/>
                    <a:gd name="T38" fmla="*/ 260 w 1139"/>
                    <a:gd name="T39" fmla="*/ 416 h 1230"/>
                    <a:gd name="T40" fmla="*/ 352 w 1139"/>
                    <a:gd name="T41" fmla="*/ 503 h 1230"/>
                    <a:gd name="T42" fmla="*/ 411 w 1139"/>
                    <a:gd name="T43" fmla="*/ 631 h 1230"/>
                    <a:gd name="T44" fmla="*/ 388 w 1139"/>
                    <a:gd name="T45" fmla="*/ 745 h 1230"/>
                    <a:gd name="T46" fmla="*/ 118 w 1139"/>
                    <a:gd name="T47" fmla="*/ 782 h 1230"/>
                    <a:gd name="T48" fmla="*/ 4 w 1139"/>
                    <a:gd name="T49" fmla="*/ 924 h 1230"/>
                    <a:gd name="T50" fmla="*/ 27 w 1139"/>
                    <a:gd name="T51" fmla="*/ 1212 h 1230"/>
                    <a:gd name="T52" fmla="*/ 45 w 1139"/>
                    <a:gd name="T53" fmla="*/ 1230 h 12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1139" h="1230">
                      <a:moveTo>
                        <a:pt x="1093" y="1230"/>
                      </a:moveTo>
                      <a:cubicBezTo>
                        <a:pt x="1097" y="1230"/>
                        <a:pt x="1097" y="1230"/>
                        <a:pt x="1097" y="1230"/>
                      </a:cubicBezTo>
                      <a:cubicBezTo>
                        <a:pt x="1107" y="1230"/>
                        <a:pt x="1116" y="1221"/>
                        <a:pt x="1116" y="1212"/>
                      </a:cubicBezTo>
                      <a:cubicBezTo>
                        <a:pt x="1134" y="924"/>
                        <a:pt x="1134" y="924"/>
                        <a:pt x="1134" y="924"/>
                      </a:cubicBezTo>
                      <a:cubicBezTo>
                        <a:pt x="1139" y="855"/>
                        <a:pt x="1088" y="791"/>
                        <a:pt x="1020" y="782"/>
                      </a:cubicBezTo>
                      <a:cubicBezTo>
                        <a:pt x="1020" y="782"/>
                        <a:pt x="1020" y="782"/>
                        <a:pt x="1020" y="782"/>
                      </a:cubicBezTo>
                      <a:cubicBezTo>
                        <a:pt x="754" y="745"/>
                        <a:pt x="754" y="745"/>
                        <a:pt x="754" y="745"/>
                      </a:cubicBezTo>
                      <a:cubicBezTo>
                        <a:pt x="731" y="631"/>
                        <a:pt x="731" y="631"/>
                        <a:pt x="731" y="631"/>
                      </a:cubicBezTo>
                      <a:cubicBezTo>
                        <a:pt x="754" y="594"/>
                        <a:pt x="777" y="549"/>
                        <a:pt x="791" y="503"/>
                      </a:cubicBezTo>
                      <a:cubicBezTo>
                        <a:pt x="823" y="498"/>
                        <a:pt x="850" y="480"/>
                        <a:pt x="864" y="453"/>
                      </a:cubicBezTo>
                      <a:cubicBezTo>
                        <a:pt x="873" y="443"/>
                        <a:pt x="878" y="430"/>
                        <a:pt x="878" y="416"/>
                      </a:cubicBezTo>
                      <a:cubicBezTo>
                        <a:pt x="882" y="388"/>
                        <a:pt x="887" y="356"/>
                        <a:pt x="887" y="324"/>
                      </a:cubicBezTo>
                      <a:cubicBezTo>
                        <a:pt x="887" y="146"/>
                        <a:pt x="745" y="0"/>
                        <a:pt x="571" y="0"/>
                      </a:cubicBezTo>
                      <a:cubicBezTo>
                        <a:pt x="398" y="0"/>
                        <a:pt x="256" y="146"/>
                        <a:pt x="256" y="324"/>
                      </a:cubicBezTo>
                      <a:cubicBezTo>
                        <a:pt x="256" y="329"/>
                        <a:pt x="256" y="329"/>
                        <a:pt x="256" y="329"/>
                      </a:cubicBezTo>
                      <a:cubicBezTo>
                        <a:pt x="256" y="356"/>
                        <a:pt x="256" y="388"/>
                        <a:pt x="260" y="416"/>
                      </a:cubicBezTo>
                      <a:cubicBezTo>
                        <a:pt x="260" y="416"/>
                        <a:pt x="260" y="416"/>
                        <a:pt x="260" y="416"/>
                      </a:cubicBezTo>
                      <a:cubicBezTo>
                        <a:pt x="260" y="416"/>
                        <a:pt x="260" y="416"/>
                        <a:pt x="260" y="416"/>
                      </a:cubicBezTo>
                      <a:cubicBezTo>
                        <a:pt x="260" y="416"/>
                        <a:pt x="260" y="416"/>
                        <a:pt x="260" y="416"/>
                      </a:cubicBezTo>
                      <a:cubicBezTo>
                        <a:pt x="260" y="416"/>
                        <a:pt x="260" y="416"/>
                        <a:pt x="260" y="416"/>
                      </a:cubicBezTo>
                      <a:cubicBezTo>
                        <a:pt x="265" y="466"/>
                        <a:pt x="306" y="498"/>
                        <a:pt x="352" y="503"/>
                      </a:cubicBezTo>
                      <a:cubicBezTo>
                        <a:pt x="366" y="549"/>
                        <a:pt x="384" y="594"/>
                        <a:pt x="411" y="631"/>
                      </a:cubicBezTo>
                      <a:cubicBezTo>
                        <a:pt x="388" y="745"/>
                        <a:pt x="388" y="745"/>
                        <a:pt x="388" y="745"/>
                      </a:cubicBezTo>
                      <a:cubicBezTo>
                        <a:pt x="118" y="782"/>
                        <a:pt x="118" y="782"/>
                        <a:pt x="118" y="782"/>
                      </a:cubicBezTo>
                      <a:cubicBezTo>
                        <a:pt x="50" y="791"/>
                        <a:pt x="0" y="855"/>
                        <a:pt x="4" y="924"/>
                      </a:cubicBezTo>
                      <a:cubicBezTo>
                        <a:pt x="27" y="1212"/>
                        <a:pt x="27" y="1212"/>
                        <a:pt x="27" y="1212"/>
                      </a:cubicBezTo>
                      <a:cubicBezTo>
                        <a:pt x="27" y="1221"/>
                        <a:pt x="36" y="1230"/>
                        <a:pt x="45" y="1230"/>
                      </a:cubicBezTo>
                    </a:path>
                  </a:pathLst>
                </a:custGeom>
                <a:solidFill>
                  <a:srgbClr val="F1F3F4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-3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KoPub돋움체 Bold"/>
                    <a:ea typeface="KoPub돋움체 Medium"/>
                    <a:cs typeface="Arial"/>
                  </a:endParaRPr>
                </a:p>
              </p:txBody>
            </p:sp>
            <p:grpSp>
              <p:nvGrpSpPr>
                <p:cNvPr id="221" name="그룹 220">
                  <a:extLst>
                    <a:ext uri="{FF2B5EF4-FFF2-40B4-BE49-F238E27FC236}">
                      <a16:creationId xmlns:a16="http://schemas.microsoft.com/office/drawing/2014/main" id="{58651457-3CFC-4779-BB73-D764F5542F57}"/>
                    </a:ext>
                  </a:extLst>
                </p:cNvPr>
                <p:cNvGrpSpPr/>
                <p:nvPr/>
              </p:nvGrpSpPr>
              <p:grpSpPr>
                <a:xfrm>
                  <a:off x="8448675" y="4302125"/>
                  <a:ext cx="998538" cy="1081088"/>
                  <a:chOff x="8448675" y="4302125"/>
                  <a:chExt cx="998538" cy="1081088"/>
                </a:xfrm>
              </p:grpSpPr>
              <p:sp>
                <p:nvSpPr>
                  <p:cNvPr id="222" name="Freeform 277">
                    <a:extLst>
                      <a:ext uri="{FF2B5EF4-FFF2-40B4-BE49-F238E27FC236}">
                        <a16:creationId xmlns:a16="http://schemas.microsoft.com/office/drawing/2014/main" id="{B3FE87E8-3B79-3386-ACB7-D643EF64252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9145588" y="5214938"/>
                    <a:ext cx="144463" cy="31750"/>
                  </a:xfrm>
                  <a:custGeom>
                    <a:avLst/>
                    <a:gdLst>
                      <a:gd name="T0" fmla="*/ 147 w 165"/>
                      <a:gd name="T1" fmla="*/ 0 h 36"/>
                      <a:gd name="T2" fmla="*/ 19 w 165"/>
                      <a:gd name="T3" fmla="*/ 0 h 36"/>
                      <a:gd name="T4" fmla="*/ 0 w 165"/>
                      <a:gd name="T5" fmla="*/ 18 h 36"/>
                      <a:gd name="T6" fmla="*/ 19 w 165"/>
                      <a:gd name="T7" fmla="*/ 36 h 36"/>
                      <a:gd name="T8" fmla="*/ 147 w 165"/>
                      <a:gd name="T9" fmla="*/ 36 h 36"/>
                      <a:gd name="T10" fmla="*/ 165 w 165"/>
                      <a:gd name="T11" fmla="*/ 18 h 36"/>
                      <a:gd name="T12" fmla="*/ 147 w 165"/>
                      <a:gd name="T13" fmla="*/ 0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65" h="36">
                        <a:moveTo>
                          <a:pt x="147" y="0"/>
                        </a:moveTo>
                        <a:cubicBezTo>
                          <a:pt x="19" y="0"/>
                          <a:pt x="19" y="0"/>
                          <a:pt x="19" y="0"/>
                        </a:cubicBezTo>
                        <a:cubicBezTo>
                          <a:pt x="10" y="0"/>
                          <a:pt x="0" y="5"/>
                          <a:pt x="0" y="18"/>
                        </a:cubicBezTo>
                        <a:cubicBezTo>
                          <a:pt x="0" y="27"/>
                          <a:pt x="10" y="36"/>
                          <a:pt x="19" y="36"/>
                        </a:cubicBezTo>
                        <a:cubicBezTo>
                          <a:pt x="147" y="36"/>
                          <a:pt x="147" y="36"/>
                          <a:pt x="147" y="36"/>
                        </a:cubicBezTo>
                        <a:cubicBezTo>
                          <a:pt x="156" y="36"/>
                          <a:pt x="165" y="27"/>
                          <a:pt x="165" y="18"/>
                        </a:cubicBezTo>
                        <a:cubicBezTo>
                          <a:pt x="165" y="5"/>
                          <a:pt x="156" y="0"/>
                          <a:pt x="147" y="0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>
                    <a:defPPr>
                      <a:defRPr lang="en-US"/>
                    </a:defPPr>
                    <a:lvl1pPr marL="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8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KoPub돋움체 Bold"/>
                      <a:ea typeface="KoPub돋움체 Medium"/>
                      <a:cs typeface="Arial"/>
                    </a:endParaRPr>
                  </a:p>
                </p:txBody>
              </p:sp>
              <p:sp>
                <p:nvSpPr>
                  <p:cNvPr id="223" name="Freeform 278">
                    <a:extLst>
                      <a:ext uri="{FF2B5EF4-FFF2-40B4-BE49-F238E27FC236}">
                        <a16:creationId xmlns:a16="http://schemas.microsoft.com/office/drawing/2014/main" id="{F3ED1655-EAB5-8988-A6C4-1AD5C543F40A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8448675" y="4302125"/>
                    <a:ext cx="998538" cy="1081088"/>
                  </a:xfrm>
                  <a:custGeom>
                    <a:avLst/>
                    <a:gdLst>
                      <a:gd name="T0" fmla="*/ 754 w 1139"/>
                      <a:gd name="T1" fmla="*/ 745 h 1230"/>
                      <a:gd name="T2" fmla="*/ 791 w 1139"/>
                      <a:gd name="T3" fmla="*/ 503 h 1230"/>
                      <a:gd name="T4" fmla="*/ 878 w 1139"/>
                      <a:gd name="T5" fmla="*/ 416 h 1230"/>
                      <a:gd name="T6" fmla="*/ 571 w 1139"/>
                      <a:gd name="T7" fmla="*/ 0 h 1230"/>
                      <a:gd name="T8" fmla="*/ 256 w 1139"/>
                      <a:gd name="T9" fmla="*/ 329 h 1230"/>
                      <a:gd name="T10" fmla="*/ 260 w 1139"/>
                      <a:gd name="T11" fmla="*/ 416 h 1230"/>
                      <a:gd name="T12" fmla="*/ 260 w 1139"/>
                      <a:gd name="T13" fmla="*/ 416 h 1230"/>
                      <a:gd name="T14" fmla="*/ 352 w 1139"/>
                      <a:gd name="T15" fmla="*/ 503 h 1230"/>
                      <a:gd name="T16" fmla="*/ 388 w 1139"/>
                      <a:gd name="T17" fmla="*/ 745 h 1230"/>
                      <a:gd name="T18" fmla="*/ 4 w 1139"/>
                      <a:gd name="T19" fmla="*/ 924 h 1230"/>
                      <a:gd name="T20" fmla="*/ 45 w 1139"/>
                      <a:gd name="T21" fmla="*/ 1230 h 1230"/>
                      <a:gd name="T22" fmla="*/ 41 w 1139"/>
                      <a:gd name="T23" fmla="*/ 919 h 1230"/>
                      <a:gd name="T24" fmla="*/ 388 w 1139"/>
                      <a:gd name="T25" fmla="*/ 782 h 1230"/>
                      <a:gd name="T26" fmla="*/ 571 w 1139"/>
                      <a:gd name="T27" fmla="*/ 1230 h 1230"/>
                      <a:gd name="T28" fmla="*/ 603 w 1139"/>
                      <a:gd name="T29" fmla="*/ 1207 h 1230"/>
                      <a:gd name="T30" fmla="*/ 1015 w 1139"/>
                      <a:gd name="T31" fmla="*/ 818 h 1230"/>
                      <a:gd name="T32" fmla="*/ 1079 w 1139"/>
                      <a:gd name="T33" fmla="*/ 1212 h 1230"/>
                      <a:gd name="T34" fmla="*/ 1097 w 1139"/>
                      <a:gd name="T35" fmla="*/ 1230 h 1230"/>
                      <a:gd name="T36" fmla="*/ 1134 w 1139"/>
                      <a:gd name="T37" fmla="*/ 924 h 1230"/>
                      <a:gd name="T38" fmla="*/ 571 w 1139"/>
                      <a:gd name="T39" fmla="*/ 36 h 1230"/>
                      <a:gd name="T40" fmla="*/ 850 w 1139"/>
                      <a:gd name="T41" fmla="*/ 338 h 1230"/>
                      <a:gd name="T42" fmla="*/ 786 w 1139"/>
                      <a:gd name="T43" fmla="*/ 320 h 1230"/>
                      <a:gd name="T44" fmla="*/ 709 w 1139"/>
                      <a:gd name="T45" fmla="*/ 334 h 1230"/>
                      <a:gd name="T46" fmla="*/ 439 w 1139"/>
                      <a:gd name="T47" fmla="*/ 183 h 1230"/>
                      <a:gd name="T48" fmla="*/ 635 w 1139"/>
                      <a:gd name="T49" fmla="*/ 361 h 1230"/>
                      <a:gd name="T50" fmla="*/ 796 w 1139"/>
                      <a:gd name="T51" fmla="*/ 356 h 1230"/>
                      <a:gd name="T52" fmla="*/ 823 w 1139"/>
                      <a:gd name="T53" fmla="*/ 361 h 1230"/>
                      <a:gd name="T54" fmla="*/ 832 w 1139"/>
                      <a:gd name="T55" fmla="*/ 434 h 1230"/>
                      <a:gd name="T56" fmla="*/ 786 w 1139"/>
                      <a:gd name="T57" fmla="*/ 462 h 1230"/>
                      <a:gd name="T58" fmla="*/ 777 w 1139"/>
                      <a:gd name="T59" fmla="*/ 462 h 1230"/>
                      <a:gd name="T60" fmla="*/ 754 w 1139"/>
                      <a:gd name="T61" fmla="*/ 494 h 1230"/>
                      <a:gd name="T62" fmla="*/ 690 w 1139"/>
                      <a:gd name="T63" fmla="*/ 622 h 1230"/>
                      <a:gd name="T64" fmla="*/ 448 w 1139"/>
                      <a:gd name="T65" fmla="*/ 622 h 1230"/>
                      <a:gd name="T66" fmla="*/ 384 w 1139"/>
                      <a:gd name="T67" fmla="*/ 475 h 1230"/>
                      <a:gd name="T68" fmla="*/ 352 w 1139"/>
                      <a:gd name="T69" fmla="*/ 466 h 1230"/>
                      <a:gd name="T70" fmla="*/ 297 w 1139"/>
                      <a:gd name="T71" fmla="*/ 411 h 1230"/>
                      <a:gd name="T72" fmla="*/ 297 w 1139"/>
                      <a:gd name="T73" fmla="*/ 411 h 1230"/>
                      <a:gd name="T74" fmla="*/ 292 w 1139"/>
                      <a:gd name="T75" fmla="*/ 324 h 1230"/>
                      <a:gd name="T76" fmla="*/ 571 w 1139"/>
                      <a:gd name="T77" fmla="*/ 1193 h 1230"/>
                      <a:gd name="T78" fmla="*/ 439 w 1139"/>
                      <a:gd name="T79" fmla="*/ 663 h 1230"/>
                      <a:gd name="T80" fmla="*/ 699 w 1139"/>
                      <a:gd name="T81" fmla="*/ 663 h 1230"/>
                      <a:gd name="T82" fmla="*/ 571 w 1139"/>
                      <a:gd name="T83" fmla="*/ 1193 h 12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1139" h="1230">
                        <a:moveTo>
                          <a:pt x="1020" y="782"/>
                        </a:moveTo>
                        <a:cubicBezTo>
                          <a:pt x="754" y="745"/>
                          <a:pt x="754" y="745"/>
                          <a:pt x="754" y="745"/>
                        </a:cubicBezTo>
                        <a:cubicBezTo>
                          <a:pt x="731" y="631"/>
                          <a:pt x="731" y="631"/>
                          <a:pt x="731" y="631"/>
                        </a:cubicBezTo>
                        <a:cubicBezTo>
                          <a:pt x="754" y="594"/>
                          <a:pt x="777" y="549"/>
                          <a:pt x="791" y="503"/>
                        </a:cubicBezTo>
                        <a:cubicBezTo>
                          <a:pt x="823" y="498"/>
                          <a:pt x="850" y="480"/>
                          <a:pt x="864" y="453"/>
                        </a:cubicBezTo>
                        <a:cubicBezTo>
                          <a:pt x="873" y="443"/>
                          <a:pt x="878" y="430"/>
                          <a:pt x="878" y="416"/>
                        </a:cubicBezTo>
                        <a:cubicBezTo>
                          <a:pt x="882" y="388"/>
                          <a:pt x="887" y="356"/>
                          <a:pt x="887" y="324"/>
                        </a:cubicBezTo>
                        <a:cubicBezTo>
                          <a:pt x="887" y="146"/>
                          <a:pt x="745" y="0"/>
                          <a:pt x="571" y="0"/>
                        </a:cubicBezTo>
                        <a:cubicBezTo>
                          <a:pt x="398" y="0"/>
                          <a:pt x="256" y="146"/>
                          <a:pt x="256" y="324"/>
                        </a:cubicBezTo>
                        <a:cubicBezTo>
                          <a:pt x="256" y="329"/>
                          <a:pt x="256" y="329"/>
                          <a:pt x="256" y="329"/>
                        </a:cubicBezTo>
                        <a:cubicBezTo>
                          <a:pt x="256" y="356"/>
                          <a:pt x="256" y="388"/>
                          <a:pt x="260" y="416"/>
                        </a:cubicBezTo>
                        <a:cubicBezTo>
                          <a:pt x="260" y="416"/>
                          <a:pt x="260" y="416"/>
                          <a:pt x="260" y="416"/>
                        </a:cubicBezTo>
                        <a:cubicBezTo>
                          <a:pt x="260" y="416"/>
                          <a:pt x="260" y="416"/>
                          <a:pt x="260" y="416"/>
                        </a:cubicBezTo>
                        <a:cubicBezTo>
                          <a:pt x="260" y="416"/>
                          <a:pt x="260" y="416"/>
                          <a:pt x="260" y="416"/>
                        </a:cubicBezTo>
                        <a:cubicBezTo>
                          <a:pt x="260" y="416"/>
                          <a:pt x="260" y="416"/>
                          <a:pt x="260" y="416"/>
                        </a:cubicBezTo>
                        <a:cubicBezTo>
                          <a:pt x="265" y="466"/>
                          <a:pt x="306" y="498"/>
                          <a:pt x="352" y="503"/>
                        </a:cubicBezTo>
                        <a:cubicBezTo>
                          <a:pt x="366" y="549"/>
                          <a:pt x="384" y="594"/>
                          <a:pt x="411" y="631"/>
                        </a:cubicBezTo>
                        <a:cubicBezTo>
                          <a:pt x="388" y="745"/>
                          <a:pt x="388" y="745"/>
                          <a:pt x="388" y="745"/>
                        </a:cubicBezTo>
                        <a:cubicBezTo>
                          <a:pt x="118" y="782"/>
                          <a:pt x="118" y="782"/>
                          <a:pt x="118" y="782"/>
                        </a:cubicBezTo>
                        <a:cubicBezTo>
                          <a:pt x="50" y="791"/>
                          <a:pt x="0" y="855"/>
                          <a:pt x="4" y="924"/>
                        </a:cubicBezTo>
                        <a:cubicBezTo>
                          <a:pt x="27" y="1212"/>
                          <a:pt x="27" y="1212"/>
                          <a:pt x="27" y="1212"/>
                        </a:cubicBezTo>
                        <a:cubicBezTo>
                          <a:pt x="27" y="1221"/>
                          <a:pt x="36" y="1230"/>
                          <a:pt x="45" y="1230"/>
                        </a:cubicBezTo>
                        <a:cubicBezTo>
                          <a:pt x="54" y="1230"/>
                          <a:pt x="64" y="1221"/>
                          <a:pt x="64" y="1212"/>
                        </a:cubicBezTo>
                        <a:cubicBezTo>
                          <a:pt x="41" y="919"/>
                          <a:pt x="41" y="919"/>
                          <a:pt x="41" y="919"/>
                        </a:cubicBezTo>
                        <a:cubicBezTo>
                          <a:pt x="41" y="873"/>
                          <a:pt x="77" y="828"/>
                          <a:pt x="123" y="818"/>
                        </a:cubicBezTo>
                        <a:cubicBezTo>
                          <a:pt x="388" y="782"/>
                          <a:pt x="388" y="782"/>
                          <a:pt x="388" y="782"/>
                        </a:cubicBezTo>
                        <a:cubicBezTo>
                          <a:pt x="535" y="1207"/>
                          <a:pt x="535" y="1207"/>
                          <a:pt x="535" y="1207"/>
                        </a:cubicBezTo>
                        <a:cubicBezTo>
                          <a:pt x="539" y="1221"/>
                          <a:pt x="553" y="1230"/>
                          <a:pt x="571" y="1230"/>
                        </a:cubicBezTo>
                        <a:cubicBezTo>
                          <a:pt x="571" y="1230"/>
                          <a:pt x="571" y="1230"/>
                          <a:pt x="571" y="1230"/>
                        </a:cubicBezTo>
                        <a:cubicBezTo>
                          <a:pt x="585" y="1230"/>
                          <a:pt x="599" y="1221"/>
                          <a:pt x="603" y="1207"/>
                        </a:cubicBezTo>
                        <a:cubicBezTo>
                          <a:pt x="750" y="782"/>
                          <a:pt x="750" y="782"/>
                          <a:pt x="750" y="782"/>
                        </a:cubicBezTo>
                        <a:cubicBezTo>
                          <a:pt x="1015" y="818"/>
                          <a:pt x="1015" y="818"/>
                          <a:pt x="1015" y="818"/>
                        </a:cubicBezTo>
                        <a:cubicBezTo>
                          <a:pt x="1065" y="828"/>
                          <a:pt x="1102" y="873"/>
                          <a:pt x="1097" y="919"/>
                        </a:cubicBezTo>
                        <a:cubicBezTo>
                          <a:pt x="1079" y="1212"/>
                          <a:pt x="1079" y="1212"/>
                          <a:pt x="1079" y="1212"/>
                        </a:cubicBezTo>
                        <a:cubicBezTo>
                          <a:pt x="1079" y="1221"/>
                          <a:pt x="1084" y="1230"/>
                          <a:pt x="1093" y="1230"/>
                        </a:cubicBezTo>
                        <a:cubicBezTo>
                          <a:pt x="1097" y="1230"/>
                          <a:pt x="1097" y="1230"/>
                          <a:pt x="1097" y="1230"/>
                        </a:cubicBezTo>
                        <a:cubicBezTo>
                          <a:pt x="1107" y="1230"/>
                          <a:pt x="1116" y="1221"/>
                          <a:pt x="1116" y="1212"/>
                        </a:cubicBezTo>
                        <a:cubicBezTo>
                          <a:pt x="1134" y="924"/>
                          <a:pt x="1134" y="924"/>
                          <a:pt x="1134" y="924"/>
                        </a:cubicBezTo>
                        <a:cubicBezTo>
                          <a:pt x="1139" y="855"/>
                          <a:pt x="1088" y="791"/>
                          <a:pt x="1020" y="782"/>
                        </a:cubicBezTo>
                        <a:close/>
                        <a:moveTo>
                          <a:pt x="571" y="36"/>
                        </a:moveTo>
                        <a:cubicBezTo>
                          <a:pt x="722" y="36"/>
                          <a:pt x="850" y="164"/>
                          <a:pt x="850" y="324"/>
                        </a:cubicBezTo>
                        <a:cubicBezTo>
                          <a:pt x="850" y="329"/>
                          <a:pt x="850" y="334"/>
                          <a:pt x="850" y="338"/>
                        </a:cubicBezTo>
                        <a:cubicBezTo>
                          <a:pt x="846" y="338"/>
                          <a:pt x="846" y="334"/>
                          <a:pt x="841" y="334"/>
                        </a:cubicBezTo>
                        <a:cubicBezTo>
                          <a:pt x="828" y="320"/>
                          <a:pt x="809" y="315"/>
                          <a:pt x="786" y="320"/>
                        </a:cubicBezTo>
                        <a:cubicBezTo>
                          <a:pt x="786" y="320"/>
                          <a:pt x="786" y="320"/>
                          <a:pt x="786" y="320"/>
                        </a:cubicBezTo>
                        <a:cubicBezTo>
                          <a:pt x="759" y="329"/>
                          <a:pt x="731" y="334"/>
                          <a:pt x="709" y="334"/>
                        </a:cubicBezTo>
                        <a:cubicBezTo>
                          <a:pt x="599" y="334"/>
                          <a:pt x="498" y="274"/>
                          <a:pt x="462" y="192"/>
                        </a:cubicBezTo>
                        <a:cubicBezTo>
                          <a:pt x="457" y="183"/>
                          <a:pt x="448" y="178"/>
                          <a:pt x="439" y="183"/>
                        </a:cubicBezTo>
                        <a:cubicBezTo>
                          <a:pt x="430" y="187"/>
                          <a:pt x="425" y="196"/>
                          <a:pt x="430" y="206"/>
                        </a:cubicBezTo>
                        <a:cubicBezTo>
                          <a:pt x="466" y="283"/>
                          <a:pt x="544" y="343"/>
                          <a:pt x="635" y="361"/>
                        </a:cubicBezTo>
                        <a:cubicBezTo>
                          <a:pt x="658" y="366"/>
                          <a:pt x="681" y="370"/>
                          <a:pt x="709" y="370"/>
                        </a:cubicBezTo>
                        <a:cubicBezTo>
                          <a:pt x="736" y="370"/>
                          <a:pt x="768" y="366"/>
                          <a:pt x="796" y="356"/>
                        </a:cubicBezTo>
                        <a:cubicBezTo>
                          <a:pt x="796" y="356"/>
                          <a:pt x="796" y="356"/>
                          <a:pt x="796" y="356"/>
                        </a:cubicBezTo>
                        <a:cubicBezTo>
                          <a:pt x="805" y="356"/>
                          <a:pt x="814" y="356"/>
                          <a:pt x="823" y="361"/>
                        </a:cubicBezTo>
                        <a:cubicBezTo>
                          <a:pt x="832" y="370"/>
                          <a:pt x="841" y="393"/>
                          <a:pt x="841" y="411"/>
                        </a:cubicBezTo>
                        <a:cubicBezTo>
                          <a:pt x="841" y="421"/>
                          <a:pt x="837" y="430"/>
                          <a:pt x="832" y="434"/>
                        </a:cubicBezTo>
                        <a:cubicBezTo>
                          <a:pt x="823" y="453"/>
                          <a:pt x="809" y="466"/>
                          <a:pt x="786" y="466"/>
                        </a:cubicBezTo>
                        <a:cubicBezTo>
                          <a:pt x="786" y="462"/>
                          <a:pt x="786" y="462"/>
                          <a:pt x="786" y="462"/>
                        </a:cubicBezTo>
                        <a:cubicBezTo>
                          <a:pt x="782" y="462"/>
                          <a:pt x="782" y="462"/>
                          <a:pt x="777" y="462"/>
                        </a:cubicBezTo>
                        <a:cubicBezTo>
                          <a:pt x="777" y="462"/>
                          <a:pt x="777" y="462"/>
                          <a:pt x="777" y="462"/>
                        </a:cubicBezTo>
                        <a:cubicBezTo>
                          <a:pt x="768" y="462"/>
                          <a:pt x="759" y="466"/>
                          <a:pt x="759" y="475"/>
                        </a:cubicBezTo>
                        <a:cubicBezTo>
                          <a:pt x="754" y="485"/>
                          <a:pt x="754" y="489"/>
                          <a:pt x="754" y="494"/>
                        </a:cubicBezTo>
                        <a:cubicBezTo>
                          <a:pt x="741" y="535"/>
                          <a:pt x="727" y="567"/>
                          <a:pt x="709" y="599"/>
                        </a:cubicBezTo>
                        <a:cubicBezTo>
                          <a:pt x="704" y="603"/>
                          <a:pt x="695" y="613"/>
                          <a:pt x="690" y="622"/>
                        </a:cubicBezTo>
                        <a:cubicBezTo>
                          <a:pt x="658" y="663"/>
                          <a:pt x="613" y="686"/>
                          <a:pt x="571" y="686"/>
                        </a:cubicBezTo>
                        <a:cubicBezTo>
                          <a:pt x="526" y="686"/>
                          <a:pt x="484" y="663"/>
                          <a:pt x="448" y="622"/>
                        </a:cubicBezTo>
                        <a:cubicBezTo>
                          <a:pt x="443" y="613"/>
                          <a:pt x="439" y="603"/>
                          <a:pt x="434" y="599"/>
                        </a:cubicBezTo>
                        <a:cubicBezTo>
                          <a:pt x="411" y="562"/>
                          <a:pt x="393" y="521"/>
                          <a:pt x="384" y="475"/>
                        </a:cubicBezTo>
                        <a:cubicBezTo>
                          <a:pt x="379" y="466"/>
                          <a:pt x="370" y="462"/>
                          <a:pt x="361" y="462"/>
                        </a:cubicBezTo>
                        <a:cubicBezTo>
                          <a:pt x="361" y="462"/>
                          <a:pt x="356" y="466"/>
                          <a:pt x="352" y="466"/>
                        </a:cubicBezTo>
                        <a:cubicBezTo>
                          <a:pt x="324" y="466"/>
                          <a:pt x="301" y="443"/>
                          <a:pt x="297" y="411"/>
                        </a:cubicBezTo>
                        <a:cubicBezTo>
                          <a:pt x="297" y="411"/>
                          <a:pt x="297" y="411"/>
                          <a:pt x="297" y="411"/>
                        </a:cubicBezTo>
                        <a:cubicBezTo>
                          <a:pt x="297" y="411"/>
                          <a:pt x="297" y="411"/>
                          <a:pt x="297" y="411"/>
                        </a:cubicBezTo>
                        <a:cubicBezTo>
                          <a:pt x="297" y="411"/>
                          <a:pt x="297" y="411"/>
                          <a:pt x="297" y="411"/>
                        </a:cubicBezTo>
                        <a:cubicBezTo>
                          <a:pt x="292" y="384"/>
                          <a:pt x="292" y="356"/>
                          <a:pt x="292" y="324"/>
                        </a:cubicBezTo>
                        <a:cubicBezTo>
                          <a:pt x="292" y="324"/>
                          <a:pt x="292" y="324"/>
                          <a:pt x="292" y="324"/>
                        </a:cubicBezTo>
                        <a:cubicBezTo>
                          <a:pt x="292" y="164"/>
                          <a:pt x="416" y="36"/>
                          <a:pt x="571" y="36"/>
                        </a:cubicBezTo>
                        <a:close/>
                        <a:moveTo>
                          <a:pt x="571" y="1193"/>
                        </a:moveTo>
                        <a:cubicBezTo>
                          <a:pt x="420" y="759"/>
                          <a:pt x="420" y="759"/>
                          <a:pt x="420" y="759"/>
                        </a:cubicBezTo>
                        <a:cubicBezTo>
                          <a:pt x="439" y="663"/>
                          <a:pt x="439" y="663"/>
                          <a:pt x="439" y="663"/>
                        </a:cubicBezTo>
                        <a:cubicBezTo>
                          <a:pt x="480" y="704"/>
                          <a:pt x="521" y="722"/>
                          <a:pt x="571" y="722"/>
                        </a:cubicBezTo>
                        <a:cubicBezTo>
                          <a:pt x="617" y="722"/>
                          <a:pt x="663" y="704"/>
                          <a:pt x="699" y="663"/>
                        </a:cubicBezTo>
                        <a:cubicBezTo>
                          <a:pt x="718" y="759"/>
                          <a:pt x="718" y="759"/>
                          <a:pt x="718" y="759"/>
                        </a:cubicBezTo>
                        <a:cubicBezTo>
                          <a:pt x="571" y="1193"/>
                          <a:pt x="571" y="1193"/>
                          <a:pt x="571" y="1193"/>
                        </a:cubicBezTo>
                        <a:cubicBezTo>
                          <a:pt x="571" y="1193"/>
                          <a:pt x="571" y="1193"/>
                          <a:pt x="571" y="1193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>
                    <a:defPPr>
                      <a:defRPr lang="en-US"/>
                    </a:defPPr>
                    <a:lvl1pPr marL="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8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KoPub돋움체 Bold"/>
                      <a:ea typeface="KoPub돋움체 Medium"/>
                      <a:cs typeface="Arial"/>
                    </a:endParaRPr>
                  </a:p>
                </p:txBody>
              </p:sp>
              <p:sp>
                <p:nvSpPr>
                  <p:cNvPr id="224" name="Freeform 279">
                    <a:extLst>
                      <a:ext uri="{FF2B5EF4-FFF2-40B4-BE49-F238E27FC236}">
                        <a16:creationId xmlns:a16="http://schemas.microsoft.com/office/drawing/2014/main" id="{C9042236-CAAC-8A3F-A048-EF020C6C589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9314022" y="4976813"/>
                    <a:ext cx="31751" cy="184151"/>
                  </a:xfrm>
                  <a:custGeom>
                    <a:avLst/>
                    <a:gdLst>
                      <a:gd name="T0" fmla="*/ 18 w 36"/>
                      <a:gd name="T1" fmla="*/ 0 h 210"/>
                      <a:gd name="T2" fmla="*/ 0 w 36"/>
                      <a:gd name="T3" fmla="*/ 19 h 210"/>
                      <a:gd name="T4" fmla="*/ 0 w 36"/>
                      <a:gd name="T5" fmla="*/ 192 h 210"/>
                      <a:gd name="T6" fmla="*/ 18 w 36"/>
                      <a:gd name="T7" fmla="*/ 210 h 210"/>
                      <a:gd name="T8" fmla="*/ 36 w 36"/>
                      <a:gd name="T9" fmla="*/ 192 h 210"/>
                      <a:gd name="T10" fmla="*/ 36 w 36"/>
                      <a:gd name="T11" fmla="*/ 19 h 210"/>
                      <a:gd name="T12" fmla="*/ 18 w 36"/>
                      <a:gd name="T13" fmla="*/ 0 h 2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36" h="210">
                        <a:moveTo>
                          <a:pt x="18" y="0"/>
                        </a:moveTo>
                        <a:cubicBezTo>
                          <a:pt x="9" y="0"/>
                          <a:pt x="0" y="9"/>
                          <a:pt x="0" y="19"/>
                        </a:cubicBezTo>
                        <a:cubicBezTo>
                          <a:pt x="0" y="192"/>
                          <a:pt x="0" y="192"/>
                          <a:pt x="0" y="192"/>
                        </a:cubicBezTo>
                        <a:cubicBezTo>
                          <a:pt x="0" y="201"/>
                          <a:pt x="9" y="210"/>
                          <a:pt x="18" y="210"/>
                        </a:cubicBezTo>
                        <a:cubicBezTo>
                          <a:pt x="27" y="210"/>
                          <a:pt x="36" y="201"/>
                          <a:pt x="36" y="192"/>
                        </a:cubicBezTo>
                        <a:cubicBezTo>
                          <a:pt x="36" y="19"/>
                          <a:pt x="36" y="19"/>
                          <a:pt x="36" y="19"/>
                        </a:cubicBezTo>
                        <a:cubicBezTo>
                          <a:pt x="36" y="9"/>
                          <a:pt x="27" y="0"/>
                          <a:pt x="18" y="0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>
                    <a:defPPr>
                      <a:defRPr lang="en-US"/>
                    </a:defPPr>
                    <a:lvl1pPr marL="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8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KoPub돋움체 Bold"/>
                      <a:ea typeface="KoPub돋움체 Medium"/>
                      <a:cs typeface="Arial"/>
                    </a:endParaRPr>
                  </a:p>
                </p:txBody>
              </p:sp>
            </p:grpSp>
          </p:grpSp>
        </p:grpSp>
        <p:grpSp>
          <p:nvGrpSpPr>
            <p:cNvPr id="203" name="그룹 202">
              <a:extLst>
                <a:ext uri="{FF2B5EF4-FFF2-40B4-BE49-F238E27FC236}">
                  <a16:creationId xmlns:a16="http://schemas.microsoft.com/office/drawing/2014/main" id="{71C1FEA8-F531-31AD-C54A-036C7974FCBD}"/>
                </a:ext>
              </a:extLst>
            </p:cNvPr>
            <p:cNvGrpSpPr/>
            <p:nvPr/>
          </p:nvGrpSpPr>
          <p:grpSpPr>
            <a:xfrm>
              <a:off x="466369" y="2427446"/>
              <a:ext cx="576120" cy="488795"/>
              <a:chOff x="627155" y="2427447"/>
              <a:chExt cx="576120" cy="488795"/>
            </a:xfrm>
          </p:grpSpPr>
          <p:sp>
            <p:nvSpPr>
              <p:cNvPr id="211" name="직사각형 210">
                <a:extLst>
                  <a:ext uri="{FF2B5EF4-FFF2-40B4-BE49-F238E27FC236}">
                    <a16:creationId xmlns:a16="http://schemas.microsoft.com/office/drawing/2014/main" id="{FF132477-785B-1D84-C951-95F901C43BFC}"/>
                  </a:ext>
                </a:extLst>
              </p:cNvPr>
              <p:cNvSpPr/>
              <p:nvPr/>
            </p:nvSpPr>
            <p:spPr>
              <a:xfrm>
                <a:off x="627155" y="2762354"/>
                <a:ext cx="576120" cy="153888"/>
              </a:xfrm>
              <a:prstGeom prst="rect">
                <a:avLst/>
              </a:prstGeom>
              <a:noFill/>
              <a:ln w="6350" cap="flat" cmpd="sng" algn="ctr">
                <a:noFill/>
                <a:prstDash val="solid"/>
              </a:ln>
              <a:effectLst/>
            </p:spPr>
            <p:txBody>
              <a:bodyPr wrap="none" lIns="0" tIns="0" rIns="0" bIns="0" anchor="ctr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1" indent="1569" algn="ctr" defTabSz="1484587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80000"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Arial"/>
                  </a:rPr>
                  <a:t>외부 사용자</a:t>
                </a:r>
              </a:p>
            </p:txBody>
          </p:sp>
          <p:grpSp>
            <p:nvGrpSpPr>
              <p:cNvPr id="212" name="그룹 211">
                <a:extLst>
                  <a:ext uri="{FF2B5EF4-FFF2-40B4-BE49-F238E27FC236}">
                    <a16:creationId xmlns:a16="http://schemas.microsoft.com/office/drawing/2014/main" id="{8C1C2DEC-1777-0F3B-7D25-F29FDCB77F8D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37169" y="2427447"/>
                <a:ext cx="398429" cy="312196"/>
                <a:chOff x="8448675" y="4302125"/>
                <a:chExt cx="1379697" cy="1081088"/>
              </a:xfrm>
            </p:grpSpPr>
            <p:sp>
              <p:nvSpPr>
                <p:cNvPr id="213" name="Freeform 276">
                  <a:extLst>
                    <a:ext uri="{FF2B5EF4-FFF2-40B4-BE49-F238E27FC236}">
                      <a16:creationId xmlns:a16="http://schemas.microsoft.com/office/drawing/2014/main" id="{D3B1FB0D-A96B-5AA0-1B19-1B87B64FE96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829834" y="4302125"/>
                  <a:ext cx="998538" cy="1081088"/>
                </a:xfrm>
                <a:custGeom>
                  <a:avLst/>
                  <a:gdLst>
                    <a:gd name="T0" fmla="*/ 1093 w 1139"/>
                    <a:gd name="T1" fmla="*/ 1230 h 1230"/>
                    <a:gd name="T2" fmla="*/ 1097 w 1139"/>
                    <a:gd name="T3" fmla="*/ 1230 h 1230"/>
                    <a:gd name="T4" fmla="*/ 1116 w 1139"/>
                    <a:gd name="T5" fmla="*/ 1212 h 1230"/>
                    <a:gd name="T6" fmla="*/ 1134 w 1139"/>
                    <a:gd name="T7" fmla="*/ 924 h 1230"/>
                    <a:gd name="T8" fmla="*/ 1020 w 1139"/>
                    <a:gd name="T9" fmla="*/ 782 h 1230"/>
                    <a:gd name="T10" fmla="*/ 1020 w 1139"/>
                    <a:gd name="T11" fmla="*/ 782 h 1230"/>
                    <a:gd name="T12" fmla="*/ 754 w 1139"/>
                    <a:gd name="T13" fmla="*/ 745 h 1230"/>
                    <a:gd name="T14" fmla="*/ 731 w 1139"/>
                    <a:gd name="T15" fmla="*/ 631 h 1230"/>
                    <a:gd name="T16" fmla="*/ 791 w 1139"/>
                    <a:gd name="T17" fmla="*/ 503 h 1230"/>
                    <a:gd name="T18" fmla="*/ 864 w 1139"/>
                    <a:gd name="T19" fmla="*/ 453 h 1230"/>
                    <a:gd name="T20" fmla="*/ 878 w 1139"/>
                    <a:gd name="T21" fmla="*/ 416 h 1230"/>
                    <a:gd name="T22" fmla="*/ 887 w 1139"/>
                    <a:gd name="T23" fmla="*/ 324 h 1230"/>
                    <a:gd name="T24" fmla="*/ 571 w 1139"/>
                    <a:gd name="T25" fmla="*/ 0 h 1230"/>
                    <a:gd name="T26" fmla="*/ 256 w 1139"/>
                    <a:gd name="T27" fmla="*/ 324 h 1230"/>
                    <a:gd name="T28" fmla="*/ 256 w 1139"/>
                    <a:gd name="T29" fmla="*/ 329 h 1230"/>
                    <a:gd name="T30" fmla="*/ 260 w 1139"/>
                    <a:gd name="T31" fmla="*/ 416 h 1230"/>
                    <a:gd name="T32" fmla="*/ 260 w 1139"/>
                    <a:gd name="T33" fmla="*/ 416 h 1230"/>
                    <a:gd name="T34" fmla="*/ 260 w 1139"/>
                    <a:gd name="T35" fmla="*/ 416 h 1230"/>
                    <a:gd name="T36" fmla="*/ 260 w 1139"/>
                    <a:gd name="T37" fmla="*/ 416 h 1230"/>
                    <a:gd name="T38" fmla="*/ 260 w 1139"/>
                    <a:gd name="T39" fmla="*/ 416 h 1230"/>
                    <a:gd name="T40" fmla="*/ 352 w 1139"/>
                    <a:gd name="T41" fmla="*/ 503 h 1230"/>
                    <a:gd name="T42" fmla="*/ 411 w 1139"/>
                    <a:gd name="T43" fmla="*/ 631 h 1230"/>
                    <a:gd name="T44" fmla="*/ 388 w 1139"/>
                    <a:gd name="T45" fmla="*/ 745 h 1230"/>
                    <a:gd name="T46" fmla="*/ 118 w 1139"/>
                    <a:gd name="T47" fmla="*/ 782 h 1230"/>
                    <a:gd name="T48" fmla="*/ 4 w 1139"/>
                    <a:gd name="T49" fmla="*/ 924 h 1230"/>
                    <a:gd name="T50" fmla="*/ 27 w 1139"/>
                    <a:gd name="T51" fmla="*/ 1212 h 1230"/>
                    <a:gd name="T52" fmla="*/ 45 w 1139"/>
                    <a:gd name="T53" fmla="*/ 1230 h 12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1139" h="1230">
                      <a:moveTo>
                        <a:pt x="1093" y="1230"/>
                      </a:moveTo>
                      <a:cubicBezTo>
                        <a:pt x="1097" y="1230"/>
                        <a:pt x="1097" y="1230"/>
                        <a:pt x="1097" y="1230"/>
                      </a:cubicBezTo>
                      <a:cubicBezTo>
                        <a:pt x="1107" y="1230"/>
                        <a:pt x="1116" y="1221"/>
                        <a:pt x="1116" y="1212"/>
                      </a:cubicBezTo>
                      <a:cubicBezTo>
                        <a:pt x="1134" y="924"/>
                        <a:pt x="1134" y="924"/>
                        <a:pt x="1134" y="924"/>
                      </a:cubicBezTo>
                      <a:cubicBezTo>
                        <a:pt x="1139" y="855"/>
                        <a:pt x="1088" y="791"/>
                        <a:pt x="1020" y="782"/>
                      </a:cubicBezTo>
                      <a:cubicBezTo>
                        <a:pt x="1020" y="782"/>
                        <a:pt x="1020" y="782"/>
                        <a:pt x="1020" y="782"/>
                      </a:cubicBezTo>
                      <a:cubicBezTo>
                        <a:pt x="754" y="745"/>
                        <a:pt x="754" y="745"/>
                        <a:pt x="754" y="745"/>
                      </a:cubicBezTo>
                      <a:cubicBezTo>
                        <a:pt x="731" y="631"/>
                        <a:pt x="731" y="631"/>
                        <a:pt x="731" y="631"/>
                      </a:cubicBezTo>
                      <a:cubicBezTo>
                        <a:pt x="754" y="594"/>
                        <a:pt x="777" y="549"/>
                        <a:pt x="791" y="503"/>
                      </a:cubicBezTo>
                      <a:cubicBezTo>
                        <a:pt x="823" y="498"/>
                        <a:pt x="850" y="480"/>
                        <a:pt x="864" y="453"/>
                      </a:cubicBezTo>
                      <a:cubicBezTo>
                        <a:pt x="873" y="443"/>
                        <a:pt x="878" y="430"/>
                        <a:pt x="878" y="416"/>
                      </a:cubicBezTo>
                      <a:cubicBezTo>
                        <a:pt x="882" y="388"/>
                        <a:pt x="887" y="356"/>
                        <a:pt x="887" y="324"/>
                      </a:cubicBezTo>
                      <a:cubicBezTo>
                        <a:pt x="887" y="146"/>
                        <a:pt x="745" y="0"/>
                        <a:pt x="571" y="0"/>
                      </a:cubicBezTo>
                      <a:cubicBezTo>
                        <a:pt x="398" y="0"/>
                        <a:pt x="256" y="146"/>
                        <a:pt x="256" y="324"/>
                      </a:cubicBezTo>
                      <a:cubicBezTo>
                        <a:pt x="256" y="329"/>
                        <a:pt x="256" y="329"/>
                        <a:pt x="256" y="329"/>
                      </a:cubicBezTo>
                      <a:cubicBezTo>
                        <a:pt x="256" y="356"/>
                        <a:pt x="256" y="388"/>
                        <a:pt x="260" y="416"/>
                      </a:cubicBezTo>
                      <a:cubicBezTo>
                        <a:pt x="260" y="416"/>
                        <a:pt x="260" y="416"/>
                        <a:pt x="260" y="416"/>
                      </a:cubicBezTo>
                      <a:cubicBezTo>
                        <a:pt x="260" y="416"/>
                        <a:pt x="260" y="416"/>
                        <a:pt x="260" y="416"/>
                      </a:cubicBezTo>
                      <a:cubicBezTo>
                        <a:pt x="260" y="416"/>
                        <a:pt x="260" y="416"/>
                        <a:pt x="260" y="416"/>
                      </a:cubicBezTo>
                      <a:cubicBezTo>
                        <a:pt x="260" y="416"/>
                        <a:pt x="260" y="416"/>
                        <a:pt x="260" y="416"/>
                      </a:cubicBezTo>
                      <a:cubicBezTo>
                        <a:pt x="265" y="466"/>
                        <a:pt x="306" y="498"/>
                        <a:pt x="352" y="503"/>
                      </a:cubicBezTo>
                      <a:cubicBezTo>
                        <a:pt x="366" y="549"/>
                        <a:pt x="384" y="594"/>
                        <a:pt x="411" y="631"/>
                      </a:cubicBezTo>
                      <a:cubicBezTo>
                        <a:pt x="388" y="745"/>
                        <a:pt x="388" y="745"/>
                        <a:pt x="388" y="745"/>
                      </a:cubicBezTo>
                      <a:cubicBezTo>
                        <a:pt x="118" y="782"/>
                        <a:pt x="118" y="782"/>
                        <a:pt x="118" y="782"/>
                      </a:cubicBezTo>
                      <a:cubicBezTo>
                        <a:pt x="50" y="791"/>
                        <a:pt x="0" y="855"/>
                        <a:pt x="4" y="924"/>
                      </a:cubicBezTo>
                      <a:cubicBezTo>
                        <a:pt x="27" y="1212"/>
                        <a:pt x="27" y="1212"/>
                        <a:pt x="27" y="1212"/>
                      </a:cubicBezTo>
                      <a:cubicBezTo>
                        <a:pt x="27" y="1221"/>
                        <a:pt x="36" y="1230"/>
                        <a:pt x="45" y="1230"/>
                      </a:cubicBezTo>
                    </a:path>
                  </a:pathLst>
                </a:custGeom>
                <a:solidFill>
                  <a:srgbClr val="F1F3F4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-3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KoPub돋움체 Bold"/>
                    <a:ea typeface="KoPub돋움체 Medium"/>
                    <a:cs typeface="Arial"/>
                  </a:endParaRPr>
                </a:p>
              </p:txBody>
            </p:sp>
            <p:grpSp>
              <p:nvGrpSpPr>
                <p:cNvPr id="214" name="그룹 213">
                  <a:extLst>
                    <a:ext uri="{FF2B5EF4-FFF2-40B4-BE49-F238E27FC236}">
                      <a16:creationId xmlns:a16="http://schemas.microsoft.com/office/drawing/2014/main" id="{10967E05-A3CA-821A-E081-CCFB8AA5A842}"/>
                    </a:ext>
                  </a:extLst>
                </p:cNvPr>
                <p:cNvGrpSpPr/>
                <p:nvPr/>
              </p:nvGrpSpPr>
              <p:grpSpPr>
                <a:xfrm>
                  <a:off x="8448675" y="4302125"/>
                  <a:ext cx="998538" cy="1081088"/>
                  <a:chOff x="8448675" y="4302125"/>
                  <a:chExt cx="998538" cy="1081088"/>
                </a:xfrm>
              </p:grpSpPr>
              <p:sp>
                <p:nvSpPr>
                  <p:cNvPr id="215" name="Freeform 277">
                    <a:extLst>
                      <a:ext uri="{FF2B5EF4-FFF2-40B4-BE49-F238E27FC236}">
                        <a16:creationId xmlns:a16="http://schemas.microsoft.com/office/drawing/2014/main" id="{A33D96C3-FE2E-B4C2-9039-24D183A0602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9145588" y="5214938"/>
                    <a:ext cx="144463" cy="31750"/>
                  </a:xfrm>
                  <a:custGeom>
                    <a:avLst/>
                    <a:gdLst>
                      <a:gd name="T0" fmla="*/ 147 w 165"/>
                      <a:gd name="T1" fmla="*/ 0 h 36"/>
                      <a:gd name="T2" fmla="*/ 19 w 165"/>
                      <a:gd name="T3" fmla="*/ 0 h 36"/>
                      <a:gd name="T4" fmla="*/ 0 w 165"/>
                      <a:gd name="T5" fmla="*/ 18 h 36"/>
                      <a:gd name="T6" fmla="*/ 19 w 165"/>
                      <a:gd name="T7" fmla="*/ 36 h 36"/>
                      <a:gd name="T8" fmla="*/ 147 w 165"/>
                      <a:gd name="T9" fmla="*/ 36 h 36"/>
                      <a:gd name="T10" fmla="*/ 165 w 165"/>
                      <a:gd name="T11" fmla="*/ 18 h 36"/>
                      <a:gd name="T12" fmla="*/ 147 w 165"/>
                      <a:gd name="T13" fmla="*/ 0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65" h="36">
                        <a:moveTo>
                          <a:pt x="147" y="0"/>
                        </a:moveTo>
                        <a:cubicBezTo>
                          <a:pt x="19" y="0"/>
                          <a:pt x="19" y="0"/>
                          <a:pt x="19" y="0"/>
                        </a:cubicBezTo>
                        <a:cubicBezTo>
                          <a:pt x="10" y="0"/>
                          <a:pt x="0" y="5"/>
                          <a:pt x="0" y="18"/>
                        </a:cubicBezTo>
                        <a:cubicBezTo>
                          <a:pt x="0" y="27"/>
                          <a:pt x="10" y="36"/>
                          <a:pt x="19" y="36"/>
                        </a:cubicBezTo>
                        <a:cubicBezTo>
                          <a:pt x="147" y="36"/>
                          <a:pt x="147" y="36"/>
                          <a:pt x="147" y="36"/>
                        </a:cubicBezTo>
                        <a:cubicBezTo>
                          <a:pt x="156" y="36"/>
                          <a:pt x="165" y="27"/>
                          <a:pt x="165" y="18"/>
                        </a:cubicBezTo>
                        <a:cubicBezTo>
                          <a:pt x="165" y="5"/>
                          <a:pt x="156" y="0"/>
                          <a:pt x="147" y="0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>
                    <a:defPPr>
                      <a:defRPr lang="en-US"/>
                    </a:defPPr>
                    <a:lvl1pPr marL="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8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KoPub돋움체 Bold"/>
                      <a:ea typeface="KoPub돋움체 Medium"/>
                      <a:cs typeface="Arial"/>
                    </a:endParaRPr>
                  </a:p>
                </p:txBody>
              </p:sp>
              <p:sp>
                <p:nvSpPr>
                  <p:cNvPr id="216" name="Freeform 278">
                    <a:extLst>
                      <a:ext uri="{FF2B5EF4-FFF2-40B4-BE49-F238E27FC236}">
                        <a16:creationId xmlns:a16="http://schemas.microsoft.com/office/drawing/2014/main" id="{BF93941C-C4B7-6684-CC59-B4241BF81786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8448675" y="4302125"/>
                    <a:ext cx="998538" cy="1081088"/>
                  </a:xfrm>
                  <a:custGeom>
                    <a:avLst/>
                    <a:gdLst>
                      <a:gd name="T0" fmla="*/ 754 w 1139"/>
                      <a:gd name="T1" fmla="*/ 745 h 1230"/>
                      <a:gd name="T2" fmla="*/ 791 w 1139"/>
                      <a:gd name="T3" fmla="*/ 503 h 1230"/>
                      <a:gd name="T4" fmla="*/ 878 w 1139"/>
                      <a:gd name="T5" fmla="*/ 416 h 1230"/>
                      <a:gd name="T6" fmla="*/ 571 w 1139"/>
                      <a:gd name="T7" fmla="*/ 0 h 1230"/>
                      <a:gd name="T8" fmla="*/ 256 w 1139"/>
                      <a:gd name="T9" fmla="*/ 329 h 1230"/>
                      <a:gd name="T10" fmla="*/ 260 w 1139"/>
                      <a:gd name="T11" fmla="*/ 416 h 1230"/>
                      <a:gd name="T12" fmla="*/ 260 w 1139"/>
                      <a:gd name="T13" fmla="*/ 416 h 1230"/>
                      <a:gd name="T14" fmla="*/ 352 w 1139"/>
                      <a:gd name="T15" fmla="*/ 503 h 1230"/>
                      <a:gd name="T16" fmla="*/ 388 w 1139"/>
                      <a:gd name="T17" fmla="*/ 745 h 1230"/>
                      <a:gd name="T18" fmla="*/ 4 w 1139"/>
                      <a:gd name="T19" fmla="*/ 924 h 1230"/>
                      <a:gd name="T20" fmla="*/ 45 w 1139"/>
                      <a:gd name="T21" fmla="*/ 1230 h 1230"/>
                      <a:gd name="T22" fmla="*/ 41 w 1139"/>
                      <a:gd name="T23" fmla="*/ 919 h 1230"/>
                      <a:gd name="T24" fmla="*/ 388 w 1139"/>
                      <a:gd name="T25" fmla="*/ 782 h 1230"/>
                      <a:gd name="T26" fmla="*/ 571 w 1139"/>
                      <a:gd name="T27" fmla="*/ 1230 h 1230"/>
                      <a:gd name="T28" fmla="*/ 603 w 1139"/>
                      <a:gd name="T29" fmla="*/ 1207 h 1230"/>
                      <a:gd name="T30" fmla="*/ 1015 w 1139"/>
                      <a:gd name="T31" fmla="*/ 818 h 1230"/>
                      <a:gd name="T32" fmla="*/ 1079 w 1139"/>
                      <a:gd name="T33" fmla="*/ 1212 h 1230"/>
                      <a:gd name="T34" fmla="*/ 1097 w 1139"/>
                      <a:gd name="T35" fmla="*/ 1230 h 1230"/>
                      <a:gd name="T36" fmla="*/ 1134 w 1139"/>
                      <a:gd name="T37" fmla="*/ 924 h 1230"/>
                      <a:gd name="T38" fmla="*/ 571 w 1139"/>
                      <a:gd name="T39" fmla="*/ 36 h 1230"/>
                      <a:gd name="T40" fmla="*/ 850 w 1139"/>
                      <a:gd name="T41" fmla="*/ 338 h 1230"/>
                      <a:gd name="T42" fmla="*/ 786 w 1139"/>
                      <a:gd name="T43" fmla="*/ 320 h 1230"/>
                      <a:gd name="T44" fmla="*/ 709 w 1139"/>
                      <a:gd name="T45" fmla="*/ 334 h 1230"/>
                      <a:gd name="T46" fmla="*/ 439 w 1139"/>
                      <a:gd name="T47" fmla="*/ 183 h 1230"/>
                      <a:gd name="T48" fmla="*/ 635 w 1139"/>
                      <a:gd name="T49" fmla="*/ 361 h 1230"/>
                      <a:gd name="T50" fmla="*/ 796 w 1139"/>
                      <a:gd name="T51" fmla="*/ 356 h 1230"/>
                      <a:gd name="T52" fmla="*/ 823 w 1139"/>
                      <a:gd name="T53" fmla="*/ 361 h 1230"/>
                      <a:gd name="T54" fmla="*/ 832 w 1139"/>
                      <a:gd name="T55" fmla="*/ 434 h 1230"/>
                      <a:gd name="T56" fmla="*/ 786 w 1139"/>
                      <a:gd name="T57" fmla="*/ 462 h 1230"/>
                      <a:gd name="T58" fmla="*/ 777 w 1139"/>
                      <a:gd name="T59" fmla="*/ 462 h 1230"/>
                      <a:gd name="T60" fmla="*/ 754 w 1139"/>
                      <a:gd name="T61" fmla="*/ 494 h 1230"/>
                      <a:gd name="T62" fmla="*/ 690 w 1139"/>
                      <a:gd name="T63" fmla="*/ 622 h 1230"/>
                      <a:gd name="T64" fmla="*/ 448 w 1139"/>
                      <a:gd name="T65" fmla="*/ 622 h 1230"/>
                      <a:gd name="T66" fmla="*/ 384 w 1139"/>
                      <a:gd name="T67" fmla="*/ 475 h 1230"/>
                      <a:gd name="T68" fmla="*/ 352 w 1139"/>
                      <a:gd name="T69" fmla="*/ 466 h 1230"/>
                      <a:gd name="T70" fmla="*/ 297 w 1139"/>
                      <a:gd name="T71" fmla="*/ 411 h 1230"/>
                      <a:gd name="T72" fmla="*/ 297 w 1139"/>
                      <a:gd name="T73" fmla="*/ 411 h 1230"/>
                      <a:gd name="T74" fmla="*/ 292 w 1139"/>
                      <a:gd name="T75" fmla="*/ 324 h 1230"/>
                      <a:gd name="T76" fmla="*/ 571 w 1139"/>
                      <a:gd name="T77" fmla="*/ 1193 h 1230"/>
                      <a:gd name="T78" fmla="*/ 439 w 1139"/>
                      <a:gd name="T79" fmla="*/ 663 h 1230"/>
                      <a:gd name="T80" fmla="*/ 699 w 1139"/>
                      <a:gd name="T81" fmla="*/ 663 h 1230"/>
                      <a:gd name="T82" fmla="*/ 571 w 1139"/>
                      <a:gd name="T83" fmla="*/ 1193 h 12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1139" h="1230">
                        <a:moveTo>
                          <a:pt x="1020" y="782"/>
                        </a:moveTo>
                        <a:cubicBezTo>
                          <a:pt x="754" y="745"/>
                          <a:pt x="754" y="745"/>
                          <a:pt x="754" y="745"/>
                        </a:cubicBezTo>
                        <a:cubicBezTo>
                          <a:pt x="731" y="631"/>
                          <a:pt x="731" y="631"/>
                          <a:pt x="731" y="631"/>
                        </a:cubicBezTo>
                        <a:cubicBezTo>
                          <a:pt x="754" y="594"/>
                          <a:pt x="777" y="549"/>
                          <a:pt x="791" y="503"/>
                        </a:cubicBezTo>
                        <a:cubicBezTo>
                          <a:pt x="823" y="498"/>
                          <a:pt x="850" y="480"/>
                          <a:pt x="864" y="453"/>
                        </a:cubicBezTo>
                        <a:cubicBezTo>
                          <a:pt x="873" y="443"/>
                          <a:pt x="878" y="430"/>
                          <a:pt x="878" y="416"/>
                        </a:cubicBezTo>
                        <a:cubicBezTo>
                          <a:pt x="882" y="388"/>
                          <a:pt x="887" y="356"/>
                          <a:pt x="887" y="324"/>
                        </a:cubicBezTo>
                        <a:cubicBezTo>
                          <a:pt x="887" y="146"/>
                          <a:pt x="745" y="0"/>
                          <a:pt x="571" y="0"/>
                        </a:cubicBezTo>
                        <a:cubicBezTo>
                          <a:pt x="398" y="0"/>
                          <a:pt x="256" y="146"/>
                          <a:pt x="256" y="324"/>
                        </a:cubicBezTo>
                        <a:cubicBezTo>
                          <a:pt x="256" y="329"/>
                          <a:pt x="256" y="329"/>
                          <a:pt x="256" y="329"/>
                        </a:cubicBezTo>
                        <a:cubicBezTo>
                          <a:pt x="256" y="356"/>
                          <a:pt x="256" y="388"/>
                          <a:pt x="260" y="416"/>
                        </a:cubicBezTo>
                        <a:cubicBezTo>
                          <a:pt x="260" y="416"/>
                          <a:pt x="260" y="416"/>
                          <a:pt x="260" y="416"/>
                        </a:cubicBezTo>
                        <a:cubicBezTo>
                          <a:pt x="260" y="416"/>
                          <a:pt x="260" y="416"/>
                          <a:pt x="260" y="416"/>
                        </a:cubicBezTo>
                        <a:cubicBezTo>
                          <a:pt x="260" y="416"/>
                          <a:pt x="260" y="416"/>
                          <a:pt x="260" y="416"/>
                        </a:cubicBezTo>
                        <a:cubicBezTo>
                          <a:pt x="260" y="416"/>
                          <a:pt x="260" y="416"/>
                          <a:pt x="260" y="416"/>
                        </a:cubicBezTo>
                        <a:cubicBezTo>
                          <a:pt x="265" y="466"/>
                          <a:pt x="306" y="498"/>
                          <a:pt x="352" y="503"/>
                        </a:cubicBezTo>
                        <a:cubicBezTo>
                          <a:pt x="366" y="549"/>
                          <a:pt x="384" y="594"/>
                          <a:pt x="411" y="631"/>
                        </a:cubicBezTo>
                        <a:cubicBezTo>
                          <a:pt x="388" y="745"/>
                          <a:pt x="388" y="745"/>
                          <a:pt x="388" y="745"/>
                        </a:cubicBezTo>
                        <a:cubicBezTo>
                          <a:pt x="118" y="782"/>
                          <a:pt x="118" y="782"/>
                          <a:pt x="118" y="782"/>
                        </a:cubicBezTo>
                        <a:cubicBezTo>
                          <a:pt x="50" y="791"/>
                          <a:pt x="0" y="855"/>
                          <a:pt x="4" y="924"/>
                        </a:cubicBezTo>
                        <a:cubicBezTo>
                          <a:pt x="27" y="1212"/>
                          <a:pt x="27" y="1212"/>
                          <a:pt x="27" y="1212"/>
                        </a:cubicBezTo>
                        <a:cubicBezTo>
                          <a:pt x="27" y="1221"/>
                          <a:pt x="36" y="1230"/>
                          <a:pt x="45" y="1230"/>
                        </a:cubicBezTo>
                        <a:cubicBezTo>
                          <a:pt x="54" y="1230"/>
                          <a:pt x="64" y="1221"/>
                          <a:pt x="64" y="1212"/>
                        </a:cubicBezTo>
                        <a:cubicBezTo>
                          <a:pt x="41" y="919"/>
                          <a:pt x="41" y="919"/>
                          <a:pt x="41" y="919"/>
                        </a:cubicBezTo>
                        <a:cubicBezTo>
                          <a:pt x="41" y="873"/>
                          <a:pt x="77" y="828"/>
                          <a:pt x="123" y="818"/>
                        </a:cubicBezTo>
                        <a:cubicBezTo>
                          <a:pt x="388" y="782"/>
                          <a:pt x="388" y="782"/>
                          <a:pt x="388" y="782"/>
                        </a:cubicBezTo>
                        <a:cubicBezTo>
                          <a:pt x="535" y="1207"/>
                          <a:pt x="535" y="1207"/>
                          <a:pt x="535" y="1207"/>
                        </a:cubicBezTo>
                        <a:cubicBezTo>
                          <a:pt x="539" y="1221"/>
                          <a:pt x="553" y="1230"/>
                          <a:pt x="571" y="1230"/>
                        </a:cubicBezTo>
                        <a:cubicBezTo>
                          <a:pt x="571" y="1230"/>
                          <a:pt x="571" y="1230"/>
                          <a:pt x="571" y="1230"/>
                        </a:cubicBezTo>
                        <a:cubicBezTo>
                          <a:pt x="585" y="1230"/>
                          <a:pt x="599" y="1221"/>
                          <a:pt x="603" y="1207"/>
                        </a:cubicBezTo>
                        <a:cubicBezTo>
                          <a:pt x="750" y="782"/>
                          <a:pt x="750" y="782"/>
                          <a:pt x="750" y="782"/>
                        </a:cubicBezTo>
                        <a:cubicBezTo>
                          <a:pt x="1015" y="818"/>
                          <a:pt x="1015" y="818"/>
                          <a:pt x="1015" y="818"/>
                        </a:cubicBezTo>
                        <a:cubicBezTo>
                          <a:pt x="1065" y="828"/>
                          <a:pt x="1102" y="873"/>
                          <a:pt x="1097" y="919"/>
                        </a:cubicBezTo>
                        <a:cubicBezTo>
                          <a:pt x="1079" y="1212"/>
                          <a:pt x="1079" y="1212"/>
                          <a:pt x="1079" y="1212"/>
                        </a:cubicBezTo>
                        <a:cubicBezTo>
                          <a:pt x="1079" y="1221"/>
                          <a:pt x="1084" y="1230"/>
                          <a:pt x="1093" y="1230"/>
                        </a:cubicBezTo>
                        <a:cubicBezTo>
                          <a:pt x="1097" y="1230"/>
                          <a:pt x="1097" y="1230"/>
                          <a:pt x="1097" y="1230"/>
                        </a:cubicBezTo>
                        <a:cubicBezTo>
                          <a:pt x="1107" y="1230"/>
                          <a:pt x="1116" y="1221"/>
                          <a:pt x="1116" y="1212"/>
                        </a:cubicBezTo>
                        <a:cubicBezTo>
                          <a:pt x="1134" y="924"/>
                          <a:pt x="1134" y="924"/>
                          <a:pt x="1134" y="924"/>
                        </a:cubicBezTo>
                        <a:cubicBezTo>
                          <a:pt x="1139" y="855"/>
                          <a:pt x="1088" y="791"/>
                          <a:pt x="1020" y="782"/>
                        </a:cubicBezTo>
                        <a:close/>
                        <a:moveTo>
                          <a:pt x="571" y="36"/>
                        </a:moveTo>
                        <a:cubicBezTo>
                          <a:pt x="722" y="36"/>
                          <a:pt x="850" y="164"/>
                          <a:pt x="850" y="324"/>
                        </a:cubicBezTo>
                        <a:cubicBezTo>
                          <a:pt x="850" y="329"/>
                          <a:pt x="850" y="334"/>
                          <a:pt x="850" y="338"/>
                        </a:cubicBezTo>
                        <a:cubicBezTo>
                          <a:pt x="846" y="338"/>
                          <a:pt x="846" y="334"/>
                          <a:pt x="841" y="334"/>
                        </a:cubicBezTo>
                        <a:cubicBezTo>
                          <a:pt x="828" y="320"/>
                          <a:pt x="809" y="315"/>
                          <a:pt x="786" y="320"/>
                        </a:cubicBezTo>
                        <a:cubicBezTo>
                          <a:pt x="786" y="320"/>
                          <a:pt x="786" y="320"/>
                          <a:pt x="786" y="320"/>
                        </a:cubicBezTo>
                        <a:cubicBezTo>
                          <a:pt x="759" y="329"/>
                          <a:pt x="731" y="334"/>
                          <a:pt x="709" y="334"/>
                        </a:cubicBezTo>
                        <a:cubicBezTo>
                          <a:pt x="599" y="334"/>
                          <a:pt x="498" y="274"/>
                          <a:pt x="462" y="192"/>
                        </a:cubicBezTo>
                        <a:cubicBezTo>
                          <a:pt x="457" y="183"/>
                          <a:pt x="448" y="178"/>
                          <a:pt x="439" y="183"/>
                        </a:cubicBezTo>
                        <a:cubicBezTo>
                          <a:pt x="430" y="187"/>
                          <a:pt x="425" y="196"/>
                          <a:pt x="430" y="206"/>
                        </a:cubicBezTo>
                        <a:cubicBezTo>
                          <a:pt x="466" y="283"/>
                          <a:pt x="544" y="343"/>
                          <a:pt x="635" y="361"/>
                        </a:cubicBezTo>
                        <a:cubicBezTo>
                          <a:pt x="658" y="366"/>
                          <a:pt x="681" y="370"/>
                          <a:pt x="709" y="370"/>
                        </a:cubicBezTo>
                        <a:cubicBezTo>
                          <a:pt x="736" y="370"/>
                          <a:pt x="768" y="366"/>
                          <a:pt x="796" y="356"/>
                        </a:cubicBezTo>
                        <a:cubicBezTo>
                          <a:pt x="796" y="356"/>
                          <a:pt x="796" y="356"/>
                          <a:pt x="796" y="356"/>
                        </a:cubicBezTo>
                        <a:cubicBezTo>
                          <a:pt x="805" y="356"/>
                          <a:pt x="814" y="356"/>
                          <a:pt x="823" y="361"/>
                        </a:cubicBezTo>
                        <a:cubicBezTo>
                          <a:pt x="832" y="370"/>
                          <a:pt x="841" y="393"/>
                          <a:pt x="841" y="411"/>
                        </a:cubicBezTo>
                        <a:cubicBezTo>
                          <a:pt x="841" y="421"/>
                          <a:pt x="837" y="430"/>
                          <a:pt x="832" y="434"/>
                        </a:cubicBezTo>
                        <a:cubicBezTo>
                          <a:pt x="823" y="453"/>
                          <a:pt x="809" y="466"/>
                          <a:pt x="786" y="466"/>
                        </a:cubicBezTo>
                        <a:cubicBezTo>
                          <a:pt x="786" y="462"/>
                          <a:pt x="786" y="462"/>
                          <a:pt x="786" y="462"/>
                        </a:cubicBezTo>
                        <a:cubicBezTo>
                          <a:pt x="782" y="462"/>
                          <a:pt x="782" y="462"/>
                          <a:pt x="777" y="462"/>
                        </a:cubicBezTo>
                        <a:cubicBezTo>
                          <a:pt x="777" y="462"/>
                          <a:pt x="777" y="462"/>
                          <a:pt x="777" y="462"/>
                        </a:cubicBezTo>
                        <a:cubicBezTo>
                          <a:pt x="768" y="462"/>
                          <a:pt x="759" y="466"/>
                          <a:pt x="759" y="475"/>
                        </a:cubicBezTo>
                        <a:cubicBezTo>
                          <a:pt x="754" y="485"/>
                          <a:pt x="754" y="489"/>
                          <a:pt x="754" y="494"/>
                        </a:cubicBezTo>
                        <a:cubicBezTo>
                          <a:pt x="741" y="535"/>
                          <a:pt x="727" y="567"/>
                          <a:pt x="709" y="599"/>
                        </a:cubicBezTo>
                        <a:cubicBezTo>
                          <a:pt x="704" y="603"/>
                          <a:pt x="695" y="613"/>
                          <a:pt x="690" y="622"/>
                        </a:cubicBezTo>
                        <a:cubicBezTo>
                          <a:pt x="658" y="663"/>
                          <a:pt x="613" y="686"/>
                          <a:pt x="571" y="686"/>
                        </a:cubicBezTo>
                        <a:cubicBezTo>
                          <a:pt x="526" y="686"/>
                          <a:pt x="484" y="663"/>
                          <a:pt x="448" y="622"/>
                        </a:cubicBezTo>
                        <a:cubicBezTo>
                          <a:pt x="443" y="613"/>
                          <a:pt x="439" y="603"/>
                          <a:pt x="434" y="599"/>
                        </a:cubicBezTo>
                        <a:cubicBezTo>
                          <a:pt x="411" y="562"/>
                          <a:pt x="393" y="521"/>
                          <a:pt x="384" y="475"/>
                        </a:cubicBezTo>
                        <a:cubicBezTo>
                          <a:pt x="379" y="466"/>
                          <a:pt x="370" y="462"/>
                          <a:pt x="361" y="462"/>
                        </a:cubicBezTo>
                        <a:cubicBezTo>
                          <a:pt x="361" y="462"/>
                          <a:pt x="356" y="466"/>
                          <a:pt x="352" y="466"/>
                        </a:cubicBezTo>
                        <a:cubicBezTo>
                          <a:pt x="324" y="466"/>
                          <a:pt x="301" y="443"/>
                          <a:pt x="297" y="411"/>
                        </a:cubicBezTo>
                        <a:cubicBezTo>
                          <a:pt x="297" y="411"/>
                          <a:pt x="297" y="411"/>
                          <a:pt x="297" y="411"/>
                        </a:cubicBezTo>
                        <a:cubicBezTo>
                          <a:pt x="297" y="411"/>
                          <a:pt x="297" y="411"/>
                          <a:pt x="297" y="411"/>
                        </a:cubicBezTo>
                        <a:cubicBezTo>
                          <a:pt x="297" y="411"/>
                          <a:pt x="297" y="411"/>
                          <a:pt x="297" y="411"/>
                        </a:cubicBezTo>
                        <a:cubicBezTo>
                          <a:pt x="292" y="384"/>
                          <a:pt x="292" y="356"/>
                          <a:pt x="292" y="324"/>
                        </a:cubicBezTo>
                        <a:cubicBezTo>
                          <a:pt x="292" y="324"/>
                          <a:pt x="292" y="324"/>
                          <a:pt x="292" y="324"/>
                        </a:cubicBezTo>
                        <a:cubicBezTo>
                          <a:pt x="292" y="164"/>
                          <a:pt x="416" y="36"/>
                          <a:pt x="571" y="36"/>
                        </a:cubicBezTo>
                        <a:close/>
                        <a:moveTo>
                          <a:pt x="571" y="1193"/>
                        </a:moveTo>
                        <a:cubicBezTo>
                          <a:pt x="420" y="759"/>
                          <a:pt x="420" y="759"/>
                          <a:pt x="420" y="759"/>
                        </a:cubicBezTo>
                        <a:cubicBezTo>
                          <a:pt x="439" y="663"/>
                          <a:pt x="439" y="663"/>
                          <a:pt x="439" y="663"/>
                        </a:cubicBezTo>
                        <a:cubicBezTo>
                          <a:pt x="480" y="704"/>
                          <a:pt x="521" y="722"/>
                          <a:pt x="571" y="722"/>
                        </a:cubicBezTo>
                        <a:cubicBezTo>
                          <a:pt x="617" y="722"/>
                          <a:pt x="663" y="704"/>
                          <a:pt x="699" y="663"/>
                        </a:cubicBezTo>
                        <a:cubicBezTo>
                          <a:pt x="718" y="759"/>
                          <a:pt x="718" y="759"/>
                          <a:pt x="718" y="759"/>
                        </a:cubicBezTo>
                        <a:cubicBezTo>
                          <a:pt x="571" y="1193"/>
                          <a:pt x="571" y="1193"/>
                          <a:pt x="571" y="1193"/>
                        </a:cubicBezTo>
                        <a:cubicBezTo>
                          <a:pt x="571" y="1193"/>
                          <a:pt x="571" y="1193"/>
                          <a:pt x="571" y="1193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>
                    <a:defPPr>
                      <a:defRPr lang="en-US"/>
                    </a:defPPr>
                    <a:lvl1pPr marL="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8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KoPub돋움체 Bold"/>
                      <a:ea typeface="KoPub돋움체 Medium"/>
                      <a:cs typeface="Arial"/>
                    </a:endParaRPr>
                  </a:p>
                </p:txBody>
              </p:sp>
              <p:sp>
                <p:nvSpPr>
                  <p:cNvPr id="217" name="Freeform 279">
                    <a:extLst>
                      <a:ext uri="{FF2B5EF4-FFF2-40B4-BE49-F238E27FC236}">
                        <a16:creationId xmlns:a16="http://schemas.microsoft.com/office/drawing/2014/main" id="{DE89D025-5F75-D78E-A236-FDDE0882849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8932863" y="4976813"/>
                    <a:ext cx="31750" cy="184150"/>
                  </a:xfrm>
                  <a:custGeom>
                    <a:avLst/>
                    <a:gdLst>
                      <a:gd name="T0" fmla="*/ 18 w 36"/>
                      <a:gd name="T1" fmla="*/ 0 h 210"/>
                      <a:gd name="T2" fmla="*/ 0 w 36"/>
                      <a:gd name="T3" fmla="*/ 19 h 210"/>
                      <a:gd name="T4" fmla="*/ 0 w 36"/>
                      <a:gd name="T5" fmla="*/ 192 h 210"/>
                      <a:gd name="T6" fmla="*/ 18 w 36"/>
                      <a:gd name="T7" fmla="*/ 210 h 210"/>
                      <a:gd name="T8" fmla="*/ 36 w 36"/>
                      <a:gd name="T9" fmla="*/ 192 h 210"/>
                      <a:gd name="T10" fmla="*/ 36 w 36"/>
                      <a:gd name="T11" fmla="*/ 19 h 210"/>
                      <a:gd name="T12" fmla="*/ 18 w 36"/>
                      <a:gd name="T13" fmla="*/ 0 h 2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36" h="210">
                        <a:moveTo>
                          <a:pt x="18" y="0"/>
                        </a:moveTo>
                        <a:cubicBezTo>
                          <a:pt x="9" y="0"/>
                          <a:pt x="0" y="9"/>
                          <a:pt x="0" y="19"/>
                        </a:cubicBezTo>
                        <a:cubicBezTo>
                          <a:pt x="0" y="192"/>
                          <a:pt x="0" y="192"/>
                          <a:pt x="0" y="192"/>
                        </a:cubicBezTo>
                        <a:cubicBezTo>
                          <a:pt x="0" y="201"/>
                          <a:pt x="9" y="210"/>
                          <a:pt x="18" y="210"/>
                        </a:cubicBezTo>
                        <a:cubicBezTo>
                          <a:pt x="27" y="210"/>
                          <a:pt x="36" y="201"/>
                          <a:pt x="36" y="192"/>
                        </a:cubicBezTo>
                        <a:cubicBezTo>
                          <a:pt x="36" y="19"/>
                          <a:pt x="36" y="19"/>
                          <a:pt x="36" y="19"/>
                        </a:cubicBezTo>
                        <a:cubicBezTo>
                          <a:pt x="36" y="9"/>
                          <a:pt x="27" y="0"/>
                          <a:pt x="18" y="0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>
                    <a:defPPr>
                      <a:defRPr lang="en-US"/>
                    </a:defPPr>
                    <a:lvl1pPr marL="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8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KoPub돋움체 Bold"/>
                      <a:ea typeface="KoPub돋움체 Medium"/>
                      <a:cs typeface="Arial"/>
                    </a:endParaRPr>
                  </a:p>
                </p:txBody>
              </p:sp>
            </p:grpSp>
          </p:grpSp>
        </p:grpSp>
        <p:cxnSp>
          <p:nvCxnSpPr>
            <p:cNvPr id="204" name="직선 화살표 연결선 203">
              <a:extLst>
                <a:ext uri="{FF2B5EF4-FFF2-40B4-BE49-F238E27FC236}">
                  <a16:creationId xmlns:a16="http://schemas.microsoft.com/office/drawing/2014/main" id="{6B508B13-7A30-2B23-DF7F-C627214F91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4640" y="2503931"/>
              <a:ext cx="280742" cy="122281"/>
            </a:xfrm>
            <a:prstGeom prst="straightConnector1">
              <a:avLst/>
            </a:prstGeom>
            <a:ln>
              <a:solidFill>
                <a:srgbClr val="40404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직선 화살표 연결선 204">
              <a:extLst>
                <a:ext uri="{FF2B5EF4-FFF2-40B4-BE49-F238E27FC236}">
                  <a16:creationId xmlns:a16="http://schemas.microsoft.com/office/drawing/2014/main" id="{590E2309-681F-2A0D-F8E2-F89F33067C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7366" y="3133375"/>
              <a:ext cx="272314" cy="163479"/>
            </a:xfrm>
            <a:prstGeom prst="straightConnector1">
              <a:avLst/>
            </a:prstGeom>
            <a:ln>
              <a:solidFill>
                <a:srgbClr val="40404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직선 화살표 연결선 205">
              <a:extLst>
                <a:ext uri="{FF2B5EF4-FFF2-40B4-BE49-F238E27FC236}">
                  <a16:creationId xmlns:a16="http://schemas.microsoft.com/office/drawing/2014/main" id="{F7709764-D3F4-2B77-93B5-C71E72365FB8}"/>
                </a:ext>
              </a:extLst>
            </p:cNvPr>
            <p:cNvCxnSpPr>
              <a:cxnSpLocks/>
            </p:cNvCxnSpPr>
            <p:nvPr/>
          </p:nvCxnSpPr>
          <p:spPr>
            <a:xfrm>
              <a:off x="867420" y="3289237"/>
              <a:ext cx="282260" cy="100557"/>
            </a:xfrm>
            <a:prstGeom prst="straightConnector1">
              <a:avLst/>
            </a:prstGeom>
            <a:ln>
              <a:solidFill>
                <a:srgbClr val="40404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직선 화살표 연결선 206">
              <a:extLst>
                <a:ext uri="{FF2B5EF4-FFF2-40B4-BE49-F238E27FC236}">
                  <a16:creationId xmlns:a16="http://schemas.microsoft.com/office/drawing/2014/main" id="{472AD7F2-3336-3A49-9EB9-7606073F4E3E}"/>
                </a:ext>
              </a:extLst>
            </p:cNvPr>
            <p:cNvCxnSpPr>
              <a:cxnSpLocks/>
            </p:cNvCxnSpPr>
            <p:nvPr/>
          </p:nvCxnSpPr>
          <p:spPr>
            <a:xfrm>
              <a:off x="864640" y="2626212"/>
              <a:ext cx="280741" cy="108631"/>
            </a:xfrm>
            <a:prstGeom prst="straightConnector1">
              <a:avLst/>
            </a:prstGeom>
            <a:ln>
              <a:solidFill>
                <a:srgbClr val="40404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직선 화살표 연결선 207">
              <a:extLst>
                <a:ext uri="{FF2B5EF4-FFF2-40B4-BE49-F238E27FC236}">
                  <a16:creationId xmlns:a16="http://schemas.microsoft.com/office/drawing/2014/main" id="{90D36B83-8E38-6AF4-8CE3-B716879AFF4A}"/>
                </a:ext>
              </a:extLst>
            </p:cNvPr>
            <p:cNvCxnSpPr>
              <a:cxnSpLocks/>
            </p:cNvCxnSpPr>
            <p:nvPr/>
          </p:nvCxnSpPr>
          <p:spPr>
            <a:xfrm>
              <a:off x="877366" y="3296854"/>
              <a:ext cx="272314" cy="339395"/>
            </a:xfrm>
            <a:prstGeom prst="straightConnector1">
              <a:avLst/>
            </a:prstGeom>
            <a:ln>
              <a:solidFill>
                <a:srgbClr val="40404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직선 화살표 연결선 208">
              <a:extLst>
                <a:ext uri="{FF2B5EF4-FFF2-40B4-BE49-F238E27FC236}">
                  <a16:creationId xmlns:a16="http://schemas.microsoft.com/office/drawing/2014/main" id="{FB05FD4D-179A-8A35-65AD-6004E077556A}"/>
                </a:ext>
              </a:extLst>
            </p:cNvPr>
            <p:cNvCxnSpPr>
              <a:cxnSpLocks/>
            </p:cNvCxnSpPr>
            <p:nvPr/>
          </p:nvCxnSpPr>
          <p:spPr>
            <a:xfrm>
              <a:off x="864640" y="2626212"/>
              <a:ext cx="285040" cy="1535972"/>
            </a:xfrm>
            <a:prstGeom prst="straightConnector1">
              <a:avLst/>
            </a:prstGeom>
            <a:ln>
              <a:solidFill>
                <a:srgbClr val="40404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직선 화살표 연결선 209">
              <a:extLst>
                <a:ext uri="{FF2B5EF4-FFF2-40B4-BE49-F238E27FC236}">
                  <a16:creationId xmlns:a16="http://schemas.microsoft.com/office/drawing/2014/main" id="{44099D6B-88C4-23FF-CDD1-245711E566EF}"/>
                </a:ext>
              </a:extLst>
            </p:cNvPr>
            <p:cNvCxnSpPr>
              <a:cxnSpLocks/>
            </p:cNvCxnSpPr>
            <p:nvPr/>
          </p:nvCxnSpPr>
          <p:spPr>
            <a:xfrm>
              <a:off x="884992" y="3306604"/>
              <a:ext cx="264688" cy="855580"/>
            </a:xfrm>
            <a:prstGeom prst="straightConnector1">
              <a:avLst/>
            </a:prstGeom>
            <a:ln>
              <a:solidFill>
                <a:srgbClr val="40404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5" name="타원 224">
            <a:extLst>
              <a:ext uri="{FF2B5EF4-FFF2-40B4-BE49-F238E27FC236}">
                <a16:creationId xmlns:a16="http://schemas.microsoft.com/office/drawing/2014/main" id="{1EF82582-9B28-92F6-BDBB-BB762F3776EE}"/>
              </a:ext>
            </a:extLst>
          </p:cNvPr>
          <p:cNvSpPr/>
          <p:nvPr/>
        </p:nvSpPr>
        <p:spPr>
          <a:xfrm>
            <a:off x="1779472" y="1085363"/>
            <a:ext cx="168591" cy="168591"/>
          </a:xfrm>
          <a:prstGeom prst="ellipse">
            <a:avLst/>
          </a:prstGeom>
          <a:solidFill>
            <a:srgbClr val="1C2B55"/>
          </a:solidFill>
          <a:ln>
            <a:solidFill>
              <a:schemeClr val="bg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endParaRPr kumimoji="0" lang="ko-KR" altLang="en-US" sz="10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6" name="타원 225">
            <a:extLst>
              <a:ext uri="{FF2B5EF4-FFF2-40B4-BE49-F238E27FC236}">
                <a16:creationId xmlns:a16="http://schemas.microsoft.com/office/drawing/2014/main" id="{EDBCE12B-DADB-7B6E-42A6-7F047F7F9C60}"/>
              </a:ext>
            </a:extLst>
          </p:cNvPr>
          <p:cNvSpPr/>
          <p:nvPr/>
        </p:nvSpPr>
        <p:spPr>
          <a:xfrm>
            <a:off x="4875816" y="1096792"/>
            <a:ext cx="168591" cy="168591"/>
          </a:xfrm>
          <a:prstGeom prst="ellipse">
            <a:avLst/>
          </a:prstGeom>
          <a:solidFill>
            <a:srgbClr val="1C2B55"/>
          </a:solidFill>
          <a:ln>
            <a:solidFill>
              <a:schemeClr val="bg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0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7" name="타원 226">
            <a:extLst>
              <a:ext uri="{FF2B5EF4-FFF2-40B4-BE49-F238E27FC236}">
                <a16:creationId xmlns:a16="http://schemas.microsoft.com/office/drawing/2014/main" id="{D654415E-AA1B-A820-D800-7CEC3EF84A3C}"/>
              </a:ext>
            </a:extLst>
          </p:cNvPr>
          <p:cNvSpPr/>
          <p:nvPr/>
        </p:nvSpPr>
        <p:spPr>
          <a:xfrm>
            <a:off x="4864387" y="2489519"/>
            <a:ext cx="168591" cy="168591"/>
          </a:xfrm>
          <a:prstGeom prst="ellipse">
            <a:avLst/>
          </a:prstGeom>
          <a:solidFill>
            <a:srgbClr val="1C2B55"/>
          </a:solidFill>
          <a:ln>
            <a:solidFill>
              <a:schemeClr val="bg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3</a:t>
            </a:r>
            <a:endParaRPr kumimoji="0" lang="ko-KR" altLang="en-US" sz="10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8" name="타원 227">
            <a:extLst>
              <a:ext uri="{FF2B5EF4-FFF2-40B4-BE49-F238E27FC236}">
                <a16:creationId xmlns:a16="http://schemas.microsoft.com/office/drawing/2014/main" id="{2F5E7F4E-CA56-A7BC-BFC1-611E8848CDD4}"/>
              </a:ext>
            </a:extLst>
          </p:cNvPr>
          <p:cNvSpPr/>
          <p:nvPr/>
        </p:nvSpPr>
        <p:spPr>
          <a:xfrm>
            <a:off x="6916615" y="1085363"/>
            <a:ext cx="168591" cy="168591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4</a:t>
            </a:r>
            <a:endParaRPr kumimoji="0" lang="ko-KR" altLang="en-US" sz="10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9" name="모서리가 둥근 사각형 설명선[R] 228">
            <a:extLst>
              <a:ext uri="{FF2B5EF4-FFF2-40B4-BE49-F238E27FC236}">
                <a16:creationId xmlns:a16="http://schemas.microsoft.com/office/drawing/2014/main" id="{7934C085-C37D-C4C3-F331-385CC1844A60}"/>
              </a:ext>
            </a:extLst>
          </p:cNvPr>
          <p:cNvSpPr/>
          <p:nvPr/>
        </p:nvSpPr>
        <p:spPr bwMode="auto">
          <a:xfrm>
            <a:off x="5970992" y="688163"/>
            <a:ext cx="2556710" cy="809176"/>
          </a:xfrm>
          <a:prstGeom prst="wedgeRoundRectCallout">
            <a:avLst>
              <a:gd name="adj1" fmla="val -53617"/>
              <a:gd name="adj2" fmla="val 36404"/>
              <a:gd name="adj3" fmla="val 16667"/>
            </a:avLst>
          </a:prstGeom>
          <a:solidFill>
            <a:schemeClr val="bg2">
              <a:lumMod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95350" latinLnBrk="0">
              <a:spcAft>
                <a:spcPts val="600"/>
              </a:spcAft>
              <a:buSzPct val="120000"/>
            </a:pPr>
            <a:r>
              <a:rPr kumimoji="1" lang="ko-KR" altLang="en-US" sz="1300" b="1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목표하는 전체 시스템에 대한 구성도를 작성한다</a:t>
            </a:r>
            <a:r>
              <a:rPr kumimoji="1" lang="en-US" altLang="ko-KR" sz="1300" b="1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.</a:t>
            </a:r>
            <a:endParaRPr kumimoji="1" lang="ko-KR" altLang="en-US" sz="1300" b="1" dirty="0">
              <a:latin typeface="Tahoma" panose="020B0604030504040204" pitchFamily="34" charset="0"/>
              <a:ea typeface="맑은 고딕" panose="020B0503020000020004" pitchFamily="50" charset="-127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7769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59B618-C2C2-5537-A41C-6C80F7051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2.2</a:t>
            </a:r>
            <a:r>
              <a:rPr kumimoji="1" lang="ko-KR" altLang="en-US" dirty="0"/>
              <a:t> </a:t>
            </a:r>
            <a:r>
              <a:rPr kumimoji="1" lang="en-US" altLang="ko-KR" dirty="0"/>
              <a:t>H/W</a:t>
            </a:r>
            <a:r>
              <a:rPr kumimoji="1" lang="ko-KR" altLang="en-US" dirty="0"/>
              <a:t> 구성도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B59475-945D-4749-A4A1-E0E92D1BE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047" y="504827"/>
            <a:ext cx="8639908" cy="294777"/>
          </a:xfrm>
        </p:spPr>
        <p:txBody>
          <a:bodyPr/>
          <a:lstStyle/>
          <a:p>
            <a:r>
              <a:rPr kumimoji="1" lang="ko-KR" altLang="en-US" dirty="0"/>
              <a:t>시스템의 운영 및 개발 환경에 대한 물리 아키텍처 구성도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C979164-F009-9C00-17E3-3CEE9D304F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dirty="0"/>
              <a:t>2.</a:t>
            </a:r>
            <a:r>
              <a:rPr kumimoji="1" lang="ko-KR" altLang="en-US" dirty="0"/>
              <a:t> 시스템 아키텍처</a:t>
            </a:r>
          </a:p>
        </p:txBody>
      </p:sp>
      <p:grpSp>
        <p:nvGrpSpPr>
          <p:cNvPr id="2242" name="그룹 2241">
            <a:extLst>
              <a:ext uri="{FF2B5EF4-FFF2-40B4-BE49-F238E27FC236}">
                <a16:creationId xmlns:a16="http://schemas.microsoft.com/office/drawing/2014/main" id="{9605A469-242C-F412-A768-B3D98FA44784}"/>
              </a:ext>
            </a:extLst>
          </p:cNvPr>
          <p:cNvGrpSpPr/>
          <p:nvPr/>
        </p:nvGrpSpPr>
        <p:grpSpPr>
          <a:xfrm>
            <a:off x="5590037" y="4694246"/>
            <a:ext cx="3167232" cy="199379"/>
            <a:chOff x="5451497" y="4694246"/>
            <a:chExt cx="3167232" cy="199379"/>
          </a:xfrm>
        </p:grpSpPr>
        <p:sp>
          <p:nvSpPr>
            <p:cNvPr id="2170" name="Rectangle 41">
              <a:extLst>
                <a:ext uri="{FF2B5EF4-FFF2-40B4-BE49-F238E27FC236}">
                  <a16:creationId xmlns:a16="http://schemas.microsoft.com/office/drawing/2014/main" id="{49C7A712-E835-7C9C-781E-84C4896E66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4078" y="4694246"/>
              <a:ext cx="3054651" cy="199376"/>
            </a:xfrm>
            <a:prstGeom prst="rect">
              <a:avLst/>
            </a:prstGeom>
            <a:solidFill>
              <a:srgbClr val="F1F3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spc="-30">
                <a:ln>
                  <a:solidFill>
                    <a:srgbClr val="0099FF">
                      <a:alpha val="0"/>
                    </a:srgbClr>
                  </a:solidFill>
                </a:ln>
                <a:solidFill>
                  <a:schemeClr val="lt1"/>
                </a:solidFill>
              </a:endParaRPr>
            </a:p>
          </p:txBody>
        </p:sp>
        <p:grpSp>
          <p:nvGrpSpPr>
            <p:cNvPr id="2171" name="그룹 2170">
              <a:extLst>
                <a:ext uri="{FF2B5EF4-FFF2-40B4-BE49-F238E27FC236}">
                  <a16:creationId xmlns:a16="http://schemas.microsoft.com/office/drawing/2014/main" id="{75CFBA71-2802-1268-25A1-C19D85D77DBC}"/>
                </a:ext>
              </a:extLst>
            </p:cNvPr>
            <p:cNvGrpSpPr/>
            <p:nvPr/>
          </p:nvGrpSpPr>
          <p:grpSpPr>
            <a:xfrm>
              <a:off x="5451497" y="4694249"/>
              <a:ext cx="255471" cy="199376"/>
              <a:chOff x="304800" y="6621765"/>
              <a:chExt cx="347629" cy="432730"/>
            </a:xfrm>
          </p:grpSpPr>
          <p:sp>
            <p:nvSpPr>
              <p:cNvPr id="2232" name="AutoShape 40">
                <a:extLst>
                  <a:ext uri="{FF2B5EF4-FFF2-40B4-BE49-F238E27FC236}">
                    <a16:creationId xmlns:a16="http://schemas.microsoft.com/office/drawing/2014/main" id="{140D4851-0E0D-43F5-9EBC-1FE1BA941B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800" y="6621765"/>
                <a:ext cx="337447" cy="432730"/>
              </a:xfrm>
              <a:prstGeom prst="rect">
                <a:avLst/>
              </a:prstGeom>
              <a:solidFill>
                <a:srgbClr val="C7CE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 defTabSz="1516258" eaLnBrk="0" hangingPunct="0">
                  <a:buClr>
                    <a:srgbClr val="3271AA"/>
                  </a:buClr>
                  <a:buSzPct val="140000"/>
                  <a:tabLst>
                    <a:tab pos="5648325" algn="l"/>
                  </a:tabLst>
                </a:pPr>
                <a:endParaRPr lang="ko-KR" altLang="en-US" sz="11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0000600000000000000" pitchFamily="2" charset="-127"/>
                </a:endParaRPr>
              </a:p>
            </p:txBody>
          </p:sp>
          <p:sp>
            <p:nvSpPr>
              <p:cNvPr id="2233" name="Rectangle 42">
                <a:extLst>
                  <a:ext uri="{FF2B5EF4-FFF2-40B4-BE49-F238E27FC236}">
                    <a16:creationId xmlns:a16="http://schemas.microsoft.com/office/drawing/2014/main" id="{22260E5D-9AFF-7332-3BBC-7231445AA9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3159" y="6704523"/>
                <a:ext cx="319270" cy="267203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square" lIns="0" tIns="0" rIns="0" bIns="0" anchor="ctr">
                <a:spAutoFit/>
              </a:bodyPr>
              <a:lstStyle/>
              <a:p>
                <a:pPr marL="0" marR="0" lvl="0" indent="0" algn="ctr" defTabSz="993962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800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Bold" panose="02020603020101020101" pitchFamily="18" charset="-127"/>
                  </a:rPr>
                  <a:t>범례</a:t>
                </a:r>
              </a:p>
            </p:txBody>
          </p:sp>
        </p:grpSp>
        <p:sp>
          <p:nvSpPr>
            <p:cNvPr id="2172" name="TextBox 2171">
              <a:extLst>
                <a:ext uri="{FF2B5EF4-FFF2-40B4-BE49-F238E27FC236}">
                  <a16:creationId xmlns:a16="http://schemas.microsoft.com/office/drawing/2014/main" id="{B3146BA1-825C-32E3-D5E4-D2FB277643A0}"/>
                </a:ext>
              </a:extLst>
            </p:cNvPr>
            <p:cNvSpPr txBox="1"/>
            <p:nvPr/>
          </p:nvSpPr>
          <p:spPr>
            <a:xfrm>
              <a:off x="5917302" y="4766605"/>
              <a:ext cx="28979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algn="ctr">
                <a:defRPr sz="700">
                  <a:latin typeface="KoPub돋움체 Medium" panose="02020603020101020101" pitchFamily="18" charset="-127"/>
                  <a:ea typeface="KoPub돋움체 Medium" panose="02020603020101020101" pitchFamily="18" charset="-127"/>
                </a:defRPr>
              </a:lvl1pPr>
            </a:lstStyle>
            <a:p>
              <a:pPr marL="0" lvl="1" indent="0" defTabSz="1042988" fontAlgn="base" latinLnBrk="0">
                <a:buSzPct val="80000"/>
                <a:tabLst>
                  <a:tab pos="5648325" algn="l"/>
                </a:tabLst>
              </a:pPr>
              <a:r>
                <a:rPr kumimoji="1" lang="en-US" altLang="ko-KR" sz="600" kern="1200" dirty="0">
                  <a:ln w="635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X86</a:t>
              </a:r>
              <a:r>
                <a:rPr kumimoji="1" lang="ko-KR" altLang="en-US" sz="600" kern="1200" dirty="0">
                  <a:ln w="635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서버</a:t>
              </a:r>
              <a:endParaRPr kumimoji="1" lang="en-US" altLang="ko-KR" sz="600" kern="1200" dirty="0">
                <a:ln w="63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2173" name="TextBox 2172">
              <a:extLst>
                <a:ext uri="{FF2B5EF4-FFF2-40B4-BE49-F238E27FC236}">
                  <a16:creationId xmlns:a16="http://schemas.microsoft.com/office/drawing/2014/main" id="{29E2556D-B799-0553-9466-982308A09D96}"/>
                </a:ext>
              </a:extLst>
            </p:cNvPr>
            <p:cNvSpPr txBox="1"/>
            <p:nvPr/>
          </p:nvSpPr>
          <p:spPr>
            <a:xfrm>
              <a:off x="6914212" y="4750411"/>
              <a:ext cx="163582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algn="ctr">
                <a:defRPr sz="700">
                  <a:latin typeface="KoPub돋움체 Medium" panose="02020603020101020101" pitchFamily="18" charset="-127"/>
                  <a:ea typeface="KoPub돋움체 Medium" panose="02020603020101020101" pitchFamily="18" charset="-127"/>
                </a:defRPr>
              </a:lvl1pPr>
            </a:lstStyle>
            <a:p>
              <a:pPr marL="0" lvl="1" indent="0" defTabSz="1042988" fontAlgn="base" latinLnBrk="0">
                <a:buSzPct val="80000"/>
                <a:tabLst>
                  <a:tab pos="5648325" algn="l"/>
                </a:tabLst>
              </a:pPr>
              <a:r>
                <a:rPr lang="en-US" altLang="ko-KR" sz="600" dirty="0">
                  <a:ln w="635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itchFamily="18" charset="-127"/>
                </a:rPr>
                <a:t>VM</a:t>
              </a:r>
              <a:endParaRPr kumimoji="1" lang="en-US" altLang="ko-KR" sz="700" kern="1200" dirty="0">
                <a:ln w="63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itchFamily="18" charset="-127"/>
              </a:endParaRPr>
            </a:p>
          </p:txBody>
        </p:sp>
        <p:sp>
          <p:nvSpPr>
            <p:cNvPr id="2174" name="TextBox 2173">
              <a:extLst>
                <a:ext uri="{FF2B5EF4-FFF2-40B4-BE49-F238E27FC236}">
                  <a16:creationId xmlns:a16="http://schemas.microsoft.com/office/drawing/2014/main" id="{65BC2AAA-276D-41B3-4689-C9B17D928A06}"/>
                </a:ext>
              </a:extLst>
            </p:cNvPr>
            <p:cNvSpPr txBox="1"/>
            <p:nvPr/>
          </p:nvSpPr>
          <p:spPr>
            <a:xfrm>
              <a:off x="7263120" y="4700292"/>
              <a:ext cx="360858" cy="18466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defPPr>
                <a:defRPr lang="ko-KR"/>
              </a:defPPr>
              <a:lvl1pPr algn="ctr">
                <a:defRPr sz="700">
                  <a:latin typeface="KoPub돋움체 Medium" panose="02020603020101020101" pitchFamily="18" charset="-127"/>
                  <a:ea typeface="KoPub돋움체 Medium" panose="02020603020101020101" pitchFamily="18" charset="-127"/>
                </a:defRPr>
              </a:lvl1pPr>
            </a:lstStyle>
            <a:p>
              <a:pPr marL="0" lvl="1" indent="0" defTabSz="1042988" fontAlgn="base" latinLnBrk="0">
                <a:buSzPct val="80000"/>
                <a:tabLst>
                  <a:tab pos="5648325" algn="l"/>
                </a:tabLst>
              </a:pPr>
              <a:r>
                <a:rPr kumimoji="1" lang="en-US" altLang="ko-KR" sz="600" kern="1200" dirty="0">
                  <a:ln w="635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itchFamily="18" charset="-127"/>
                </a:rPr>
                <a:t>Container </a:t>
              </a:r>
              <a:r>
                <a:rPr kumimoji="1" lang="en-US" altLang="ko-KR" sz="600" kern="1200" dirty="0" err="1">
                  <a:ln w="635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itchFamily="18" charset="-127"/>
                </a:rPr>
                <a:t>Platfrom</a:t>
              </a:r>
              <a:endParaRPr kumimoji="1" lang="ko-KR" altLang="en-US" sz="600" kern="1200" dirty="0">
                <a:ln w="63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itchFamily="18" charset="-127"/>
              </a:endParaRPr>
            </a:p>
          </p:txBody>
        </p:sp>
        <p:sp>
          <p:nvSpPr>
            <p:cNvPr id="2176" name="TextBox 2175">
              <a:extLst>
                <a:ext uri="{FF2B5EF4-FFF2-40B4-BE49-F238E27FC236}">
                  <a16:creationId xmlns:a16="http://schemas.microsoft.com/office/drawing/2014/main" id="{F6676D61-C251-0C93-AA1E-DCD2F08A8D8C}"/>
                </a:ext>
              </a:extLst>
            </p:cNvPr>
            <p:cNvSpPr txBox="1"/>
            <p:nvPr/>
          </p:nvSpPr>
          <p:spPr>
            <a:xfrm>
              <a:off x="7914717" y="4750363"/>
              <a:ext cx="23950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algn="ctr">
                <a:defRPr sz="700">
                  <a:latin typeface="KoPub돋움체 Medium" panose="02020603020101020101" pitchFamily="18" charset="-127"/>
                  <a:ea typeface="KoPub돋움체 Medium" panose="02020603020101020101" pitchFamily="18" charset="-127"/>
                </a:defRPr>
              </a:lvl1pPr>
            </a:lstStyle>
            <a:p>
              <a:pPr marL="0" lvl="1" indent="0" defTabSz="1042988" fontAlgn="base" latinLnBrk="0">
                <a:buSzPct val="80000"/>
                <a:tabLst>
                  <a:tab pos="5648325" algn="l"/>
                </a:tabLst>
              </a:pPr>
              <a:r>
                <a:rPr kumimoji="1" lang="ko-KR" altLang="en-US" sz="600" kern="1200" dirty="0">
                  <a:ln w="635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방화벽</a:t>
              </a:r>
              <a:endParaRPr kumimoji="1" lang="en-US" altLang="ko-KR" sz="600" kern="1200" dirty="0">
                <a:ln w="63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grpSp>
          <p:nvGrpSpPr>
            <p:cNvPr id="2177" name="그룹 2176">
              <a:extLst>
                <a:ext uri="{FF2B5EF4-FFF2-40B4-BE49-F238E27FC236}">
                  <a16:creationId xmlns:a16="http://schemas.microsoft.com/office/drawing/2014/main" id="{58F12C23-8269-550E-37BA-90B1F08977AC}"/>
                </a:ext>
              </a:extLst>
            </p:cNvPr>
            <p:cNvGrpSpPr/>
            <p:nvPr/>
          </p:nvGrpSpPr>
          <p:grpSpPr>
            <a:xfrm>
              <a:off x="7702764" y="4740338"/>
              <a:ext cx="168980" cy="104479"/>
              <a:chOff x="1906588" y="4552951"/>
              <a:chExt cx="804863" cy="793750"/>
            </a:xfrm>
          </p:grpSpPr>
          <p:sp>
            <p:nvSpPr>
              <p:cNvPr id="2230" name="Freeform 111">
                <a:extLst>
                  <a:ext uri="{FF2B5EF4-FFF2-40B4-BE49-F238E27FC236}">
                    <a16:creationId xmlns:a16="http://schemas.microsoft.com/office/drawing/2014/main" id="{B83B7AE7-C479-48AA-EE69-D3221CD80D0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938338" y="4584701"/>
                <a:ext cx="741363" cy="728663"/>
              </a:xfrm>
              <a:custGeom>
                <a:avLst/>
                <a:gdLst>
                  <a:gd name="T0" fmla="*/ 0 w 472"/>
                  <a:gd name="T1" fmla="*/ 5 h 465"/>
                  <a:gd name="T2" fmla="*/ 3 w 472"/>
                  <a:gd name="T3" fmla="*/ 0 h 465"/>
                  <a:gd name="T4" fmla="*/ 135 w 472"/>
                  <a:gd name="T5" fmla="*/ 0 h 465"/>
                  <a:gd name="T6" fmla="*/ 135 w 472"/>
                  <a:gd name="T7" fmla="*/ 104 h 465"/>
                  <a:gd name="T8" fmla="*/ 0 w 472"/>
                  <a:gd name="T9" fmla="*/ 104 h 465"/>
                  <a:gd name="T10" fmla="*/ 0 w 472"/>
                  <a:gd name="T11" fmla="*/ 5 h 465"/>
                  <a:gd name="T12" fmla="*/ 0 w 472"/>
                  <a:gd name="T13" fmla="*/ 124 h 465"/>
                  <a:gd name="T14" fmla="*/ 145 w 472"/>
                  <a:gd name="T15" fmla="*/ 124 h 465"/>
                  <a:gd name="T16" fmla="*/ 337 w 472"/>
                  <a:gd name="T17" fmla="*/ 124 h 465"/>
                  <a:gd name="T18" fmla="*/ 337 w 472"/>
                  <a:gd name="T19" fmla="*/ 223 h 465"/>
                  <a:gd name="T20" fmla="*/ 145 w 472"/>
                  <a:gd name="T21" fmla="*/ 223 h 465"/>
                  <a:gd name="T22" fmla="*/ 0 w 472"/>
                  <a:gd name="T23" fmla="*/ 223 h 465"/>
                  <a:gd name="T24" fmla="*/ 0 w 472"/>
                  <a:gd name="T25" fmla="*/ 124 h 465"/>
                  <a:gd name="T26" fmla="*/ 0 w 472"/>
                  <a:gd name="T27" fmla="*/ 243 h 465"/>
                  <a:gd name="T28" fmla="*/ 135 w 472"/>
                  <a:gd name="T29" fmla="*/ 243 h 465"/>
                  <a:gd name="T30" fmla="*/ 135 w 472"/>
                  <a:gd name="T31" fmla="*/ 344 h 465"/>
                  <a:gd name="T32" fmla="*/ 0 w 472"/>
                  <a:gd name="T33" fmla="*/ 344 h 465"/>
                  <a:gd name="T34" fmla="*/ 0 w 472"/>
                  <a:gd name="T35" fmla="*/ 243 h 465"/>
                  <a:gd name="T36" fmla="*/ 337 w 472"/>
                  <a:gd name="T37" fmla="*/ 465 h 465"/>
                  <a:gd name="T38" fmla="*/ 3 w 472"/>
                  <a:gd name="T39" fmla="*/ 465 h 465"/>
                  <a:gd name="T40" fmla="*/ 0 w 472"/>
                  <a:gd name="T41" fmla="*/ 460 h 465"/>
                  <a:gd name="T42" fmla="*/ 0 w 472"/>
                  <a:gd name="T43" fmla="*/ 364 h 465"/>
                  <a:gd name="T44" fmla="*/ 145 w 472"/>
                  <a:gd name="T45" fmla="*/ 364 h 465"/>
                  <a:gd name="T46" fmla="*/ 337 w 472"/>
                  <a:gd name="T47" fmla="*/ 364 h 465"/>
                  <a:gd name="T48" fmla="*/ 337 w 472"/>
                  <a:gd name="T49" fmla="*/ 465 h 465"/>
                  <a:gd name="T50" fmla="*/ 472 w 472"/>
                  <a:gd name="T51" fmla="*/ 458 h 465"/>
                  <a:gd name="T52" fmla="*/ 464 w 472"/>
                  <a:gd name="T53" fmla="*/ 465 h 465"/>
                  <a:gd name="T54" fmla="*/ 357 w 472"/>
                  <a:gd name="T55" fmla="*/ 465 h 465"/>
                  <a:gd name="T56" fmla="*/ 357 w 472"/>
                  <a:gd name="T57" fmla="*/ 364 h 465"/>
                  <a:gd name="T58" fmla="*/ 472 w 472"/>
                  <a:gd name="T59" fmla="*/ 364 h 465"/>
                  <a:gd name="T60" fmla="*/ 472 w 472"/>
                  <a:gd name="T61" fmla="*/ 458 h 465"/>
                  <a:gd name="T62" fmla="*/ 472 w 472"/>
                  <a:gd name="T63" fmla="*/ 344 h 465"/>
                  <a:gd name="T64" fmla="*/ 347 w 472"/>
                  <a:gd name="T65" fmla="*/ 344 h 465"/>
                  <a:gd name="T66" fmla="*/ 155 w 472"/>
                  <a:gd name="T67" fmla="*/ 344 h 465"/>
                  <a:gd name="T68" fmla="*/ 155 w 472"/>
                  <a:gd name="T69" fmla="*/ 243 h 465"/>
                  <a:gd name="T70" fmla="*/ 472 w 472"/>
                  <a:gd name="T71" fmla="*/ 243 h 465"/>
                  <a:gd name="T72" fmla="*/ 472 w 472"/>
                  <a:gd name="T73" fmla="*/ 344 h 465"/>
                  <a:gd name="T74" fmla="*/ 472 w 472"/>
                  <a:gd name="T75" fmla="*/ 223 h 465"/>
                  <a:gd name="T76" fmla="*/ 357 w 472"/>
                  <a:gd name="T77" fmla="*/ 223 h 465"/>
                  <a:gd name="T78" fmla="*/ 357 w 472"/>
                  <a:gd name="T79" fmla="*/ 124 h 465"/>
                  <a:gd name="T80" fmla="*/ 472 w 472"/>
                  <a:gd name="T81" fmla="*/ 124 h 465"/>
                  <a:gd name="T82" fmla="*/ 472 w 472"/>
                  <a:gd name="T83" fmla="*/ 223 h 465"/>
                  <a:gd name="T84" fmla="*/ 472 w 472"/>
                  <a:gd name="T85" fmla="*/ 104 h 465"/>
                  <a:gd name="T86" fmla="*/ 347 w 472"/>
                  <a:gd name="T87" fmla="*/ 104 h 465"/>
                  <a:gd name="T88" fmla="*/ 155 w 472"/>
                  <a:gd name="T89" fmla="*/ 104 h 465"/>
                  <a:gd name="T90" fmla="*/ 155 w 472"/>
                  <a:gd name="T91" fmla="*/ 0 h 465"/>
                  <a:gd name="T92" fmla="*/ 205 w 472"/>
                  <a:gd name="T93" fmla="*/ 0 h 465"/>
                  <a:gd name="T94" fmla="*/ 213 w 472"/>
                  <a:gd name="T95" fmla="*/ 0 h 465"/>
                  <a:gd name="T96" fmla="*/ 469 w 472"/>
                  <a:gd name="T97" fmla="*/ 0 h 465"/>
                  <a:gd name="T98" fmla="*/ 472 w 472"/>
                  <a:gd name="T99" fmla="*/ 5 h 465"/>
                  <a:gd name="T100" fmla="*/ 472 w 472"/>
                  <a:gd name="T101" fmla="*/ 104 h 4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472" h="465">
                    <a:moveTo>
                      <a:pt x="0" y="5"/>
                    </a:moveTo>
                    <a:cubicBezTo>
                      <a:pt x="0" y="3"/>
                      <a:pt x="0" y="0"/>
                      <a:pt x="3" y="0"/>
                    </a:cubicBezTo>
                    <a:cubicBezTo>
                      <a:pt x="135" y="0"/>
                      <a:pt x="135" y="0"/>
                      <a:pt x="135" y="0"/>
                    </a:cubicBezTo>
                    <a:cubicBezTo>
                      <a:pt x="135" y="104"/>
                      <a:pt x="135" y="104"/>
                      <a:pt x="135" y="104"/>
                    </a:cubicBezTo>
                    <a:cubicBezTo>
                      <a:pt x="0" y="104"/>
                      <a:pt x="0" y="104"/>
                      <a:pt x="0" y="104"/>
                    </a:cubicBezTo>
                    <a:lnTo>
                      <a:pt x="0" y="5"/>
                    </a:lnTo>
                    <a:close/>
                    <a:moveTo>
                      <a:pt x="0" y="124"/>
                    </a:moveTo>
                    <a:cubicBezTo>
                      <a:pt x="145" y="124"/>
                      <a:pt x="145" y="124"/>
                      <a:pt x="145" y="124"/>
                    </a:cubicBezTo>
                    <a:cubicBezTo>
                      <a:pt x="337" y="124"/>
                      <a:pt x="337" y="124"/>
                      <a:pt x="337" y="124"/>
                    </a:cubicBezTo>
                    <a:cubicBezTo>
                      <a:pt x="337" y="223"/>
                      <a:pt x="337" y="223"/>
                      <a:pt x="337" y="223"/>
                    </a:cubicBezTo>
                    <a:cubicBezTo>
                      <a:pt x="145" y="223"/>
                      <a:pt x="145" y="223"/>
                      <a:pt x="145" y="223"/>
                    </a:cubicBezTo>
                    <a:cubicBezTo>
                      <a:pt x="0" y="223"/>
                      <a:pt x="0" y="223"/>
                      <a:pt x="0" y="223"/>
                    </a:cubicBezTo>
                    <a:cubicBezTo>
                      <a:pt x="0" y="124"/>
                      <a:pt x="0" y="124"/>
                      <a:pt x="0" y="124"/>
                    </a:cubicBezTo>
                    <a:close/>
                    <a:moveTo>
                      <a:pt x="0" y="243"/>
                    </a:moveTo>
                    <a:cubicBezTo>
                      <a:pt x="135" y="243"/>
                      <a:pt x="135" y="243"/>
                      <a:pt x="135" y="243"/>
                    </a:cubicBezTo>
                    <a:cubicBezTo>
                      <a:pt x="135" y="344"/>
                      <a:pt x="135" y="344"/>
                      <a:pt x="135" y="344"/>
                    </a:cubicBezTo>
                    <a:cubicBezTo>
                      <a:pt x="0" y="344"/>
                      <a:pt x="0" y="344"/>
                      <a:pt x="0" y="344"/>
                    </a:cubicBezTo>
                    <a:cubicBezTo>
                      <a:pt x="0" y="243"/>
                      <a:pt x="0" y="243"/>
                      <a:pt x="0" y="243"/>
                    </a:cubicBezTo>
                    <a:close/>
                    <a:moveTo>
                      <a:pt x="337" y="465"/>
                    </a:moveTo>
                    <a:cubicBezTo>
                      <a:pt x="3" y="465"/>
                      <a:pt x="3" y="465"/>
                      <a:pt x="3" y="465"/>
                    </a:cubicBezTo>
                    <a:cubicBezTo>
                      <a:pt x="0" y="465"/>
                      <a:pt x="0" y="463"/>
                      <a:pt x="0" y="460"/>
                    </a:cubicBezTo>
                    <a:cubicBezTo>
                      <a:pt x="0" y="364"/>
                      <a:pt x="0" y="364"/>
                      <a:pt x="0" y="364"/>
                    </a:cubicBezTo>
                    <a:cubicBezTo>
                      <a:pt x="145" y="364"/>
                      <a:pt x="145" y="364"/>
                      <a:pt x="145" y="364"/>
                    </a:cubicBezTo>
                    <a:cubicBezTo>
                      <a:pt x="337" y="364"/>
                      <a:pt x="337" y="364"/>
                      <a:pt x="337" y="364"/>
                    </a:cubicBezTo>
                    <a:cubicBezTo>
                      <a:pt x="337" y="465"/>
                      <a:pt x="337" y="465"/>
                      <a:pt x="337" y="465"/>
                    </a:cubicBezTo>
                    <a:close/>
                    <a:moveTo>
                      <a:pt x="472" y="458"/>
                    </a:moveTo>
                    <a:cubicBezTo>
                      <a:pt x="464" y="465"/>
                      <a:pt x="464" y="465"/>
                      <a:pt x="464" y="465"/>
                    </a:cubicBezTo>
                    <a:cubicBezTo>
                      <a:pt x="357" y="465"/>
                      <a:pt x="357" y="465"/>
                      <a:pt x="357" y="465"/>
                    </a:cubicBezTo>
                    <a:cubicBezTo>
                      <a:pt x="357" y="364"/>
                      <a:pt x="357" y="364"/>
                      <a:pt x="357" y="364"/>
                    </a:cubicBezTo>
                    <a:cubicBezTo>
                      <a:pt x="472" y="364"/>
                      <a:pt x="472" y="364"/>
                      <a:pt x="472" y="364"/>
                    </a:cubicBezTo>
                    <a:lnTo>
                      <a:pt x="472" y="458"/>
                    </a:lnTo>
                    <a:close/>
                    <a:moveTo>
                      <a:pt x="472" y="344"/>
                    </a:moveTo>
                    <a:cubicBezTo>
                      <a:pt x="347" y="344"/>
                      <a:pt x="347" y="344"/>
                      <a:pt x="347" y="344"/>
                    </a:cubicBezTo>
                    <a:cubicBezTo>
                      <a:pt x="155" y="344"/>
                      <a:pt x="155" y="344"/>
                      <a:pt x="155" y="344"/>
                    </a:cubicBezTo>
                    <a:cubicBezTo>
                      <a:pt x="155" y="243"/>
                      <a:pt x="155" y="243"/>
                      <a:pt x="155" y="243"/>
                    </a:cubicBezTo>
                    <a:cubicBezTo>
                      <a:pt x="472" y="243"/>
                      <a:pt x="472" y="243"/>
                      <a:pt x="472" y="243"/>
                    </a:cubicBezTo>
                    <a:cubicBezTo>
                      <a:pt x="472" y="344"/>
                      <a:pt x="472" y="344"/>
                      <a:pt x="472" y="344"/>
                    </a:cubicBezTo>
                    <a:close/>
                    <a:moveTo>
                      <a:pt x="472" y="223"/>
                    </a:moveTo>
                    <a:cubicBezTo>
                      <a:pt x="357" y="223"/>
                      <a:pt x="357" y="223"/>
                      <a:pt x="357" y="223"/>
                    </a:cubicBezTo>
                    <a:cubicBezTo>
                      <a:pt x="357" y="124"/>
                      <a:pt x="357" y="124"/>
                      <a:pt x="357" y="124"/>
                    </a:cubicBezTo>
                    <a:cubicBezTo>
                      <a:pt x="472" y="124"/>
                      <a:pt x="472" y="124"/>
                      <a:pt x="472" y="124"/>
                    </a:cubicBezTo>
                    <a:cubicBezTo>
                      <a:pt x="472" y="223"/>
                      <a:pt x="472" y="223"/>
                      <a:pt x="472" y="223"/>
                    </a:cubicBezTo>
                    <a:close/>
                    <a:moveTo>
                      <a:pt x="472" y="104"/>
                    </a:moveTo>
                    <a:cubicBezTo>
                      <a:pt x="347" y="104"/>
                      <a:pt x="347" y="104"/>
                      <a:pt x="347" y="104"/>
                    </a:cubicBezTo>
                    <a:cubicBezTo>
                      <a:pt x="155" y="104"/>
                      <a:pt x="155" y="104"/>
                      <a:pt x="155" y="104"/>
                    </a:cubicBezTo>
                    <a:cubicBezTo>
                      <a:pt x="155" y="0"/>
                      <a:pt x="155" y="0"/>
                      <a:pt x="155" y="0"/>
                    </a:cubicBezTo>
                    <a:cubicBezTo>
                      <a:pt x="182" y="0"/>
                      <a:pt x="197" y="0"/>
                      <a:pt x="205" y="0"/>
                    </a:cubicBezTo>
                    <a:cubicBezTo>
                      <a:pt x="211" y="0"/>
                      <a:pt x="213" y="0"/>
                      <a:pt x="213" y="0"/>
                    </a:cubicBezTo>
                    <a:cubicBezTo>
                      <a:pt x="233" y="0"/>
                      <a:pt x="296" y="0"/>
                      <a:pt x="469" y="0"/>
                    </a:cubicBezTo>
                    <a:cubicBezTo>
                      <a:pt x="472" y="0"/>
                      <a:pt x="472" y="3"/>
                      <a:pt x="472" y="5"/>
                    </a:cubicBezTo>
                    <a:cubicBezTo>
                      <a:pt x="472" y="104"/>
                      <a:pt x="472" y="104"/>
                      <a:pt x="472" y="10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>
                  <a:ea typeface="맑은 고딕" panose="020B0503020000020004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2231" name="Freeform 110">
                <a:extLst>
                  <a:ext uri="{FF2B5EF4-FFF2-40B4-BE49-F238E27FC236}">
                    <a16:creationId xmlns:a16="http://schemas.microsoft.com/office/drawing/2014/main" id="{F021C987-2EE7-EF81-D113-ACEAB112286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906588" y="4552951"/>
                <a:ext cx="804863" cy="793750"/>
              </a:xfrm>
              <a:custGeom>
                <a:avLst/>
                <a:gdLst>
                  <a:gd name="T0" fmla="*/ 165 w 512"/>
                  <a:gd name="T1" fmla="*/ 0 h 506"/>
                  <a:gd name="T2" fmla="*/ 0 w 512"/>
                  <a:gd name="T3" fmla="*/ 25 h 506"/>
                  <a:gd name="T4" fmla="*/ 0 w 512"/>
                  <a:gd name="T5" fmla="*/ 253 h 506"/>
                  <a:gd name="T6" fmla="*/ 0 w 512"/>
                  <a:gd name="T7" fmla="*/ 480 h 506"/>
                  <a:gd name="T8" fmla="*/ 367 w 512"/>
                  <a:gd name="T9" fmla="*/ 506 h 506"/>
                  <a:gd name="T10" fmla="*/ 497 w 512"/>
                  <a:gd name="T11" fmla="*/ 503 h 506"/>
                  <a:gd name="T12" fmla="*/ 512 w 512"/>
                  <a:gd name="T13" fmla="*/ 480 h 506"/>
                  <a:gd name="T14" fmla="*/ 512 w 512"/>
                  <a:gd name="T15" fmla="*/ 253 h 506"/>
                  <a:gd name="T16" fmla="*/ 512 w 512"/>
                  <a:gd name="T17" fmla="*/ 25 h 506"/>
                  <a:gd name="T18" fmla="*/ 20 w 512"/>
                  <a:gd name="T19" fmla="*/ 25 h 506"/>
                  <a:gd name="T20" fmla="*/ 155 w 512"/>
                  <a:gd name="T21" fmla="*/ 20 h 506"/>
                  <a:gd name="T22" fmla="*/ 20 w 512"/>
                  <a:gd name="T23" fmla="*/ 124 h 506"/>
                  <a:gd name="T24" fmla="*/ 20 w 512"/>
                  <a:gd name="T25" fmla="*/ 144 h 506"/>
                  <a:gd name="T26" fmla="*/ 357 w 512"/>
                  <a:gd name="T27" fmla="*/ 144 h 506"/>
                  <a:gd name="T28" fmla="*/ 165 w 512"/>
                  <a:gd name="T29" fmla="*/ 243 h 506"/>
                  <a:gd name="T30" fmla="*/ 20 w 512"/>
                  <a:gd name="T31" fmla="*/ 144 h 506"/>
                  <a:gd name="T32" fmla="*/ 155 w 512"/>
                  <a:gd name="T33" fmla="*/ 263 h 506"/>
                  <a:gd name="T34" fmla="*/ 20 w 512"/>
                  <a:gd name="T35" fmla="*/ 364 h 506"/>
                  <a:gd name="T36" fmla="*/ 357 w 512"/>
                  <a:gd name="T37" fmla="*/ 485 h 506"/>
                  <a:gd name="T38" fmla="*/ 20 w 512"/>
                  <a:gd name="T39" fmla="*/ 480 h 506"/>
                  <a:gd name="T40" fmla="*/ 165 w 512"/>
                  <a:gd name="T41" fmla="*/ 384 h 506"/>
                  <a:gd name="T42" fmla="*/ 357 w 512"/>
                  <a:gd name="T43" fmla="*/ 485 h 506"/>
                  <a:gd name="T44" fmla="*/ 484 w 512"/>
                  <a:gd name="T45" fmla="*/ 485 h 506"/>
                  <a:gd name="T46" fmla="*/ 377 w 512"/>
                  <a:gd name="T47" fmla="*/ 384 h 506"/>
                  <a:gd name="T48" fmla="*/ 492 w 512"/>
                  <a:gd name="T49" fmla="*/ 478 h 506"/>
                  <a:gd name="T50" fmla="*/ 367 w 512"/>
                  <a:gd name="T51" fmla="*/ 364 h 506"/>
                  <a:gd name="T52" fmla="*/ 175 w 512"/>
                  <a:gd name="T53" fmla="*/ 263 h 506"/>
                  <a:gd name="T54" fmla="*/ 492 w 512"/>
                  <a:gd name="T55" fmla="*/ 364 h 506"/>
                  <a:gd name="T56" fmla="*/ 377 w 512"/>
                  <a:gd name="T57" fmla="*/ 243 h 506"/>
                  <a:gd name="T58" fmla="*/ 492 w 512"/>
                  <a:gd name="T59" fmla="*/ 144 h 506"/>
                  <a:gd name="T60" fmla="*/ 492 w 512"/>
                  <a:gd name="T61" fmla="*/ 124 h 506"/>
                  <a:gd name="T62" fmla="*/ 175 w 512"/>
                  <a:gd name="T63" fmla="*/ 124 h 506"/>
                  <a:gd name="T64" fmla="*/ 225 w 512"/>
                  <a:gd name="T65" fmla="*/ 20 h 506"/>
                  <a:gd name="T66" fmla="*/ 489 w 512"/>
                  <a:gd name="T67" fmla="*/ 20 h 506"/>
                  <a:gd name="T68" fmla="*/ 492 w 512"/>
                  <a:gd name="T69" fmla="*/ 124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12" h="506">
                    <a:moveTo>
                      <a:pt x="489" y="0"/>
                    </a:moveTo>
                    <a:cubicBezTo>
                      <a:pt x="165" y="0"/>
                      <a:pt x="165" y="0"/>
                      <a:pt x="165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3"/>
                      <a:pt x="0" y="25"/>
                    </a:cubicBezTo>
                    <a:cubicBezTo>
                      <a:pt x="0" y="134"/>
                      <a:pt x="0" y="134"/>
                      <a:pt x="0" y="134"/>
                    </a:cubicBezTo>
                    <a:cubicBezTo>
                      <a:pt x="0" y="253"/>
                      <a:pt x="0" y="253"/>
                      <a:pt x="0" y="253"/>
                    </a:cubicBezTo>
                    <a:cubicBezTo>
                      <a:pt x="0" y="374"/>
                      <a:pt x="0" y="374"/>
                      <a:pt x="0" y="374"/>
                    </a:cubicBezTo>
                    <a:cubicBezTo>
                      <a:pt x="0" y="480"/>
                      <a:pt x="0" y="480"/>
                      <a:pt x="0" y="480"/>
                    </a:cubicBezTo>
                    <a:cubicBezTo>
                      <a:pt x="0" y="495"/>
                      <a:pt x="10" y="506"/>
                      <a:pt x="23" y="506"/>
                    </a:cubicBezTo>
                    <a:cubicBezTo>
                      <a:pt x="367" y="506"/>
                      <a:pt x="367" y="506"/>
                      <a:pt x="367" y="506"/>
                    </a:cubicBezTo>
                    <a:cubicBezTo>
                      <a:pt x="489" y="506"/>
                      <a:pt x="489" y="506"/>
                      <a:pt x="489" y="506"/>
                    </a:cubicBezTo>
                    <a:cubicBezTo>
                      <a:pt x="492" y="506"/>
                      <a:pt x="494" y="506"/>
                      <a:pt x="497" y="503"/>
                    </a:cubicBezTo>
                    <a:cubicBezTo>
                      <a:pt x="509" y="488"/>
                      <a:pt x="509" y="488"/>
                      <a:pt x="509" y="488"/>
                    </a:cubicBezTo>
                    <a:cubicBezTo>
                      <a:pt x="512" y="488"/>
                      <a:pt x="512" y="485"/>
                      <a:pt x="512" y="480"/>
                    </a:cubicBezTo>
                    <a:cubicBezTo>
                      <a:pt x="512" y="374"/>
                      <a:pt x="512" y="374"/>
                      <a:pt x="512" y="374"/>
                    </a:cubicBezTo>
                    <a:cubicBezTo>
                      <a:pt x="512" y="253"/>
                      <a:pt x="512" y="253"/>
                      <a:pt x="512" y="253"/>
                    </a:cubicBezTo>
                    <a:cubicBezTo>
                      <a:pt x="512" y="134"/>
                      <a:pt x="512" y="134"/>
                      <a:pt x="512" y="134"/>
                    </a:cubicBezTo>
                    <a:cubicBezTo>
                      <a:pt x="512" y="25"/>
                      <a:pt x="512" y="25"/>
                      <a:pt x="512" y="25"/>
                    </a:cubicBezTo>
                    <a:cubicBezTo>
                      <a:pt x="512" y="13"/>
                      <a:pt x="502" y="0"/>
                      <a:pt x="489" y="0"/>
                    </a:cubicBezTo>
                    <a:close/>
                    <a:moveTo>
                      <a:pt x="20" y="25"/>
                    </a:moveTo>
                    <a:cubicBezTo>
                      <a:pt x="20" y="23"/>
                      <a:pt x="20" y="20"/>
                      <a:pt x="23" y="20"/>
                    </a:cubicBezTo>
                    <a:cubicBezTo>
                      <a:pt x="155" y="20"/>
                      <a:pt x="155" y="20"/>
                      <a:pt x="155" y="20"/>
                    </a:cubicBezTo>
                    <a:cubicBezTo>
                      <a:pt x="155" y="124"/>
                      <a:pt x="155" y="124"/>
                      <a:pt x="155" y="124"/>
                    </a:cubicBezTo>
                    <a:cubicBezTo>
                      <a:pt x="20" y="124"/>
                      <a:pt x="20" y="124"/>
                      <a:pt x="20" y="124"/>
                    </a:cubicBezTo>
                    <a:lnTo>
                      <a:pt x="20" y="25"/>
                    </a:lnTo>
                    <a:close/>
                    <a:moveTo>
                      <a:pt x="20" y="144"/>
                    </a:moveTo>
                    <a:cubicBezTo>
                      <a:pt x="165" y="144"/>
                      <a:pt x="165" y="144"/>
                      <a:pt x="165" y="144"/>
                    </a:cubicBezTo>
                    <a:cubicBezTo>
                      <a:pt x="357" y="144"/>
                      <a:pt x="357" y="144"/>
                      <a:pt x="357" y="144"/>
                    </a:cubicBezTo>
                    <a:cubicBezTo>
                      <a:pt x="357" y="243"/>
                      <a:pt x="357" y="243"/>
                      <a:pt x="357" y="243"/>
                    </a:cubicBezTo>
                    <a:cubicBezTo>
                      <a:pt x="165" y="243"/>
                      <a:pt x="165" y="243"/>
                      <a:pt x="165" y="243"/>
                    </a:cubicBezTo>
                    <a:cubicBezTo>
                      <a:pt x="20" y="243"/>
                      <a:pt x="20" y="243"/>
                      <a:pt x="20" y="243"/>
                    </a:cubicBezTo>
                    <a:cubicBezTo>
                      <a:pt x="20" y="144"/>
                      <a:pt x="20" y="144"/>
                      <a:pt x="20" y="144"/>
                    </a:cubicBezTo>
                    <a:close/>
                    <a:moveTo>
                      <a:pt x="20" y="263"/>
                    </a:moveTo>
                    <a:cubicBezTo>
                      <a:pt x="155" y="263"/>
                      <a:pt x="155" y="263"/>
                      <a:pt x="155" y="263"/>
                    </a:cubicBezTo>
                    <a:cubicBezTo>
                      <a:pt x="155" y="364"/>
                      <a:pt x="155" y="364"/>
                      <a:pt x="155" y="364"/>
                    </a:cubicBezTo>
                    <a:cubicBezTo>
                      <a:pt x="20" y="364"/>
                      <a:pt x="20" y="364"/>
                      <a:pt x="20" y="364"/>
                    </a:cubicBezTo>
                    <a:cubicBezTo>
                      <a:pt x="20" y="263"/>
                      <a:pt x="20" y="263"/>
                      <a:pt x="20" y="263"/>
                    </a:cubicBezTo>
                    <a:close/>
                    <a:moveTo>
                      <a:pt x="357" y="485"/>
                    </a:moveTo>
                    <a:cubicBezTo>
                      <a:pt x="23" y="485"/>
                      <a:pt x="23" y="485"/>
                      <a:pt x="23" y="485"/>
                    </a:cubicBezTo>
                    <a:cubicBezTo>
                      <a:pt x="20" y="485"/>
                      <a:pt x="20" y="483"/>
                      <a:pt x="20" y="480"/>
                    </a:cubicBezTo>
                    <a:cubicBezTo>
                      <a:pt x="20" y="384"/>
                      <a:pt x="20" y="384"/>
                      <a:pt x="20" y="384"/>
                    </a:cubicBezTo>
                    <a:cubicBezTo>
                      <a:pt x="165" y="384"/>
                      <a:pt x="165" y="384"/>
                      <a:pt x="165" y="384"/>
                    </a:cubicBezTo>
                    <a:cubicBezTo>
                      <a:pt x="357" y="384"/>
                      <a:pt x="357" y="384"/>
                      <a:pt x="357" y="384"/>
                    </a:cubicBezTo>
                    <a:cubicBezTo>
                      <a:pt x="357" y="485"/>
                      <a:pt x="357" y="485"/>
                      <a:pt x="357" y="485"/>
                    </a:cubicBezTo>
                    <a:close/>
                    <a:moveTo>
                      <a:pt x="492" y="478"/>
                    </a:moveTo>
                    <a:cubicBezTo>
                      <a:pt x="484" y="485"/>
                      <a:pt x="484" y="485"/>
                      <a:pt x="484" y="485"/>
                    </a:cubicBezTo>
                    <a:cubicBezTo>
                      <a:pt x="377" y="485"/>
                      <a:pt x="377" y="485"/>
                      <a:pt x="377" y="485"/>
                    </a:cubicBezTo>
                    <a:cubicBezTo>
                      <a:pt x="377" y="384"/>
                      <a:pt x="377" y="384"/>
                      <a:pt x="377" y="384"/>
                    </a:cubicBezTo>
                    <a:cubicBezTo>
                      <a:pt x="492" y="384"/>
                      <a:pt x="492" y="384"/>
                      <a:pt x="492" y="384"/>
                    </a:cubicBezTo>
                    <a:lnTo>
                      <a:pt x="492" y="478"/>
                    </a:lnTo>
                    <a:close/>
                    <a:moveTo>
                      <a:pt x="492" y="364"/>
                    </a:moveTo>
                    <a:cubicBezTo>
                      <a:pt x="367" y="364"/>
                      <a:pt x="367" y="364"/>
                      <a:pt x="367" y="364"/>
                    </a:cubicBezTo>
                    <a:cubicBezTo>
                      <a:pt x="175" y="364"/>
                      <a:pt x="175" y="364"/>
                      <a:pt x="175" y="364"/>
                    </a:cubicBezTo>
                    <a:cubicBezTo>
                      <a:pt x="175" y="263"/>
                      <a:pt x="175" y="263"/>
                      <a:pt x="175" y="263"/>
                    </a:cubicBezTo>
                    <a:cubicBezTo>
                      <a:pt x="492" y="263"/>
                      <a:pt x="492" y="263"/>
                      <a:pt x="492" y="263"/>
                    </a:cubicBezTo>
                    <a:cubicBezTo>
                      <a:pt x="492" y="364"/>
                      <a:pt x="492" y="364"/>
                      <a:pt x="492" y="364"/>
                    </a:cubicBezTo>
                    <a:close/>
                    <a:moveTo>
                      <a:pt x="492" y="243"/>
                    </a:moveTo>
                    <a:cubicBezTo>
                      <a:pt x="377" y="243"/>
                      <a:pt x="377" y="243"/>
                      <a:pt x="377" y="243"/>
                    </a:cubicBezTo>
                    <a:cubicBezTo>
                      <a:pt x="377" y="144"/>
                      <a:pt x="377" y="144"/>
                      <a:pt x="377" y="144"/>
                    </a:cubicBezTo>
                    <a:cubicBezTo>
                      <a:pt x="492" y="144"/>
                      <a:pt x="492" y="144"/>
                      <a:pt x="492" y="144"/>
                    </a:cubicBezTo>
                    <a:cubicBezTo>
                      <a:pt x="492" y="243"/>
                      <a:pt x="492" y="243"/>
                      <a:pt x="492" y="243"/>
                    </a:cubicBezTo>
                    <a:close/>
                    <a:moveTo>
                      <a:pt x="492" y="124"/>
                    </a:moveTo>
                    <a:cubicBezTo>
                      <a:pt x="367" y="124"/>
                      <a:pt x="367" y="124"/>
                      <a:pt x="367" y="124"/>
                    </a:cubicBezTo>
                    <a:cubicBezTo>
                      <a:pt x="175" y="124"/>
                      <a:pt x="175" y="124"/>
                      <a:pt x="175" y="124"/>
                    </a:cubicBezTo>
                    <a:cubicBezTo>
                      <a:pt x="175" y="20"/>
                      <a:pt x="175" y="20"/>
                      <a:pt x="175" y="20"/>
                    </a:cubicBezTo>
                    <a:cubicBezTo>
                      <a:pt x="202" y="20"/>
                      <a:pt x="217" y="20"/>
                      <a:pt x="225" y="20"/>
                    </a:cubicBezTo>
                    <a:cubicBezTo>
                      <a:pt x="231" y="20"/>
                      <a:pt x="233" y="20"/>
                      <a:pt x="233" y="20"/>
                    </a:cubicBezTo>
                    <a:cubicBezTo>
                      <a:pt x="253" y="20"/>
                      <a:pt x="316" y="20"/>
                      <a:pt x="489" y="20"/>
                    </a:cubicBezTo>
                    <a:cubicBezTo>
                      <a:pt x="492" y="20"/>
                      <a:pt x="492" y="23"/>
                      <a:pt x="492" y="25"/>
                    </a:cubicBezTo>
                    <a:cubicBezTo>
                      <a:pt x="492" y="124"/>
                      <a:pt x="492" y="124"/>
                      <a:pt x="492" y="124"/>
                    </a:cubicBezTo>
                    <a:close/>
                  </a:path>
                </a:pathLst>
              </a:cu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>
                  <a:ea typeface="맑은 고딕" panose="020B0503020000020004" pitchFamily="50" charset="-127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178" name="TextBox 2177">
              <a:extLst>
                <a:ext uri="{FF2B5EF4-FFF2-40B4-BE49-F238E27FC236}">
                  <a16:creationId xmlns:a16="http://schemas.microsoft.com/office/drawing/2014/main" id="{4DCB1AFF-06A1-8346-0D24-5C0548EBAA20}"/>
                </a:ext>
              </a:extLst>
            </p:cNvPr>
            <p:cNvSpPr txBox="1"/>
            <p:nvPr/>
          </p:nvSpPr>
          <p:spPr>
            <a:xfrm>
              <a:off x="6374414" y="4748410"/>
              <a:ext cx="318775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defPPr>
                <a:defRPr lang="ko-KR"/>
              </a:defPPr>
              <a:lvl1pPr algn="ctr">
                <a:defRPr sz="700">
                  <a:latin typeface="KoPub돋움체 Medium" panose="02020603020101020101" pitchFamily="18" charset="-127"/>
                  <a:ea typeface="KoPub돋움체 Medium" panose="02020603020101020101" pitchFamily="18" charset="-127"/>
                </a:defRPr>
              </a:lvl1pPr>
            </a:lstStyle>
            <a:p>
              <a:pPr marL="0" lvl="1" indent="0" defTabSz="1042988" fontAlgn="base" latinLnBrk="0">
                <a:buSzPct val="80000"/>
                <a:tabLst>
                  <a:tab pos="5648325" algn="l"/>
                </a:tabLst>
              </a:pPr>
              <a:r>
                <a:rPr kumimoji="1" lang="en-US" altLang="ko-KR" sz="600" kern="1200" dirty="0">
                  <a:ln w="635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GPU</a:t>
              </a:r>
              <a:r>
                <a:rPr kumimoji="1" lang="ko-KR" altLang="en-US" sz="600" kern="1200" dirty="0">
                  <a:ln w="635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서버</a:t>
              </a:r>
            </a:p>
          </p:txBody>
        </p:sp>
        <p:grpSp>
          <p:nvGrpSpPr>
            <p:cNvPr id="2179" name="그룹 2178">
              <a:extLst>
                <a:ext uri="{FF2B5EF4-FFF2-40B4-BE49-F238E27FC236}">
                  <a16:creationId xmlns:a16="http://schemas.microsoft.com/office/drawing/2014/main" id="{A894CA10-A635-A794-A483-59F310A67C0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209108" y="4739593"/>
              <a:ext cx="122148" cy="105325"/>
              <a:chOff x="3493292" y="3693520"/>
              <a:chExt cx="897069" cy="1233786"/>
            </a:xfrm>
          </p:grpSpPr>
          <p:grpSp>
            <p:nvGrpSpPr>
              <p:cNvPr id="2204" name="그룹 2203">
                <a:extLst>
                  <a:ext uri="{FF2B5EF4-FFF2-40B4-BE49-F238E27FC236}">
                    <a16:creationId xmlns:a16="http://schemas.microsoft.com/office/drawing/2014/main" id="{64E1AE85-926D-210E-85C2-0679344462A9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493292" y="3693520"/>
                <a:ext cx="897069" cy="1233786"/>
                <a:chOff x="11921389" y="4267727"/>
                <a:chExt cx="916126" cy="1260000"/>
              </a:xfrm>
            </p:grpSpPr>
            <p:sp>
              <p:nvSpPr>
                <p:cNvPr id="2226" name="사각형: 둥근 모서리 147">
                  <a:extLst>
                    <a:ext uri="{FF2B5EF4-FFF2-40B4-BE49-F238E27FC236}">
                      <a16:creationId xmlns:a16="http://schemas.microsoft.com/office/drawing/2014/main" id="{1AA2E779-A2C3-CA9E-A141-55E37FE368E0}"/>
                    </a:ext>
                  </a:extLst>
                </p:cNvPr>
                <p:cNvSpPr/>
                <p:nvPr/>
              </p:nvSpPr>
              <p:spPr>
                <a:xfrm>
                  <a:off x="11923593" y="4271687"/>
                  <a:ext cx="911716" cy="1252078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-3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  <p:grpSp>
              <p:nvGrpSpPr>
                <p:cNvPr id="2227" name="그룹 2226">
                  <a:extLst>
                    <a:ext uri="{FF2B5EF4-FFF2-40B4-BE49-F238E27FC236}">
                      <a16:creationId xmlns:a16="http://schemas.microsoft.com/office/drawing/2014/main" id="{8B03E19F-A6D9-85CB-9C55-28A28034E217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2228" name="Freeform 230">
                    <a:extLst>
                      <a:ext uri="{FF2B5EF4-FFF2-40B4-BE49-F238E27FC236}">
                        <a16:creationId xmlns:a16="http://schemas.microsoft.com/office/drawing/2014/main" id="{B0ABCB07-A2C9-46EB-BCCD-D633EAA68A87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sp>
                <p:nvSpPr>
                  <p:cNvPr id="2229" name="Freeform 231">
                    <a:extLst>
                      <a:ext uri="{FF2B5EF4-FFF2-40B4-BE49-F238E27FC236}">
                        <a16:creationId xmlns:a16="http://schemas.microsoft.com/office/drawing/2014/main" id="{14D90CBF-8F10-8450-1BA3-79E4EF30305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</p:grpSp>
          </p:grpSp>
          <p:grpSp>
            <p:nvGrpSpPr>
              <p:cNvPr id="2205" name="그룹 2204">
                <a:extLst>
                  <a:ext uri="{FF2B5EF4-FFF2-40B4-BE49-F238E27FC236}">
                    <a16:creationId xmlns:a16="http://schemas.microsoft.com/office/drawing/2014/main" id="{93FA3E4F-EC24-B50C-CFC5-DDA94748DCD2}"/>
                  </a:ext>
                </a:extLst>
              </p:cNvPr>
              <p:cNvGrpSpPr/>
              <p:nvPr/>
            </p:nvGrpSpPr>
            <p:grpSpPr>
              <a:xfrm>
                <a:off x="3623554" y="4140320"/>
                <a:ext cx="636537" cy="634466"/>
                <a:chOff x="881898" y="5310642"/>
                <a:chExt cx="976313" cy="973138"/>
              </a:xfrm>
            </p:grpSpPr>
            <p:grpSp>
              <p:nvGrpSpPr>
                <p:cNvPr id="2206" name="그룹 2205">
                  <a:extLst>
                    <a:ext uri="{FF2B5EF4-FFF2-40B4-BE49-F238E27FC236}">
                      <a16:creationId xmlns:a16="http://schemas.microsoft.com/office/drawing/2014/main" id="{437BB9C8-2996-670F-905A-26D1800472A1}"/>
                    </a:ext>
                  </a:extLst>
                </p:cNvPr>
                <p:cNvGrpSpPr/>
                <p:nvPr/>
              </p:nvGrpSpPr>
              <p:grpSpPr>
                <a:xfrm>
                  <a:off x="881898" y="5310642"/>
                  <a:ext cx="976313" cy="973138"/>
                  <a:chOff x="21240750" y="2320925"/>
                  <a:chExt cx="976313" cy="973138"/>
                </a:xfrm>
              </p:grpSpPr>
              <p:sp>
                <p:nvSpPr>
                  <p:cNvPr id="2208" name="Freeform 113">
                    <a:extLst>
                      <a:ext uri="{FF2B5EF4-FFF2-40B4-BE49-F238E27FC236}">
                        <a16:creationId xmlns:a16="http://schemas.microsoft.com/office/drawing/2014/main" id="{F1C50F40-4A62-D906-E8C5-938EFAAF782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410343" y="2487232"/>
                    <a:ext cx="637131" cy="640525"/>
                  </a:xfrm>
                  <a:custGeom>
                    <a:avLst/>
                    <a:gdLst>
                      <a:gd name="T0" fmla="*/ 1100 w 1100"/>
                      <a:gd name="T1" fmla="*/ 210 h 1107"/>
                      <a:gd name="T2" fmla="*/ 1100 w 1100"/>
                      <a:gd name="T3" fmla="*/ 264 h 1107"/>
                      <a:gd name="T4" fmla="*/ 1100 w 1100"/>
                      <a:gd name="T5" fmla="*/ 419 h 1107"/>
                      <a:gd name="T6" fmla="*/ 1100 w 1100"/>
                      <a:gd name="T7" fmla="*/ 473 h 1107"/>
                      <a:gd name="T8" fmla="*/ 1100 w 1100"/>
                      <a:gd name="T9" fmla="*/ 635 h 1107"/>
                      <a:gd name="T10" fmla="*/ 1100 w 1100"/>
                      <a:gd name="T11" fmla="*/ 689 h 1107"/>
                      <a:gd name="T12" fmla="*/ 1100 w 1100"/>
                      <a:gd name="T13" fmla="*/ 844 h 1107"/>
                      <a:gd name="T14" fmla="*/ 1100 w 1100"/>
                      <a:gd name="T15" fmla="*/ 898 h 1107"/>
                      <a:gd name="T16" fmla="*/ 1100 w 1100"/>
                      <a:gd name="T17" fmla="*/ 1033 h 1107"/>
                      <a:gd name="T18" fmla="*/ 1026 w 1100"/>
                      <a:gd name="T19" fmla="*/ 1107 h 1107"/>
                      <a:gd name="T20" fmla="*/ 898 w 1100"/>
                      <a:gd name="T21" fmla="*/ 1107 h 1107"/>
                      <a:gd name="T22" fmla="*/ 844 w 1100"/>
                      <a:gd name="T23" fmla="*/ 1107 h 1107"/>
                      <a:gd name="T24" fmla="*/ 682 w 1100"/>
                      <a:gd name="T25" fmla="*/ 1107 h 1107"/>
                      <a:gd name="T26" fmla="*/ 628 w 1100"/>
                      <a:gd name="T27" fmla="*/ 1107 h 1107"/>
                      <a:gd name="T28" fmla="*/ 472 w 1100"/>
                      <a:gd name="T29" fmla="*/ 1107 h 1107"/>
                      <a:gd name="T30" fmla="*/ 418 w 1100"/>
                      <a:gd name="T31" fmla="*/ 1107 h 1107"/>
                      <a:gd name="T32" fmla="*/ 256 w 1100"/>
                      <a:gd name="T33" fmla="*/ 1107 h 1107"/>
                      <a:gd name="T34" fmla="*/ 202 w 1100"/>
                      <a:gd name="T35" fmla="*/ 1107 h 1107"/>
                      <a:gd name="T36" fmla="*/ 74 w 1100"/>
                      <a:gd name="T37" fmla="*/ 1107 h 1107"/>
                      <a:gd name="T38" fmla="*/ 0 w 1100"/>
                      <a:gd name="T39" fmla="*/ 1033 h 1107"/>
                      <a:gd name="T40" fmla="*/ 0 w 1100"/>
                      <a:gd name="T41" fmla="*/ 898 h 1107"/>
                      <a:gd name="T42" fmla="*/ 0 w 1100"/>
                      <a:gd name="T43" fmla="*/ 844 h 1107"/>
                      <a:gd name="T44" fmla="*/ 0 w 1100"/>
                      <a:gd name="T45" fmla="*/ 689 h 1107"/>
                      <a:gd name="T46" fmla="*/ 0 w 1100"/>
                      <a:gd name="T47" fmla="*/ 635 h 1107"/>
                      <a:gd name="T48" fmla="*/ 0 w 1100"/>
                      <a:gd name="T49" fmla="*/ 473 h 1107"/>
                      <a:gd name="T50" fmla="*/ 0 w 1100"/>
                      <a:gd name="T51" fmla="*/ 419 h 1107"/>
                      <a:gd name="T52" fmla="*/ 0 w 1100"/>
                      <a:gd name="T53" fmla="*/ 264 h 1107"/>
                      <a:gd name="T54" fmla="*/ 0 w 1100"/>
                      <a:gd name="T55" fmla="*/ 210 h 1107"/>
                      <a:gd name="T56" fmla="*/ 0 w 1100"/>
                      <a:gd name="T57" fmla="*/ 75 h 1107"/>
                      <a:gd name="T58" fmla="*/ 74 w 1100"/>
                      <a:gd name="T59" fmla="*/ 0 h 1107"/>
                      <a:gd name="T60" fmla="*/ 202 w 1100"/>
                      <a:gd name="T61" fmla="*/ 0 h 1107"/>
                      <a:gd name="T62" fmla="*/ 256 w 1100"/>
                      <a:gd name="T63" fmla="*/ 0 h 1107"/>
                      <a:gd name="T64" fmla="*/ 418 w 1100"/>
                      <a:gd name="T65" fmla="*/ 0 h 1107"/>
                      <a:gd name="T66" fmla="*/ 472 w 1100"/>
                      <a:gd name="T67" fmla="*/ 0 h 1107"/>
                      <a:gd name="T68" fmla="*/ 628 w 1100"/>
                      <a:gd name="T69" fmla="*/ 0 h 1107"/>
                      <a:gd name="T70" fmla="*/ 682 w 1100"/>
                      <a:gd name="T71" fmla="*/ 0 h 1107"/>
                      <a:gd name="T72" fmla="*/ 844 w 1100"/>
                      <a:gd name="T73" fmla="*/ 0 h 1107"/>
                      <a:gd name="T74" fmla="*/ 898 w 1100"/>
                      <a:gd name="T75" fmla="*/ 0 h 1107"/>
                      <a:gd name="T76" fmla="*/ 1026 w 1100"/>
                      <a:gd name="T77" fmla="*/ 0 h 1107"/>
                      <a:gd name="T78" fmla="*/ 1100 w 1100"/>
                      <a:gd name="T79" fmla="*/ 75 h 1107"/>
                      <a:gd name="T80" fmla="*/ 1100 w 1100"/>
                      <a:gd name="T81" fmla="*/ 210 h 1107"/>
                      <a:gd name="T82" fmla="*/ 1100 w 1100"/>
                      <a:gd name="T83" fmla="*/ 210 h 110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1100" h="1107">
                        <a:moveTo>
                          <a:pt x="1100" y="210"/>
                        </a:moveTo>
                        <a:cubicBezTo>
                          <a:pt x="1100" y="264"/>
                          <a:pt x="1100" y="264"/>
                          <a:pt x="1100" y="264"/>
                        </a:cubicBezTo>
                        <a:cubicBezTo>
                          <a:pt x="1100" y="419"/>
                          <a:pt x="1100" y="419"/>
                          <a:pt x="1100" y="419"/>
                        </a:cubicBezTo>
                        <a:cubicBezTo>
                          <a:pt x="1100" y="473"/>
                          <a:pt x="1100" y="473"/>
                          <a:pt x="1100" y="473"/>
                        </a:cubicBezTo>
                        <a:cubicBezTo>
                          <a:pt x="1100" y="635"/>
                          <a:pt x="1100" y="635"/>
                          <a:pt x="1100" y="635"/>
                        </a:cubicBezTo>
                        <a:cubicBezTo>
                          <a:pt x="1100" y="689"/>
                          <a:pt x="1100" y="689"/>
                          <a:pt x="1100" y="689"/>
                        </a:cubicBezTo>
                        <a:cubicBezTo>
                          <a:pt x="1100" y="844"/>
                          <a:pt x="1100" y="844"/>
                          <a:pt x="1100" y="844"/>
                        </a:cubicBezTo>
                        <a:cubicBezTo>
                          <a:pt x="1100" y="898"/>
                          <a:pt x="1100" y="898"/>
                          <a:pt x="1100" y="898"/>
                        </a:cubicBezTo>
                        <a:cubicBezTo>
                          <a:pt x="1100" y="1033"/>
                          <a:pt x="1100" y="1033"/>
                          <a:pt x="1100" y="1033"/>
                        </a:cubicBezTo>
                        <a:cubicBezTo>
                          <a:pt x="1100" y="1073"/>
                          <a:pt x="1073" y="1107"/>
                          <a:pt x="1026" y="1107"/>
                        </a:cubicBezTo>
                        <a:cubicBezTo>
                          <a:pt x="898" y="1107"/>
                          <a:pt x="898" y="1107"/>
                          <a:pt x="898" y="1107"/>
                        </a:cubicBezTo>
                        <a:cubicBezTo>
                          <a:pt x="844" y="1107"/>
                          <a:pt x="844" y="1107"/>
                          <a:pt x="844" y="1107"/>
                        </a:cubicBezTo>
                        <a:cubicBezTo>
                          <a:pt x="682" y="1107"/>
                          <a:pt x="682" y="1107"/>
                          <a:pt x="682" y="1107"/>
                        </a:cubicBezTo>
                        <a:cubicBezTo>
                          <a:pt x="628" y="1107"/>
                          <a:pt x="628" y="1107"/>
                          <a:pt x="628" y="1107"/>
                        </a:cubicBezTo>
                        <a:cubicBezTo>
                          <a:pt x="472" y="1107"/>
                          <a:pt x="472" y="1107"/>
                          <a:pt x="472" y="1107"/>
                        </a:cubicBezTo>
                        <a:cubicBezTo>
                          <a:pt x="418" y="1107"/>
                          <a:pt x="418" y="1107"/>
                          <a:pt x="418" y="1107"/>
                        </a:cubicBezTo>
                        <a:cubicBezTo>
                          <a:pt x="256" y="1107"/>
                          <a:pt x="256" y="1107"/>
                          <a:pt x="256" y="1107"/>
                        </a:cubicBezTo>
                        <a:cubicBezTo>
                          <a:pt x="202" y="1107"/>
                          <a:pt x="202" y="1107"/>
                          <a:pt x="202" y="1107"/>
                        </a:cubicBezTo>
                        <a:cubicBezTo>
                          <a:pt x="74" y="1107"/>
                          <a:pt x="74" y="1107"/>
                          <a:pt x="74" y="1107"/>
                        </a:cubicBezTo>
                        <a:cubicBezTo>
                          <a:pt x="27" y="1107"/>
                          <a:pt x="0" y="1073"/>
                          <a:pt x="0" y="1033"/>
                        </a:cubicBezTo>
                        <a:cubicBezTo>
                          <a:pt x="0" y="898"/>
                          <a:pt x="0" y="898"/>
                          <a:pt x="0" y="898"/>
                        </a:cubicBezTo>
                        <a:cubicBezTo>
                          <a:pt x="0" y="844"/>
                          <a:pt x="0" y="844"/>
                          <a:pt x="0" y="844"/>
                        </a:cubicBezTo>
                        <a:cubicBezTo>
                          <a:pt x="0" y="689"/>
                          <a:pt x="0" y="689"/>
                          <a:pt x="0" y="689"/>
                        </a:cubicBezTo>
                        <a:cubicBezTo>
                          <a:pt x="0" y="635"/>
                          <a:pt x="0" y="635"/>
                          <a:pt x="0" y="635"/>
                        </a:cubicBezTo>
                        <a:cubicBezTo>
                          <a:pt x="0" y="473"/>
                          <a:pt x="0" y="473"/>
                          <a:pt x="0" y="473"/>
                        </a:cubicBezTo>
                        <a:cubicBezTo>
                          <a:pt x="0" y="419"/>
                          <a:pt x="0" y="419"/>
                          <a:pt x="0" y="419"/>
                        </a:cubicBezTo>
                        <a:cubicBezTo>
                          <a:pt x="0" y="264"/>
                          <a:pt x="0" y="264"/>
                          <a:pt x="0" y="264"/>
                        </a:cubicBezTo>
                        <a:cubicBezTo>
                          <a:pt x="0" y="210"/>
                          <a:pt x="0" y="210"/>
                          <a:pt x="0" y="210"/>
                        </a:cubicBezTo>
                        <a:cubicBezTo>
                          <a:pt x="0" y="75"/>
                          <a:pt x="0" y="75"/>
                          <a:pt x="0" y="75"/>
                        </a:cubicBezTo>
                        <a:cubicBezTo>
                          <a:pt x="0" y="34"/>
                          <a:pt x="27" y="0"/>
                          <a:pt x="74" y="0"/>
                        </a:cubicBezTo>
                        <a:cubicBezTo>
                          <a:pt x="202" y="0"/>
                          <a:pt x="202" y="0"/>
                          <a:pt x="202" y="0"/>
                        </a:cubicBezTo>
                        <a:cubicBezTo>
                          <a:pt x="256" y="0"/>
                          <a:pt x="256" y="0"/>
                          <a:pt x="256" y="0"/>
                        </a:cubicBezTo>
                        <a:cubicBezTo>
                          <a:pt x="418" y="0"/>
                          <a:pt x="418" y="0"/>
                          <a:pt x="418" y="0"/>
                        </a:cubicBezTo>
                        <a:cubicBezTo>
                          <a:pt x="472" y="0"/>
                          <a:pt x="472" y="0"/>
                          <a:pt x="472" y="0"/>
                        </a:cubicBezTo>
                        <a:cubicBezTo>
                          <a:pt x="628" y="0"/>
                          <a:pt x="628" y="0"/>
                          <a:pt x="628" y="0"/>
                        </a:cubicBezTo>
                        <a:cubicBezTo>
                          <a:pt x="682" y="0"/>
                          <a:pt x="682" y="0"/>
                          <a:pt x="682" y="0"/>
                        </a:cubicBezTo>
                        <a:cubicBezTo>
                          <a:pt x="844" y="0"/>
                          <a:pt x="844" y="0"/>
                          <a:pt x="844" y="0"/>
                        </a:cubicBezTo>
                        <a:cubicBezTo>
                          <a:pt x="898" y="0"/>
                          <a:pt x="898" y="0"/>
                          <a:pt x="898" y="0"/>
                        </a:cubicBezTo>
                        <a:cubicBezTo>
                          <a:pt x="1026" y="0"/>
                          <a:pt x="1026" y="0"/>
                          <a:pt x="1026" y="0"/>
                        </a:cubicBezTo>
                        <a:cubicBezTo>
                          <a:pt x="1073" y="0"/>
                          <a:pt x="1100" y="34"/>
                          <a:pt x="1100" y="75"/>
                        </a:cubicBezTo>
                        <a:cubicBezTo>
                          <a:pt x="1100" y="210"/>
                          <a:pt x="1100" y="210"/>
                          <a:pt x="1100" y="210"/>
                        </a:cubicBezTo>
                        <a:cubicBezTo>
                          <a:pt x="1100" y="210"/>
                          <a:pt x="1100" y="210"/>
                          <a:pt x="1100" y="210"/>
                        </a:cubicBezTo>
                        <a:close/>
                      </a:path>
                    </a:pathLst>
                  </a:custGeom>
                  <a:solidFill>
                    <a:schemeClr val="tx1">
                      <a:lumMod val="85000"/>
                      <a:lumOff val="15000"/>
                    </a:scheme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209" name="Freeform 96">
                    <a:extLst>
                      <a:ext uri="{FF2B5EF4-FFF2-40B4-BE49-F238E27FC236}">
                        <a16:creationId xmlns:a16="http://schemas.microsoft.com/office/drawing/2014/main" id="{F54E2836-29C4-A4EB-7C49-2597266AA00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085300" y="2620963"/>
                    <a:ext cx="131763" cy="30163"/>
                  </a:xfrm>
                  <a:custGeom>
                    <a:avLst/>
                    <a:gdLst>
                      <a:gd name="T0" fmla="*/ 244 w 244"/>
                      <a:gd name="T1" fmla="*/ 28 h 55"/>
                      <a:gd name="T2" fmla="*/ 217 w 244"/>
                      <a:gd name="T3" fmla="*/ 0 h 55"/>
                      <a:gd name="T4" fmla="*/ 0 w 244"/>
                      <a:gd name="T5" fmla="*/ 0 h 55"/>
                      <a:gd name="T6" fmla="*/ 0 w 244"/>
                      <a:gd name="T7" fmla="*/ 55 h 55"/>
                      <a:gd name="T8" fmla="*/ 217 w 244"/>
                      <a:gd name="T9" fmla="*/ 55 h 55"/>
                      <a:gd name="T10" fmla="*/ 244 w 244"/>
                      <a:gd name="T11" fmla="*/ 28 h 5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4" h="55">
                        <a:moveTo>
                          <a:pt x="244" y="28"/>
                        </a:moveTo>
                        <a:cubicBezTo>
                          <a:pt x="244" y="14"/>
                          <a:pt x="230" y="0"/>
                          <a:pt x="217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55"/>
                          <a:pt x="0" y="55"/>
                          <a:pt x="0" y="55"/>
                        </a:cubicBezTo>
                        <a:cubicBezTo>
                          <a:pt x="217" y="55"/>
                          <a:pt x="217" y="55"/>
                          <a:pt x="217" y="55"/>
                        </a:cubicBezTo>
                        <a:cubicBezTo>
                          <a:pt x="230" y="55"/>
                          <a:pt x="244" y="41"/>
                          <a:pt x="244" y="28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210" name="Freeform 97">
                    <a:extLst>
                      <a:ext uri="{FF2B5EF4-FFF2-40B4-BE49-F238E27FC236}">
                        <a16:creationId xmlns:a16="http://schemas.microsoft.com/office/drawing/2014/main" id="{FA955181-B32E-B632-73B9-DA8E5A61320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085300" y="2733675"/>
                    <a:ext cx="131763" cy="30163"/>
                  </a:xfrm>
                  <a:custGeom>
                    <a:avLst/>
                    <a:gdLst>
                      <a:gd name="T0" fmla="*/ 217 w 244"/>
                      <a:gd name="T1" fmla="*/ 0 h 54"/>
                      <a:gd name="T2" fmla="*/ 0 w 244"/>
                      <a:gd name="T3" fmla="*/ 0 h 54"/>
                      <a:gd name="T4" fmla="*/ 0 w 244"/>
                      <a:gd name="T5" fmla="*/ 54 h 54"/>
                      <a:gd name="T6" fmla="*/ 217 w 244"/>
                      <a:gd name="T7" fmla="*/ 54 h 54"/>
                      <a:gd name="T8" fmla="*/ 244 w 244"/>
                      <a:gd name="T9" fmla="*/ 27 h 54"/>
                      <a:gd name="T10" fmla="*/ 217 w 244"/>
                      <a:gd name="T11" fmla="*/ 0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4" h="54">
                        <a:moveTo>
                          <a:pt x="217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54"/>
                          <a:pt x="0" y="54"/>
                          <a:pt x="0" y="54"/>
                        </a:cubicBezTo>
                        <a:cubicBezTo>
                          <a:pt x="217" y="54"/>
                          <a:pt x="217" y="54"/>
                          <a:pt x="217" y="54"/>
                        </a:cubicBezTo>
                        <a:cubicBezTo>
                          <a:pt x="230" y="54"/>
                          <a:pt x="244" y="47"/>
                          <a:pt x="244" y="27"/>
                        </a:cubicBezTo>
                        <a:cubicBezTo>
                          <a:pt x="244" y="13"/>
                          <a:pt x="230" y="0"/>
                          <a:pt x="217" y="0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211" name="Freeform 98">
                    <a:extLst>
                      <a:ext uri="{FF2B5EF4-FFF2-40B4-BE49-F238E27FC236}">
                        <a16:creationId xmlns:a16="http://schemas.microsoft.com/office/drawing/2014/main" id="{32E1B00E-DB29-B742-14CA-E04162CF2DC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085300" y="2851150"/>
                    <a:ext cx="131763" cy="30163"/>
                  </a:xfrm>
                  <a:custGeom>
                    <a:avLst/>
                    <a:gdLst>
                      <a:gd name="T0" fmla="*/ 217 w 244"/>
                      <a:gd name="T1" fmla="*/ 0 h 54"/>
                      <a:gd name="T2" fmla="*/ 0 w 244"/>
                      <a:gd name="T3" fmla="*/ 0 h 54"/>
                      <a:gd name="T4" fmla="*/ 0 w 244"/>
                      <a:gd name="T5" fmla="*/ 54 h 54"/>
                      <a:gd name="T6" fmla="*/ 217 w 244"/>
                      <a:gd name="T7" fmla="*/ 54 h 54"/>
                      <a:gd name="T8" fmla="*/ 244 w 244"/>
                      <a:gd name="T9" fmla="*/ 27 h 54"/>
                      <a:gd name="T10" fmla="*/ 217 w 244"/>
                      <a:gd name="T11" fmla="*/ 0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4" h="54">
                        <a:moveTo>
                          <a:pt x="217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54"/>
                          <a:pt x="0" y="54"/>
                          <a:pt x="0" y="54"/>
                        </a:cubicBezTo>
                        <a:cubicBezTo>
                          <a:pt x="217" y="54"/>
                          <a:pt x="217" y="54"/>
                          <a:pt x="217" y="54"/>
                        </a:cubicBezTo>
                        <a:cubicBezTo>
                          <a:pt x="230" y="54"/>
                          <a:pt x="244" y="41"/>
                          <a:pt x="244" y="27"/>
                        </a:cubicBezTo>
                        <a:cubicBezTo>
                          <a:pt x="244" y="14"/>
                          <a:pt x="230" y="0"/>
                          <a:pt x="217" y="0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212" name="Freeform 99">
                    <a:extLst>
                      <a:ext uri="{FF2B5EF4-FFF2-40B4-BE49-F238E27FC236}">
                        <a16:creationId xmlns:a16="http://schemas.microsoft.com/office/drawing/2014/main" id="{96050D92-F966-6087-7B0A-62DF11BF95C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085300" y="2965450"/>
                    <a:ext cx="131763" cy="28575"/>
                  </a:xfrm>
                  <a:custGeom>
                    <a:avLst/>
                    <a:gdLst>
                      <a:gd name="T0" fmla="*/ 217 w 244"/>
                      <a:gd name="T1" fmla="*/ 0 h 54"/>
                      <a:gd name="T2" fmla="*/ 0 w 244"/>
                      <a:gd name="T3" fmla="*/ 0 h 54"/>
                      <a:gd name="T4" fmla="*/ 0 w 244"/>
                      <a:gd name="T5" fmla="*/ 54 h 54"/>
                      <a:gd name="T6" fmla="*/ 217 w 244"/>
                      <a:gd name="T7" fmla="*/ 54 h 54"/>
                      <a:gd name="T8" fmla="*/ 244 w 244"/>
                      <a:gd name="T9" fmla="*/ 27 h 54"/>
                      <a:gd name="T10" fmla="*/ 217 w 244"/>
                      <a:gd name="T11" fmla="*/ 0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4" h="54">
                        <a:moveTo>
                          <a:pt x="217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54"/>
                          <a:pt x="0" y="54"/>
                          <a:pt x="0" y="54"/>
                        </a:cubicBezTo>
                        <a:cubicBezTo>
                          <a:pt x="217" y="54"/>
                          <a:pt x="217" y="54"/>
                          <a:pt x="217" y="54"/>
                        </a:cubicBezTo>
                        <a:cubicBezTo>
                          <a:pt x="230" y="54"/>
                          <a:pt x="244" y="47"/>
                          <a:pt x="244" y="27"/>
                        </a:cubicBezTo>
                        <a:cubicBezTo>
                          <a:pt x="244" y="13"/>
                          <a:pt x="230" y="0"/>
                          <a:pt x="217" y="0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213" name="Freeform 100">
                    <a:extLst>
                      <a:ext uri="{FF2B5EF4-FFF2-40B4-BE49-F238E27FC236}">
                        <a16:creationId xmlns:a16="http://schemas.microsoft.com/office/drawing/2014/main" id="{7BCB361B-6A89-0CF1-5CED-0EB88B3298A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240750" y="2620963"/>
                    <a:ext cx="131763" cy="30163"/>
                  </a:xfrm>
                  <a:custGeom>
                    <a:avLst/>
                    <a:gdLst>
                      <a:gd name="T0" fmla="*/ 0 w 243"/>
                      <a:gd name="T1" fmla="*/ 28 h 55"/>
                      <a:gd name="T2" fmla="*/ 27 w 243"/>
                      <a:gd name="T3" fmla="*/ 55 h 55"/>
                      <a:gd name="T4" fmla="*/ 243 w 243"/>
                      <a:gd name="T5" fmla="*/ 55 h 55"/>
                      <a:gd name="T6" fmla="*/ 243 w 243"/>
                      <a:gd name="T7" fmla="*/ 0 h 55"/>
                      <a:gd name="T8" fmla="*/ 27 w 243"/>
                      <a:gd name="T9" fmla="*/ 0 h 55"/>
                      <a:gd name="T10" fmla="*/ 0 w 243"/>
                      <a:gd name="T11" fmla="*/ 28 h 5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3" h="55">
                        <a:moveTo>
                          <a:pt x="0" y="28"/>
                        </a:moveTo>
                        <a:cubicBezTo>
                          <a:pt x="0" y="41"/>
                          <a:pt x="14" y="55"/>
                          <a:pt x="27" y="55"/>
                        </a:cubicBezTo>
                        <a:cubicBezTo>
                          <a:pt x="243" y="55"/>
                          <a:pt x="243" y="55"/>
                          <a:pt x="243" y="55"/>
                        </a:cubicBezTo>
                        <a:cubicBezTo>
                          <a:pt x="243" y="0"/>
                          <a:pt x="243" y="0"/>
                          <a:pt x="243" y="0"/>
                        </a:cubicBezTo>
                        <a:cubicBezTo>
                          <a:pt x="27" y="0"/>
                          <a:pt x="27" y="0"/>
                          <a:pt x="27" y="0"/>
                        </a:cubicBezTo>
                        <a:cubicBezTo>
                          <a:pt x="14" y="0"/>
                          <a:pt x="0" y="14"/>
                          <a:pt x="0" y="28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214" name="Freeform 101">
                    <a:extLst>
                      <a:ext uri="{FF2B5EF4-FFF2-40B4-BE49-F238E27FC236}">
                        <a16:creationId xmlns:a16="http://schemas.microsoft.com/office/drawing/2014/main" id="{40658641-CF54-4C7D-D728-4E5383FAEE4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240750" y="2733675"/>
                    <a:ext cx="131763" cy="30163"/>
                  </a:xfrm>
                  <a:custGeom>
                    <a:avLst/>
                    <a:gdLst>
                      <a:gd name="T0" fmla="*/ 0 w 243"/>
                      <a:gd name="T1" fmla="*/ 27 h 54"/>
                      <a:gd name="T2" fmla="*/ 27 w 243"/>
                      <a:gd name="T3" fmla="*/ 54 h 54"/>
                      <a:gd name="T4" fmla="*/ 243 w 243"/>
                      <a:gd name="T5" fmla="*/ 54 h 54"/>
                      <a:gd name="T6" fmla="*/ 243 w 243"/>
                      <a:gd name="T7" fmla="*/ 0 h 54"/>
                      <a:gd name="T8" fmla="*/ 27 w 243"/>
                      <a:gd name="T9" fmla="*/ 0 h 54"/>
                      <a:gd name="T10" fmla="*/ 0 w 243"/>
                      <a:gd name="T11" fmla="*/ 27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3" h="54">
                        <a:moveTo>
                          <a:pt x="0" y="27"/>
                        </a:moveTo>
                        <a:cubicBezTo>
                          <a:pt x="0" y="47"/>
                          <a:pt x="14" y="54"/>
                          <a:pt x="27" y="54"/>
                        </a:cubicBezTo>
                        <a:cubicBezTo>
                          <a:pt x="243" y="54"/>
                          <a:pt x="243" y="54"/>
                          <a:pt x="243" y="54"/>
                        </a:cubicBezTo>
                        <a:cubicBezTo>
                          <a:pt x="243" y="0"/>
                          <a:pt x="243" y="0"/>
                          <a:pt x="243" y="0"/>
                        </a:cubicBezTo>
                        <a:cubicBezTo>
                          <a:pt x="27" y="0"/>
                          <a:pt x="27" y="0"/>
                          <a:pt x="27" y="0"/>
                        </a:cubicBezTo>
                        <a:cubicBezTo>
                          <a:pt x="14" y="0"/>
                          <a:pt x="0" y="13"/>
                          <a:pt x="0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215" name="Freeform 102">
                    <a:extLst>
                      <a:ext uri="{FF2B5EF4-FFF2-40B4-BE49-F238E27FC236}">
                        <a16:creationId xmlns:a16="http://schemas.microsoft.com/office/drawing/2014/main" id="{DDB80648-5F54-7C71-2231-8FF5433B5AE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240750" y="2851150"/>
                    <a:ext cx="131763" cy="30163"/>
                  </a:xfrm>
                  <a:custGeom>
                    <a:avLst/>
                    <a:gdLst>
                      <a:gd name="T0" fmla="*/ 0 w 243"/>
                      <a:gd name="T1" fmla="*/ 27 h 54"/>
                      <a:gd name="T2" fmla="*/ 27 w 243"/>
                      <a:gd name="T3" fmla="*/ 54 h 54"/>
                      <a:gd name="T4" fmla="*/ 243 w 243"/>
                      <a:gd name="T5" fmla="*/ 54 h 54"/>
                      <a:gd name="T6" fmla="*/ 243 w 243"/>
                      <a:gd name="T7" fmla="*/ 0 h 54"/>
                      <a:gd name="T8" fmla="*/ 27 w 243"/>
                      <a:gd name="T9" fmla="*/ 0 h 54"/>
                      <a:gd name="T10" fmla="*/ 0 w 243"/>
                      <a:gd name="T11" fmla="*/ 27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3" h="54">
                        <a:moveTo>
                          <a:pt x="0" y="27"/>
                        </a:moveTo>
                        <a:cubicBezTo>
                          <a:pt x="0" y="41"/>
                          <a:pt x="14" y="54"/>
                          <a:pt x="27" y="54"/>
                        </a:cubicBezTo>
                        <a:cubicBezTo>
                          <a:pt x="243" y="54"/>
                          <a:pt x="243" y="54"/>
                          <a:pt x="243" y="54"/>
                        </a:cubicBezTo>
                        <a:cubicBezTo>
                          <a:pt x="243" y="0"/>
                          <a:pt x="243" y="0"/>
                          <a:pt x="243" y="0"/>
                        </a:cubicBezTo>
                        <a:cubicBezTo>
                          <a:pt x="27" y="0"/>
                          <a:pt x="27" y="0"/>
                          <a:pt x="27" y="0"/>
                        </a:cubicBezTo>
                        <a:cubicBezTo>
                          <a:pt x="14" y="0"/>
                          <a:pt x="0" y="14"/>
                          <a:pt x="0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216" name="Freeform 103">
                    <a:extLst>
                      <a:ext uri="{FF2B5EF4-FFF2-40B4-BE49-F238E27FC236}">
                        <a16:creationId xmlns:a16="http://schemas.microsoft.com/office/drawing/2014/main" id="{FA30AB7C-169F-EB18-B199-C5B6EEB52E9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240750" y="2965450"/>
                    <a:ext cx="131763" cy="28575"/>
                  </a:xfrm>
                  <a:custGeom>
                    <a:avLst/>
                    <a:gdLst>
                      <a:gd name="T0" fmla="*/ 0 w 243"/>
                      <a:gd name="T1" fmla="*/ 27 h 54"/>
                      <a:gd name="T2" fmla="*/ 27 w 243"/>
                      <a:gd name="T3" fmla="*/ 54 h 54"/>
                      <a:gd name="T4" fmla="*/ 243 w 243"/>
                      <a:gd name="T5" fmla="*/ 54 h 54"/>
                      <a:gd name="T6" fmla="*/ 243 w 243"/>
                      <a:gd name="T7" fmla="*/ 0 h 54"/>
                      <a:gd name="T8" fmla="*/ 27 w 243"/>
                      <a:gd name="T9" fmla="*/ 0 h 54"/>
                      <a:gd name="T10" fmla="*/ 0 w 243"/>
                      <a:gd name="T11" fmla="*/ 27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3" h="54">
                        <a:moveTo>
                          <a:pt x="0" y="27"/>
                        </a:moveTo>
                        <a:cubicBezTo>
                          <a:pt x="0" y="47"/>
                          <a:pt x="14" y="54"/>
                          <a:pt x="27" y="54"/>
                        </a:cubicBezTo>
                        <a:cubicBezTo>
                          <a:pt x="243" y="54"/>
                          <a:pt x="243" y="54"/>
                          <a:pt x="243" y="54"/>
                        </a:cubicBezTo>
                        <a:cubicBezTo>
                          <a:pt x="243" y="0"/>
                          <a:pt x="243" y="0"/>
                          <a:pt x="243" y="0"/>
                        </a:cubicBezTo>
                        <a:cubicBezTo>
                          <a:pt x="27" y="0"/>
                          <a:pt x="27" y="0"/>
                          <a:pt x="27" y="0"/>
                        </a:cubicBezTo>
                        <a:cubicBezTo>
                          <a:pt x="14" y="0"/>
                          <a:pt x="0" y="13"/>
                          <a:pt x="0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217" name="Freeform 104">
                    <a:extLst>
                      <a:ext uri="{FF2B5EF4-FFF2-40B4-BE49-F238E27FC236}">
                        <a16:creationId xmlns:a16="http://schemas.microsoft.com/office/drawing/2014/main" id="{DA641175-1E98-2D17-20D2-1F5CD98C4B6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540788" y="2320925"/>
                    <a:ext cx="28575" cy="128588"/>
                  </a:xfrm>
                  <a:custGeom>
                    <a:avLst/>
                    <a:gdLst>
                      <a:gd name="T0" fmla="*/ 54 w 54"/>
                      <a:gd name="T1" fmla="*/ 27 h 237"/>
                      <a:gd name="T2" fmla="*/ 27 w 54"/>
                      <a:gd name="T3" fmla="*/ 0 h 237"/>
                      <a:gd name="T4" fmla="*/ 0 w 54"/>
                      <a:gd name="T5" fmla="*/ 27 h 237"/>
                      <a:gd name="T6" fmla="*/ 0 w 54"/>
                      <a:gd name="T7" fmla="*/ 237 h 237"/>
                      <a:gd name="T8" fmla="*/ 54 w 54"/>
                      <a:gd name="T9" fmla="*/ 237 h 237"/>
                      <a:gd name="T10" fmla="*/ 54 w 54"/>
                      <a:gd name="T11" fmla="*/ 27 h 237"/>
                      <a:gd name="T12" fmla="*/ 54 w 54"/>
                      <a:gd name="T13" fmla="*/ 27 h 2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7">
                        <a:moveTo>
                          <a:pt x="54" y="27"/>
                        </a:moveTo>
                        <a:cubicBezTo>
                          <a:pt x="54" y="14"/>
                          <a:pt x="40" y="0"/>
                          <a:pt x="27" y="0"/>
                        </a:cubicBezTo>
                        <a:cubicBezTo>
                          <a:pt x="13" y="0"/>
                          <a:pt x="0" y="14"/>
                          <a:pt x="0" y="27"/>
                        </a:cubicBezTo>
                        <a:cubicBezTo>
                          <a:pt x="0" y="237"/>
                          <a:pt x="0" y="237"/>
                          <a:pt x="0" y="237"/>
                        </a:cubicBezTo>
                        <a:cubicBezTo>
                          <a:pt x="54" y="237"/>
                          <a:pt x="54" y="237"/>
                          <a:pt x="54" y="23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218" name="Freeform 105">
                    <a:extLst>
                      <a:ext uri="{FF2B5EF4-FFF2-40B4-BE49-F238E27FC236}">
                        <a16:creationId xmlns:a16="http://schemas.microsoft.com/office/drawing/2014/main" id="{98FE98E0-5DDA-3516-D45A-2CAB7742BD5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658263" y="2320925"/>
                    <a:ext cx="28575" cy="128588"/>
                  </a:xfrm>
                  <a:custGeom>
                    <a:avLst/>
                    <a:gdLst>
                      <a:gd name="T0" fmla="*/ 54 w 54"/>
                      <a:gd name="T1" fmla="*/ 27 h 237"/>
                      <a:gd name="T2" fmla="*/ 27 w 54"/>
                      <a:gd name="T3" fmla="*/ 0 h 237"/>
                      <a:gd name="T4" fmla="*/ 0 w 54"/>
                      <a:gd name="T5" fmla="*/ 27 h 237"/>
                      <a:gd name="T6" fmla="*/ 0 w 54"/>
                      <a:gd name="T7" fmla="*/ 237 h 237"/>
                      <a:gd name="T8" fmla="*/ 54 w 54"/>
                      <a:gd name="T9" fmla="*/ 237 h 237"/>
                      <a:gd name="T10" fmla="*/ 54 w 54"/>
                      <a:gd name="T11" fmla="*/ 27 h 237"/>
                      <a:gd name="T12" fmla="*/ 54 w 54"/>
                      <a:gd name="T13" fmla="*/ 27 h 2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7">
                        <a:moveTo>
                          <a:pt x="54" y="27"/>
                        </a:moveTo>
                        <a:cubicBezTo>
                          <a:pt x="54" y="14"/>
                          <a:pt x="40" y="0"/>
                          <a:pt x="27" y="0"/>
                        </a:cubicBezTo>
                        <a:cubicBezTo>
                          <a:pt x="13" y="0"/>
                          <a:pt x="0" y="14"/>
                          <a:pt x="0" y="27"/>
                        </a:cubicBezTo>
                        <a:cubicBezTo>
                          <a:pt x="0" y="237"/>
                          <a:pt x="0" y="237"/>
                          <a:pt x="0" y="237"/>
                        </a:cubicBezTo>
                        <a:cubicBezTo>
                          <a:pt x="54" y="237"/>
                          <a:pt x="54" y="237"/>
                          <a:pt x="54" y="23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219" name="Freeform 106">
                    <a:extLst>
                      <a:ext uri="{FF2B5EF4-FFF2-40B4-BE49-F238E27FC236}">
                        <a16:creationId xmlns:a16="http://schemas.microsoft.com/office/drawing/2014/main" id="{0DC7D0A2-2371-1577-AA60-E0A1590043C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770975" y="2320925"/>
                    <a:ext cx="30163" cy="128588"/>
                  </a:xfrm>
                  <a:custGeom>
                    <a:avLst/>
                    <a:gdLst>
                      <a:gd name="T0" fmla="*/ 54 w 54"/>
                      <a:gd name="T1" fmla="*/ 27 h 237"/>
                      <a:gd name="T2" fmla="*/ 27 w 54"/>
                      <a:gd name="T3" fmla="*/ 0 h 237"/>
                      <a:gd name="T4" fmla="*/ 0 w 54"/>
                      <a:gd name="T5" fmla="*/ 27 h 237"/>
                      <a:gd name="T6" fmla="*/ 0 w 54"/>
                      <a:gd name="T7" fmla="*/ 237 h 237"/>
                      <a:gd name="T8" fmla="*/ 54 w 54"/>
                      <a:gd name="T9" fmla="*/ 237 h 237"/>
                      <a:gd name="T10" fmla="*/ 54 w 54"/>
                      <a:gd name="T11" fmla="*/ 27 h 237"/>
                      <a:gd name="T12" fmla="*/ 54 w 54"/>
                      <a:gd name="T13" fmla="*/ 27 h 2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7">
                        <a:moveTo>
                          <a:pt x="54" y="27"/>
                        </a:moveTo>
                        <a:cubicBezTo>
                          <a:pt x="54" y="14"/>
                          <a:pt x="40" y="0"/>
                          <a:pt x="27" y="0"/>
                        </a:cubicBezTo>
                        <a:cubicBezTo>
                          <a:pt x="13" y="0"/>
                          <a:pt x="0" y="14"/>
                          <a:pt x="0" y="27"/>
                        </a:cubicBezTo>
                        <a:cubicBezTo>
                          <a:pt x="0" y="237"/>
                          <a:pt x="0" y="237"/>
                          <a:pt x="0" y="237"/>
                        </a:cubicBezTo>
                        <a:cubicBezTo>
                          <a:pt x="54" y="237"/>
                          <a:pt x="54" y="237"/>
                          <a:pt x="54" y="23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220" name="Freeform 107">
                    <a:extLst>
                      <a:ext uri="{FF2B5EF4-FFF2-40B4-BE49-F238E27FC236}">
                        <a16:creationId xmlns:a16="http://schemas.microsoft.com/office/drawing/2014/main" id="{74E2A8BB-C809-12CE-1A64-2341E52635B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886863" y="2320925"/>
                    <a:ext cx="30163" cy="128588"/>
                  </a:xfrm>
                  <a:custGeom>
                    <a:avLst/>
                    <a:gdLst>
                      <a:gd name="T0" fmla="*/ 54 w 54"/>
                      <a:gd name="T1" fmla="*/ 27 h 237"/>
                      <a:gd name="T2" fmla="*/ 27 w 54"/>
                      <a:gd name="T3" fmla="*/ 0 h 237"/>
                      <a:gd name="T4" fmla="*/ 0 w 54"/>
                      <a:gd name="T5" fmla="*/ 27 h 237"/>
                      <a:gd name="T6" fmla="*/ 0 w 54"/>
                      <a:gd name="T7" fmla="*/ 237 h 237"/>
                      <a:gd name="T8" fmla="*/ 54 w 54"/>
                      <a:gd name="T9" fmla="*/ 237 h 237"/>
                      <a:gd name="T10" fmla="*/ 54 w 54"/>
                      <a:gd name="T11" fmla="*/ 27 h 237"/>
                      <a:gd name="T12" fmla="*/ 54 w 54"/>
                      <a:gd name="T13" fmla="*/ 27 h 2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7">
                        <a:moveTo>
                          <a:pt x="54" y="27"/>
                        </a:moveTo>
                        <a:cubicBezTo>
                          <a:pt x="54" y="14"/>
                          <a:pt x="40" y="0"/>
                          <a:pt x="27" y="0"/>
                        </a:cubicBezTo>
                        <a:cubicBezTo>
                          <a:pt x="13" y="0"/>
                          <a:pt x="0" y="14"/>
                          <a:pt x="0" y="27"/>
                        </a:cubicBezTo>
                        <a:cubicBezTo>
                          <a:pt x="0" y="237"/>
                          <a:pt x="0" y="237"/>
                          <a:pt x="0" y="237"/>
                        </a:cubicBezTo>
                        <a:cubicBezTo>
                          <a:pt x="54" y="237"/>
                          <a:pt x="54" y="237"/>
                          <a:pt x="54" y="23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221" name="Freeform 108">
                    <a:extLst>
                      <a:ext uri="{FF2B5EF4-FFF2-40B4-BE49-F238E27FC236}">
                        <a16:creationId xmlns:a16="http://schemas.microsoft.com/office/drawing/2014/main" id="{BDE50E54-5D5F-1E9C-3CAD-64CC5860B38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540788" y="3165475"/>
                    <a:ext cx="28575" cy="128588"/>
                  </a:xfrm>
                  <a:custGeom>
                    <a:avLst/>
                    <a:gdLst>
                      <a:gd name="T0" fmla="*/ 0 w 54"/>
                      <a:gd name="T1" fmla="*/ 211 h 238"/>
                      <a:gd name="T2" fmla="*/ 27 w 54"/>
                      <a:gd name="T3" fmla="*/ 238 h 238"/>
                      <a:gd name="T4" fmla="*/ 54 w 54"/>
                      <a:gd name="T5" fmla="*/ 211 h 238"/>
                      <a:gd name="T6" fmla="*/ 54 w 54"/>
                      <a:gd name="T7" fmla="*/ 0 h 238"/>
                      <a:gd name="T8" fmla="*/ 0 w 54"/>
                      <a:gd name="T9" fmla="*/ 0 h 238"/>
                      <a:gd name="T10" fmla="*/ 0 w 54"/>
                      <a:gd name="T11" fmla="*/ 211 h 238"/>
                      <a:gd name="T12" fmla="*/ 0 w 54"/>
                      <a:gd name="T13" fmla="*/ 211 h 2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8">
                        <a:moveTo>
                          <a:pt x="0" y="211"/>
                        </a:moveTo>
                        <a:cubicBezTo>
                          <a:pt x="0" y="231"/>
                          <a:pt x="13" y="238"/>
                          <a:pt x="27" y="238"/>
                        </a:cubicBezTo>
                        <a:cubicBezTo>
                          <a:pt x="40" y="238"/>
                          <a:pt x="54" y="231"/>
                          <a:pt x="54" y="211"/>
                        </a:cubicBezTo>
                        <a:cubicBezTo>
                          <a:pt x="54" y="0"/>
                          <a:pt x="54" y="0"/>
                          <a:pt x="54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222" name="Freeform 109">
                    <a:extLst>
                      <a:ext uri="{FF2B5EF4-FFF2-40B4-BE49-F238E27FC236}">
                        <a16:creationId xmlns:a16="http://schemas.microsoft.com/office/drawing/2014/main" id="{A1C0E81D-F570-0476-4A98-0D924DF84CB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658263" y="3165475"/>
                    <a:ext cx="28575" cy="128588"/>
                  </a:xfrm>
                  <a:custGeom>
                    <a:avLst/>
                    <a:gdLst>
                      <a:gd name="T0" fmla="*/ 0 w 54"/>
                      <a:gd name="T1" fmla="*/ 211 h 238"/>
                      <a:gd name="T2" fmla="*/ 27 w 54"/>
                      <a:gd name="T3" fmla="*/ 238 h 238"/>
                      <a:gd name="T4" fmla="*/ 54 w 54"/>
                      <a:gd name="T5" fmla="*/ 211 h 238"/>
                      <a:gd name="T6" fmla="*/ 54 w 54"/>
                      <a:gd name="T7" fmla="*/ 0 h 238"/>
                      <a:gd name="T8" fmla="*/ 0 w 54"/>
                      <a:gd name="T9" fmla="*/ 0 h 238"/>
                      <a:gd name="T10" fmla="*/ 0 w 54"/>
                      <a:gd name="T11" fmla="*/ 211 h 238"/>
                      <a:gd name="T12" fmla="*/ 0 w 54"/>
                      <a:gd name="T13" fmla="*/ 211 h 2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8">
                        <a:moveTo>
                          <a:pt x="0" y="211"/>
                        </a:moveTo>
                        <a:cubicBezTo>
                          <a:pt x="0" y="231"/>
                          <a:pt x="13" y="238"/>
                          <a:pt x="27" y="238"/>
                        </a:cubicBezTo>
                        <a:cubicBezTo>
                          <a:pt x="40" y="238"/>
                          <a:pt x="54" y="231"/>
                          <a:pt x="54" y="211"/>
                        </a:cubicBezTo>
                        <a:cubicBezTo>
                          <a:pt x="54" y="0"/>
                          <a:pt x="54" y="0"/>
                          <a:pt x="54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223" name="Freeform 110">
                    <a:extLst>
                      <a:ext uri="{FF2B5EF4-FFF2-40B4-BE49-F238E27FC236}">
                        <a16:creationId xmlns:a16="http://schemas.microsoft.com/office/drawing/2014/main" id="{B46F3A19-B5AF-0403-4320-EE772D418A6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770975" y="3165475"/>
                    <a:ext cx="30163" cy="128588"/>
                  </a:xfrm>
                  <a:custGeom>
                    <a:avLst/>
                    <a:gdLst>
                      <a:gd name="T0" fmla="*/ 0 w 54"/>
                      <a:gd name="T1" fmla="*/ 211 h 238"/>
                      <a:gd name="T2" fmla="*/ 27 w 54"/>
                      <a:gd name="T3" fmla="*/ 238 h 238"/>
                      <a:gd name="T4" fmla="*/ 54 w 54"/>
                      <a:gd name="T5" fmla="*/ 211 h 238"/>
                      <a:gd name="T6" fmla="*/ 54 w 54"/>
                      <a:gd name="T7" fmla="*/ 0 h 238"/>
                      <a:gd name="T8" fmla="*/ 0 w 54"/>
                      <a:gd name="T9" fmla="*/ 0 h 238"/>
                      <a:gd name="T10" fmla="*/ 0 w 54"/>
                      <a:gd name="T11" fmla="*/ 211 h 238"/>
                      <a:gd name="T12" fmla="*/ 0 w 54"/>
                      <a:gd name="T13" fmla="*/ 211 h 2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8">
                        <a:moveTo>
                          <a:pt x="0" y="211"/>
                        </a:moveTo>
                        <a:cubicBezTo>
                          <a:pt x="0" y="231"/>
                          <a:pt x="13" y="238"/>
                          <a:pt x="27" y="238"/>
                        </a:cubicBezTo>
                        <a:cubicBezTo>
                          <a:pt x="40" y="238"/>
                          <a:pt x="54" y="231"/>
                          <a:pt x="54" y="211"/>
                        </a:cubicBezTo>
                        <a:cubicBezTo>
                          <a:pt x="54" y="0"/>
                          <a:pt x="54" y="0"/>
                          <a:pt x="54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224" name="Freeform 111">
                    <a:extLst>
                      <a:ext uri="{FF2B5EF4-FFF2-40B4-BE49-F238E27FC236}">
                        <a16:creationId xmlns:a16="http://schemas.microsoft.com/office/drawing/2014/main" id="{8FE9546D-5432-A1CA-3A90-BA60C5142BB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886863" y="3165475"/>
                    <a:ext cx="30163" cy="128588"/>
                  </a:xfrm>
                  <a:custGeom>
                    <a:avLst/>
                    <a:gdLst>
                      <a:gd name="T0" fmla="*/ 0 w 54"/>
                      <a:gd name="T1" fmla="*/ 211 h 238"/>
                      <a:gd name="T2" fmla="*/ 27 w 54"/>
                      <a:gd name="T3" fmla="*/ 238 h 238"/>
                      <a:gd name="T4" fmla="*/ 54 w 54"/>
                      <a:gd name="T5" fmla="*/ 211 h 238"/>
                      <a:gd name="T6" fmla="*/ 54 w 54"/>
                      <a:gd name="T7" fmla="*/ 0 h 238"/>
                      <a:gd name="T8" fmla="*/ 0 w 54"/>
                      <a:gd name="T9" fmla="*/ 0 h 238"/>
                      <a:gd name="T10" fmla="*/ 0 w 54"/>
                      <a:gd name="T11" fmla="*/ 211 h 238"/>
                      <a:gd name="T12" fmla="*/ 0 w 54"/>
                      <a:gd name="T13" fmla="*/ 211 h 2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8">
                        <a:moveTo>
                          <a:pt x="0" y="211"/>
                        </a:moveTo>
                        <a:cubicBezTo>
                          <a:pt x="0" y="231"/>
                          <a:pt x="13" y="238"/>
                          <a:pt x="27" y="238"/>
                        </a:cubicBezTo>
                        <a:cubicBezTo>
                          <a:pt x="40" y="238"/>
                          <a:pt x="54" y="231"/>
                          <a:pt x="54" y="211"/>
                        </a:cubicBezTo>
                        <a:cubicBezTo>
                          <a:pt x="54" y="0"/>
                          <a:pt x="54" y="0"/>
                          <a:pt x="54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225" name="Freeform 112">
                    <a:extLst>
                      <a:ext uri="{FF2B5EF4-FFF2-40B4-BE49-F238E27FC236}">
                        <a16:creationId xmlns:a16="http://schemas.microsoft.com/office/drawing/2014/main" id="{524188E6-3A4F-913D-8D14-8FB0A55D04ED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21401088" y="2478088"/>
                    <a:ext cx="654050" cy="658813"/>
                  </a:xfrm>
                  <a:custGeom>
                    <a:avLst/>
                    <a:gdLst>
                      <a:gd name="T0" fmla="*/ 952 w 1208"/>
                      <a:gd name="T1" fmla="*/ 0 h 1215"/>
                      <a:gd name="T2" fmla="*/ 736 w 1208"/>
                      <a:gd name="T3" fmla="*/ 0 h 1215"/>
                      <a:gd name="T4" fmla="*/ 526 w 1208"/>
                      <a:gd name="T5" fmla="*/ 0 h 1215"/>
                      <a:gd name="T6" fmla="*/ 310 w 1208"/>
                      <a:gd name="T7" fmla="*/ 0 h 1215"/>
                      <a:gd name="T8" fmla="*/ 128 w 1208"/>
                      <a:gd name="T9" fmla="*/ 0 h 1215"/>
                      <a:gd name="T10" fmla="*/ 0 w 1208"/>
                      <a:gd name="T11" fmla="*/ 264 h 1215"/>
                      <a:gd name="T12" fmla="*/ 0 w 1208"/>
                      <a:gd name="T13" fmla="*/ 473 h 1215"/>
                      <a:gd name="T14" fmla="*/ 0 w 1208"/>
                      <a:gd name="T15" fmla="*/ 689 h 1215"/>
                      <a:gd name="T16" fmla="*/ 0 w 1208"/>
                      <a:gd name="T17" fmla="*/ 898 h 1215"/>
                      <a:gd name="T18" fmla="*/ 0 w 1208"/>
                      <a:gd name="T19" fmla="*/ 1087 h 1215"/>
                      <a:gd name="T20" fmla="*/ 256 w 1208"/>
                      <a:gd name="T21" fmla="*/ 1215 h 1215"/>
                      <a:gd name="T22" fmla="*/ 472 w 1208"/>
                      <a:gd name="T23" fmla="*/ 1215 h 1215"/>
                      <a:gd name="T24" fmla="*/ 682 w 1208"/>
                      <a:gd name="T25" fmla="*/ 1215 h 1215"/>
                      <a:gd name="T26" fmla="*/ 898 w 1208"/>
                      <a:gd name="T27" fmla="*/ 1215 h 1215"/>
                      <a:gd name="T28" fmla="*/ 1080 w 1208"/>
                      <a:gd name="T29" fmla="*/ 1215 h 1215"/>
                      <a:gd name="T30" fmla="*/ 1208 w 1208"/>
                      <a:gd name="T31" fmla="*/ 952 h 1215"/>
                      <a:gd name="T32" fmla="*/ 1208 w 1208"/>
                      <a:gd name="T33" fmla="*/ 743 h 1215"/>
                      <a:gd name="T34" fmla="*/ 1208 w 1208"/>
                      <a:gd name="T35" fmla="*/ 527 h 1215"/>
                      <a:gd name="T36" fmla="*/ 1208 w 1208"/>
                      <a:gd name="T37" fmla="*/ 318 h 1215"/>
                      <a:gd name="T38" fmla="*/ 1208 w 1208"/>
                      <a:gd name="T39" fmla="*/ 129 h 1215"/>
                      <a:gd name="T40" fmla="*/ 1154 w 1208"/>
                      <a:gd name="T41" fmla="*/ 264 h 1215"/>
                      <a:gd name="T42" fmla="*/ 1154 w 1208"/>
                      <a:gd name="T43" fmla="*/ 473 h 1215"/>
                      <a:gd name="T44" fmla="*/ 1154 w 1208"/>
                      <a:gd name="T45" fmla="*/ 689 h 1215"/>
                      <a:gd name="T46" fmla="*/ 1154 w 1208"/>
                      <a:gd name="T47" fmla="*/ 898 h 1215"/>
                      <a:gd name="T48" fmla="*/ 1154 w 1208"/>
                      <a:gd name="T49" fmla="*/ 1087 h 1215"/>
                      <a:gd name="T50" fmla="*/ 952 w 1208"/>
                      <a:gd name="T51" fmla="*/ 1161 h 1215"/>
                      <a:gd name="T52" fmla="*/ 736 w 1208"/>
                      <a:gd name="T53" fmla="*/ 1161 h 1215"/>
                      <a:gd name="T54" fmla="*/ 526 w 1208"/>
                      <a:gd name="T55" fmla="*/ 1161 h 1215"/>
                      <a:gd name="T56" fmla="*/ 310 w 1208"/>
                      <a:gd name="T57" fmla="*/ 1161 h 1215"/>
                      <a:gd name="T58" fmla="*/ 128 w 1208"/>
                      <a:gd name="T59" fmla="*/ 1161 h 1215"/>
                      <a:gd name="T60" fmla="*/ 54 w 1208"/>
                      <a:gd name="T61" fmla="*/ 952 h 1215"/>
                      <a:gd name="T62" fmla="*/ 54 w 1208"/>
                      <a:gd name="T63" fmla="*/ 743 h 1215"/>
                      <a:gd name="T64" fmla="*/ 54 w 1208"/>
                      <a:gd name="T65" fmla="*/ 527 h 1215"/>
                      <a:gd name="T66" fmla="*/ 54 w 1208"/>
                      <a:gd name="T67" fmla="*/ 318 h 1215"/>
                      <a:gd name="T68" fmla="*/ 54 w 1208"/>
                      <a:gd name="T69" fmla="*/ 129 h 1215"/>
                      <a:gd name="T70" fmla="*/ 256 w 1208"/>
                      <a:gd name="T71" fmla="*/ 54 h 1215"/>
                      <a:gd name="T72" fmla="*/ 472 w 1208"/>
                      <a:gd name="T73" fmla="*/ 54 h 1215"/>
                      <a:gd name="T74" fmla="*/ 682 w 1208"/>
                      <a:gd name="T75" fmla="*/ 54 h 1215"/>
                      <a:gd name="T76" fmla="*/ 898 w 1208"/>
                      <a:gd name="T77" fmla="*/ 54 h 1215"/>
                      <a:gd name="T78" fmla="*/ 1080 w 1208"/>
                      <a:gd name="T79" fmla="*/ 54 h 1215"/>
                      <a:gd name="T80" fmla="*/ 1154 w 1208"/>
                      <a:gd name="T81" fmla="*/ 264 h 121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</a:cxnLst>
                    <a:rect l="0" t="0" r="r" b="b"/>
                    <a:pathLst>
                      <a:path w="1208" h="1215">
                        <a:moveTo>
                          <a:pt x="1080" y="0"/>
                        </a:moveTo>
                        <a:cubicBezTo>
                          <a:pt x="952" y="0"/>
                          <a:pt x="952" y="0"/>
                          <a:pt x="952" y="0"/>
                        </a:cubicBezTo>
                        <a:cubicBezTo>
                          <a:pt x="898" y="0"/>
                          <a:pt x="898" y="0"/>
                          <a:pt x="898" y="0"/>
                        </a:cubicBezTo>
                        <a:cubicBezTo>
                          <a:pt x="736" y="0"/>
                          <a:pt x="736" y="0"/>
                          <a:pt x="736" y="0"/>
                        </a:cubicBezTo>
                        <a:cubicBezTo>
                          <a:pt x="682" y="0"/>
                          <a:pt x="682" y="0"/>
                          <a:pt x="682" y="0"/>
                        </a:cubicBezTo>
                        <a:cubicBezTo>
                          <a:pt x="526" y="0"/>
                          <a:pt x="526" y="0"/>
                          <a:pt x="526" y="0"/>
                        </a:cubicBezTo>
                        <a:cubicBezTo>
                          <a:pt x="472" y="0"/>
                          <a:pt x="472" y="0"/>
                          <a:pt x="472" y="0"/>
                        </a:cubicBezTo>
                        <a:cubicBezTo>
                          <a:pt x="310" y="0"/>
                          <a:pt x="310" y="0"/>
                          <a:pt x="310" y="0"/>
                        </a:cubicBezTo>
                        <a:cubicBezTo>
                          <a:pt x="256" y="0"/>
                          <a:pt x="256" y="0"/>
                          <a:pt x="256" y="0"/>
                        </a:cubicBezTo>
                        <a:cubicBezTo>
                          <a:pt x="128" y="0"/>
                          <a:pt x="128" y="0"/>
                          <a:pt x="128" y="0"/>
                        </a:cubicBezTo>
                        <a:cubicBezTo>
                          <a:pt x="54" y="0"/>
                          <a:pt x="0" y="61"/>
                          <a:pt x="0" y="129"/>
                        </a:cubicBezTo>
                        <a:cubicBezTo>
                          <a:pt x="0" y="264"/>
                          <a:pt x="0" y="264"/>
                          <a:pt x="0" y="264"/>
                        </a:cubicBezTo>
                        <a:cubicBezTo>
                          <a:pt x="0" y="318"/>
                          <a:pt x="0" y="318"/>
                          <a:pt x="0" y="318"/>
                        </a:cubicBezTo>
                        <a:cubicBezTo>
                          <a:pt x="0" y="473"/>
                          <a:pt x="0" y="473"/>
                          <a:pt x="0" y="473"/>
                        </a:cubicBezTo>
                        <a:cubicBezTo>
                          <a:pt x="0" y="527"/>
                          <a:pt x="0" y="527"/>
                          <a:pt x="0" y="527"/>
                        </a:cubicBezTo>
                        <a:cubicBezTo>
                          <a:pt x="0" y="689"/>
                          <a:pt x="0" y="689"/>
                          <a:pt x="0" y="689"/>
                        </a:cubicBezTo>
                        <a:cubicBezTo>
                          <a:pt x="0" y="743"/>
                          <a:pt x="0" y="743"/>
                          <a:pt x="0" y="743"/>
                        </a:cubicBezTo>
                        <a:cubicBezTo>
                          <a:pt x="0" y="898"/>
                          <a:pt x="0" y="898"/>
                          <a:pt x="0" y="898"/>
                        </a:cubicBezTo>
                        <a:cubicBezTo>
                          <a:pt x="0" y="952"/>
                          <a:pt x="0" y="952"/>
                          <a:pt x="0" y="952"/>
                        </a:cubicBezTo>
                        <a:cubicBezTo>
                          <a:pt x="0" y="1087"/>
                          <a:pt x="0" y="1087"/>
                          <a:pt x="0" y="1087"/>
                        </a:cubicBezTo>
                        <a:cubicBezTo>
                          <a:pt x="0" y="1161"/>
                          <a:pt x="54" y="1215"/>
                          <a:pt x="128" y="1215"/>
                        </a:cubicBezTo>
                        <a:cubicBezTo>
                          <a:pt x="256" y="1215"/>
                          <a:pt x="256" y="1215"/>
                          <a:pt x="256" y="1215"/>
                        </a:cubicBezTo>
                        <a:cubicBezTo>
                          <a:pt x="310" y="1215"/>
                          <a:pt x="310" y="1215"/>
                          <a:pt x="310" y="1215"/>
                        </a:cubicBezTo>
                        <a:cubicBezTo>
                          <a:pt x="472" y="1215"/>
                          <a:pt x="472" y="1215"/>
                          <a:pt x="472" y="1215"/>
                        </a:cubicBezTo>
                        <a:cubicBezTo>
                          <a:pt x="526" y="1215"/>
                          <a:pt x="526" y="1215"/>
                          <a:pt x="526" y="1215"/>
                        </a:cubicBezTo>
                        <a:cubicBezTo>
                          <a:pt x="682" y="1215"/>
                          <a:pt x="682" y="1215"/>
                          <a:pt x="682" y="1215"/>
                        </a:cubicBezTo>
                        <a:cubicBezTo>
                          <a:pt x="736" y="1215"/>
                          <a:pt x="736" y="1215"/>
                          <a:pt x="736" y="1215"/>
                        </a:cubicBezTo>
                        <a:cubicBezTo>
                          <a:pt x="898" y="1215"/>
                          <a:pt x="898" y="1215"/>
                          <a:pt x="898" y="1215"/>
                        </a:cubicBezTo>
                        <a:cubicBezTo>
                          <a:pt x="952" y="1215"/>
                          <a:pt x="952" y="1215"/>
                          <a:pt x="952" y="1215"/>
                        </a:cubicBezTo>
                        <a:cubicBezTo>
                          <a:pt x="1080" y="1215"/>
                          <a:pt x="1080" y="1215"/>
                          <a:pt x="1080" y="1215"/>
                        </a:cubicBezTo>
                        <a:cubicBezTo>
                          <a:pt x="1154" y="1215"/>
                          <a:pt x="1208" y="1161"/>
                          <a:pt x="1208" y="1087"/>
                        </a:cubicBezTo>
                        <a:cubicBezTo>
                          <a:pt x="1208" y="952"/>
                          <a:pt x="1208" y="952"/>
                          <a:pt x="1208" y="952"/>
                        </a:cubicBezTo>
                        <a:cubicBezTo>
                          <a:pt x="1208" y="898"/>
                          <a:pt x="1208" y="898"/>
                          <a:pt x="1208" y="898"/>
                        </a:cubicBezTo>
                        <a:cubicBezTo>
                          <a:pt x="1208" y="743"/>
                          <a:pt x="1208" y="743"/>
                          <a:pt x="1208" y="743"/>
                        </a:cubicBezTo>
                        <a:cubicBezTo>
                          <a:pt x="1208" y="689"/>
                          <a:pt x="1208" y="689"/>
                          <a:pt x="1208" y="689"/>
                        </a:cubicBezTo>
                        <a:cubicBezTo>
                          <a:pt x="1208" y="527"/>
                          <a:pt x="1208" y="527"/>
                          <a:pt x="1208" y="527"/>
                        </a:cubicBezTo>
                        <a:cubicBezTo>
                          <a:pt x="1208" y="473"/>
                          <a:pt x="1208" y="473"/>
                          <a:pt x="1208" y="473"/>
                        </a:cubicBezTo>
                        <a:cubicBezTo>
                          <a:pt x="1208" y="318"/>
                          <a:pt x="1208" y="318"/>
                          <a:pt x="1208" y="318"/>
                        </a:cubicBezTo>
                        <a:cubicBezTo>
                          <a:pt x="1208" y="264"/>
                          <a:pt x="1208" y="264"/>
                          <a:pt x="1208" y="264"/>
                        </a:cubicBezTo>
                        <a:cubicBezTo>
                          <a:pt x="1208" y="129"/>
                          <a:pt x="1208" y="129"/>
                          <a:pt x="1208" y="129"/>
                        </a:cubicBezTo>
                        <a:cubicBezTo>
                          <a:pt x="1208" y="61"/>
                          <a:pt x="1154" y="0"/>
                          <a:pt x="1080" y="0"/>
                        </a:cubicBezTo>
                        <a:close/>
                        <a:moveTo>
                          <a:pt x="1154" y="264"/>
                        </a:moveTo>
                        <a:cubicBezTo>
                          <a:pt x="1154" y="318"/>
                          <a:pt x="1154" y="318"/>
                          <a:pt x="1154" y="318"/>
                        </a:cubicBezTo>
                        <a:cubicBezTo>
                          <a:pt x="1154" y="473"/>
                          <a:pt x="1154" y="473"/>
                          <a:pt x="1154" y="473"/>
                        </a:cubicBezTo>
                        <a:cubicBezTo>
                          <a:pt x="1154" y="527"/>
                          <a:pt x="1154" y="527"/>
                          <a:pt x="1154" y="527"/>
                        </a:cubicBezTo>
                        <a:cubicBezTo>
                          <a:pt x="1154" y="689"/>
                          <a:pt x="1154" y="689"/>
                          <a:pt x="1154" y="689"/>
                        </a:cubicBezTo>
                        <a:cubicBezTo>
                          <a:pt x="1154" y="743"/>
                          <a:pt x="1154" y="743"/>
                          <a:pt x="1154" y="743"/>
                        </a:cubicBezTo>
                        <a:cubicBezTo>
                          <a:pt x="1154" y="898"/>
                          <a:pt x="1154" y="898"/>
                          <a:pt x="1154" y="898"/>
                        </a:cubicBezTo>
                        <a:cubicBezTo>
                          <a:pt x="1154" y="952"/>
                          <a:pt x="1154" y="952"/>
                          <a:pt x="1154" y="952"/>
                        </a:cubicBezTo>
                        <a:cubicBezTo>
                          <a:pt x="1154" y="1087"/>
                          <a:pt x="1154" y="1087"/>
                          <a:pt x="1154" y="1087"/>
                        </a:cubicBezTo>
                        <a:cubicBezTo>
                          <a:pt x="1154" y="1127"/>
                          <a:pt x="1127" y="1161"/>
                          <a:pt x="1080" y="1161"/>
                        </a:cubicBezTo>
                        <a:cubicBezTo>
                          <a:pt x="952" y="1161"/>
                          <a:pt x="952" y="1161"/>
                          <a:pt x="952" y="1161"/>
                        </a:cubicBezTo>
                        <a:cubicBezTo>
                          <a:pt x="898" y="1161"/>
                          <a:pt x="898" y="1161"/>
                          <a:pt x="898" y="1161"/>
                        </a:cubicBezTo>
                        <a:cubicBezTo>
                          <a:pt x="736" y="1161"/>
                          <a:pt x="736" y="1161"/>
                          <a:pt x="736" y="1161"/>
                        </a:cubicBezTo>
                        <a:cubicBezTo>
                          <a:pt x="682" y="1161"/>
                          <a:pt x="682" y="1161"/>
                          <a:pt x="682" y="1161"/>
                        </a:cubicBezTo>
                        <a:cubicBezTo>
                          <a:pt x="526" y="1161"/>
                          <a:pt x="526" y="1161"/>
                          <a:pt x="526" y="1161"/>
                        </a:cubicBezTo>
                        <a:cubicBezTo>
                          <a:pt x="472" y="1161"/>
                          <a:pt x="472" y="1161"/>
                          <a:pt x="472" y="1161"/>
                        </a:cubicBezTo>
                        <a:cubicBezTo>
                          <a:pt x="310" y="1161"/>
                          <a:pt x="310" y="1161"/>
                          <a:pt x="310" y="1161"/>
                        </a:cubicBezTo>
                        <a:cubicBezTo>
                          <a:pt x="256" y="1161"/>
                          <a:pt x="256" y="1161"/>
                          <a:pt x="256" y="1161"/>
                        </a:cubicBezTo>
                        <a:cubicBezTo>
                          <a:pt x="128" y="1161"/>
                          <a:pt x="128" y="1161"/>
                          <a:pt x="128" y="1161"/>
                        </a:cubicBezTo>
                        <a:cubicBezTo>
                          <a:pt x="81" y="1161"/>
                          <a:pt x="54" y="1127"/>
                          <a:pt x="54" y="1087"/>
                        </a:cubicBezTo>
                        <a:cubicBezTo>
                          <a:pt x="54" y="952"/>
                          <a:pt x="54" y="952"/>
                          <a:pt x="54" y="952"/>
                        </a:cubicBezTo>
                        <a:cubicBezTo>
                          <a:pt x="54" y="898"/>
                          <a:pt x="54" y="898"/>
                          <a:pt x="54" y="898"/>
                        </a:cubicBezTo>
                        <a:cubicBezTo>
                          <a:pt x="54" y="743"/>
                          <a:pt x="54" y="743"/>
                          <a:pt x="54" y="743"/>
                        </a:cubicBezTo>
                        <a:cubicBezTo>
                          <a:pt x="54" y="689"/>
                          <a:pt x="54" y="689"/>
                          <a:pt x="54" y="689"/>
                        </a:cubicBezTo>
                        <a:cubicBezTo>
                          <a:pt x="54" y="527"/>
                          <a:pt x="54" y="527"/>
                          <a:pt x="54" y="527"/>
                        </a:cubicBezTo>
                        <a:cubicBezTo>
                          <a:pt x="54" y="473"/>
                          <a:pt x="54" y="473"/>
                          <a:pt x="54" y="473"/>
                        </a:cubicBezTo>
                        <a:cubicBezTo>
                          <a:pt x="54" y="318"/>
                          <a:pt x="54" y="318"/>
                          <a:pt x="54" y="318"/>
                        </a:cubicBezTo>
                        <a:cubicBezTo>
                          <a:pt x="54" y="264"/>
                          <a:pt x="54" y="264"/>
                          <a:pt x="54" y="264"/>
                        </a:cubicBezTo>
                        <a:cubicBezTo>
                          <a:pt x="54" y="129"/>
                          <a:pt x="54" y="129"/>
                          <a:pt x="54" y="129"/>
                        </a:cubicBezTo>
                        <a:cubicBezTo>
                          <a:pt x="54" y="88"/>
                          <a:pt x="81" y="54"/>
                          <a:pt x="128" y="54"/>
                        </a:cubicBezTo>
                        <a:cubicBezTo>
                          <a:pt x="256" y="54"/>
                          <a:pt x="256" y="54"/>
                          <a:pt x="256" y="54"/>
                        </a:cubicBezTo>
                        <a:cubicBezTo>
                          <a:pt x="310" y="54"/>
                          <a:pt x="310" y="54"/>
                          <a:pt x="310" y="54"/>
                        </a:cubicBezTo>
                        <a:cubicBezTo>
                          <a:pt x="472" y="54"/>
                          <a:pt x="472" y="54"/>
                          <a:pt x="472" y="54"/>
                        </a:cubicBezTo>
                        <a:cubicBezTo>
                          <a:pt x="526" y="54"/>
                          <a:pt x="526" y="54"/>
                          <a:pt x="526" y="54"/>
                        </a:cubicBezTo>
                        <a:cubicBezTo>
                          <a:pt x="682" y="54"/>
                          <a:pt x="682" y="54"/>
                          <a:pt x="682" y="54"/>
                        </a:cubicBezTo>
                        <a:cubicBezTo>
                          <a:pt x="736" y="54"/>
                          <a:pt x="736" y="54"/>
                          <a:pt x="736" y="54"/>
                        </a:cubicBezTo>
                        <a:cubicBezTo>
                          <a:pt x="898" y="54"/>
                          <a:pt x="898" y="54"/>
                          <a:pt x="898" y="54"/>
                        </a:cubicBezTo>
                        <a:cubicBezTo>
                          <a:pt x="952" y="54"/>
                          <a:pt x="952" y="54"/>
                          <a:pt x="952" y="54"/>
                        </a:cubicBezTo>
                        <a:cubicBezTo>
                          <a:pt x="1080" y="54"/>
                          <a:pt x="1080" y="54"/>
                          <a:pt x="1080" y="54"/>
                        </a:cubicBezTo>
                        <a:cubicBezTo>
                          <a:pt x="1127" y="54"/>
                          <a:pt x="1154" y="88"/>
                          <a:pt x="1154" y="129"/>
                        </a:cubicBezTo>
                        <a:cubicBezTo>
                          <a:pt x="1154" y="264"/>
                          <a:pt x="1154" y="264"/>
                          <a:pt x="1154" y="264"/>
                        </a:cubicBezTo>
                        <a:cubicBezTo>
                          <a:pt x="1154" y="264"/>
                          <a:pt x="1154" y="264"/>
                          <a:pt x="1154" y="264"/>
                        </a:cubicBezTo>
                        <a:close/>
                      </a:path>
                    </a:pathLst>
                  </a:custGeom>
                  <a:solidFill>
                    <a:schemeClr val="tx1">
                      <a:lumMod val="85000"/>
                      <a:lumOff val="15000"/>
                    </a:scheme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</p:grpSp>
            <p:pic>
              <p:nvPicPr>
                <p:cNvPr id="2207" name="그림 2206">
                  <a:extLst>
                    <a:ext uri="{FF2B5EF4-FFF2-40B4-BE49-F238E27FC236}">
                      <a16:creationId xmlns:a16="http://schemas.microsoft.com/office/drawing/2014/main" id="{24DEF3A7-A751-1CAA-7078-E304733B84D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lum bright="100000"/>
                </a:blip>
                <a:stretch>
                  <a:fillRect/>
                </a:stretch>
              </p:blipFill>
              <p:spPr>
                <a:xfrm>
                  <a:off x="1124483" y="5707212"/>
                  <a:ext cx="491143" cy="179999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2180" name="그룹 2179">
              <a:extLst>
                <a:ext uri="{FF2B5EF4-FFF2-40B4-BE49-F238E27FC236}">
                  <a16:creationId xmlns:a16="http://schemas.microsoft.com/office/drawing/2014/main" id="{9147424A-3146-B7DA-C363-A08B9C60F38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761170" y="4741035"/>
              <a:ext cx="121595" cy="104848"/>
              <a:chOff x="11921385" y="4267725"/>
              <a:chExt cx="916126" cy="1260000"/>
            </a:xfrm>
          </p:grpSpPr>
          <p:sp>
            <p:nvSpPr>
              <p:cNvPr id="2200" name="사각형: 둥근 모서리 288">
                <a:extLst>
                  <a:ext uri="{FF2B5EF4-FFF2-40B4-BE49-F238E27FC236}">
                    <a16:creationId xmlns:a16="http://schemas.microsoft.com/office/drawing/2014/main" id="{12BEE3C6-08B1-6C9D-612C-6A7ED0EEB208}"/>
                  </a:ext>
                </a:extLst>
              </p:cNvPr>
              <p:cNvSpPr/>
              <p:nvPr/>
            </p:nvSpPr>
            <p:spPr>
              <a:xfrm>
                <a:off x="11923596" y="4271687"/>
                <a:ext cx="911716" cy="1252078"/>
              </a:xfrm>
              <a:prstGeom prst="roundRect">
                <a:avLst>
                  <a:gd name="adj" fmla="val 7097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b="0" i="0" u="none" strike="noStrike" kern="1200" cap="none" spc="-30" normalizeH="0" baseline="0" noProof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ea typeface="KoPub돋움체 Medium"/>
                  <a:cs typeface="Arial"/>
                </a:endParaRPr>
              </a:p>
            </p:txBody>
          </p:sp>
          <p:grpSp>
            <p:nvGrpSpPr>
              <p:cNvPr id="2201" name="그룹 2200">
                <a:extLst>
                  <a:ext uri="{FF2B5EF4-FFF2-40B4-BE49-F238E27FC236}">
                    <a16:creationId xmlns:a16="http://schemas.microsoft.com/office/drawing/2014/main" id="{7EF3250C-0465-FE2D-2EE1-D62DB71BDDC3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1921389" y="4267727"/>
                <a:ext cx="916126" cy="1260000"/>
                <a:chOff x="14485938" y="-2571751"/>
                <a:chExt cx="554038" cy="762000"/>
              </a:xfrm>
              <a:solidFill>
                <a:srgbClr val="262626"/>
              </a:solidFill>
            </p:grpSpPr>
            <p:sp>
              <p:nvSpPr>
                <p:cNvPr id="2202" name="Freeform 230">
                  <a:extLst>
                    <a:ext uri="{FF2B5EF4-FFF2-40B4-BE49-F238E27FC236}">
                      <a16:creationId xmlns:a16="http://schemas.microsoft.com/office/drawing/2014/main" id="{95C6A80B-53F5-1305-E6D7-BE2A2CB0719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4485938" y="-2571751"/>
                  <a:ext cx="554038" cy="762000"/>
                </a:xfrm>
                <a:custGeom>
                  <a:avLst/>
                  <a:gdLst>
                    <a:gd name="T0" fmla="*/ 137 w 147"/>
                    <a:gd name="T1" fmla="*/ 0 h 200"/>
                    <a:gd name="T2" fmla="*/ 10 w 147"/>
                    <a:gd name="T3" fmla="*/ 0 h 200"/>
                    <a:gd name="T4" fmla="*/ 0 w 147"/>
                    <a:gd name="T5" fmla="*/ 10 h 200"/>
                    <a:gd name="T6" fmla="*/ 0 w 147"/>
                    <a:gd name="T7" fmla="*/ 190 h 200"/>
                    <a:gd name="T8" fmla="*/ 10 w 147"/>
                    <a:gd name="T9" fmla="*/ 200 h 200"/>
                    <a:gd name="T10" fmla="*/ 137 w 147"/>
                    <a:gd name="T11" fmla="*/ 200 h 200"/>
                    <a:gd name="T12" fmla="*/ 140 w 147"/>
                    <a:gd name="T13" fmla="*/ 199 h 200"/>
                    <a:gd name="T14" fmla="*/ 146 w 147"/>
                    <a:gd name="T15" fmla="*/ 193 h 200"/>
                    <a:gd name="T16" fmla="*/ 147 w 147"/>
                    <a:gd name="T17" fmla="*/ 190 h 200"/>
                    <a:gd name="T18" fmla="*/ 147 w 147"/>
                    <a:gd name="T19" fmla="*/ 10 h 200"/>
                    <a:gd name="T20" fmla="*/ 137 w 147"/>
                    <a:gd name="T21" fmla="*/ 0 h 200"/>
                    <a:gd name="T22" fmla="*/ 139 w 147"/>
                    <a:gd name="T23" fmla="*/ 189 h 200"/>
                    <a:gd name="T24" fmla="*/ 135 w 147"/>
                    <a:gd name="T25" fmla="*/ 192 h 200"/>
                    <a:gd name="T26" fmla="*/ 10 w 147"/>
                    <a:gd name="T27" fmla="*/ 192 h 200"/>
                    <a:gd name="T28" fmla="*/ 8 w 147"/>
                    <a:gd name="T29" fmla="*/ 190 h 200"/>
                    <a:gd name="T30" fmla="*/ 8 w 147"/>
                    <a:gd name="T31" fmla="*/ 10 h 200"/>
                    <a:gd name="T32" fmla="*/ 10 w 147"/>
                    <a:gd name="T33" fmla="*/ 8 h 200"/>
                    <a:gd name="T34" fmla="*/ 137 w 147"/>
                    <a:gd name="T35" fmla="*/ 8 h 200"/>
                    <a:gd name="T36" fmla="*/ 139 w 147"/>
                    <a:gd name="T37" fmla="*/ 10 h 200"/>
                    <a:gd name="T38" fmla="*/ 139 w 147"/>
                    <a:gd name="T39" fmla="*/ 189 h 2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147" h="200">
                      <a:moveTo>
                        <a:pt x="137" y="0"/>
                      </a:moveTo>
                      <a:cubicBezTo>
                        <a:pt x="10" y="0"/>
                        <a:pt x="10" y="0"/>
                        <a:pt x="10" y="0"/>
                      </a:cubicBezTo>
                      <a:cubicBezTo>
                        <a:pt x="4" y="0"/>
                        <a:pt x="0" y="5"/>
                        <a:pt x="0" y="10"/>
                      </a:cubicBezTo>
                      <a:cubicBezTo>
                        <a:pt x="0" y="190"/>
                        <a:pt x="0" y="190"/>
                        <a:pt x="0" y="190"/>
                      </a:cubicBezTo>
                      <a:cubicBezTo>
                        <a:pt x="0" y="196"/>
                        <a:pt x="4" y="200"/>
                        <a:pt x="10" y="200"/>
                      </a:cubicBezTo>
                      <a:cubicBezTo>
                        <a:pt x="137" y="200"/>
                        <a:pt x="137" y="200"/>
                        <a:pt x="137" y="200"/>
                      </a:cubicBezTo>
                      <a:cubicBezTo>
                        <a:pt x="138" y="200"/>
                        <a:pt x="139" y="200"/>
                        <a:pt x="140" y="199"/>
                      </a:cubicBezTo>
                      <a:cubicBezTo>
                        <a:pt x="146" y="193"/>
                        <a:pt x="146" y="193"/>
                        <a:pt x="146" y="193"/>
                      </a:cubicBezTo>
                      <a:cubicBezTo>
                        <a:pt x="146" y="192"/>
                        <a:pt x="147" y="191"/>
                        <a:pt x="147" y="190"/>
                      </a:cubicBezTo>
                      <a:cubicBezTo>
                        <a:pt x="147" y="10"/>
                        <a:pt x="147" y="10"/>
                        <a:pt x="147" y="10"/>
                      </a:cubicBezTo>
                      <a:cubicBezTo>
                        <a:pt x="147" y="5"/>
                        <a:pt x="142" y="0"/>
                        <a:pt x="137" y="0"/>
                      </a:cubicBezTo>
                      <a:close/>
                      <a:moveTo>
                        <a:pt x="139" y="189"/>
                      </a:moveTo>
                      <a:cubicBezTo>
                        <a:pt x="135" y="192"/>
                        <a:pt x="135" y="192"/>
                        <a:pt x="135" y="192"/>
                      </a:cubicBezTo>
                      <a:cubicBezTo>
                        <a:pt x="10" y="192"/>
                        <a:pt x="10" y="192"/>
                        <a:pt x="10" y="192"/>
                      </a:cubicBezTo>
                      <a:cubicBezTo>
                        <a:pt x="9" y="192"/>
                        <a:pt x="8" y="191"/>
                        <a:pt x="8" y="190"/>
                      </a:cubicBezTo>
                      <a:cubicBezTo>
                        <a:pt x="8" y="10"/>
                        <a:pt x="8" y="10"/>
                        <a:pt x="8" y="10"/>
                      </a:cubicBezTo>
                      <a:cubicBezTo>
                        <a:pt x="8" y="9"/>
                        <a:pt x="9" y="8"/>
                        <a:pt x="10" y="8"/>
                      </a:cubicBezTo>
                      <a:cubicBezTo>
                        <a:pt x="137" y="8"/>
                        <a:pt x="137" y="8"/>
                        <a:pt x="137" y="8"/>
                      </a:cubicBezTo>
                      <a:cubicBezTo>
                        <a:pt x="138" y="8"/>
                        <a:pt x="139" y="9"/>
                        <a:pt x="139" y="10"/>
                      </a:cubicBezTo>
                      <a:lnTo>
                        <a:pt x="139" y="189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  <p:sp>
              <p:nvSpPr>
                <p:cNvPr id="2203" name="Freeform 231">
                  <a:extLst>
                    <a:ext uri="{FF2B5EF4-FFF2-40B4-BE49-F238E27FC236}">
                      <a16:creationId xmlns:a16="http://schemas.microsoft.com/office/drawing/2014/main" id="{0BD04BBE-CC8F-3F64-1C75-7E2DD0418B3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603413" y="-2403476"/>
                  <a:ext cx="315913" cy="30163"/>
                </a:xfrm>
                <a:custGeom>
                  <a:avLst/>
                  <a:gdLst>
                    <a:gd name="T0" fmla="*/ 80 w 84"/>
                    <a:gd name="T1" fmla="*/ 0 h 8"/>
                    <a:gd name="T2" fmla="*/ 4 w 84"/>
                    <a:gd name="T3" fmla="*/ 0 h 8"/>
                    <a:gd name="T4" fmla="*/ 0 w 84"/>
                    <a:gd name="T5" fmla="*/ 4 h 8"/>
                    <a:gd name="T6" fmla="*/ 4 w 84"/>
                    <a:gd name="T7" fmla="*/ 8 h 8"/>
                    <a:gd name="T8" fmla="*/ 80 w 84"/>
                    <a:gd name="T9" fmla="*/ 8 h 8"/>
                    <a:gd name="T10" fmla="*/ 84 w 84"/>
                    <a:gd name="T11" fmla="*/ 4 h 8"/>
                    <a:gd name="T12" fmla="*/ 80 w 84"/>
                    <a:gd name="T13" fmla="*/ 0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4" h="8">
                      <a:moveTo>
                        <a:pt x="80" y="0"/>
                      </a:move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2"/>
                        <a:pt x="0" y="4"/>
                      </a:cubicBezTo>
                      <a:cubicBezTo>
                        <a:pt x="0" y="6"/>
                        <a:pt x="2" y="8"/>
                        <a:pt x="4" y="8"/>
                      </a:cubicBezTo>
                      <a:cubicBezTo>
                        <a:pt x="80" y="8"/>
                        <a:pt x="80" y="8"/>
                        <a:pt x="80" y="8"/>
                      </a:cubicBezTo>
                      <a:cubicBezTo>
                        <a:pt x="82" y="8"/>
                        <a:pt x="84" y="6"/>
                        <a:pt x="84" y="4"/>
                      </a:cubicBezTo>
                      <a:cubicBezTo>
                        <a:pt x="84" y="2"/>
                        <a:pt x="82" y="0"/>
                        <a:pt x="8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</p:grpSp>
        </p:grpSp>
        <p:sp>
          <p:nvSpPr>
            <p:cNvPr id="2183" name="직사각형 166">
              <a:extLst>
                <a:ext uri="{FF2B5EF4-FFF2-40B4-BE49-F238E27FC236}">
                  <a16:creationId xmlns:a16="http://schemas.microsoft.com/office/drawing/2014/main" id="{540A4B1E-74F6-41C0-16E1-03ED68A4583B}"/>
                </a:ext>
              </a:extLst>
            </p:cNvPr>
            <p:cNvSpPr/>
            <p:nvPr/>
          </p:nvSpPr>
          <p:spPr bwMode="auto">
            <a:xfrm>
              <a:off x="7062352" y="4740373"/>
              <a:ext cx="159863" cy="105120"/>
            </a:xfrm>
            <a:prstGeom prst="roundRect">
              <a:avLst>
                <a:gd name="adj" fmla="val 9838"/>
              </a:avLst>
            </a:prstGeom>
            <a:solidFill>
              <a:schemeClr val="bg1">
                <a:lumMod val="85000"/>
              </a:schemeClr>
            </a:solidFill>
            <a:ln w="6350">
              <a:solidFill>
                <a:schemeClr val="bg1">
                  <a:lumMod val="65000"/>
                </a:schemeClr>
              </a:solidFill>
              <a:prstDash val="sysDash"/>
              <a:miter lim="800000"/>
              <a:headEnd/>
              <a:tailEnd/>
            </a:ln>
            <a:effectLst/>
          </p:spPr>
          <p:txBody>
            <a:bodyPr wrap="square" lIns="0" tIns="0" rIns="0" b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endParaRPr kumimoji="0" lang="ko-KR" altLang="en-US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2020603020101020101" pitchFamily="18" charset="-127"/>
              </a:endParaRPr>
            </a:p>
          </p:txBody>
        </p:sp>
        <p:sp>
          <p:nvSpPr>
            <p:cNvPr id="2184" name="직사각형 166">
              <a:extLst>
                <a:ext uri="{FF2B5EF4-FFF2-40B4-BE49-F238E27FC236}">
                  <a16:creationId xmlns:a16="http://schemas.microsoft.com/office/drawing/2014/main" id="{38A12A0A-AE4E-80E4-86C3-93BE17C0CE5B}"/>
                </a:ext>
              </a:extLst>
            </p:cNvPr>
            <p:cNvSpPr/>
            <p:nvPr/>
          </p:nvSpPr>
          <p:spPr bwMode="auto">
            <a:xfrm>
              <a:off x="6711828" y="4739418"/>
              <a:ext cx="159863" cy="105120"/>
            </a:xfrm>
            <a:prstGeom prst="roundRect">
              <a:avLst>
                <a:gd name="adj" fmla="val 9838"/>
              </a:avLst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0" tIns="0" rIns="0" b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endParaRPr kumimoji="0" lang="ko-KR" altLang="en-US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2020603020101020101" pitchFamily="18" charset="-127"/>
              </a:endParaRPr>
            </a:p>
          </p:txBody>
        </p:sp>
        <p:grpSp>
          <p:nvGrpSpPr>
            <p:cNvPr id="2186" name="그룹 2185">
              <a:extLst>
                <a:ext uri="{FF2B5EF4-FFF2-40B4-BE49-F238E27FC236}">
                  <a16:creationId xmlns:a16="http://schemas.microsoft.com/office/drawing/2014/main" id="{EBABCB33-2821-29C2-6C65-6D1D04DAFE1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180615" y="4728915"/>
              <a:ext cx="152816" cy="131168"/>
              <a:chOff x="6361113" y="11072813"/>
              <a:chExt cx="782638" cy="977900"/>
            </a:xfrm>
          </p:grpSpPr>
          <p:sp>
            <p:nvSpPr>
              <p:cNvPr id="2188" name="Freeform 140">
                <a:extLst>
                  <a:ext uri="{FF2B5EF4-FFF2-40B4-BE49-F238E27FC236}">
                    <a16:creationId xmlns:a16="http://schemas.microsoft.com/office/drawing/2014/main" id="{625304F5-A277-0A1E-C5FB-5934E77C72E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389688" y="11104563"/>
                <a:ext cx="722313" cy="915988"/>
              </a:xfrm>
              <a:custGeom>
                <a:avLst/>
                <a:gdLst>
                  <a:gd name="T0" fmla="*/ 394 w 394"/>
                  <a:gd name="T1" fmla="*/ 498 h 500"/>
                  <a:gd name="T2" fmla="*/ 390 w 394"/>
                  <a:gd name="T3" fmla="*/ 500 h 500"/>
                  <a:gd name="T4" fmla="*/ 5 w 394"/>
                  <a:gd name="T5" fmla="*/ 500 h 500"/>
                  <a:gd name="T6" fmla="*/ 0 w 394"/>
                  <a:gd name="T7" fmla="*/ 498 h 500"/>
                  <a:gd name="T8" fmla="*/ 0 w 394"/>
                  <a:gd name="T9" fmla="*/ 258 h 500"/>
                  <a:gd name="T10" fmla="*/ 394 w 394"/>
                  <a:gd name="T11" fmla="*/ 258 h 500"/>
                  <a:gd name="T12" fmla="*/ 394 w 394"/>
                  <a:gd name="T13" fmla="*/ 498 h 500"/>
                  <a:gd name="T14" fmla="*/ 394 w 394"/>
                  <a:gd name="T15" fmla="*/ 498 h 500"/>
                  <a:gd name="T16" fmla="*/ 0 w 394"/>
                  <a:gd name="T17" fmla="*/ 4 h 500"/>
                  <a:gd name="T18" fmla="*/ 5 w 394"/>
                  <a:gd name="T19" fmla="*/ 0 h 500"/>
                  <a:gd name="T20" fmla="*/ 390 w 394"/>
                  <a:gd name="T21" fmla="*/ 0 h 500"/>
                  <a:gd name="T22" fmla="*/ 394 w 394"/>
                  <a:gd name="T23" fmla="*/ 4 h 500"/>
                  <a:gd name="T24" fmla="*/ 394 w 394"/>
                  <a:gd name="T25" fmla="*/ 242 h 500"/>
                  <a:gd name="T26" fmla="*/ 0 w 394"/>
                  <a:gd name="T27" fmla="*/ 242 h 500"/>
                  <a:gd name="T28" fmla="*/ 0 w 394"/>
                  <a:gd name="T29" fmla="*/ 4 h 500"/>
                  <a:gd name="T30" fmla="*/ 0 w 394"/>
                  <a:gd name="T31" fmla="*/ 4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94" h="500">
                    <a:moveTo>
                      <a:pt x="394" y="498"/>
                    </a:moveTo>
                    <a:cubicBezTo>
                      <a:pt x="394" y="500"/>
                      <a:pt x="392" y="500"/>
                      <a:pt x="390" y="500"/>
                    </a:cubicBezTo>
                    <a:cubicBezTo>
                      <a:pt x="5" y="500"/>
                      <a:pt x="5" y="500"/>
                      <a:pt x="5" y="500"/>
                    </a:cubicBezTo>
                    <a:cubicBezTo>
                      <a:pt x="2" y="500"/>
                      <a:pt x="0" y="500"/>
                      <a:pt x="0" y="498"/>
                    </a:cubicBezTo>
                    <a:cubicBezTo>
                      <a:pt x="0" y="258"/>
                      <a:pt x="0" y="258"/>
                      <a:pt x="0" y="258"/>
                    </a:cubicBezTo>
                    <a:cubicBezTo>
                      <a:pt x="394" y="258"/>
                      <a:pt x="394" y="258"/>
                      <a:pt x="394" y="258"/>
                    </a:cubicBezTo>
                    <a:cubicBezTo>
                      <a:pt x="394" y="498"/>
                      <a:pt x="394" y="498"/>
                      <a:pt x="394" y="498"/>
                    </a:cubicBezTo>
                    <a:cubicBezTo>
                      <a:pt x="394" y="498"/>
                      <a:pt x="394" y="498"/>
                      <a:pt x="394" y="498"/>
                    </a:cubicBezTo>
                    <a:close/>
                    <a:moveTo>
                      <a:pt x="0" y="4"/>
                    </a:moveTo>
                    <a:cubicBezTo>
                      <a:pt x="0" y="2"/>
                      <a:pt x="2" y="0"/>
                      <a:pt x="5" y="0"/>
                    </a:cubicBezTo>
                    <a:cubicBezTo>
                      <a:pt x="390" y="0"/>
                      <a:pt x="390" y="0"/>
                      <a:pt x="390" y="0"/>
                    </a:cubicBezTo>
                    <a:cubicBezTo>
                      <a:pt x="392" y="0"/>
                      <a:pt x="394" y="2"/>
                      <a:pt x="394" y="4"/>
                    </a:cubicBezTo>
                    <a:cubicBezTo>
                      <a:pt x="394" y="242"/>
                      <a:pt x="394" y="242"/>
                      <a:pt x="394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>
                  <a:ea typeface="맑은 고딕" panose="020B0503020000020004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2189" name="Freeform 129">
                <a:extLst>
                  <a:ext uri="{FF2B5EF4-FFF2-40B4-BE49-F238E27FC236}">
                    <a16:creationId xmlns:a16="http://schemas.microsoft.com/office/drawing/2014/main" id="{700DDEE7-A7DD-1B6B-075C-89650633417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361113" y="11072813"/>
                <a:ext cx="782638" cy="977900"/>
              </a:xfrm>
              <a:custGeom>
                <a:avLst/>
                <a:gdLst>
                  <a:gd name="T0" fmla="*/ 406 w 427"/>
                  <a:gd name="T1" fmla="*/ 0 h 534"/>
                  <a:gd name="T2" fmla="*/ 21 w 427"/>
                  <a:gd name="T3" fmla="*/ 0 h 534"/>
                  <a:gd name="T4" fmla="*/ 0 w 427"/>
                  <a:gd name="T5" fmla="*/ 21 h 534"/>
                  <a:gd name="T6" fmla="*/ 0 w 427"/>
                  <a:gd name="T7" fmla="*/ 267 h 534"/>
                  <a:gd name="T8" fmla="*/ 0 w 427"/>
                  <a:gd name="T9" fmla="*/ 515 h 534"/>
                  <a:gd name="T10" fmla="*/ 21 w 427"/>
                  <a:gd name="T11" fmla="*/ 534 h 534"/>
                  <a:gd name="T12" fmla="*/ 406 w 427"/>
                  <a:gd name="T13" fmla="*/ 534 h 534"/>
                  <a:gd name="T14" fmla="*/ 427 w 427"/>
                  <a:gd name="T15" fmla="*/ 515 h 534"/>
                  <a:gd name="T16" fmla="*/ 427 w 427"/>
                  <a:gd name="T17" fmla="*/ 267 h 534"/>
                  <a:gd name="T18" fmla="*/ 427 w 427"/>
                  <a:gd name="T19" fmla="*/ 21 h 534"/>
                  <a:gd name="T20" fmla="*/ 406 w 427"/>
                  <a:gd name="T21" fmla="*/ 0 h 534"/>
                  <a:gd name="T22" fmla="*/ 410 w 427"/>
                  <a:gd name="T23" fmla="*/ 515 h 534"/>
                  <a:gd name="T24" fmla="*/ 406 w 427"/>
                  <a:gd name="T25" fmla="*/ 517 h 534"/>
                  <a:gd name="T26" fmla="*/ 21 w 427"/>
                  <a:gd name="T27" fmla="*/ 517 h 534"/>
                  <a:gd name="T28" fmla="*/ 16 w 427"/>
                  <a:gd name="T29" fmla="*/ 515 h 534"/>
                  <a:gd name="T30" fmla="*/ 16 w 427"/>
                  <a:gd name="T31" fmla="*/ 275 h 534"/>
                  <a:gd name="T32" fmla="*/ 410 w 427"/>
                  <a:gd name="T33" fmla="*/ 275 h 534"/>
                  <a:gd name="T34" fmla="*/ 410 w 427"/>
                  <a:gd name="T35" fmla="*/ 515 h 534"/>
                  <a:gd name="T36" fmla="*/ 410 w 427"/>
                  <a:gd name="T37" fmla="*/ 515 h 534"/>
                  <a:gd name="T38" fmla="*/ 16 w 427"/>
                  <a:gd name="T39" fmla="*/ 21 h 534"/>
                  <a:gd name="T40" fmla="*/ 21 w 427"/>
                  <a:gd name="T41" fmla="*/ 17 h 534"/>
                  <a:gd name="T42" fmla="*/ 406 w 427"/>
                  <a:gd name="T43" fmla="*/ 17 h 534"/>
                  <a:gd name="T44" fmla="*/ 410 w 427"/>
                  <a:gd name="T45" fmla="*/ 21 h 534"/>
                  <a:gd name="T46" fmla="*/ 410 w 427"/>
                  <a:gd name="T47" fmla="*/ 259 h 534"/>
                  <a:gd name="T48" fmla="*/ 16 w 427"/>
                  <a:gd name="T49" fmla="*/ 259 h 534"/>
                  <a:gd name="T50" fmla="*/ 16 w 427"/>
                  <a:gd name="T51" fmla="*/ 21 h 534"/>
                  <a:gd name="T52" fmla="*/ 16 w 427"/>
                  <a:gd name="T53" fmla="*/ 21 h 5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27" h="534">
                    <a:moveTo>
                      <a:pt x="406" y="0"/>
                    </a:moveTo>
                    <a:cubicBezTo>
                      <a:pt x="21" y="0"/>
                      <a:pt x="21" y="0"/>
                      <a:pt x="21" y="0"/>
                    </a:cubicBezTo>
                    <a:cubicBezTo>
                      <a:pt x="8" y="0"/>
                      <a:pt x="0" y="9"/>
                      <a:pt x="0" y="21"/>
                    </a:cubicBezTo>
                    <a:cubicBezTo>
                      <a:pt x="0" y="267"/>
                      <a:pt x="0" y="267"/>
                      <a:pt x="0" y="267"/>
                    </a:cubicBezTo>
                    <a:cubicBezTo>
                      <a:pt x="0" y="515"/>
                      <a:pt x="0" y="515"/>
                      <a:pt x="0" y="515"/>
                    </a:cubicBezTo>
                    <a:cubicBezTo>
                      <a:pt x="0" y="525"/>
                      <a:pt x="8" y="534"/>
                      <a:pt x="21" y="534"/>
                    </a:cubicBezTo>
                    <a:cubicBezTo>
                      <a:pt x="406" y="534"/>
                      <a:pt x="406" y="534"/>
                      <a:pt x="406" y="534"/>
                    </a:cubicBezTo>
                    <a:cubicBezTo>
                      <a:pt x="416" y="534"/>
                      <a:pt x="427" y="525"/>
                      <a:pt x="427" y="515"/>
                    </a:cubicBezTo>
                    <a:cubicBezTo>
                      <a:pt x="427" y="267"/>
                      <a:pt x="427" y="267"/>
                      <a:pt x="427" y="267"/>
                    </a:cubicBezTo>
                    <a:cubicBezTo>
                      <a:pt x="427" y="21"/>
                      <a:pt x="427" y="21"/>
                      <a:pt x="427" y="21"/>
                    </a:cubicBezTo>
                    <a:cubicBezTo>
                      <a:pt x="427" y="9"/>
                      <a:pt x="416" y="0"/>
                      <a:pt x="406" y="0"/>
                    </a:cubicBezTo>
                    <a:close/>
                    <a:moveTo>
                      <a:pt x="410" y="515"/>
                    </a:moveTo>
                    <a:cubicBezTo>
                      <a:pt x="410" y="517"/>
                      <a:pt x="408" y="517"/>
                      <a:pt x="406" y="517"/>
                    </a:cubicBezTo>
                    <a:cubicBezTo>
                      <a:pt x="21" y="517"/>
                      <a:pt x="21" y="517"/>
                      <a:pt x="21" y="517"/>
                    </a:cubicBezTo>
                    <a:cubicBezTo>
                      <a:pt x="18" y="517"/>
                      <a:pt x="16" y="517"/>
                      <a:pt x="16" y="515"/>
                    </a:cubicBezTo>
                    <a:cubicBezTo>
                      <a:pt x="16" y="275"/>
                      <a:pt x="16" y="275"/>
                      <a:pt x="16" y="275"/>
                    </a:cubicBezTo>
                    <a:cubicBezTo>
                      <a:pt x="410" y="275"/>
                      <a:pt x="410" y="275"/>
                      <a:pt x="410" y="275"/>
                    </a:cubicBezTo>
                    <a:cubicBezTo>
                      <a:pt x="410" y="515"/>
                      <a:pt x="410" y="515"/>
                      <a:pt x="410" y="515"/>
                    </a:cubicBezTo>
                    <a:cubicBezTo>
                      <a:pt x="410" y="515"/>
                      <a:pt x="410" y="515"/>
                      <a:pt x="410" y="515"/>
                    </a:cubicBezTo>
                    <a:close/>
                    <a:moveTo>
                      <a:pt x="16" y="21"/>
                    </a:moveTo>
                    <a:cubicBezTo>
                      <a:pt x="16" y="19"/>
                      <a:pt x="18" y="17"/>
                      <a:pt x="21" y="17"/>
                    </a:cubicBezTo>
                    <a:cubicBezTo>
                      <a:pt x="406" y="17"/>
                      <a:pt x="406" y="17"/>
                      <a:pt x="406" y="17"/>
                    </a:cubicBezTo>
                    <a:cubicBezTo>
                      <a:pt x="408" y="17"/>
                      <a:pt x="410" y="19"/>
                      <a:pt x="410" y="21"/>
                    </a:cubicBezTo>
                    <a:cubicBezTo>
                      <a:pt x="410" y="259"/>
                      <a:pt x="410" y="259"/>
                      <a:pt x="410" y="259"/>
                    </a:cubicBezTo>
                    <a:cubicBezTo>
                      <a:pt x="16" y="259"/>
                      <a:pt x="16" y="259"/>
                      <a:pt x="16" y="259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6" y="21"/>
                      <a:pt x="16" y="21"/>
                      <a:pt x="16" y="21"/>
                    </a:cubicBezTo>
                    <a:close/>
                  </a:path>
                </a:pathLst>
              </a:cu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>
                  <a:ea typeface="맑은 고딕" panose="020B0503020000020004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2190" name="Freeform 130">
                <a:extLst>
                  <a:ext uri="{FF2B5EF4-FFF2-40B4-BE49-F238E27FC236}">
                    <a16:creationId xmlns:a16="http://schemas.microsoft.com/office/drawing/2014/main" id="{A3DB671D-8B92-393E-2948-B67B0FDE54A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711951" y="11747500"/>
                <a:ext cx="106363" cy="106363"/>
              </a:xfrm>
              <a:custGeom>
                <a:avLst/>
                <a:gdLst>
                  <a:gd name="T0" fmla="*/ 58 w 58"/>
                  <a:gd name="T1" fmla="*/ 28 h 58"/>
                  <a:gd name="T2" fmla="*/ 28 w 58"/>
                  <a:gd name="T3" fmla="*/ 0 h 58"/>
                  <a:gd name="T4" fmla="*/ 0 w 58"/>
                  <a:gd name="T5" fmla="*/ 28 h 58"/>
                  <a:gd name="T6" fmla="*/ 28 w 58"/>
                  <a:gd name="T7" fmla="*/ 58 h 58"/>
                  <a:gd name="T8" fmla="*/ 58 w 58"/>
                  <a:gd name="T9" fmla="*/ 28 h 58"/>
                  <a:gd name="T10" fmla="*/ 28 w 58"/>
                  <a:gd name="T11" fmla="*/ 17 h 58"/>
                  <a:gd name="T12" fmla="*/ 41 w 58"/>
                  <a:gd name="T13" fmla="*/ 28 h 58"/>
                  <a:gd name="T14" fmla="*/ 28 w 58"/>
                  <a:gd name="T15" fmla="*/ 41 h 58"/>
                  <a:gd name="T16" fmla="*/ 17 w 58"/>
                  <a:gd name="T17" fmla="*/ 28 h 58"/>
                  <a:gd name="T18" fmla="*/ 28 w 58"/>
                  <a:gd name="T19" fmla="*/ 17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" h="58">
                    <a:moveTo>
                      <a:pt x="58" y="28"/>
                    </a:moveTo>
                    <a:cubicBezTo>
                      <a:pt x="58" y="13"/>
                      <a:pt x="45" y="0"/>
                      <a:pt x="28" y="0"/>
                    </a:cubicBezTo>
                    <a:cubicBezTo>
                      <a:pt x="13" y="0"/>
                      <a:pt x="0" y="13"/>
                      <a:pt x="0" y="28"/>
                    </a:cubicBezTo>
                    <a:cubicBezTo>
                      <a:pt x="0" y="45"/>
                      <a:pt x="13" y="58"/>
                      <a:pt x="28" y="58"/>
                    </a:cubicBezTo>
                    <a:cubicBezTo>
                      <a:pt x="45" y="58"/>
                      <a:pt x="58" y="45"/>
                      <a:pt x="58" y="28"/>
                    </a:cubicBezTo>
                    <a:close/>
                    <a:moveTo>
                      <a:pt x="28" y="17"/>
                    </a:moveTo>
                    <a:cubicBezTo>
                      <a:pt x="34" y="17"/>
                      <a:pt x="41" y="22"/>
                      <a:pt x="41" y="28"/>
                    </a:cubicBezTo>
                    <a:cubicBezTo>
                      <a:pt x="41" y="34"/>
                      <a:pt x="34" y="41"/>
                      <a:pt x="28" y="41"/>
                    </a:cubicBezTo>
                    <a:cubicBezTo>
                      <a:pt x="22" y="41"/>
                      <a:pt x="17" y="34"/>
                      <a:pt x="17" y="28"/>
                    </a:cubicBezTo>
                    <a:cubicBezTo>
                      <a:pt x="17" y="22"/>
                      <a:pt x="22" y="17"/>
                      <a:pt x="28" y="17"/>
                    </a:cubicBezTo>
                    <a:close/>
                  </a:path>
                </a:pathLst>
              </a:cu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>
                  <a:ea typeface="맑은 고딕" panose="020B0503020000020004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2191" name="Freeform 131">
                <a:extLst>
                  <a:ext uri="{FF2B5EF4-FFF2-40B4-BE49-F238E27FC236}">
                    <a16:creationId xmlns:a16="http://schemas.microsoft.com/office/drawing/2014/main" id="{454798EC-002C-FFC4-C37F-EDBE38C7B0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24651" y="11612563"/>
                <a:ext cx="79375" cy="119063"/>
              </a:xfrm>
              <a:custGeom>
                <a:avLst/>
                <a:gdLst>
                  <a:gd name="T0" fmla="*/ 11 w 44"/>
                  <a:gd name="T1" fmla="*/ 24 h 65"/>
                  <a:gd name="T2" fmla="*/ 15 w 44"/>
                  <a:gd name="T3" fmla="*/ 20 h 65"/>
                  <a:gd name="T4" fmla="*/ 15 w 44"/>
                  <a:gd name="T5" fmla="*/ 49 h 65"/>
                  <a:gd name="T6" fmla="*/ 15 w 44"/>
                  <a:gd name="T7" fmla="*/ 59 h 65"/>
                  <a:gd name="T8" fmla="*/ 21 w 44"/>
                  <a:gd name="T9" fmla="*/ 65 h 65"/>
                  <a:gd name="T10" fmla="*/ 27 w 44"/>
                  <a:gd name="T11" fmla="*/ 59 h 65"/>
                  <a:gd name="T12" fmla="*/ 27 w 44"/>
                  <a:gd name="T13" fmla="*/ 49 h 65"/>
                  <a:gd name="T14" fmla="*/ 27 w 44"/>
                  <a:gd name="T15" fmla="*/ 20 h 65"/>
                  <a:gd name="T16" fmla="*/ 31 w 44"/>
                  <a:gd name="T17" fmla="*/ 24 h 65"/>
                  <a:gd name="T18" fmla="*/ 36 w 44"/>
                  <a:gd name="T19" fmla="*/ 26 h 65"/>
                  <a:gd name="T20" fmla="*/ 40 w 44"/>
                  <a:gd name="T21" fmla="*/ 24 h 65"/>
                  <a:gd name="T22" fmla="*/ 40 w 44"/>
                  <a:gd name="T23" fmla="*/ 16 h 65"/>
                  <a:gd name="T24" fmla="*/ 25 w 44"/>
                  <a:gd name="T25" fmla="*/ 2 h 65"/>
                  <a:gd name="T26" fmla="*/ 23 w 44"/>
                  <a:gd name="T27" fmla="*/ 0 h 65"/>
                  <a:gd name="T28" fmla="*/ 21 w 44"/>
                  <a:gd name="T29" fmla="*/ 0 h 65"/>
                  <a:gd name="T30" fmla="*/ 19 w 44"/>
                  <a:gd name="T31" fmla="*/ 0 h 65"/>
                  <a:gd name="T32" fmla="*/ 17 w 44"/>
                  <a:gd name="T33" fmla="*/ 2 h 65"/>
                  <a:gd name="T34" fmla="*/ 2 w 44"/>
                  <a:gd name="T35" fmla="*/ 16 h 65"/>
                  <a:gd name="T36" fmla="*/ 2 w 44"/>
                  <a:gd name="T37" fmla="*/ 24 h 65"/>
                  <a:gd name="T38" fmla="*/ 11 w 44"/>
                  <a:gd name="T39" fmla="*/ 24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44" h="65">
                    <a:moveTo>
                      <a:pt x="11" y="24"/>
                    </a:moveTo>
                    <a:cubicBezTo>
                      <a:pt x="15" y="20"/>
                      <a:pt x="15" y="20"/>
                      <a:pt x="15" y="20"/>
                    </a:cubicBezTo>
                    <a:cubicBezTo>
                      <a:pt x="15" y="49"/>
                      <a:pt x="15" y="49"/>
                      <a:pt x="15" y="49"/>
                    </a:cubicBezTo>
                    <a:cubicBezTo>
                      <a:pt x="15" y="59"/>
                      <a:pt x="15" y="59"/>
                      <a:pt x="15" y="59"/>
                    </a:cubicBezTo>
                    <a:cubicBezTo>
                      <a:pt x="15" y="61"/>
                      <a:pt x="19" y="65"/>
                      <a:pt x="21" y="65"/>
                    </a:cubicBezTo>
                    <a:cubicBezTo>
                      <a:pt x="25" y="65"/>
                      <a:pt x="27" y="61"/>
                      <a:pt x="27" y="59"/>
                    </a:cubicBezTo>
                    <a:cubicBezTo>
                      <a:pt x="27" y="49"/>
                      <a:pt x="27" y="49"/>
                      <a:pt x="27" y="49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31" y="24"/>
                      <a:pt x="31" y="24"/>
                      <a:pt x="31" y="24"/>
                    </a:cubicBezTo>
                    <a:cubicBezTo>
                      <a:pt x="33" y="26"/>
                      <a:pt x="36" y="26"/>
                      <a:pt x="36" y="26"/>
                    </a:cubicBezTo>
                    <a:cubicBezTo>
                      <a:pt x="38" y="26"/>
                      <a:pt x="40" y="26"/>
                      <a:pt x="40" y="24"/>
                    </a:cubicBezTo>
                    <a:cubicBezTo>
                      <a:pt x="44" y="22"/>
                      <a:pt x="44" y="18"/>
                      <a:pt x="40" y="16"/>
                    </a:cubicBezTo>
                    <a:cubicBezTo>
                      <a:pt x="25" y="2"/>
                      <a:pt x="25" y="2"/>
                      <a:pt x="25" y="2"/>
                    </a:cubicBezTo>
                    <a:cubicBezTo>
                      <a:pt x="25" y="2"/>
                      <a:pt x="25" y="0"/>
                      <a:pt x="23" y="0"/>
                    </a:cubicBezTo>
                    <a:cubicBezTo>
                      <a:pt x="23" y="0"/>
                      <a:pt x="23" y="0"/>
                      <a:pt x="21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2" y="16"/>
                      <a:pt x="2" y="16"/>
                      <a:pt x="2" y="16"/>
                    </a:cubicBezTo>
                    <a:cubicBezTo>
                      <a:pt x="0" y="18"/>
                      <a:pt x="0" y="22"/>
                      <a:pt x="2" y="24"/>
                    </a:cubicBezTo>
                    <a:cubicBezTo>
                      <a:pt x="4" y="26"/>
                      <a:pt x="9" y="26"/>
                      <a:pt x="11" y="24"/>
                    </a:cubicBezTo>
                    <a:close/>
                  </a:path>
                </a:pathLst>
              </a:cu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>
                  <a:ea typeface="맑은 고딕" panose="020B0503020000020004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2192" name="Freeform 132">
                <a:extLst>
                  <a:ext uri="{FF2B5EF4-FFF2-40B4-BE49-F238E27FC236}">
                    <a16:creationId xmlns:a16="http://schemas.microsoft.com/office/drawing/2014/main" id="{C65AB9A4-E797-7D2D-23C8-88F75FBF6C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24638" y="11668125"/>
                <a:ext cx="98425" cy="92075"/>
              </a:xfrm>
              <a:custGeom>
                <a:avLst/>
                <a:gdLst>
                  <a:gd name="T0" fmla="*/ 7 w 53"/>
                  <a:gd name="T1" fmla="*/ 33 h 50"/>
                  <a:gd name="T2" fmla="*/ 13 w 53"/>
                  <a:gd name="T3" fmla="*/ 27 h 50"/>
                  <a:gd name="T4" fmla="*/ 13 w 53"/>
                  <a:gd name="T5" fmla="*/ 21 h 50"/>
                  <a:gd name="T6" fmla="*/ 34 w 53"/>
                  <a:gd name="T7" fmla="*/ 40 h 50"/>
                  <a:gd name="T8" fmla="*/ 40 w 53"/>
                  <a:gd name="T9" fmla="*/ 48 h 50"/>
                  <a:gd name="T10" fmla="*/ 46 w 53"/>
                  <a:gd name="T11" fmla="*/ 50 h 50"/>
                  <a:gd name="T12" fmla="*/ 51 w 53"/>
                  <a:gd name="T13" fmla="*/ 48 h 50"/>
                  <a:gd name="T14" fmla="*/ 51 w 53"/>
                  <a:gd name="T15" fmla="*/ 40 h 50"/>
                  <a:gd name="T16" fmla="*/ 42 w 53"/>
                  <a:gd name="T17" fmla="*/ 31 h 50"/>
                  <a:gd name="T18" fmla="*/ 23 w 53"/>
                  <a:gd name="T19" fmla="*/ 12 h 50"/>
                  <a:gd name="T20" fmla="*/ 30 w 53"/>
                  <a:gd name="T21" fmla="*/ 12 h 50"/>
                  <a:gd name="T22" fmla="*/ 36 w 53"/>
                  <a:gd name="T23" fmla="*/ 6 h 50"/>
                  <a:gd name="T24" fmla="*/ 30 w 53"/>
                  <a:gd name="T25" fmla="*/ 0 h 50"/>
                  <a:gd name="T26" fmla="*/ 7 w 53"/>
                  <a:gd name="T27" fmla="*/ 0 h 50"/>
                  <a:gd name="T28" fmla="*/ 5 w 53"/>
                  <a:gd name="T29" fmla="*/ 0 h 50"/>
                  <a:gd name="T30" fmla="*/ 3 w 53"/>
                  <a:gd name="T31" fmla="*/ 2 h 50"/>
                  <a:gd name="T32" fmla="*/ 3 w 53"/>
                  <a:gd name="T33" fmla="*/ 4 h 50"/>
                  <a:gd name="T34" fmla="*/ 0 w 53"/>
                  <a:gd name="T35" fmla="*/ 6 h 50"/>
                  <a:gd name="T36" fmla="*/ 0 w 53"/>
                  <a:gd name="T37" fmla="*/ 27 h 50"/>
                  <a:gd name="T38" fmla="*/ 7 w 53"/>
                  <a:gd name="T39" fmla="*/ 33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53" h="50">
                    <a:moveTo>
                      <a:pt x="7" y="33"/>
                    </a:moveTo>
                    <a:cubicBezTo>
                      <a:pt x="11" y="33"/>
                      <a:pt x="13" y="31"/>
                      <a:pt x="13" y="27"/>
                    </a:cubicBezTo>
                    <a:cubicBezTo>
                      <a:pt x="13" y="21"/>
                      <a:pt x="13" y="21"/>
                      <a:pt x="13" y="21"/>
                    </a:cubicBezTo>
                    <a:cubicBezTo>
                      <a:pt x="34" y="40"/>
                      <a:pt x="34" y="40"/>
                      <a:pt x="34" y="40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2" y="50"/>
                      <a:pt x="44" y="50"/>
                      <a:pt x="46" y="50"/>
                    </a:cubicBezTo>
                    <a:cubicBezTo>
                      <a:pt x="46" y="50"/>
                      <a:pt x="49" y="50"/>
                      <a:pt x="51" y="48"/>
                    </a:cubicBezTo>
                    <a:cubicBezTo>
                      <a:pt x="53" y="46"/>
                      <a:pt x="53" y="42"/>
                      <a:pt x="51" y="40"/>
                    </a:cubicBezTo>
                    <a:cubicBezTo>
                      <a:pt x="42" y="31"/>
                      <a:pt x="42" y="31"/>
                      <a:pt x="42" y="31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30" y="12"/>
                      <a:pt x="30" y="12"/>
                      <a:pt x="30" y="12"/>
                    </a:cubicBezTo>
                    <a:cubicBezTo>
                      <a:pt x="32" y="12"/>
                      <a:pt x="36" y="10"/>
                      <a:pt x="36" y="6"/>
                    </a:cubicBezTo>
                    <a:cubicBezTo>
                      <a:pt x="36" y="2"/>
                      <a:pt x="32" y="0"/>
                      <a:pt x="30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7" y="0"/>
                      <a:pt x="7" y="0"/>
                      <a:pt x="5" y="0"/>
                    </a:cubicBezTo>
                    <a:cubicBezTo>
                      <a:pt x="5" y="0"/>
                      <a:pt x="5" y="0"/>
                      <a:pt x="3" y="2"/>
                    </a:cubicBezTo>
                    <a:cubicBezTo>
                      <a:pt x="3" y="2"/>
                      <a:pt x="3" y="2"/>
                      <a:pt x="3" y="4"/>
                    </a:cubicBezTo>
                    <a:cubicBezTo>
                      <a:pt x="3" y="4"/>
                      <a:pt x="0" y="4"/>
                      <a:pt x="0" y="6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31"/>
                      <a:pt x="5" y="33"/>
                      <a:pt x="7" y="33"/>
                    </a:cubicBezTo>
                    <a:close/>
                  </a:path>
                </a:pathLst>
              </a:cu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>
                  <a:ea typeface="맑은 고딕" panose="020B0503020000020004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2193" name="Freeform 133">
                <a:extLst>
                  <a:ext uri="{FF2B5EF4-FFF2-40B4-BE49-F238E27FC236}">
                    <a16:creationId xmlns:a16="http://schemas.microsoft.com/office/drawing/2014/main" id="{B4D0D99D-0DD8-C8B5-6CCA-33B5396E3E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83363" y="11763375"/>
                <a:ext cx="117475" cy="80963"/>
              </a:xfrm>
              <a:custGeom>
                <a:avLst/>
                <a:gdLst>
                  <a:gd name="T0" fmla="*/ 2 w 64"/>
                  <a:gd name="T1" fmla="*/ 27 h 44"/>
                  <a:gd name="T2" fmla="*/ 16 w 64"/>
                  <a:gd name="T3" fmla="*/ 42 h 44"/>
                  <a:gd name="T4" fmla="*/ 20 w 64"/>
                  <a:gd name="T5" fmla="*/ 44 h 44"/>
                  <a:gd name="T6" fmla="*/ 25 w 64"/>
                  <a:gd name="T7" fmla="*/ 42 h 44"/>
                  <a:gd name="T8" fmla="*/ 25 w 64"/>
                  <a:gd name="T9" fmla="*/ 33 h 44"/>
                  <a:gd name="T10" fmla="*/ 20 w 64"/>
                  <a:gd name="T11" fmla="*/ 29 h 44"/>
                  <a:gd name="T12" fmla="*/ 47 w 64"/>
                  <a:gd name="T13" fmla="*/ 29 h 44"/>
                  <a:gd name="T14" fmla="*/ 58 w 64"/>
                  <a:gd name="T15" fmla="*/ 29 h 44"/>
                  <a:gd name="T16" fmla="*/ 64 w 64"/>
                  <a:gd name="T17" fmla="*/ 23 h 44"/>
                  <a:gd name="T18" fmla="*/ 58 w 64"/>
                  <a:gd name="T19" fmla="*/ 17 h 44"/>
                  <a:gd name="T20" fmla="*/ 47 w 64"/>
                  <a:gd name="T21" fmla="*/ 17 h 44"/>
                  <a:gd name="T22" fmla="*/ 20 w 64"/>
                  <a:gd name="T23" fmla="*/ 17 h 44"/>
                  <a:gd name="T24" fmla="*/ 25 w 64"/>
                  <a:gd name="T25" fmla="*/ 13 h 44"/>
                  <a:gd name="T26" fmla="*/ 25 w 64"/>
                  <a:gd name="T27" fmla="*/ 2 h 44"/>
                  <a:gd name="T28" fmla="*/ 16 w 64"/>
                  <a:gd name="T29" fmla="*/ 2 h 44"/>
                  <a:gd name="T30" fmla="*/ 2 w 64"/>
                  <a:gd name="T31" fmla="*/ 19 h 44"/>
                  <a:gd name="T32" fmla="*/ 0 w 64"/>
                  <a:gd name="T33" fmla="*/ 19 h 44"/>
                  <a:gd name="T34" fmla="*/ 0 w 64"/>
                  <a:gd name="T35" fmla="*/ 23 h 44"/>
                  <a:gd name="T36" fmla="*/ 0 w 64"/>
                  <a:gd name="T37" fmla="*/ 25 h 44"/>
                  <a:gd name="T38" fmla="*/ 2 w 64"/>
                  <a:gd name="T39" fmla="*/ 27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64" h="44">
                    <a:moveTo>
                      <a:pt x="2" y="27"/>
                    </a:moveTo>
                    <a:cubicBezTo>
                      <a:pt x="16" y="42"/>
                      <a:pt x="16" y="42"/>
                      <a:pt x="16" y="42"/>
                    </a:cubicBezTo>
                    <a:cubicBezTo>
                      <a:pt x="16" y="42"/>
                      <a:pt x="18" y="44"/>
                      <a:pt x="20" y="44"/>
                    </a:cubicBezTo>
                    <a:cubicBezTo>
                      <a:pt x="23" y="44"/>
                      <a:pt x="23" y="42"/>
                      <a:pt x="25" y="42"/>
                    </a:cubicBezTo>
                    <a:cubicBezTo>
                      <a:pt x="27" y="40"/>
                      <a:pt x="27" y="35"/>
                      <a:pt x="25" y="33"/>
                    </a:cubicBezTo>
                    <a:cubicBezTo>
                      <a:pt x="20" y="29"/>
                      <a:pt x="20" y="29"/>
                      <a:pt x="20" y="29"/>
                    </a:cubicBezTo>
                    <a:cubicBezTo>
                      <a:pt x="47" y="29"/>
                      <a:pt x="47" y="29"/>
                      <a:pt x="47" y="29"/>
                    </a:cubicBezTo>
                    <a:cubicBezTo>
                      <a:pt x="58" y="29"/>
                      <a:pt x="58" y="29"/>
                      <a:pt x="58" y="29"/>
                    </a:cubicBezTo>
                    <a:cubicBezTo>
                      <a:pt x="62" y="29"/>
                      <a:pt x="64" y="25"/>
                      <a:pt x="64" y="23"/>
                    </a:cubicBezTo>
                    <a:cubicBezTo>
                      <a:pt x="64" y="19"/>
                      <a:pt x="62" y="17"/>
                      <a:pt x="58" y="17"/>
                    </a:cubicBezTo>
                    <a:cubicBezTo>
                      <a:pt x="47" y="17"/>
                      <a:pt x="47" y="17"/>
                      <a:pt x="47" y="17"/>
                    </a:cubicBezTo>
                    <a:cubicBezTo>
                      <a:pt x="20" y="17"/>
                      <a:pt x="20" y="17"/>
                      <a:pt x="20" y="17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7" y="8"/>
                      <a:pt x="27" y="6"/>
                      <a:pt x="25" y="2"/>
                    </a:cubicBezTo>
                    <a:cubicBezTo>
                      <a:pt x="23" y="0"/>
                      <a:pt x="18" y="0"/>
                      <a:pt x="16" y="2"/>
                    </a:cubicBezTo>
                    <a:cubicBezTo>
                      <a:pt x="2" y="19"/>
                      <a:pt x="2" y="19"/>
                      <a:pt x="2" y="19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21"/>
                      <a:pt x="0" y="21"/>
                      <a:pt x="0" y="23"/>
                    </a:cubicBezTo>
                    <a:cubicBezTo>
                      <a:pt x="0" y="23"/>
                      <a:pt x="0" y="23"/>
                      <a:pt x="0" y="25"/>
                    </a:cubicBezTo>
                    <a:cubicBezTo>
                      <a:pt x="0" y="25"/>
                      <a:pt x="0" y="25"/>
                      <a:pt x="2" y="27"/>
                    </a:cubicBezTo>
                    <a:close/>
                  </a:path>
                </a:pathLst>
              </a:cu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>
                  <a:ea typeface="맑은 고딕" panose="020B0503020000020004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2194" name="Freeform 134">
                <a:extLst>
                  <a:ext uri="{FF2B5EF4-FFF2-40B4-BE49-F238E27FC236}">
                    <a16:creationId xmlns:a16="http://schemas.microsoft.com/office/drawing/2014/main" id="{58783292-3FD8-789D-4AC1-CA9E04CCF6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34163" y="11844338"/>
                <a:ext cx="90488" cy="95250"/>
              </a:xfrm>
              <a:custGeom>
                <a:avLst/>
                <a:gdLst>
                  <a:gd name="T0" fmla="*/ 39 w 49"/>
                  <a:gd name="T1" fmla="*/ 4 h 52"/>
                  <a:gd name="T2" fmla="*/ 31 w 49"/>
                  <a:gd name="T3" fmla="*/ 10 h 52"/>
                  <a:gd name="T4" fmla="*/ 12 w 49"/>
                  <a:gd name="T5" fmla="*/ 31 h 52"/>
                  <a:gd name="T6" fmla="*/ 12 w 49"/>
                  <a:gd name="T7" fmla="*/ 25 h 52"/>
                  <a:gd name="T8" fmla="*/ 6 w 49"/>
                  <a:gd name="T9" fmla="*/ 18 h 52"/>
                  <a:gd name="T10" fmla="*/ 0 w 49"/>
                  <a:gd name="T11" fmla="*/ 25 h 52"/>
                  <a:gd name="T12" fmla="*/ 0 w 49"/>
                  <a:gd name="T13" fmla="*/ 45 h 52"/>
                  <a:gd name="T14" fmla="*/ 0 w 49"/>
                  <a:gd name="T15" fmla="*/ 47 h 52"/>
                  <a:gd name="T16" fmla="*/ 2 w 49"/>
                  <a:gd name="T17" fmla="*/ 50 h 52"/>
                  <a:gd name="T18" fmla="*/ 4 w 49"/>
                  <a:gd name="T19" fmla="*/ 52 h 52"/>
                  <a:gd name="T20" fmla="*/ 6 w 49"/>
                  <a:gd name="T21" fmla="*/ 52 h 52"/>
                  <a:gd name="T22" fmla="*/ 27 w 49"/>
                  <a:gd name="T23" fmla="*/ 52 h 52"/>
                  <a:gd name="T24" fmla="*/ 33 w 49"/>
                  <a:gd name="T25" fmla="*/ 45 h 52"/>
                  <a:gd name="T26" fmla="*/ 27 w 49"/>
                  <a:gd name="T27" fmla="*/ 39 h 52"/>
                  <a:gd name="T28" fmla="*/ 21 w 49"/>
                  <a:gd name="T29" fmla="*/ 39 h 52"/>
                  <a:gd name="T30" fmla="*/ 41 w 49"/>
                  <a:gd name="T31" fmla="*/ 18 h 52"/>
                  <a:gd name="T32" fmla="*/ 47 w 49"/>
                  <a:gd name="T33" fmla="*/ 12 h 52"/>
                  <a:gd name="T34" fmla="*/ 47 w 49"/>
                  <a:gd name="T35" fmla="*/ 4 h 52"/>
                  <a:gd name="T36" fmla="*/ 39 w 49"/>
                  <a:gd name="T37" fmla="*/ 4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9" h="52">
                    <a:moveTo>
                      <a:pt x="39" y="4"/>
                    </a:moveTo>
                    <a:cubicBezTo>
                      <a:pt x="31" y="10"/>
                      <a:pt x="31" y="10"/>
                      <a:pt x="31" y="10"/>
                    </a:cubicBezTo>
                    <a:cubicBezTo>
                      <a:pt x="12" y="31"/>
                      <a:pt x="12" y="31"/>
                      <a:pt x="12" y="31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2" y="20"/>
                      <a:pt x="10" y="18"/>
                      <a:pt x="6" y="18"/>
                    </a:cubicBezTo>
                    <a:cubicBezTo>
                      <a:pt x="2" y="18"/>
                      <a:pt x="0" y="20"/>
                      <a:pt x="0" y="25"/>
                    </a:cubicBezTo>
                    <a:cubicBezTo>
                      <a:pt x="0" y="45"/>
                      <a:pt x="0" y="45"/>
                      <a:pt x="0" y="45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2" y="50"/>
                      <a:pt x="2" y="50"/>
                      <a:pt x="4" y="52"/>
                    </a:cubicBezTo>
                    <a:cubicBezTo>
                      <a:pt x="6" y="52"/>
                      <a:pt x="6" y="52"/>
                      <a:pt x="6" y="52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31" y="52"/>
                      <a:pt x="33" y="47"/>
                      <a:pt x="33" y="45"/>
                    </a:cubicBezTo>
                    <a:cubicBezTo>
                      <a:pt x="33" y="41"/>
                      <a:pt x="31" y="39"/>
                      <a:pt x="27" y="39"/>
                    </a:cubicBezTo>
                    <a:cubicBezTo>
                      <a:pt x="21" y="39"/>
                      <a:pt x="21" y="39"/>
                      <a:pt x="21" y="39"/>
                    </a:cubicBezTo>
                    <a:cubicBezTo>
                      <a:pt x="41" y="18"/>
                      <a:pt x="41" y="18"/>
                      <a:pt x="41" y="18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9" y="10"/>
                      <a:pt x="49" y="6"/>
                      <a:pt x="47" y="4"/>
                    </a:cubicBezTo>
                    <a:cubicBezTo>
                      <a:pt x="45" y="0"/>
                      <a:pt x="41" y="0"/>
                      <a:pt x="39" y="4"/>
                    </a:cubicBezTo>
                    <a:close/>
                  </a:path>
                </a:pathLst>
              </a:cu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>
                  <a:ea typeface="맑은 고딕" panose="020B0503020000020004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2195" name="Freeform 135">
                <a:extLst>
                  <a:ext uri="{FF2B5EF4-FFF2-40B4-BE49-F238E27FC236}">
                    <a16:creationId xmlns:a16="http://schemas.microsoft.com/office/drawing/2014/main" id="{AC61A6B4-D238-2A44-A35F-1B7269AEC3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27826" y="11868150"/>
                <a:ext cx="80963" cy="117475"/>
              </a:xfrm>
              <a:custGeom>
                <a:avLst/>
                <a:gdLst>
                  <a:gd name="T0" fmla="*/ 33 w 44"/>
                  <a:gd name="T1" fmla="*/ 39 h 64"/>
                  <a:gd name="T2" fmla="*/ 29 w 44"/>
                  <a:gd name="T3" fmla="*/ 43 h 64"/>
                  <a:gd name="T4" fmla="*/ 29 w 44"/>
                  <a:gd name="T5" fmla="*/ 15 h 64"/>
                  <a:gd name="T6" fmla="*/ 29 w 44"/>
                  <a:gd name="T7" fmla="*/ 6 h 64"/>
                  <a:gd name="T8" fmla="*/ 23 w 44"/>
                  <a:gd name="T9" fmla="*/ 0 h 64"/>
                  <a:gd name="T10" fmla="*/ 17 w 44"/>
                  <a:gd name="T11" fmla="*/ 6 h 64"/>
                  <a:gd name="T12" fmla="*/ 17 w 44"/>
                  <a:gd name="T13" fmla="*/ 17 h 64"/>
                  <a:gd name="T14" fmla="*/ 17 w 44"/>
                  <a:gd name="T15" fmla="*/ 43 h 64"/>
                  <a:gd name="T16" fmla="*/ 13 w 44"/>
                  <a:gd name="T17" fmla="*/ 39 h 64"/>
                  <a:gd name="T18" fmla="*/ 2 w 44"/>
                  <a:gd name="T19" fmla="*/ 39 h 64"/>
                  <a:gd name="T20" fmla="*/ 2 w 44"/>
                  <a:gd name="T21" fmla="*/ 48 h 64"/>
                  <a:gd name="T22" fmla="*/ 19 w 44"/>
                  <a:gd name="T23" fmla="*/ 64 h 64"/>
                  <a:gd name="T24" fmla="*/ 21 w 44"/>
                  <a:gd name="T25" fmla="*/ 64 h 64"/>
                  <a:gd name="T26" fmla="*/ 23 w 44"/>
                  <a:gd name="T27" fmla="*/ 64 h 64"/>
                  <a:gd name="T28" fmla="*/ 25 w 44"/>
                  <a:gd name="T29" fmla="*/ 64 h 64"/>
                  <a:gd name="T30" fmla="*/ 27 w 44"/>
                  <a:gd name="T31" fmla="*/ 64 h 64"/>
                  <a:gd name="T32" fmla="*/ 42 w 44"/>
                  <a:gd name="T33" fmla="*/ 48 h 64"/>
                  <a:gd name="T34" fmla="*/ 42 w 44"/>
                  <a:gd name="T35" fmla="*/ 39 h 64"/>
                  <a:gd name="T36" fmla="*/ 33 w 44"/>
                  <a:gd name="T37" fmla="*/ 39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4" h="64">
                    <a:moveTo>
                      <a:pt x="33" y="39"/>
                    </a:move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9" y="6"/>
                      <a:pt x="29" y="6"/>
                      <a:pt x="29" y="6"/>
                    </a:cubicBezTo>
                    <a:cubicBezTo>
                      <a:pt x="29" y="2"/>
                      <a:pt x="25" y="0"/>
                      <a:pt x="23" y="0"/>
                    </a:cubicBezTo>
                    <a:cubicBezTo>
                      <a:pt x="19" y="0"/>
                      <a:pt x="17" y="2"/>
                      <a:pt x="17" y="6"/>
                    </a:cubicBezTo>
                    <a:cubicBezTo>
                      <a:pt x="17" y="17"/>
                      <a:pt x="17" y="17"/>
                      <a:pt x="17" y="17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7"/>
                      <a:pt x="6" y="37"/>
                      <a:pt x="2" y="39"/>
                    </a:cubicBezTo>
                    <a:cubicBezTo>
                      <a:pt x="0" y="41"/>
                      <a:pt x="0" y="45"/>
                      <a:pt x="2" y="48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9" y="64"/>
                      <a:pt x="19" y="64"/>
                      <a:pt x="21" y="64"/>
                    </a:cubicBezTo>
                    <a:cubicBezTo>
                      <a:pt x="21" y="64"/>
                      <a:pt x="21" y="64"/>
                      <a:pt x="23" y="64"/>
                    </a:cubicBezTo>
                    <a:cubicBezTo>
                      <a:pt x="23" y="64"/>
                      <a:pt x="23" y="64"/>
                      <a:pt x="25" y="64"/>
                    </a:cubicBezTo>
                    <a:cubicBezTo>
                      <a:pt x="27" y="64"/>
                      <a:pt x="27" y="64"/>
                      <a:pt x="27" y="64"/>
                    </a:cubicBezTo>
                    <a:cubicBezTo>
                      <a:pt x="42" y="48"/>
                      <a:pt x="42" y="48"/>
                      <a:pt x="42" y="48"/>
                    </a:cubicBezTo>
                    <a:cubicBezTo>
                      <a:pt x="44" y="45"/>
                      <a:pt x="44" y="41"/>
                      <a:pt x="42" y="39"/>
                    </a:cubicBezTo>
                    <a:cubicBezTo>
                      <a:pt x="40" y="37"/>
                      <a:pt x="35" y="37"/>
                      <a:pt x="33" y="39"/>
                    </a:cubicBezTo>
                    <a:close/>
                  </a:path>
                </a:pathLst>
              </a:cu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>
                  <a:ea typeface="맑은 고딕" panose="020B0503020000020004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2196" name="Freeform 136">
                <a:extLst>
                  <a:ext uri="{FF2B5EF4-FFF2-40B4-BE49-F238E27FC236}">
                    <a16:creationId xmlns:a16="http://schemas.microsoft.com/office/drawing/2014/main" id="{31B82F12-2181-2BC5-02E3-F85463BC99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788" y="11839575"/>
                <a:ext cx="95250" cy="92075"/>
              </a:xfrm>
              <a:custGeom>
                <a:avLst/>
                <a:gdLst>
                  <a:gd name="T0" fmla="*/ 45 w 52"/>
                  <a:gd name="T1" fmla="*/ 17 h 50"/>
                  <a:gd name="T2" fmla="*/ 39 w 52"/>
                  <a:gd name="T3" fmla="*/ 23 h 50"/>
                  <a:gd name="T4" fmla="*/ 39 w 52"/>
                  <a:gd name="T5" fmla="*/ 29 h 50"/>
                  <a:gd name="T6" fmla="*/ 18 w 52"/>
                  <a:gd name="T7" fmla="*/ 8 h 50"/>
                  <a:gd name="T8" fmla="*/ 12 w 52"/>
                  <a:gd name="T9" fmla="*/ 2 h 50"/>
                  <a:gd name="T10" fmla="*/ 4 w 52"/>
                  <a:gd name="T11" fmla="*/ 2 h 50"/>
                  <a:gd name="T12" fmla="*/ 4 w 52"/>
                  <a:gd name="T13" fmla="*/ 10 h 50"/>
                  <a:gd name="T14" fmla="*/ 10 w 52"/>
                  <a:gd name="T15" fmla="*/ 19 h 50"/>
                  <a:gd name="T16" fmla="*/ 31 w 52"/>
                  <a:gd name="T17" fmla="*/ 38 h 50"/>
                  <a:gd name="T18" fmla="*/ 25 w 52"/>
                  <a:gd name="T19" fmla="*/ 38 h 50"/>
                  <a:gd name="T20" fmla="*/ 18 w 52"/>
                  <a:gd name="T21" fmla="*/ 44 h 50"/>
                  <a:gd name="T22" fmla="*/ 25 w 52"/>
                  <a:gd name="T23" fmla="*/ 50 h 50"/>
                  <a:gd name="T24" fmla="*/ 45 w 52"/>
                  <a:gd name="T25" fmla="*/ 50 h 50"/>
                  <a:gd name="T26" fmla="*/ 47 w 52"/>
                  <a:gd name="T27" fmla="*/ 50 h 50"/>
                  <a:gd name="T28" fmla="*/ 50 w 52"/>
                  <a:gd name="T29" fmla="*/ 48 h 50"/>
                  <a:gd name="T30" fmla="*/ 52 w 52"/>
                  <a:gd name="T31" fmla="*/ 46 h 50"/>
                  <a:gd name="T32" fmla="*/ 52 w 52"/>
                  <a:gd name="T33" fmla="*/ 44 h 50"/>
                  <a:gd name="T34" fmla="*/ 52 w 52"/>
                  <a:gd name="T35" fmla="*/ 23 h 50"/>
                  <a:gd name="T36" fmla="*/ 45 w 52"/>
                  <a:gd name="T37" fmla="*/ 17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2" h="50">
                    <a:moveTo>
                      <a:pt x="45" y="17"/>
                    </a:moveTo>
                    <a:cubicBezTo>
                      <a:pt x="41" y="17"/>
                      <a:pt x="39" y="21"/>
                      <a:pt x="39" y="23"/>
                    </a:cubicBezTo>
                    <a:cubicBezTo>
                      <a:pt x="39" y="29"/>
                      <a:pt x="39" y="29"/>
                      <a:pt x="39" y="29"/>
                    </a:cubicBezTo>
                    <a:cubicBezTo>
                      <a:pt x="18" y="8"/>
                      <a:pt x="18" y="8"/>
                      <a:pt x="18" y="8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0" y="0"/>
                      <a:pt x="6" y="0"/>
                      <a:pt x="4" y="2"/>
                    </a:cubicBezTo>
                    <a:cubicBezTo>
                      <a:pt x="0" y="4"/>
                      <a:pt x="0" y="8"/>
                      <a:pt x="4" y="10"/>
                    </a:cubicBezTo>
                    <a:cubicBezTo>
                      <a:pt x="10" y="19"/>
                      <a:pt x="10" y="19"/>
                      <a:pt x="10" y="19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1" y="38"/>
                      <a:pt x="18" y="42"/>
                      <a:pt x="18" y="44"/>
                    </a:cubicBezTo>
                    <a:cubicBezTo>
                      <a:pt x="18" y="48"/>
                      <a:pt x="21" y="50"/>
                      <a:pt x="2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7" y="50"/>
                      <a:pt x="47" y="50"/>
                      <a:pt x="47" y="50"/>
                    </a:cubicBezTo>
                    <a:cubicBezTo>
                      <a:pt x="47" y="50"/>
                      <a:pt x="50" y="50"/>
                      <a:pt x="50" y="48"/>
                    </a:cubicBezTo>
                    <a:cubicBezTo>
                      <a:pt x="50" y="48"/>
                      <a:pt x="50" y="48"/>
                      <a:pt x="52" y="46"/>
                    </a:cubicBezTo>
                    <a:cubicBezTo>
                      <a:pt x="52" y="46"/>
                      <a:pt x="52" y="46"/>
                      <a:pt x="52" y="44"/>
                    </a:cubicBezTo>
                    <a:cubicBezTo>
                      <a:pt x="52" y="23"/>
                      <a:pt x="52" y="23"/>
                      <a:pt x="52" y="23"/>
                    </a:cubicBezTo>
                    <a:cubicBezTo>
                      <a:pt x="52" y="21"/>
                      <a:pt x="47" y="17"/>
                      <a:pt x="45" y="17"/>
                    </a:cubicBezTo>
                    <a:close/>
                  </a:path>
                </a:pathLst>
              </a:cu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>
                  <a:ea typeface="맑은 고딕" panose="020B0503020000020004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2197" name="Freeform 137">
                <a:extLst>
                  <a:ext uri="{FF2B5EF4-FFF2-40B4-BE49-F238E27FC236}">
                    <a16:creationId xmlns:a16="http://schemas.microsoft.com/office/drawing/2014/main" id="{B36971F8-FE8E-96BC-6804-4F022F8B26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27838" y="11758613"/>
                <a:ext cx="125413" cy="77788"/>
              </a:xfrm>
              <a:custGeom>
                <a:avLst/>
                <a:gdLst>
                  <a:gd name="T0" fmla="*/ 44 w 68"/>
                  <a:gd name="T1" fmla="*/ 16 h 43"/>
                  <a:gd name="T2" fmla="*/ 15 w 68"/>
                  <a:gd name="T3" fmla="*/ 16 h 43"/>
                  <a:gd name="T4" fmla="*/ 7 w 68"/>
                  <a:gd name="T5" fmla="*/ 16 h 43"/>
                  <a:gd name="T6" fmla="*/ 0 w 68"/>
                  <a:gd name="T7" fmla="*/ 23 h 43"/>
                  <a:gd name="T8" fmla="*/ 7 w 68"/>
                  <a:gd name="T9" fmla="*/ 29 h 43"/>
                  <a:gd name="T10" fmla="*/ 17 w 68"/>
                  <a:gd name="T11" fmla="*/ 29 h 43"/>
                  <a:gd name="T12" fmla="*/ 44 w 68"/>
                  <a:gd name="T13" fmla="*/ 29 h 43"/>
                  <a:gd name="T14" fmla="*/ 40 w 68"/>
                  <a:gd name="T15" fmla="*/ 33 h 43"/>
                  <a:gd name="T16" fmla="*/ 40 w 68"/>
                  <a:gd name="T17" fmla="*/ 41 h 43"/>
                  <a:gd name="T18" fmla="*/ 44 w 68"/>
                  <a:gd name="T19" fmla="*/ 43 h 43"/>
                  <a:gd name="T20" fmla="*/ 51 w 68"/>
                  <a:gd name="T21" fmla="*/ 41 h 43"/>
                  <a:gd name="T22" fmla="*/ 65 w 68"/>
                  <a:gd name="T23" fmla="*/ 27 h 43"/>
                  <a:gd name="T24" fmla="*/ 65 w 68"/>
                  <a:gd name="T25" fmla="*/ 25 h 43"/>
                  <a:gd name="T26" fmla="*/ 68 w 68"/>
                  <a:gd name="T27" fmla="*/ 23 h 43"/>
                  <a:gd name="T28" fmla="*/ 65 w 68"/>
                  <a:gd name="T29" fmla="*/ 18 h 43"/>
                  <a:gd name="T30" fmla="*/ 65 w 68"/>
                  <a:gd name="T31" fmla="*/ 16 h 43"/>
                  <a:gd name="T32" fmla="*/ 51 w 68"/>
                  <a:gd name="T33" fmla="*/ 2 h 43"/>
                  <a:gd name="T34" fmla="*/ 40 w 68"/>
                  <a:gd name="T35" fmla="*/ 2 h 43"/>
                  <a:gd name="T36" fmla="*/ 40 w 68"/>
                  <a:gd name="T37" fmla="*/ 12 h 43"/>
                  <a:gd name="T38" fmla="*/ 44 w 68"/>
                  <a:gd name="T39" fmla="*/ 16 h 43"/>
                  <a:gd name="T40" fmla="*/ 44 w 68"/>
                  <a:gd name="T41" fmla="*/ 16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68" h="43">
                    <a:moveTo>
                      <a:pt x="44" y="16"/>
                    </a:moveTo>
                    <a:cubicBezTo>
                      <a:pt x="15" y="16"/>
                      <a:pt x="15" y="16"/>
                      <a:pt x="15" y="16"/>
                    </a:cubicBezTo>
                    <a:cubicBezTo>
                      <a:pt x="7" y="16"/>
                      <a:pt x="7" y="16"/>
                      <a:pt x="7" y="16"/>
                    </a:cubicBezTo>
                    <a:cubicBezTo>
                      <a:pt x="2" y="16"/>
                      <a:pt x="0" y="18"/>
                      <a:pt x="0" y="23"/>
                    </a:cubicBezTo>
                    <a:cubicBezTo>
                      <a:pt x="0" y="25"/>
                      <a:pt x="2" y="29"/>
                      <a:pt x="7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0" y="33"/>
                      <a:pt x="40" y="33"/>
                      <a:pt x="40" y="33"/>
                    </a:cubicBezTo>
                    <a:cubicBezTo>
                      <a:pt x="38" y="35"/>
                      <a:pt x="38" y="39"/>
                      <a:pt x="40" y="41"/>
                    </a:cubicBezTo>
                    <a:cubicBezTo>
                      <a:pt x="42" y="41"/>
                      <a:pt x="44" y="43"/>
                      <a:pt x="44" y="43"/>
                    </a:cubicBezTo>
                    <a:cubicBezTo>
                      <a:pt x="47" y="43"/>
                      <a:pt x="49" y="41"/>
                      <a:pt x="51" y="41"/>
                    </a:cubicBezTo>
                    <a:cubicBezTo>
                      <a:pt x="65" y="27"/>
                      <a:pt x="65" y="27"/>
                      <a:pt x="65" y="27"/>
                    </a:cubicBezTo>
                    <a:cubicBezTo>
                      <a:pt x="65" y="25"/>
                      <a:pt x="65" y="25"/>
                      <a:pt x="65" y="25"/>
                    </a:cubicBezTo>
                    <a:cubicBezTo>
                      <a:pt x="65" y="23"/>
                      <a:pt x="68" y="23"/>
                      <a:pt x="68" y="23"/>
                    </a:cubicBezTo>
                    <a:cubicBezTo>
                      <a:pt x="68" y="21"/>
                      <a:pt x="65" y="21"/>
                      <a:pt x="65" y="18"/>
                    </a:cubicBezTo>
                    <a:cubicBezTo>
                      <a:pt x="65" y="18"/>
                      <a:pt x="65" y="18"/>
                      <a:pt x="65" y="16"/>
                    </a:cubicBezTo>
                    <a:cubicBezTo>
                      <a:pt x="51" y="2"/>
                      <a:pt x="51" y="2"/>
                      <a:pt x="51" y="2"/>
                    </a:cubicBezTo>
                    <a:cubicBezTo>
                      <a:pt x="47" y="0"/>
                      <a:pt x="42" y="0"/>
                      <a:pt x="40" y="2"/>
                    </a:cubicBezTo>
                    <a:cubicBezTo>
                      <a:pt x="38" y="4"/>
                      <a:pt x="38" y="8"/>
                      <a:pt x="40" y="12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6"/>
                      <a:pt x="44" y="16"/>
                      <a:pt x="44" y="16"/>
                    </a:cubicBezTo>
                    <a:close/>
                  </a:path>
                </a:pathLst>
              </a:cu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>
                  <a:ea typeface="맑은 고딕" panose="020B0503020000020004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2198" name="Freeform 138">
                <a:extLst>
                  <a:ext uri="{FF2B5EF4-FFF2-40B4-BE49-F238E27FC236}">
                    <a16:creationId xmlns:a16="http://schemas.microsoft.com/office/drawing/2014/main" id="{61E52E95-6351-CAAA-E9D1-6CAA9D265F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4026" y="11660188"/>
                <a:ext cx="90488" cy="98425"/>
              </a:xfrm>
              <a:custGeom>
                <a:avLst/>
                <a:gdLst>
                  <a:gd name="T0" fmla="*/ 6 w 49"/>
                  <a:gd name="T1" fmla="*/ 53 h 53"/>
                  <a:gd name="T2" fmla="*/ 10 w 49"/>
                  <a:gd name="T3" fmla="*/ 51 h 53"/>
                  <a:gd name="T4" fmla="*/ 18 w 49"/>
                  <a:gd name="T5" fmla="*/ 42 h 53"/>
                  <a:gd name="T6" fmla="*/ 37 w 49"/>
                  <a:gd name="T7" fmla="*/ 23 h 53"/>
                  <a:gd name="T8" fmla="*/ 37 w 49"/>
                  <a:gd name="T9" fmla="*/ 28 h 53"/>
                  <a:gd name="T10" fmla="*/ 43 w 49"/>
                  <a:gd name="T11" fmla="*/ 34 h 53"/>
                  <a:gd name="T12" fmla="*/ 49 w 49"/>
                  <a:gd name="T13" fmla="*/ 28 h 53"/>
                  <a:gd name="T14" fmla="*/ 49 w 49"/>
                  <a:gd name="T15" fmla="*/ 7 h 53"/>
                  <a:gd name="T16" fmla="*/ 49 w 49"/>
                  <a:gd name="T17" fmla="*/ 5 h 53"/>
                  <a:gd name="T18" fmla="*/ 47 w 49"/>
                  <a:gd name="T19" fmla="*/ 2 h 53"/>
                  <a:gd name="T20" fmla="*/ 47 w 49"/>
                  <a:gd name="T21" fmla="*/ 2 h 53"/>
                  <a:gd name="T22" fmla="*/ 43 w 49"/>
                  <a:gd name="T23" fmla="*/ 0 h 53"/>
                  <a:gd name="T24" fmla="*/ 22 w 49"/>
                  <a:gd name="T25" fmla="*/ 0 h 53"/>
                  <a:gd name="T26" fmla="*/ 16 w 49"/>
                  <a:gd name="T27" fmla="*/ 7 h 53"/>
                  <a:gd name="T28" fmla="*/ 22 w 49"/>
                  <a:gd name="T29" fmla="*/ 13 h 53"/>
                  <a:gd name="T30" fmla="*/ 28 w 49"/>
                  <a:gd name="T31" fmla="*/ 13 h 53"/>
                  <a:gd name="T32" fmla="*/ 10 w 49"/>
                  <a:gd name="T33" fmla="*/ 34 h 53"/>
                  <a:gd name="T34" fmla="*/ 2 w 49"/>
                  <a:gd name="T35" fmla="*/ 40 h 53"/>
                  <a:gd name="T36" fmla="*/ 2 w 49"/>
                  <a:gd name="T37" fmla="*/ 51 h 53"/>
                  <a:gd name="T38" fmla="*/ 6 w 49"/>
                  <a:gd name="T39" fmla="*/ 53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49" h="53">
                    <a:moveTo>
                      <a:pt x="6" y="53"/>
                    </a:moveTo>
                    <a:cubicBezTo>
                      <a:pt x="8" y="53"/>
                      <a:pt x="10" y="51"/>
                      <a:pt x="10" y="51"/>
                    </a:cubicBezTo>
                    <a:cubicBezTo>
                      <a:pt x="18" y="42"/>
                      <a:pt x="18" y="42"/>
                      <a:pt x="18" y="42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7" y="28"/>
                      <a:pt x="37" y="28"/>
                      <a:pt x="37" y="28"/>
                    </a:cubicBezTo>
                    <a:cubicBezTo>
                      <a:pt x="37" y="32"/>
                      <a:pt x="41" y="34"/>
                      <a:pt x="43" y="34"/>
                    </a:cubicBezTo>
                    <a:cubicBezTo>
                      <a:pt x="47" y="34"/>
                      <a:pt x="49" y="32"/>
                      <a:pt x="49" y="28"/>
                    </a:cubicBezTo>
                    <a:cubicBezTo>
                      <a:pt x="49" y="7"/>
                      <a:pt x="49" y="7"/>
                      <a:pt x="49" y="7"/>
                    </a:cubicBezTo>
                    <a:cubicBezTo>
                      <a:pt x="49" y="7"/>
                      <a:pt x="49" y="7"/>
                      <a:pt x="49" y="5"/>
                    </a:cubicBezTo>
                    <a:cubicBezTo>
                      <a:pt x="49" y="5"/>
                      <a:pt x="49" y="5"/>
                      <a:pt x="47" y="2"/>
                    </a:cubicBezTo>
                    <a:cubicBezTo>
                      <a:pt x="47" y="2"/>
                      <a:pt x="47" y="2"/>
                      <a:pt x="47" y="2"/>
                    </a:cubicBezTo>
                    <a:cubicBezTo>
                      <a:pt x="45" y="0"/>
                      <a:pt x="45" y="0"/>
                      <a:pt x="4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20" y="0"/>
                      <a:pt x="16" y="5"/>
                      <a:pt x="16" y="7"/>
                    </a:cubicBezTo>
                    <a:cubicBezTo>
                      <a:pt x="16" y="11"/>
                      <a:pt x="20" y="13"/>
                      <a:pt x="22" y="13"/>
                    </a:cubicBezTo>
                    <a:cubicBezTo>
                      <a:pt x="28" y="13"/>
                      <a:pt x="28" y="13"/>
                      <a:pt x="28" y="13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2" y="40"/>
                      <a:pt x="2" y="40"/>
                      <a:pt x="2" y="40"/>
                    </a:cubicBezTo>
                    <a:cubicBezTo>
                      <a:pt x="0" y="44"/>
                      <a:pt x="0" y="46"/>
                      <a:pt x="2" y="51"/>
                    </a:cubicBezTo>
                    <a:cubicBezTo>
                      <a:pt x="4" y="51"/>
                      <a:pt x="4" y="53"/>
                      <a:pt x="6" y="53"/>
                    </a:cubicBezTo>
                    <a:close/>
                  </a:path>
                </a:pathLst>
              </a:cu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>
                  <a:ea typeface="맑은 고딕" panose="020B0503020000020004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2199" name="Freeform 139">
                <a:extLst>
                  <a:ext uri="{FF2B5EF4-FFF2-40B4-BE49-F238E27FC236}">
                    <a16:creationId xmlns:a16="http://schemas.microsoft.com/office/drawing/2014/main" id="{CF417D33-4DF7-5ABB-C2BC-EB186BAD70D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99226" y="11152188"/>
                <a:ext cx="509588" cy="349250"/>
              </a:xfrm>
              <a:custGeom>
                <a:avLst/>
                <a:gdLst>
                  <a:gd name="T0" fmla="*/ 255 w 321"/>
                  <a:gd name="T1" fmla="*/ 3 h 220"/>
                  <a:gd name="T2" fmla="*/ 255 w 321"/>
                  <a:gd name="T3" fmla="*/ 3 h 220"/>
                  <a:gd name="T4" fmla="*/ 255 w 321"/>
                  <a:gd name="T5" fmla="*/ 3 h 220"/>
                  <a:gd name="T6" fmla="*/ 65 w 321"/>
                  <a:gd name="T7" fmla="*/ 3 h 220"/>
                  <a:gd name="T8" fmla="*/ 65 w 321"/>
                  <a:gd name="T9" fmla="*/ 3 h 220"/>
                  <a:gd name="T10" fmla="*/ 65 w 321"/>
                  <a:gd name="T11" fmla="*/ 3 h 220"/>
                  <a:gd name="T12" fmla="*/ 65 w 321"/>
                  <a:gd name="T13" fmla="*/ 0 h 220"/>
                  <a:gd name="T14" fmla="*/ 0 w 321"/>
                  <a:gd name="T15" fmla="*/ 0 h 220"/>
                  <a:gd name="T16" fmla="*/ 0 w 321"/>
                  <a:gd name="T17" fmla="*/ 29 h 220"/>
                  <a:gd name="T18" fmla="*/ 65 w 321"/>
                  <a:gd name="T19" fmla="*/ 29 h 220"/>
                  <a:gd name="T20" fmla="*/ 65 w 321"/>
                  <a:gd name="T21" fmla="*/ 29 h 220"/>
                  <a:gd name="T22" fmla="*/ 147 w 321"/>
                  <a:gd name="T23" fmla="*/ 109 h 220"/>
                  <a:gd name="T24" fmla="*/ 65 w 321"/>
                  <a:gd name="T25" fmla="*/ 194 h 220"/>
                  <a:gd name="T26" fmla="*/ 65 w 321"/>
                  <a:gd name="T27" fmla="*/ 194 h 220"/>
                  <a:gd name="T28" fmla="*/ 0 w 321"/>
                  <a:gd name="T29" fmla="*/ 194 h 220"/>
                  <a:gd name="T30" fmla="*/ 0 w 321"/>
                  <a:gd name="T31" fmla="*/ 220 h 220"/>
                  <a:gd name="T32" fmla="*/ 65 w 321"/>
                  <a:gd name="T33" fmla="*/ 220 h 220"/>
                  <a:gd name="T34" fmla="*/ 65 w 321"/>
                  <a:gd name="T35" fmla="*/ 218 h 220"/>
                  <a:gd name="T36" fmla="*/ 65 w 321"/>
                  <a:gd name="T37" fmla="*/ 218 h 220"/>
                  <a:gd name="T38" fmla="*/ 255 w 321"/>
                  <a:gd name="T39" fmla="*/ 218 h 220"/>
                  <a:gd name="T40" fmla="*/ 255 w 321"/>
                  <a:gd name="T41" fmla="*/ 220 h 220"/>
                  <a:gd name="T42" fmla="*/ 321 w 321"/>
                  <a:gd name="T43" fmla="*/ 220 h 220"/>
                  <a:gd name="T44" fmla="*/ 321 w 321"/>
                  <a:gd name="T45" fmla="*/ 194 h 220"/>
                  <a:gd name="T46" fmla="*/ 255 w 321"/>
                  <a:gd name="T47" fmla="*/ 194 h 220"/>
                  <a:gd name="T48" fmla="*/ 255 w 321"/>
                  <a:gd name="T49" fmla="*/ 194 h 220"/>
                  <a:gd name="T50" fmla="*/ 173 w 321"/>
                  <a:gd name="T51" fmla="*/ 109 h 220"/>
                  <a:gd name="T52" fmla="*/ 255 w 321"/>
                  <a:gd name="T53" fmla="*/ 29 h 220"/>
                  <a:gd name="T54" fmla="*/ 255 w 321"/>
                  <a:gd name="T55" fmla="*/ 29 h 220"/>
                  <a:gd name="T56" fmla="*/ 321 w 321"/>
                  <a:gd name="T57" fmla="*/ 29 h 220"/>
                  <a:gd name="T58" fmla="*/ 321 w 321"/>
                  <a:gd name="T59" fmla="*/ 0 h 220"/>
                  <a:gd name="T60" fmla="*/ 255 w 321"/>
                  <a:gd name="T61" fmla="*/ 0 h 220"/>
                  <a:gd name="T62" fmla="*/ 255 w 321"/>
                  <a:gd name="T63" fmla="*/ 3 h 220"/>
                  <a:gd name="T64" fmla="*/ 255 w 321"/>
                  <a:gd name="T65" fmla="*/ 3 h 220"/>
                  <a:gd name="T66" fmla="*/ 255 w 321"/>
                  <a:gd name="T67" fmla="*/ 3 h 220"/>
                  <a:gd name="T68" fmla="*/ 229 w 321"/>
                  <a:gd name="T69" fmla="*/ 199 h 220"/>
                  <a:gd name="T70" fmla="*/ 87 w 321"/>
                  <a:gd name="T71" fmla="*/ 199 h 220"/>
                  <a:gd name="T72" fmla="*/ 159 w 321"/>
                  <a:gd name="T73" fmla="*/ 123 h 220"/>
                  <a:gd name="T74" fmla="*/ 229 w 321"/>
                  <a:gd name="T75" fmla="*/ 199 h 220"/>
                  <a:gd name="T76" fmla="*/ 229 w 321"/>
                  <a:gd name="T77" fmla="*/ 199 h 220"/>
                  <a:gd name="T78" fmla="*/ 229 w 321"/>
                  <a:gd name="T79" fmla="*/ 199 h 220"/>
                  <a:gd name="T80" fmla="*/ 159 w 321"/>
                  <a:gd name="T81" fmla="*/ 98 h 220"/>
                  <a:gd name="T82" fmla="*/ 87 w 321"/>
                  <a:gd name="T83" fmla="*/ 23 h 220"/>
                  <a:gd name="T84" fmla="*/ 229 w 321"/>
                  <a:gd name="T85" fmla="*/ 23 h 220"/>
                  <a:gd name="T86" fmla="*/ 159 w 321"/>
                  <a:gd name="T87" fmla="*/ 98 h 220"/>
                  <a:gd name="T88" fmla="*/ 159 w 321"/>
                  <a:gd name="T89" fmla="*/ 98 h 220"/>
                  <a:gd name="T90" fmla="*/ 159 w 321"/>
                  <a:gd name="T91" fmla="*/ 98 h 2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321" h="220">
                    <a:moveTo>
                      <a:pt x="255" y="3"/>
                    </a:moveTo>
                    <a:lnTo>
                      <a:pt x="255" y="3"/>
                    </a:lnTo>
                    <a:lnTo>
                      <a:pt x="255" y="3"/>
                    </a:lnTo>
                    <a:lnTo>
                      <a:pt x="65" y="3"/>
                    </a:lnTo>
                    <a:lnTo>
                      <a:pt x="65" y="3"/>
                    </a:lnTo>
                    <a:lnTo>
                      <a:pt x="65" y="3"/>
                    </a:lnTo>
                    <a:lnTo>
                      <a:pt x="65" y="0"/>
                    </a:lnTo>
                    <a:lnTo>
                      <a:pt x="0" y="0"/>
                    </a:lnTo>
                    <a:lnTo>
                      <a:pt x="0" y="29"/>
                    </a:lnTo>
                    <a:lnTo>
                      <a:pt x="65" y="29"/>
                    </a:lnTo>
                    <a:lnTo>
                      <a:pt x="65" y="29"/>
                    </a:lnTo>
                    <a:lnTo>
                      <a:pt x="147" y="109"/>
                    </a:lnTo>
                    <a:lnTo>
                      <a:pt x="65" y="194"/>
                    </a:lnTo>
                    <a:lnTo>
                      <a:pt x="65" y="194"/>
                    </a:lnTo>
                    <a:lnTo>
                      <a:pt x="0" y="194"/>
                    </a:lnTo>
                    <a:lnTo>
                      <a:pt x="0" y="220"/>
                    </a:lnTo>
                    <a:lnTo>
                      <a:pt x="65" y="220"/>
                    </a:lnTo>
                    <a:lnTo>
                      <a:pt x="65" y="218"/>
                    </a:lnTo>
                    <a:lnTo>
                      <a:pt x="65" y="218"/>
                    </a:lnTo>
                    <a:lnTo>
                      <a:pt x="255" y="218"/>
                    </a:lnTo>
                    <a:lnTo>
                      <a:pt x="255" y="220"/>
                    </a:lnTo>
                    <a:lnTo>
                      <a:pt x="321" y="220"/>
                    </a:lnTo>
                    <a:lnTo>
                      <a:pt x="321" y="194"/>
                    </a:lnTo>
                    <a:lnTo>
                      <a:pt x="255" y="194"/>
                    </a:lnTo>
                    <a:lnTo>
                      <a:pt x="255" y="194"/>
                    </a:lnTo>
                    <a:lnTo>
                      <a:pt x="173" y="109"/>
                    </a:lnTo>
                    <a:lnTo>
                      <a:pt x="255" y="29"/>
                    </a:lnTo>
                    <a:lnTo>
                      <a:pt x="255" y="29"/>
                    </a:lnTo>
                    <a:lnTo>
                      <a:pt x="321" y="29"/>
                    </a:lnTo>
                    <a:lnTo>
                      <a:pt x="321" y="0"/>
                    </a:lnTo>
                    <a:lnTo>
                      <a:pt x="255" y="0"/>
                    </a:lnTo>
                    <a:lnTo>
                      <a:pt x="255" y="3"/>
                    </a:lnTo>
                    <a:lnTo>
                      <a:pt x="255" y="3"/>
                    </a:lnTo>
                    <a:lnTo>
                      <a:pt x="255" y="3"/>
                    </a:lnTo>
                    <a:close/>
                    <a:moveTo>
                      <a:pt x="229" y="199"/>
                    </a:moveTo>
                    <a:lnTo>
                      <a:pt x="87" y="199"/>
                    </a:lnTo>
                    <a:lnTo>
                      <a:pt x="159" y="123"/>
                    </a:lnTo>
                    <a:lnTo>
                      <a:pt x="229" y="199"/>
                    </a:lnTo>
                    <a:lnTo>
                      <a:pt x="229" y="199"/>
                    </a:lnTo>
                    <a:lnTo>
                      <a:pt x="229" y="199"/>
                    </a:lnTo>
                    <a:close/>
                    <a:moveTo>
                      <a:pt x="159" y="98"/>
                    </a:moveTo>
                    <a:lnTo>
                      <a:pt x="87" y="23"/>
                    </a:lnTo>
                    <a:lnTo>
                      <a:pt x="229" y="23"/>
                    </a:lnTo>
                    <a:lnTo>
                      <a:pt x="159" y="98"/>
                    </a:lnTo>
                    <a:lnTo>
                      <a:pt x="159" y="98"/>
                    </a:lnTo>
                    <a:lnTo>
                      <a:pt x="159" y="98"/>
                    </a:lnTo>
                    <a:close/>
                  </a:path>
                </a:pathLst>
              </a:cu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>
                  <a:ea typeface="맑은 고딕" panose="020B0503020000020004" pitchFamily="50" charset="-127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187" name="TextBox 2186">
              <a:extLst>
                <a:ext uri="{FF2B5EF4-FFF2-40B4-BE49-F238E27FC236}">
                  <a16:creationId xmlns:a16="http://schemas.microsoft.com/office/drawing/2014/main" id="{7E3A3240-FD82-3915-6379-3E814160F70F}"/>
                </a:ext>
              </a:extLst>
            </p:cNvPr>
            <p:cNvSpPr txBox="1"/>
            <p:nvPr/>
          </p:nvSpPr>
          <p:spPr>
            <a:xfrm>
              <a:off x="8353542" y="4735171"/>
              <a:ext cx="239500" cy="114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algn="ctr">
                <a:defRPr sz="700">
                  <a:latin typeface="KoPub돋움체 Medium" panose="02020603020101020101" pitchFamily="18" charset="-127"/>
                  <a:ea typeface="KoPub돋움체 Medium" panose="02020603020101020101" pitchFamily="18" charset="-127"/>
                </a:defRPr>
              </a:lvl1pPr>
            </a:lstStyle>
            <a:p>
              <a:pPr marL="0" lvl="1" indent="0" defTabSz="1042988" fontAlgn="base" latinLnBrk="0">
                <a:buSzPct val="80000"/>
                <a:tabLst>
                  <a:tab pos="5648325" algn="l"/>
                </a:tabLst>
              </a:pPr>
              <a:r>
                <a:rPr kumimoji="1" lang="ko-KR" altLang="en-US" sz="600" kern="1200" dirty="0">
                  <a:ln w="635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스위치</a:t>
              </a:r>
              <a:endParaRPr kumimoji="1" lang="en-US" altLang="ko-KR" sz="600" kern="1200" dirty="0">
                <a:ln w="63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2243" name="그룹 2242">
            <a:extLst>
              <a:ext uri="{FF2B5EF4-FFF2-40B4-BE49-F238E27FC236}">
                <a16:creationId xmlns:a16="http://schemas.microsoft.com/office/drawing/2014/main" id="{09F9BCEC-5AE5-8D66-FCAD-3F56218A4A18}"/>
              </a:ext>
            </a:extLst>
          </p:cNvPr>
          <p:cNvGrpSpPr/>
          <p:nvPr/>
        </p:nvGrpSpPr>
        <p:grpSpPr>
          <a:xfrm>
            <a:off x="413643" y="910576"/>
            <a:ext cx="8383993" cy="3756047"/>
            <a:chOff x="413643" y="910576"/>
            <a:chExt cx="8383993" cy="3756047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0F4184E-69C2-DEEB-3633-0ABC7309356A}"/>
                </a:ext>
              </a:extLst>
            </p:cNvPr>
            <p:cNvSpPr/>
            <p:nvPr/>
          </p:nvSpPr>
          <p:spPr>
            <a:xfrm>
              <a:off x="2328649" y="2051085"/>
              <a:ext cx="6428856" cy="2606824"/>
            </a:xfrm>
            <a:prstGeom prst="rect">
              <a:avLst/>
            </a:prstGeom>
            <a:solidFill>
              <a:schemeClr val="accent5">
                <a:lumMod val="20000"/>
                <a:lumOff val="80000"/>
                <a:alpha val="69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endParaRPr lang="ko-KR" altLang="en-US" sz="1600" dirty="0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6CDC8A6B-E995-7E90-6F18-08D9CC5DBE56}"/>
                </a:ext>
              </a:extLst>
            </p:cNvPr>
            <p:cNvSpPr/>
            <p:nvPr/>
          </p:nvSpPr>
          <p:spPr>
            <a:xfrm>
              <a:off x="6486030" y="2186148"/>
              <a:ext cx="2222684" cy="242390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endParaRPr lang="ko-KR" altLang="en-US" sz="1600" dirty="0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5A106EAF-A05D-9EBB-7C26-E728AE540E44}"/>
                </a:ext>
              </a:extLst>
            </p:cNvPr>
            <p:cNvSpPr/>
            <p:nvPr/>
          </p:nvSpPr>
          <p:spPr>
            <a:xfrm>
              <a:off x="2393656" y="2184881"/>
              <a:ext cx="4057891" cy="242390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endParaRPr lang="ko-KR" altLang="en-US" sz="1600" dirty="0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DF1EDAF7-63D7-41EB-29EE-1A84D0483677}"/>
                </a:ext>
              </a:extLst>
            </p:cNvPr>
            <p:cNvSpPr/>
            <p:nvPr/>
          </p:nvSpPr>
          <p:spPr>
            <a:xfrm>
              <a:off x="423398" y="1781476"/>
              <a:ext cx="1761955" cy="169608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endParaRPr lang="ko-KR" altLang="en-US" sz="1600" dirty="0"/>
            </a:p>
          </p:txBody>
        </p: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6B14D3EF-A761-B99A-76BB-0074EA7EFFE8}"/>
                </a:ext>
              </a:extLst>
            </p:cNvPr>
            <p:cNvGrpSpPr/>
            <p:nvPr/>
          </p:nvGrpSpPr>
          <p:grpSpPr>
            <a:xfrm>
              <a:off x="7681443" y="3979627"/>
              <a:ext cx="379913" cy="161583"/>
              <a:chOff x="3903676" y="6933309"/>
              <a:chExt cx="516963" cy="350704"/>
            </a:xfrm>
          </p:grpSpPr>
          <p:grpSp>
            <p:nvGrpSpPr>
              <p:cNvPr id="27" name="그룹 26">
                <a:extLst>
                  <a:ext uri="{FF2B5EF4-FFF2-40B4-BE49-F238E27FC236}">
                    <a16:creationId xmlns:a16="http://schemas.microsoft.com/office/drawing/2014/main" id="{16CB2AC4-D466-C11C-398A-87C1419EF588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223933" y="6992226"/>
                <a:ext cx="196706" cy="228307"/>
                <a:chOff x="11751920" y="4267727"/>
                <a:chExt cx="1085595" cy="1260000"/>
              </a:xfrm>
            </p:grpSpPr>
            <p:sp>
              <p:nvSpPr>
                <p:cNvPr id="38" name="사각형: 둥근 모서리 226">
                  <a:extLst>
                    <a:ext uri="{FF2B5EF4-FFF2-40B4-BE49-F238E27FC236}">
                      <a16:creationId xmlns:a16="http://schemas.microsoft.com/office/drawing/2014/main" id="{6D8382DE-0AC2-0DAB-14E2-9D2B7BBF7CDA}"/>
                    </a:ext>
                  </a:extLst>
                </p:cNvPr>
                <p:cNvSpPr/>
                <p:nvPr/>
              </p:nvSpPr>
              <p:spPr>
                <a:xfrm>
                  <a:off x="11751920" y="4271687"/>
                  <a:ext cx="911715" cy="1252078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  <p:grpSp>
              <p:nvGrpSpPr>
                <p:cNvPr id="41" name="그룹 40">
                  <a:extLst>
                    <a:ext uri="{FF2B5EF4-FFF2-40B4-BE49-F238E27FC236}">
                      <a16:creationId xmlns:a16="http://schemas.microsoft.com/office/drawing/2014/main" id="{3D3B5F5F-A69E-B863-46D5-4F6EF8FE961A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42" name="Freeform 230">
                    <a:extLst>
                      <a:ext uri="{FF2B5EF4-FFF2-40B4-BE49-F238E27FC236}">
                        <a16:creationId xmlns:a16="http://schemas.microsoft.com/office/drawing/2014/main" id="{F0B9F2DC-8886-A6CE-9396-F3C9D0BFA858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sp>
                <p:nvSpPr>
                  <p:cNvPr id="43" name="Freeform 231">
                    <a:extLst>
                      <a:ext uri="{FF2B5EF4-FFF2-40B4-BE49-F238E27FC236}">
                        <a16:creationId xmlns:a16="http://schemas.microsoft.com/office/drawing/2014/main" id="{22FDE879-6860-7D61-5F35-B323CD82387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</p:grpSp>
          </p:grp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1C11C206-74CF-D16F-F0D4-43E02F1C1845}"/>
                  </a:ext>
                </a:extLst>
              </p:cNvPr>
              <p:cNvSpPr/>
              <p:nvPr/>
            </p:nvSpPr>
            <p:spPr>
              <a:xfrm>
                <a:off x="4111718" y="6933309"/>
                <a:ext cx="130004" cy="350704"/>
              </a:xfrm>
              <a:prstGeom prst="rect">
                <a:avLst/>
              </a:prstGeom>
              <a:noFill/>
              <a:ln w="254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1" indent="0" algn="ctr" defTabSz="147490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prstClr val="black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0" lang="en-US" altLang="ko-KR" sz="1050" b="0" i="0" u="none" strike="noStrike" kern="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ea typeface="KoPub돋움체 Bold" panose="02020603020101020101" pitchFamily="18" charset="-127"/>
                    <a:cs typeface="Arial"/>
                  </a:rPr>
                  <a:t>…</a:t>
                </a:r>
                <a:endParaRPr kumimoji="0" lang="ko-KR" altLang="en-US" sz="1050" b="0" i="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ea typeface="KoPub돋움체 Bold" panose="02020603020101020101" pitchFamily="18" charset="-127"/>
                  <a:cs typeface="Arial"/>
                </a:endParaRPr>
              </a:p>
            </p:txBody>
          </p:sp>
          <p:grpSp>
            <p:nvGrpSpPr>
              <p:cNvPr id="30" name="그룹 29">
                <a:extLst>
                  <a:ext uri="{FF2B5EF4-FFF2-40B4-BE49-F238E27FC236}">
                    <a16:creationId xmlns:a16="http://schemas.microsoft.com/office/drawing/2014/main" id="{5B6EDF31-54F9-6AB4-574D-7522F08FC3E2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903676" y="6991186"/>
                <a:ext cx="196706" cy="228307"/>
                <a:chOff x="11751920" y="4267727"/>
                <a:chExt cx="1085595" cy="1260000"/>
              </a:xfrm>
            </p:grpSpPr>
            <p:sp>
              <p:nvSpPr>
                <p:cNvPr id="32" name="사각형: 둥근 모서리 226">
                  <a:extLst>
                    <a:ext uri="{FF2B5EF4-FFF2-40B4-BE49-F238E27FC236}">
                      <a16:creationId xmlns:a16="http://schemas.microsoft.com/office/drawing/2014/main" id="{9F440BE2-1F6D-85DD-BE0B-E1C4EDC22DE5}"/>
                    </a:ext>
                  </a:extLst>
                </p:cNvPr>
                <p:cNvSpPr/>
                <p:nvPr/>
              </p:nvSpPr>
              <p:spPr>
                <a:xfrm>
                  <a:off x="11751920" y="4271687"/>
                  <a:ext cx="911715" cy="1252078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  <p:grpSp>
              <p:nvGrpSpPr>
                <p:cNvPr id="33" name="그룹 32">
                  <a:extLst>
                    <a:ext uri="{FF2B5EF4-FFF2-40B4-BE49-F238E27FC236}">
                      <a16:creationId xmlns:a16="http://schemas.microsoft.com/office/drawing/2014/main" id="{EFE905C6-81C5-567C-BE21-5DFB346A4BD6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35" name="Freeform 230">
                    <a:extLst>
                      <a:ext uri="{FF2B5EF4-FFF2-40B4-BE49-F238E27FC236}">
                        <a16:creationId xmlns:a16="http://schemas.microsoft.com/office/drawing/2014/main" id="{0F1B79C9-1036-BC63-DDBE-611A6A3A824F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sp>
                <p:nvSpPr>
                  <p:cNvPr id="36" name="Freeform 231">
                    <a:extLst>
                      <a:ext uri="{FF2B5EF4-FFF2-40B4-BE49-F238E27FC236}">
                        <a16:creationId xmlns:a16="http://schemas.microsoft.com/office/drawing/2014/main" id="{029EB9CB-AE1F-7895-30BA-2E6B699BDEF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</p:grpSp>
          </p:grpSp>
        </p:grp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F08CA461-4EC7-ACC3-1D35-F9BE7032ECB4}"/>
                </a:ext>
              </a:extLst>
            </p:cNvPr>
            <p:cNvGrpSpPr/>
            <p:nvPr/>
          </p:nvGrpSpPr>
          <p:grpSpPr>
            <a:xfrm>
              <a:off x="8232267" y="3979627"/>
              <a:ext cx="379913" cy="161583"/>
              <a:chOff x="3903676" y="6933309"/>
              <a:chExt cx="516963" cy="350704"/>
            </a:xfrm>
          </p:grpSpPr>
          <p:grpSp>
            <p:nvGrpSpPr>
              <p:cNvPr id="45" name="그룹 44">
                <a:extLst>
                  <a:ext uri="{FF2B5EF4-FFF2-40B4-BE49-F238E27FC236}">
                    <a16:creationId xmlns:a16="http://schemas.microsoft.com/office/drawing/2014/main" id="{28603CF8-D195-8870-D259-B64BFCA33671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223933" y="6992226"/>
                <a:ext cx="196706" cy="228307"/>
                <a:chOff x="11751920" y="4267727"/>
                <a:chExt cx="1085595" cy="1260000"/>
              </a:xfrm>
            </p:grpSpPr>
            <p:sp>
              <p:nvSpPr>
                <p:cNvPr id="52" name="사각형: 둥근 모서리 226">
                  <a:extLst>
                    <a:ext uri="{FF2B5EF4-FFF2-40B4-BE49-F238E27FC236}">
                      <a16:creationId xmlns:a16="http://schemas.microsoft.com/office/drawing/2014/main" id="{6FAFB5FD-1673-5B4D-839C-DFA120ED84B9}"/>
                    </a:ext>
                  </a:extLst>
                </p:cNvPr>
                <p:cNvSpPr/>
                <p:nvPr/>
              </p:nvSpPr>
              <p:spPr>
                <a:xfrm>
                  <a:off x="11751920" y="4271687"/>
                  <a:ext cx="911715" cy="1252078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  <p:grpSp>
              <p:nvGrpSpPr>
                <p:cNvPr id="53" name="그룹 52">
                  <a:extLst>
                    <a:ext uri="{FF2B5EF4-FFF2-40B4-BE49-F238E27FC236}">
                      <a16:creationId xmlns:a16="http://schemas.microsoft.com/office/drawing/2014/main" id="{7809DA9B-9BF7-A540-3F03-1CE51BF65033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230" name="Freeform 230">
                    <a:extLst>
                      <a:ext uri="{FF2B5EF4-FFF2-40B4-BE49-F238E27FC236}">
                        <a16:creationId xmlns:a16="http://schemas.microsoft.com/office/drawing/2014/main" id="{E82DEA51-BCC6-C42E-0DCE-0AD5D0F4A1D0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sp>
                <p:nvSpPr>
                  <p:cNvPr id="231" name="Freeform 231">
                    <a:extLst>
                      <a:ext uri="{FF2B5EF4-FFF2-40B4-BE49-F238E27FC236}">
                        <a16:creationId xmlns:a16="http://schemas.microsoft.com/office/drawing/2014/main" id="{74FFE8B3-0781-E66C-A418-5158157097B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</p:grpSp>
          </p:grpSp>
          <p:sp>
            <p:nvSpPr>
              <p:cNvPr id="46" name="직사각형 45">
                <a:extLst>
                  <a:ext uri="{FF2B5EF4-FFF2-40B4-BE49-F238E27FC236}">
                    <a16:creationId xmlns:a16="http://schemas.microsoft.com/office/drawing/2014/main" id="{0BBEB5A9-C733-F448-83D2-2D4F4CCC0ABD}"/>
                  </a:ext>
                </a:extLst>
              </p:cNvPr>
              <p:cNvSpPr/>
              <p:nvPr/>
            </p:nvSpPr>
            <p:spPr>
              <a:xfrm>
                <a:off x="4111718" y="6933309"/>
                <a:ext cx="130004" cy="350704"/>
              </a:xfrm>
              <a:prstGeom prst="rect">
                <a:avLst/>
              </a:prstGeom>
              <a:noFill/>
              <a:ln w="254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1" indent="0" algn="ctr" defTabSz="147490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prstClr val="black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0" lang="en-US" altLang="ko-KR" sz="1050" b="0" i="0" u="none" strike="noStrike" kern="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ea typeface="KoPub돋움체 Bold" panose="02020603020101020101" pitchFamily="18" charset="-127"/>
                    <a:cs typeface="Arial"/>
                  </a:rPr>
                  <a:t>…</a:t>
                </a:r>
                <a:endParaRPr kumimoji="0" lang="ko-KR" altLang="en-US" sz="1050" b="0" i="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ea typeface="KoPub돋움체 Bold" panose="02020603020101020101" pitchFamily="18" charset="-127"/>
                  <a:cs typeface="Arial"/>
                </a:endParaRPr>
              </a:p>
            </p:txBody>
          </p:sp>
          <p:grpSp>
            <p:nvGrpSpPr>
              <p:cNvPr id="47" name="그룹 46">
                <a:extLst>
                  <a:ext uri="{FF2B5EF4-FFF2-40B4-BE49-F238E27FC236}">
                    <a16:creationId xmlns:a16="http://schemas.microsoft.com/office/drawing/2014/main" id="{A217F475-27F7-7E07-2677-7AF134F277C9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903676" y="6991186"/>
                <a:ext cx="196706" cy="228307"/>
                <a:chOff x="11751920" y="4267727"/>
                <a:chExt cx="1085595" cy="1260000"/>
              </a:xfrm>
            </p:grpSpPr>
            <p:sp>
              <p:nvSpPr>
                <p:cNvPr id="48" name="사각형: 둥근 모서리 226">
                  <a:extLst>
                    <a:ext uri="{FF2B5EF4-FFF2-40B4-BE49-F238E27FC236}">
                      <a16:creationId xmlns:a16="http://schemas.microsoft.com/office/drawing/2014/main" id="{B428C2E2-F1C3-6B90-F4BE-81111B67DAD6}"/>
                    </a:ext>
                  </a:extLst>
                </p:cNvPr>
                <p:cNvSpPr/>
                <p:nvPr/>
              </p:nvSpPr>
              <p:spPr>
                <a:xfrm>
                  <a:off x="11751920" y="4271687"/>
                  <a:ext cx="911715" cy="1252078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  <p:grpSp>
              <p:nvGrpSpPr>
                <p:cNvPr id="49" name="그룹 48">
                  <a:extLst>
                    <a:ext uri="{FF2B5EF4-FFF2-40B4-BE49-F238E27FC236}">
                      <a16:creationId xmlns:a16="http://schemas.microsoft.com/office/drawing/2014/main" id="{408C7550-1C8B-E929-9570-CDD42FC340F9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50" name="Freeform 230">
                    <a:extLst>
                      <a:ext uri="{FF2B5EF4-FFF2-40B4-BE49-F238E27FC236}">
                        <a16:creationId xmlns:a16="http://schemas.microsoft.com/office/drawing/2014/main" id="{7C2FE833-E74E-1DDB-9991-58502A651679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sp>
                <p:nvSpPr>
                  <p:cNvPr id="51" name="Freeform 231">
                    <a:extLst>
                      <a:ext uri="{FF2B5EF4-FFF2-40B4-BE49-F238E27FC236}">
                        <a16:creationId xmlns:a16="http://schemas.microsoft.com/office/drawing/2014/main" id="{363EF406-1314-AC1E-E03D-38FF1295332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</p:grpSp>
          </p:grpSp>
        </p:grpSp>
        <p:grpSp>
          <p:nvGrpSpPr>
            <p:cNvPr id="232" name="그룹 231">
              <a:extLst>
                <a:ext uri="{FF2B5EF4-FFF2-40B4-BE49-F238E27FC236}">
                  <a16:creationId xmlns:a16="http://schemas.microsoft.com/office/drawing/2014/main" id="{176E61C2-CE20-DAEA-1803-B93901B87055}"/>
                </a:ext>
              </a:extLst>
            </p:cNvPr>
            <p:cNvGrpSpPr/>
            <p:nvPr/>
          </p:nvGrpSpPr>
          <p:grpSpPr>
            <a:xfrm>
              <a:off x="6823470" y="3979795"/>
              <a:ext cx="487529" cy="161583"/>
              <a:chOff x="6559489" y="6619793"/>
              <a:chExt cx="663400" cy="350704"/>
            </a:xfrm>
          </p:grpSpPr>
          <p:grpSp>
            <p:nvGrpSpPr>
              <p:cNvPr id="233" name="그룹 232">
                <a:extLst>
                  <a:ext uri="{FF2B5EF4-FFF2-40B4-BE49-F238E27FC236}">
                    <a16:creationId xmlns:a16="http://schemas.microsoft.com/office/drawing/2014/main" id="{D95499DA-E498-3386-E738-F18755F89D2E}"/>
                  </a:ext>
                </a:extLst>
              </p:cNvPr>
              <p:cNvGrpSpPr/>
              <p:nvPr/>
            </p:nvGrpSpPr>
            <p:grpSpPr>
              <a:xfrm>
                <a:off x="6559489" y="6678054"/>
                <a:ext cx="360560" cy="227564"/>
                <a:chOff x="-1249711" y="5207925"/>
                <a:chExt cx="723475" cy="456614"/>
              </a:xfrm>
            </p:grpSpPr>
            <p:grpSp>
              <p:nvGrpSpPr>
                <p:cNvPr id="240" name="그룹 239">
                  <a:extLst>
                    <a:ext uri="{FF2B5EF4-FFF2-40B4-BE49-F238E27FC236}">
                      <a16:creationId xmlns:a16="http://schemas.microsoft.com/office/drawing/2014/main" id="{448FB390-2BAD-0BE5-1640-C38A809DFBFB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-1249711" y="5207925"/>
                  <a:ext cx="331998" cy="456614"/>
                  <a:chOff x="11921385" y="4267725"/>
                  <a:chExt cx="916126" cy="1260000"/>
                </a:xfrm>
              </p:grpSpPr>
              <p:sp>
                <p:nvSpPr>
                  <p:cNvPr id="246" name="사각형: 둥근 모서리 288">
                    <a:extLst>
                      <a:ext uri="{FF2B5EF4-FFF2-40B4-BE49-F238E27FC236}">
                        <a16:creationId xmlns:a16="http://schemas.microsoft.com/office/drawing/2014/main" id="{3514DF24-9924-37BB-E5EB-A7C87E377681}"/>
                      </a:ext>
                    </a:extLst>
                  </p:cNvPr>
                  <p:cNvSpPr/>
                  <p:nvPr/>
                </p:nvSpPr>
                <p:spPr>
                  <a:xfrm>
                    <a:off x="11923596" y="4271687"/>
                    <a:ext cx="911716" cy="1252078"/>
                  </a:xfrm>
                  <a:prstGeom prst="roundRect">
                    <a:avLst>
                      <a:gd name="adj" fmla="val 7097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-3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grpSp>
                <p:nvGrpSpPr>
                  <p:cNvPr id="247" name="그룹 246">
                    <a:extLst>
                      <a:ext uri="{FF2B5EF4-FFF2-40B4-BE49-F238E27FC236}">
                        <a16:creationId xmlns:a16="http://schemas.microsoft.com/office/drawing/2014/main" id="{103D17EF-717B-FEEB-4B52-AD6795330234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11921389" y="4267727"/>
                    <a:ext cx="916126" cy="1260000"/>
                    <a:chOff x="14485938" y="-2571751"/>
                    <a:chExt cx="554038" cy="762000"/>
                  </a:xfrm>
                  <a:solidFill>
                    <a:srgbClr val="262626"/>
                  </a:solidFill>
                </p:grpSpPr>
                <p:sp>
                  <p:nvSpPr>
                    <p:cNvPr id="248" name="Freeform 230">
                      <a:extLst>
                        <a:ext uri="{FF2B5EF4-FFF2-40B4-BE49-F238E27FC236}">
                          <a16:creationId xmlns:a16="http://schemas.microsoft.com/office/drawing/2014/main" id="{C6C886D4-0DF7-3D5C-82FF-E1032E45A0B9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4485938" y="-2571751"/>
                      <a:ext cx="554038" cy="762000"/>
                    </a:xfrm>
                    <a:custGeom>
                      <a:avLst/>
                      <a:gdLst>
                        <a:gd name="T0" fmla="*/ 137 w 147"/>
                        <a:gd name="T1" fmla="*/ 0 h 200"/>
                        <a:gd name="T2" fmla="*/ 10 w 147"/>
                        <a:gd name="T3" fmla="*/ 0 h 200"/>
                        <a:gd name="T4" fmla="*/ 0 w 147"/>
                        <a:gd name="T5" fmla="*/ 10 h 200"/>
                        <a:gd name="T6" fmla="*/ 0 w 147"/>
                        <a:gd name="T7" fmla="*/ 190 h 200"/>
                        <a:gd name="T8" fmla="*/ 10 w 147"/>
                        <a:gd name="T9" fmla="*/ 200 h 200"/>
                        <a:gd name="T10" fmla="*/ 137 w 147"/>
                        <a:gd name="T11" fmla="*/ 200 h 200"/>
                        <a:gd name="T12" fmla="*/ 140 w 147"/>
                        <a:gd name="T13" fmla="*/ 199 h 200"/>
                        <a:gd name="T14" fmla="*/ 146 w 147"/>
                        <a:gd name="T15" fmla="*/ 193 h 200"/>
                        <a:gd name="T16" fmla="*/ 147 w 147"/>
                        <a:gd name="T17" fmla="*/ 190 h 200"/>
                        <a:gd name="T18" fmla="*/ 147 w 147"/>
                        <a:gd name="T19" fmla="*/ 10 h 200"/>
                        <a:gd name="T20" fmla="*/ 137 w 147"/>
                        <a:gd name="T21" fmla="*/ 0 h 200"/>
                        <a:gd name="T22" fmla="*/ 139 w 147"/>
                        <a:gd name="T23" fmla="*/ 189 h 200"/>
                        <a:gd name="T24" fmla="*/ 135 w 147"/>
                        <a:gd name="T25" fmla="*/ 192 h 200"/>
                        <a:gd name="T26" fmla="*/ 10 w 147"/>
                        <a:gd name="T27" fmla="*/ 192 h 200"/>
                        <a:gd name="T28" fmla="*/ 8 w 147"/>
                        <a:gd name="T29" fmla="*/ 190 h 200"/>
                        <a:gd name="T30" fmla="*/ 8 w 147"/>
                        <a:gd name="T31" fmla="*/ 10 h 200"/>
                        <a:gd name="T32" fmla="*/ 10 w 147"/>
                        <a:gd name="T33" fmla="*/ 8 h 200"/>
                        <a:gd name="T34" fmla="*/ 137 w 147"/>
                        <a:gd name="T35" fmla="*/ 8 h 200"/>
                        <a:gd name="T36" fmla="*/ 139 w 147"/>
                        <a:gd name="T37" fmla="*/ 10 h 200"/>
                        <a:gd name="T38" fmla="*/ 139 w 147"/>
                        <a:gd name="T39" fmla="*/ 189 h 2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</a:cxnLst>
                      <a:rect l="0" t="0" r="r" b="b"/>
                      <a:pathLst>
                        <a:path w="147" h="200">
                          <a:moveTo>
                            <a:pt x="137" y="0"/>
                          </a:moveTo>
                          <a:cubicBezTo>
                            <a:pt x="10" y="0"/>
                            <a:pt x="10" y="0"/>
                            <a:pt x="10" y="0"/>
                          </a:cubicBezTo>
                          <a:cubicBezTo>
                            <a:pt x="4" y="0"/>
                            <a:pt x="0" y="5"/>
                            <a:pt x="0" y="10"/>
                          </a:cubicBezTo>
                          <a:cubicBezTo>
                            <a:pt x="0" y="190"/>
                            <a:pt x="0" y="190"/>
                            <a:pt x="0" y="190"/>
                          </a:cubicBezTo>
                          <a:cubicBezTo>
                            <a:pt x="0" y="196"/>
                            <a:pt x="4" y="200"/>
                            <a:pt x="10" y="200"/>
                          </a:cubicBezTo>
                          <a:cubicBezTo>
                            <a:pt x="137" y="200"/>
                            <a:pt x="137" y="200"/>
                            <a:pt x="137" y="200"/>
                          </a:cubicBezTo>
                          <a:cubicBezTo>
                            <a:pt x="138" y="200"/>
                            <a:pt x="139" y="200"/>
                            <a:pt x="140" y="199"/>
                          </a:cubicBezTo>
                          <a:cubicBezTo>
                            <a:pt x="146" y="193"/>
                            <a:pt x="146" y="193"/>
                            <a:pt x="146" y="193"/>
                          </a:cubicBezTo>
                          <a:cubicBezTo>
                            <a:pt x="146" y="192"/>
                            <a:pt x="147" y="191"/>
                            <a:pt x="147" y="190"/>
                          </a:cubicBezTo>
                          <a:cubicBezTo>
                            <a:pt x="147" y="10"/>
                            <a:pt x="147" y="10"/>
                            <a:pt x="147" y="10"/>
                          </a:cubicBezTo>
                          <a:cubicBezTo>
                            <a:pt x="147" y="5"/>
                            <a:pt x="142" y="0"/>
                            <a:pt x="137" y="0"/>
                          </a:cubicBezTo>
                          <a:close/>
                          <a:moveTo>
                            <a:pt x="139" y="189"/>
                          </a:moveTo>
                          <a:cubicBezTo>
                            <a:pt x="135" y="192"/>
                            <a:pt x="135" y="192"/>
                            <a:pt x="135" y="192"/>
                          </a:cubicBezTo>
                          <a:cubicBezTo>
                            <a:pt x="10" y="192"/>
                            <a:pt x="10" y="192"/>
                            <a:pt x="10" y="192"/>
                          </a:cubicBezTo>
                          <a:cubicBezTo>
                            <a:pt x="9" y="192"/>
                            <a:pt x="8" y="191"/>
                            <a:pt x="8" y="190"/>
                          </a:cubicBezTo>
                          <a:cubicBezTo>
                            <a:pt x="8" y="10"/>
                            <a:pt x="8" y="10"/>
                            <a:pt x="8" y="10"/>
                          </a:cubicBezTo>
                          <a:cubicBezTo>
                            <a:pt x="8" y="9"/>
                            <a:pt x="9" y="8"/>
                            <a:pt x="10" y="8"/>
                          </a:cubicBezTo>
                          <a:cubicBezTo>
                            <a:pt x="137" y="8"/>
                            <a:pt x="137" y="8"/>
                            <a:pt x="137" y="8"/>
                          </a:cubicBezTo>
                          <a:cubicBezTo>
                            <a:pt x="138" y="8"/>
                            <a:pt x="139" y="9"/>
                            <a:pt x="139" y="10"/>
                          </a:cubicBezTo>
                          <a:lnTo>
                            <a:pt x="139" y="189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  <p:sp>
                  <p:nvSpPr>
                    <p:cNvPr id="249" name="Freeform 231">
                      <a:extLst>
                        <a:ext uri="{FF2B5EF4-FFF2-40B4-BE49-F238E27FC236}">
                          <a16:creationId xmlns:a16="http://schemas.microsoft.com/office/drawing/2014/main" id="{D1F4CAD3-0E93-EF35-8596-883C49B027A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4603413" y="-2403476"/>
                      <a:ext cx="315913" cy="30163"/>
                    </a:xfrm>
                    <a:custGeom>
                      <a:avLst/>
                      <a:gdLst>
                        <a:gd name="T0" fmla="*/ 80 w 84"/>
                        <a:gd name="T1" fmla="*/ 0 h 8"/>
                        <a:gd name="T2" fmla="*/ 4 w 84"/>
                        <a:gd name="T3" fmla="*/ 0 h 8"/>
                        <a:gd name="T4" fmla="*/ 0 w 84"/>
                        <a:gd name="T5" fmla="*/ 4 h 8"/>
                        <a:gd name="T6" fmla="*/ 4 w 84"/>
                        <a:gd name="T7" fmla="*/ 8 h 8"/>
                        <a:gd name="T8" fmla="*/ 80 w 84"/>
                        <a:gd name="T9" fmla="*/ 8 h 8"/>
                        <a:gd name="T10" fmla="*/ 84 w 84"/>
                        <a:gd name="T11" fmla="*/ 4 h 8"/>
                        <a:gd name="T12" fmla="*/ 80 w 84"/>
                        <a:gd name="T13" fmla="*/ 0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4" h="8">
                          <a:moveTo>
                            <a:pt x="80" y="0"/>
                          </a:moveTo>
                          <a:cubicBezTo>
                            <a:pt x="4" y="0"/>
                            <a:pt x="4" y="0"/>
                            <a:pt x="4" y="0"/>
                          </a:cubicBezTo>
                          <a:cubicBezTo>
                            <a:pt x="2" y="0"/>
                            <a:pt x="0" y="2"/>
                            <a:pt x="0" y="4"/>
                          </a:cubicBezTo>
                          <a:cubicBezTo>
                            <a:pt x="0" y="6"/>
                            <a:pt x="2" y="8"/>
                            <a:pt x="4" y="8"/>
                          </a:cubicBezTo>
                          <a:cubicBezTo>
                            <a:pt x="80" y="8"/>
                            <a:pt x="80" y="8"/>
                            <a:pt x="80" y="8"/>
                          </a:cubicBezTo>
                          <a:cubicBezTo>
                            <a:pt x="82" y="8"/>
                            <a:pt x="84" y="6"/>
                            <a:pt x="84" y="4"/>
                          </a:cubicBezTo>
                          <a:cubicBezTo>
                            <a:pt x="84" y="2"/>
                            <a:pt x="82" y="0"/>
                            <a:pt x="80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241" name="그룹 240">
                  <a:extLst>
                    <a:ext uri="{FF2B5EF4-FFF2-40B4-BE49-F238E27FC236}">
                      <a16:creationId xmlns:a16="http://schemas.microsoft.com/office/drawing/2014/main" id="{1F79BA4A-1E46-DB94-B916-76472C76515F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-858234" y="5207925"/>
                  <a:ext cx="331998" cy="456614"/>
                  <a:chOff x="11921385" y="4267725"/>
                  <a:chExt cx="916126" cy="1260000"/>
                </a:xfrm>
              </p:grpSpPr>
              <p:sp>
                <p:nvSpPr>
                  <p:cNvPr id="242" name="사각형: 둥근 모서리 284">
                    <a:extLst>
                      <a:ext uri="{FF2B5EF4-FFF2-40B4-BE49-F238E27FC236}">
                        <a16:creationId xmlns:a16="http://schemas.microsoft.com/office/drawing/2014/main" id="{C7F13694-42F6-FCE1-C6CE-BD636B1F9571}"/>
                      </a:ext>
                    </a:extLst>
                  </p:cNvPr>
                  <p:cNvSpPr/>
                  <p:nvPr/>
                </p:nvSpPr>
                <p:spPr>
                  <a:xfrm>
                    <a:off x="11923596" y="4271687"/>
                    <a:ext cx="911716" cy="1252078"/>
                  </a:xfrm>
                  <a:prstGeom prst="roundRect">
                    <a:avLst>
                      <a:gd name="adj" fmla="val 7097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-3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grpSp>
                <p:nvGrpSpPr>
                  <p:cNvPr id="243" name="그룹 242">
                    <a:extLst>
                      <a:ext uri="{FF2B5EF4-FFF2-40B4-BE49-F238E27FC236}">
                        <a16:creationId xmlns:a16="http://schemas.microsoft.com/office/drawing/2014/main" id="{71BFB3FE-A79B-6164-9BE4-89175AFEB88D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11921389" y="4267727"/>
                    <a:ext cx="916126" cy="1260000"/>
                    <a:chOff x="14485938" y="-2571751"/>
                    <a:chExt cx="554038" cy="762000"/>
                  </a:xfrm>
                  <a:solidFill>
                    <a:srgbClr val="262626"/>
                  </a:solidFill>
                </p:grpSpPr>
                <p:sp>
                  <p:nvSpPr>
                    <p:cNvPr id="244" name="Freeform 230">
                      <a:extLst>
                        <a:ext uri="{FF2B5EF4-FFF2-40B4-BE49-F238E27FC236}">
                          <a16:creationId xmlns:a16="http://schemas.microsoft.com/office/drawing/2014/main" id="{39484A83-44A3-2A20-2583-296CE0089EEF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4485938" y="-2571751"/>
                      <a:ext cx="554038" cy="762000"/>
                    </a:xfrm>
                    <a:custGeom>
                      <a:avLst/>
                      <a:gdLst>
                        <a:gd name="T0" fmla="*/ 137 w 147"/>
                        <a:gd name="T1" fmla="*/ 0 h 200"/>
                        <a:gd name="T2" fmla="*/ 10 w 147"/>
                        <a:gd name="T3" fmla="*/ 0 h 200"/>
                        <a:gd name="T4" fmla="*/ 0 w 147"/>
                        <a:gd name="T5" fmla="*/ 10 h 200"/>
                        <a:gd name="T6" fmla="*/ 0 w 147"/>
                        <a:gd name="T7" fmla="*/ 190 h 200"/>
                        <a:gd name="T8" fmla="*/ 10 w 147"/>
                        <a:gd name="T9" fmla="*/ 200 h 200"/>
                        <a:gd name="T10" fmla="*/ 137 w 147"/>
                        <a:gd name="T11" fmla="*/ 200 h 200"/>
                        <a:gd name="T12" fmla="*/ 140 w 147"/>
                        <a:gd name="T13" fmla="*/ 199 h 200"/>
                        <a:gd name="T14" fmla="*/ 146 w 147"/>
                        <a:gd name="T15" fmla="*/ 193 h 200"/>
                        <a:gd name="T16" fmla="*/ 147 w 147"/>
                        <a:gd name="T17" fmla="*/ 190 h 200"/>
                        <a:gd name="T18" fmla="*/ 147 w 147"/>
                        <a:gd name="T19" fmla="*/ 10 h 200"/>
                        <a:gd name="T20" fmla="*/ 137 w 147"/>
                        <a:gd name="T21" fmla="*/ 0 h 200"/>
                        <a:gd name="T22" fmla="*/ 139 w 147"/>
                        <a:gd name="T23" fmla="*/ 189 h 200"/>
                        <a:gd name="T24" fmla="*/ 135 w 147"/>
                        <a:gd name="T25" fmla="*/ 192 h 200"/>
                        <a:gd name="T26" fmla="*/ 10 w 147"/>
                        <a:gd name="T27" fmla="*/ 192 h 200"/>
                        <a:gd name="T28" fmla="*/ 8 w 147"/>
                        <a:gd name="T29" fmla="*/ 190 h 200"/>
                        <a:gd name="T30" fmla="*/ 8 w 147"/>
                        <a:gd name="T31" fmla="*/ 10 h 200"/>
                        <a:gd name="T32" fmla="*/ 10 w 147"/>
                        <a:gd name="T33" fmla="*/ 8 h 200"/>
                        <a:gd name="T34" fmla="*/ 137 w 147"/>
                        <a:gd name="T35" fmla="*/ 8 h 200"/>
                        <a:gd name="T36" fmla="*/ 139 w 147"/>
                        <a:gd name="T37" fmla="*/ 10 h 200"/>
                        <a:gd name="T38" fmla="*/ 139 w 147"/>
                        <a:gd name="T39" fmla="*/ 189 h 2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</a:cxnLst>
                      <a:rect l="0" t="0" r="r" b="b"/>
                      <a:pathLst>
                        <a:path w="147" h="200">
                          <a:moveTo>
                            <a:pt x="137" y="0"/>
                          </a:moveTo>
                          <a:cubicBezTo>
                            <a:pt x="10" y="0"/>
                            <a:pt x="10" y="0"/>
                            <a:pt x="10" y="0"/>
                          </a:cubicBezTo>
                          <a:cubicBezTo>
                            <a:pt x="4" y="0"/>
                            <a:pt x="0" y="5"/>
                            <a:pt x="0" y="10"/>
                          </a:cubicBezTo>
                          <a:cubicBezTo>
                            <a:pt x="0" y="190"/>
                            <a:pt x="0" y="190"/>
                            <a:pt x="0" y="190"/>
                          </a:cubicBezTo>
                          <a:cubicBezTo>
                            <a:pt x="0" y="196"/>
                            <a:pt x="4" y="200"/>
                            <a:pt x="10" y="200"/>
                          </a:cubicBezTo>
                          <a:cubicBezTo>
                            <a:pt x="137" y="200"/>
                            <a:pt x="137" y="200"/>
                            <a:pt x="137" y="200"/>
                          </a:cubicBezTo>
                          <a:cubicBezTo>
                            <a:pt x="138" y="200"/>
                            <a:pt x="139" y="200"/>
                            <a:pt x="140" y="199"/>
                          </a:cubicBezTo>
                          <a:cubicBezTo>
                            <a:pt x="146" y="193"/>
                            <a:pt x="146" y="193"/>
                            <a:pt x="146" y="193"/>
                          </a:cubicBezTo>
                          <a:cubicBezTo>
                            <a:pt x="146" y="192"/>
                            <a:pt x="147" y="191"/>
                            <a:pt x="147" y="190"/>
                          </a:cubicBezTo>
                          <a:cubicBezTo>
                            <a:pt x="147" y="10"/>
                            <a:pt x="147" y="10"/>
                            <a:pt x="147" y="10"/>
                          </a:cubicBezTo>
                          <a:cubicBezTo>
                            <a:pt x="147" y="5"/>
                            <a:pt x="142" y="0"/>
                            <a:pt x="137" y="0"/>
                          </a:cubicBezTo>
                          <a:close/>
                          <a:moveTo>
                            <a:pt x="139" y="189"/>
                          </a:moveTo>
                          <a:cubicBezTo>
                            <a:pt x="135" y="192"/>
                            <a:pt x="135" y="192"/>
                            <a:pt x="135" y="192"/>
                          </a:cubicBezTo>
                          <a:cubicBezTo>
                            <a:pt x="10" y="192"/>
                            <a:pt x="10" y="192"/>
                            <a:pt x="10" y="192"/>
                          </a:cubicBezTo>
                          <a:cubicBezTo>
                            <a:pt x="9" y="192"/>
                            <a:pt x="8" y="191"/>
                            <a:pt x="8" y="190"/>
                          </a:cubicBezTo>
                          <a:cubicBezTo>
                            <a:pt x="8" y="10"/>
                            <a:pt x="8" y="10"/>
                            <a:pt x="8" y="10"/>
                          </a:cubicBezTo>
                          <a:cubicBezTo>
                            <a:pt x="8" y="9"/>
                            <a:pt x="9" y="8"/>
                            <a:pt x="10" y="8"/>
                          </a:cubicBezTo>
                          <a:cubicBezTo>
                            <a:pt x="137" y="8"/>
                            <a:pt x="137" y="8"/>
                            <a:pt x="137" y="8"/>
                          </a:cubicBezTo>
                          <a:cubicBezTo>
                            <a:pt x="138" y="8"/>
                            <a:pt x="139" y="9"/>
                            <a:pt x="139" y="10"/>
                          </a:cubicBezTo>
                          <a:lnTo>
                            <a:pt x="139" y="189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  <p:sp>
                  <p:nvSpPr>
                    <p:cNvPr id="245" name="Freeform 231">
                      <a:extLst>
                        <a:ext uri="{FF2B5EF4-FFF2-40B4-BE49-F238E27FC236}">
                          <a16:creationId xmlns:a16="http://schemas.microsoft.com/office/drawing/2014/main" id="{AA756975-2236-14E0-6B9C-371C6206CD6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4603413" y="-2403476"/>
                      <a:ext cx="315913" cy="30163"/>
                    </a:xfrm>
                    <a:custGeom>
                      <a:avLst/>
                      <a:gdLst>
                        <a:gd name="T0" fmla="*/ 80 w 84"/>
                        <a:gd name="T1" fmla="*/ 0 h 8"/>
                        <a:gd name="T2" fmla="*/ 4 w 84"/>
                        <a:gd name="T3" fmla="*/ 0 h 8"/>
                        <a:gd name="T4" fmla="*/ 0 w 84"/>
                        <a:gd name="T5" fmla="*/ 4 h 8"/>
                        <a:gd name="T6" fmla="*/ 4 w 84"/>
                        <a:gd name="T7" fmla="*/ 8 h 8"/>
                        <a:gd name="T8" fmla="*/ 80 w 84"/>
                        <a:gd name="T9" fmla="*/ 8 h 8"/>
                        <a:gd name="T10" fmla="*/ 84 w 84"/>
                        <a:gd name="T11" fmla="*/ 4 h 8"/>
                        <a:gd name="T12" fmla="*/ 80 w 84"/>
                        <a:gd name="T13" fmla="*/ 0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4" h="8">
                          <a:moveTo>
                            <a:pt x="80" y="0"/>
                          </a:moveTo>
                          <a:cubicBezTo>
                            <a:pt x="4" y="0"/>
                            <a:pt x="4" y="0"/>
                            <a:pt x="4" y="0"/>
                          </a:cubicBezTo>
                          <a:cubicBezTo>
                            <a:pt x="2" y="0"/>
                            <a:pt x="0" y="2"/>
                            <a:pt x="0" y="4"/>
                          </a:cubicBezTo>
                          <a:cubicBezTo>
                            <a:pt x="0" y="6"/>
                            <a:pt x="2" y="8"/>
                            <a:pt x="4" y="8"/>
                          </a:cubicBezTo>
                          <a:cubicBezTo>
                            <a:pt x="80" y="8"/>
                            <a:pt x="80" y="8"/>
                            <a:pt x="80" y="8"/>
                          </a:cubicBezTo>
                          <a:cubicBezTo>
                            <a:pt x="82" y="8"/>
                            <a:pt x="84" y="6"/>
                            <a:pt x="84" y="4"/>
                          </a:cubicBezTo>
                          <a:cubicBezTo>
                            <a:pt x="84" y="2"/>
                            <a:pt x="82" y="0"/>
                            <a:pt x="80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</p:grpSp>
            </p:grpSp>
          </p:grpSp>
          <p:grpSp>
            <p:nvGrpSpPr>
              <p:cNvPr id="234" name="그룹 233">
                <a:extLst>
                  <a:ext uri="{FF2B5EF4-FFF2-40B4-BE49-F238E27FC236}">
                    <a16:creationId xmlns:a16="http://schemas.microsoft.com/office/drawing/2014/main" id="{D790051F-3403-8F28-FCE1-277A516FCD4D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026819" y="6679090"/>
                <a:ext cx="196070" cy="227564"/>
                <a:chOff x="11751901" y="4267727"/>
                <a:chExt cx="1085614" cy="1260000"/>
              </a:xfrm>
            </p:grpSpPr>
            <p:sp>
              <p:nvSpPr>
                <p:cNvPr id="236" name="사각형: 둥근 모서리 226">
                  <a:extLst>
                    <a:ext uri="{FF2B5EF4-FFF2-40B4-BE49-F238E27FC236}">
                      <a16:creationId xmlns:a16="http://schemas.microsoft.com/office/drawing/2014/main" id="{56B8F7AF-D15D-A148-BF7C-7ECBA878D6DB}"/>
                    </a:ext>
                  </a:extLst>
                </p:cNvPr>
                <p:cNvSpPr/>
                <p:nvPr/>
              </p:nvSpPr>
              <p:spPr>
                <a:xfrm>
                  <a:off x="11751901" y="4271686"/>
                  <a:ext cx="911712" cy="1252077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  <p:grpSp>
              <p:nvGrpSpPr>
                <p:cNvPr id="237" name="그룹 236">
                  <a:extLst>
                    <a:ext uri="{FF2B5EF4-FFF2-40B4-BE49-F238E27FC236}">
                      <a16:creationId xmlns:a16="http://schemas.microsoft.com/office/drawing/2014/main" id="{B2819F0F-3D70-DEA5-3C95-AB7436AB4325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238" name="Freeform 230">
                    <a:extLst>
                      <a:ext uri="{FF2B5EF4-FFF2-40B4-BE49-F238E27FC236}">
                        <a16:creationId xmlns:a16="http://schemas.microsoft.com/office/drawing/2014/main" id="{5D25BA7E-7B02-6F0E-DEC6-1D919F3AC16A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sp>
                <p:nvSpPr>
                  <p:cNvPr id="239" name="Freeform 231">
                    <a:extLst>
                      <a:ext uri="{FF2B5EF4-FFF2-40B4-BE49-F238E27FC236}">
                        <a16:creationId xmlns:a16="http://schemas.microsoft.com/office/drawing/2014/main" id="{EEA9E2F5-4ACF-665F-8BA1-4AF3DBF474F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</p:grpSp>
          </p:grpSp>
          <p:sp>
            <p:nvSpPr>
              <p:cNvPr id="235" name="직사각형 234">
                <a:extLst>
                  <a:ext uri="{FF2B5EF4-FFF2-40B4-BE49-F238E27FC236}">
                    <a16:creationId xmlns:a16="http://schemas.microsoft.com/office/drawing/2014/main" id="{E30C0D81-0B61-9FD2-5FCB-7E44E39BA3B9}"/>
                  </a:ext>
                </a:extLst>
              </p:cNvPr>
              <p:cNvSpPr/>
              <p:nvPr/>
            </p:nvSpPr>
            <p:spPr>
              <a:xfrm>
                <a:off x="6924199" y="6619793"/>
                <a:ext cx="130004" cy="350704"/>
              </a:xfrm>
              <a:prstGeom prst="rect">
                <a:avLst/>
              </a:prstGeom>
              <a:noFill/>
              <a:ln w="254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1" indent="0" algn="ctr" defTabSz="147490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prstClr val="black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0" lang="en-US" altLang="ko-KR" sz="1050" b="0" i="0" u="none" strike="noStrike" kern="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ea typeface="KoPub돋움체 Bold" panose="02020603020101020101" pitchFamily="18" charset="-127"/>
                    <a:cs typeface="Arial"/>
                  </a:rPr>
                  <a:t>…</a:t>
                </a:r>
                <a:endParaRPr kumimoji="0" lang="ko-KR" altLang="en-US" sz="1050" b="0" i="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ea typeface="KoPub돋움체 Bold" panose="02020603020101020101" pitchFamily="18" charset="-127"/>
                  <a:cs typeface="Arial"/>
                </a:endParaRPr>
              </a:p>
            </p:txBody>
          </p:sp>
        </p:grpSp>
        <p:grpSp>
          <p:nvGrpSpPr>
            <p:cNvPr id="250" name="그룹 249">
              <a:extLst>
                <a:ext uri="{FF2B5EF4-FFF2-40B4-BE49-F238E27FC236}">
                  <a16:creationId xmlns:a16="http://schemas.microsoft.com/office/drawing/2014/main" id="{524BE79A-EE40-D2C4-FC2A-97A3C3305E3E}"/>
                </a:ext>
              </a:extLst>
            </p:cNvPr>
            <p:cNvGrpSpPr/>
            <p:nvPr/>
          </p:nvGrpSpPr>
          <p:grpSpPr>
            <a:xfrm>
              <a:off x="7227405" y="3588071"/>
              <a:ext cx="635019" cy="161583"/>
              <a:chOff x="214860" y="5316164"/>
              <a:chExt cx="864095" cy="350704"/>
            </a:xfrm>
          </p:grpSpPr>
          <p:grpSp>
            <p:nvGrpSpPr>
              <p:cNvPr id="251" name="그룹 250">
                <a:extLst>
                  <a:ext uri="{FF2B5EF4-FFF2-40B4-BE49-F238E27FC236}">
                    <a16:creationId xmlns:a16="http://schemas.microsoft.com/office/drawing/2014/main" id="{29CC8BAC-8920-9DC9-A43F-D752BE2494A6}"/>
                  </a:ext>
                </a:extLst>
              </p:cNvPr>
              <p:cNvGrpSpPr/>
              <p:nvPr/>
            </p:nvGrpSpPr>
            <p:grpSpPr>
              <a:xfrm>
                <a:off x="214860" y="5374425"/>
                <a:ext cx="360560" cy="227564"/>
                <a:chOff x="-1249711" y="5207925"/>
                <a:chExt cx="723475" cy="456614"/>
              </a:xfrm>
            </p:grpSpPr>
            <p:grpSp>
              <p:nvGrpSpPr>
                <p:cNvPr id="263" name="그룹 262">
                  <a:extLst>
                    <a:ext uri="{FF2B5EF4-FFF2-40B4-BE49-F238E27FC236}">
                      <a16:creationId xmlns:a16="http://schemas.microsoft.com/office/drawing/2014/main" id="{4D17E9F0-66F7-185C-E560-CF4686031187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-1249711" y="5207925"/>
                  <a:ext cx="331998" cy="456614"/>
                  <a:chOff x="11921385" y="4267725"/>
                  <a:chExt cx="916126" cy="1260000"/>
                </a:xfrm>
              </p:grpSpPr>
              <p:sp>
                <p:nvSpPr>
                  <p:cNvPr id="269" name="사각형: 둥근 모서리 288">
                    <a:extLst>
                      <a:ext uri="{FF2B5EF4-FFF2-40B4-BE49-F238E27FC236}">
                        <a16:creationId xmlns:a16="http://schemas.microsoft.com/office/drawing/2014/main" id="{7BD01138-DAAD-D128-F955-43403520D9B0}"/>
                      </a:ext>
                    </a:extLst>
                  </p:cNvPr>
                  <p:cNvSpPr/>
                  <p:nvPr/>
                </p:nvSpPr>
                <p:spPr>
                  <a:xfrm>
                    <a:off x="11923596" y="4271687"/>
                    <a:ext cx="911716" cy="1252078"/>
                  </a:xfrm>
                  <a:prstGeom prst="roundRect">
                    <a:avLst>
                      <a:gd name="adj" fmla="val 7097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-3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grpSp>
                <p:nvGrpSpPr>
                  <p:cNvPr id="270" name="그룹 269">
                    <a:extLst>
                      <a:ext uri="{FF2B5EF4-FFF2-40B4-BE49-F238E27FC236}">
                        <a16:creationId xmlns:a16="http://schemas.microsoft.com/office/drawing/2014/main" id="{44050AF4-0046-CA81-D9B5-57309B283633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11921389" y="4267727"/>
                    <a:ext cx="916126" cy="1260000"/>
                    <a:chOff x="14485938" y="-2571751"/>
                    <a:chExt cx="554038" cy="762000"/>
                  </a:xfrm>
                  <a:solidFill>
                    <a:srgbClr val="262626"/>
                  </a:solidFill>
                </p:grpSpPr>
                <p:sp>
                  <p:nvSpPr>
                    <p:cNvPr id="271" name="Freeform 230">
                      <a:extLst>
                        <a:ext uri="{FF2B5EF4-FFF2-40B4-BE49-F238E27FC236}">
                          <a16:creationId xmlns:a16="http://schemas.microsoft.com/office/drawing/2014/main" id="{E28FF1BB-63C5-731D-0E17-F6C62D647F49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4485938" y="-2571751"/>
                      <a:ext cx="554038" cy="762000"/>
                    </a:xfrm>
                    <a:custGeom>
                      <a:avLst/>
                      <a:gdLst>
                        <a:gd name="T0" fmla="*/ 137 w 147"/>
                        <a:gd name="T1" fmla="*/ 0 h 200"/>
                        <a:gd name="T2" fmla="*/ 10 w 147"/>
                        <a:gd name="T3" fmla="*/ 0 h 200"/>
                        <a:gd name="T4" fmla="*/ 0 w 147"/>
                        <a:gd name="T5" fmla="*/ 10 h 200"/>
                        <a:gd name="T6" fmla="*/ 0 w 147"/>
                        <a:gd name="T7" fmla="*/ 190 h 200"/>
                        <a:gd name="T8" fmla="*/ 10 w 147"/>
                        <a:gd name="T9" fmla="*/ 200 h 200"/>
                        <a:gd name="T10" fmla="*/ 137 w 147"/>
                        <a:gd name="T11" fmla="*/ 200 h 200"/>
                        <a:gd name="T12" fmla="*/ 140 w 147"/>
                        <a:gd name="T13" fmla="*/ 199 h 200"/>
                        <a:gd name="T14" fmla="*/ 146 w 147"/>
                        <a:gd name="T15" fmla="*/ 193 h 200"/>
                        <a:gd name="T16" fmla="*/ 147 w 147"/>
                        <a:gd name="T17" fmla="*/ 190 h 200"/>
                        <a:gd name="T18" fmla="*/ 147 w 147"/>
                        <a:gd name="T19" fmla="*/ 10 h 200"/>
                        <a:gd name="T20" fmla="*/ 137 w 147"/>
                        <a:gd name="T21" fmla="*/ 0 h 200"/>
                        <a:gd name="T22" fmla="*/ 139 w 147"/>
                        <a:gd name="T23" fmla="*/ 189 h 200"/>
                        <a:gd name="T24" fmla="*/ 135 w 147"/>
                        <a:gd name="T25" fmla="*/ 192 h 200"/>
                        <a:gd name="T26" fmla="*/ 10 w 147"/>
                        <a:gd name="T27" fmla="*/ 192 h 200"/>
                        <a:gd name="T28" fmla="*/ 8 w 147"/>
                        <a:gd name="T29" fmla="*/ 190 h 200"/>
                        <a:gd name="T30" fmla="*/ 8 w 147"/>
                        <a:gd name="T31" fmla="*/ 10 h 200"/>
                        <a:gd name="T32" fmla="*/ 10 w 147"/>
                        <a:gd name="T33" fmla="*/ 8 h 200"/>
                        <a:gd name="T34" fmla="*/ 137 w 147"/>
                        <a:gd name="T35" fmla="*/ 8 h 200"/>
                        <a:gd name="T36" fmla="*/ 139 w 147"/>
                        <a:gd name="T37" fmla="*/ 10 h 200"/>
                        <a:gd name="T38" fmla="*/ 139 w 147"/>
                        <a:gd name="T39" fmla="*/ 189 h 2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</a:cxnLst>
                      <a:rect l="0" t="0" r="r" b="b"/>
                      <a:pathLst>
                        <a:path w="147" h="200">
                          <a:moveTo>
                            <a:pt x="137" y="0"/>
                          </a:moveTo>
                          <a:cubicBezTo>
                            <a:pt x="10" y="0"/>
                            <a:pt x="10" y="0"/>
                            <a:pt x="10" y="0"/>
                          </a:cubicBezTo>
                          <a:cubicBezTo>
                            <a:pt x="4" y="0"/>
                            <a:pt x="0" y="5"/>
                            <a:pt x="0" y="10"/>
                          </a:cubicBezTo>
                          <a:cubicBezTo>
                            <a:pt x="0" y="190"/>
                            <a:pt x="0" y="190"/>
                            <a:pt x="0" y="190"/>
                          </a:cubicBezTo>
                          <a:cubicBezTo>
                            <a:pt x="0" y="196"/>
                            <a:pt x="4" y="200"/>
                            <a:pt x="10" y="200"/>
                          </a:cubicBezTo>
                          <a:cubicBezTo>
                            <a:pt x="137" y="200"/>
                            <a:pt x="137" y="200"/>
                            <a:pt x="137" y="200"/>
                          </a:cubicBezTo>
                          <a:cubicBezTo>
                            <a:pt x="138" y="200"/>
                            <a:pt x="139" y="200"/>
                            <a:pt x="140" y="199"/>
                          </a:cubicBezTo>
                          <a:cubicBezTo>
                            <a:pt x="146" y="193"/>
                            <a:pt x="146" y="193"/>
                            <a:pt x="146" y="193"/>
                          </a:cubicBezTo>
                          <a:cubicBezTo>
                            <a:pt x="146" y="192"/>
                            <a:pt x="147" y="191"/>
                            <a:pt x="147" y="190"/>
                          </a:cubicBezTo>
                          <a:cubicBezTo>
                            <a:pt x="147" y="10"/>
                            <a:pt x="147" y="10"/>
                            <a:pt x="147" y="10"/>
                          </a:cubicBezTo>
                          <a:cubicBezTo>
                            <a:pt x="147" y="5"/>
                            <a:pt x="142" y="0"/>
                            <a:pt x="137" y="0"/>
                          </a:cubicBezTo>
                          <a:close/>
                          <a:moveTo>
                            <a:pt x="139" y="189"/>
                          </a:moveTo>
                          <a:cubicBezTo>
                            <a:pt x="135" y="192"/>
                            <a:pt x="135" y="192"/>
                            <a:pt x="135" y="192"/>
                          </a:cubicBezTo>
                          <a:cubicBezTo>
                            <a:pt x="10" y="192"/>
                            <a:pt x="10" y="192"/>
                            <a:pt x="10" y="192"/>
                          </a:cubicBezTo>
                          <a:cubicBezTo>
                            <a:pt x="9" y="192"/>
                            <a:pt x="8" y="191"/>
                            <a:pt x="8" y="190"/>
                          </a:cubicBezTo>
                          <a:cubicBezTo>
                            <a:pt x="8" y="10"/>
                            <a:pt x="8" y="10"/>
                            <a:pt x="8" y="10"/>
                          </a:cubicBezTo>
                          <a:cubicBezTo>
                            <a:pt x="8" y="9"/>
                            <a:pt x="9" y="8"/>
                            <a:pt x="10" y="8"/>
                          </a:cubicBezTo>
                          <a:cubicBezTo>
                            <a:pt x="137" y="8"/>
                            <a:pt x="137" y="8"/>
                            <a:pt x="137" y="8"/>
                          </a:cubicBezTo>
                          <a:cubicBezTo>
                            <a:pt x="138" y="8"/>
                            <a:pt x="139" y="9"/>
                            <a:pt x="139" y="10"/>
                          </a:cubicBezTo>
                          <a:lnTo>
                            <a:pt x="139" y="189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  <p:sp>
                  <p:nvSpPr>
                    <p:cNvPr id="272" name="Freeform 231">
                      <a:extLst>
                        <a:ext uri="{FF2B5EF4-FFF2-40B4-BE49-F238E27FC236}">
                          <a16:creationId xmlns:a16="http://schemas.microsoft.com/office/drawing/2014/main" id="{70F1BA3C-048D-C9B9-74A3-C130133DAAD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4603413" y="-2403476"/>
                      <a:ext cx="315913" cy="30163"/>
                    </a:xfrm>
                    <a:custGeom>
                      <a:avLst/>
                      <a:gdLst>
                        <a:gd name="T0" fmla="*/ 80 w 84"/>
                        <a:gd name="T1" fmla="*/ 0 h 8"/>
                        <a:gd name="T2" fmla="*/ 4 w 84"/>
                        <a:gd name="T3" fmla="*/ 0 h 8"/>
                        <a:gd name="T4" fmla="*/ 0 w 84"/>
                        <a:gd name="T5" fmla="*/ 4 h 8"/>
                        <a:gd name="T6" fmla="*/ 4 w 84"/>
                        <a:gd name="T7" fmla="*/ 8 h 8"/>
                        <a:gd name="T8" fmla="*/ 80 w 84"/>
                        <a:gd name="T9" fmla="*/ 8 h 8"/>
                        <a:gd name="T10" fmla="*/ 84 w 84"/>
                        <a:gd name="T11" fmla="*/ 4 h 8"/>
                        <a:gd name="T12" fmla="*/ 80 w 84"/>
                        <a:gd name="T13" fmla="*/ 0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4" h="8">
                          <a:moveTo>
                            <a:pt x="80" y="0"/>
                          </a:moveTo>
                          <a:cubicBezTo>
                            <a:pt x="4" y="0"/>
                            <a:pt x="4" y="0"/>
                            <a:pt x="4" y="0"/>
                          </a:cubicBezTo>
                          <a:cubicBezTo>
                            <a:pt x="2" y="0"/>
                            <a:pt x="0" y="2"/>
                            <a:pt x="0" y="4"/>
                          </a:cubicBezTo>
                          <a:cubicBezTo>
                            <a:pt x="0" y="6"/>
                            <a:pt x="2" y="8"/>
                            <a:pt x="4" y="8"/>
                          </a:cubicBezTo>
                          <a:cubicBezTo>
                            <a:pt x="80" y="8"/>
                            <a:pt x="80" y="8"/>
                            <a:pt x="80" y="8"/>
                          </a:cubicBezTo>
                          <a:cubicBezTo>
                            <a:pt x="82" y="8"/>
                            <a:pt x="84" y="6"/>
                            <a:pt x="84" y="4"/>
                          </a:cubicBezTo>
                          <a:cubicBezTo>
                            <a:pt x="84" y="2"/>
                            <a:pt x="82" y="0"/>
                            <a:pt x="80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264" name="그룹 263">
                  <a:extLst>
                    <a:ext uri="{FF2B5EF4-FFF2-40B4-BE49-F238E27FC236}">
                      <a16:creationId xmlns:a16="http://schemas.microsoft.com/office/drawing/2014/main" id="{FBC2336B-7DAE-0488-2B21-62D0DE664FAA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-858234" y="5207925"/>
                  <a:ext cx="331998" cy="456614"/>
                  <a:chOff x="11921385" y="4267725"/>
                  <a:chExt cx="916126" cy="1260000"/>
                </a:xfrm>
              </p:grpSpPr>
              <p:sp>
                <p:nvSpPr>
                  <p:cNvPr id="265" name="사각형: 둥근 모서리 284">
                    <a:extLst>
                      <a:ext uri="{FF2B5EF4-FFF2-40B4-BE49-F238E27FC236}">
                        <a16:creationId xmlns:a16="http://schemas.microsoft.com/office/drawing/2014/main" id="{8BB41C97-1E44-73E6-59C8-968D0405C987}"/>
                      </a:ext>
                    </a:extLst>
                  </p:cNvPr>
                  <p:cNvSpPr/>
                  <p:nvPr/>
                </p:nvSpPr>
                <p:spPr>
                  <a:xfrm>
                    <a:off x="11923596" y="4271687"/>
                    <a:ext cx="911716" cy="1252078"/>
                  </a:xfrm>
                  <a:prstGeom prst="roundRect">
                    <a:avLst>
                      <a:gd name="adj" fmla="val 7097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-3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grpSp>
                <p:nvGrpSpPr>
                  <p:cNvPr id="266" name="그룹 265">
                    <a:extLst>
                      <a:ext uri="{FF2B5EF4-FFF2-40B4-BE49-F238E27FC236}">
                        <a16:creationId xmlns:a16="http://schemas.microsoft.com/office/drawing/2014/main" id="{D14CC637-664F-99C3-669B-00411159A0B6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11921389" y="4267727"/>
                    <a:ext cx="916126" cy="1260000"/>
                    <a:chOff x="14485938" y="-2571751"/>
                    <a:chExt cx="554038" cy="762000"/>
                  </a:xfrm>
                  <a:solidFill>
                    <a:srgbClr val="262626"/>
                  </a:solidFill>
                </p:grpSpPr>
                <p:sp>
                  <p:nvSpPr>
                    <p:cNvPr id="267" name="Freeform 230">
                      <a:extLst>
                        <a:ext uri="{FF2B5EF4-FFF2-40B4-BE49-F238E27FC236}">
                          <a16:creationId xmlns:a16="http://schemas.microsoft.com/office/drawing/2014/main" id="{430A5C15-68E6-EECB-DFC9-C5E1C8904785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4485938" y="-2571751"/>
                      <a:ext cx="554038" cy="762000"/>
                    </a:xfrm>
                    <a:custGeom>
                      <a:avLst/>
                      <a:gdLst>
                        <a:gd name="T0" fmla="*/ 137 w 147"/>
                        <a:gd name="T1" fmla="*/ 0 h 200"/>
                        <a:gd name="T2" fmla="*/ 10 w 147"/>
                        <a:gd name="T3" fmla="*/ 0 h 200"/>
                        <a:gd name="T4" fmla="*/ 0 w 147"/>
                        <a:gd name="T5" fmla="*/ 10 h 200"/>
                        <a:gd name="T6" fmla="*/ 0 w 147"/>
                        <a:gd name="T7" fmla="*/ 190 h 200"/>
                        <a:gd name="T8" fmla="*/ 10 w 147"/>
                        <a:gd name="T9" fmla="*/ 200 h 200"/>
                        <a:gd name="T10" fmla="*/ 137 w 147"/>
                        <a:gd name="T11" fmla="*/ 200 h 200"/>
                        <a:gd name="T12" fmla="*/ 140 w 147"/>
                        <a:gd name="T13" fmla="*/ 199 h 200"/>
                        <a:gd name="T14" fmla="*/ 146 w 147"/>
                        <a:gd name="T15" fmla="*/ 193 h 200"/>
                        <a:gd name="T16" fmla="*/ 147 w 147"/>
                        <a:gd name="T17" fmla="*/ 190 h 200"/>
                        <a:gd name="T18" fmla="*/ 147 w 147"/>
                        <a:gd name="T19" fmla="*/ 10 h 200"/>
                        <a:gd name="T20" fmla="*/ 137 w 147"/>
                        <a:gd name="T21" fmla="*/ 0 h 200"/>
                        <a:gd name="T22" fmla="*/ 139 w 147"/>
                        <a:gd name="T23" fmla="*/ 189 h 200"/>
                        <a:gd name="T24" fmla="*/ 135 w 147"/>
                        <a:gd name="T25" fmla="*/ 192 h 200"/>
                        <a:gd name="T26" fmla="*/ 10 w 147"/>
                        <a:gd name="T27" fmla="*/ 192 h 200"/>
                        <a:gd name="T28" fmla="*/ 8 w 147"/>
                        <a:gd name="T29" fmla="*/ 190 h 200"/>
                        <a:gd name="T30" fmla="*/ 8 w 147"/>
                        <a:gd name="T31" fmla="*/ 10 h 200"/>
                        <a:gd name="T32" fmla="*/ 10 w 147"/>
                        <a:gd name="T33" fmla="*/ 8 h 200"/>
                        <a:gd name="T34" fmla="*/ 137 w 147"/>
                        <a:gd name="T35" fmla="*/ 8 h 200"/>
                        <a:gd name="T36" fmla="*/ 139 w 147"/>
                        <a:gd name="T37" fmla="*/ 10 h 200"/>
                        <a:gd name="T38" fmla="*/ 139 w 147"/>
                        <a:gd name="T39" fmla="*/ 189 h 2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</a:cxnLst>
                      <a:rect l="0" t="0" r="r" b="b"/>
                      <a:pathLst>
                        <a:path w="147" h="200">
                          <a:moveTo>
                            <a:pt x="137" y="0"/>
                          </a:moveTo>
                          <a:cubicBezTo>
                            <a:pt x="10" y="0"/>
                            <a:pt x="10" y="0"/>
                            <a:pt x="10" y="0"/>
                          </a:cubicBezTo>
                          <a:cubicBezTo>
                            <a:pt x="4" y="0"/>
                            <a:pt x="0" y="5"/>
                            <a:pt x="0" y="10"/>
                          </a:cubicBezTo>
                          <a:cubicBezTo>
                            <a:pt x="0" y="190"/>
                            <a:pt x="0" y="190"/>
                            <a:pt x="0" y="190"/>
                          </a:cubicBezTo>
                          <a:cubicBezTo>
                            <a:pt x="0" y="196"/>
                            <a:pt x="4" y="200"/>
                            <a:pt x="10" y="200"/>
                          </a:cubicBezTo>
                          <a:cubicBezTo>
                            <a:pt x="137" y="200"/>
                            <a:pt x="137" y="200"/>
                            <a:pt x="137" y="200"/>
                          </a:cubicBezTo>
                          <a:cubicBezTo>
                            <a:pt x="138" y="200"/>
                            <a:pt x="139" y="200"/>
                            <a:pt x="140" y="199"/>
                          </a:cubicBezTo>
                          <a:cubicBezTo>
                            <a:pt x="146" y="193"/>
                            <a:pt x="146" y="193"/>
                            <a:pt x="146" y="193"/>
                          </a:cubicBezTo>
                          <a:cubicBezTo>
                            <a:pt x="146" y="192"/>
                            <a:pt x="147" y="191"/>
                            <a:pt x="147" y="190"/>
                          </a:cubicBezTo>
                          <a:cubicBezTo>
                            <a:pt x="147" y="10"/>
                            <a:pt x="147" y="10"/>
                            <a:pt x="147" y="10"/>
                          </a:cubicBezTo>
                          <a:cubicBezTo>
                            <a:pt x="147" y="5"/>
                            <a:pt x="142" y="0"/>
                            <a:pt x="137" y="0"/>
                          </a:cubicBezTo>
                          <a:close/>
                          <a:moveTo>
                            <a:pt x="139" y="189"/>
                          </a:moveTo>
                          <a:cubicBezTo>
                            <a:pt x="135" y="192"/>
                            <a:pt x="135" y="192"/>
                            <a:pt x="135" y="192"/>
                          </a:cubicBezTo>
                          <a:cubicBezTo>
                            <a:pt x="10" y="192"/>
                            <a:pt x="10" y="192"/>
                            <a:pt x="10" y="192"/>
                          </a:cubicBezTo>
                          <a:cubicBezTo>
                            <a:pt x="9" y="192"/>
                            <a:pt x="8" y="191"/>
                            <a:pt x="8" y="190"/>
                          </a:cubicBezTo>
                          <a:cubicBezTo>
                            <a:pt x="8" y="10"/>
                            <a:pt x="8" y="10"/>
                            <a:pt x="8" y="10"/>
                          </a:cubicBezTo>
                          <a:cubicBezTo>
                            <a:pt x="8" y="9"/>
                            <a:pt x="9" y="8"/>
                            <a:pt x="10" y="8"/>
                          </a:cubicBezTo>
                          <a:cubicBezTo>
                            <a:pt x="137" y="8"/>
                            <a:pt x="137" y="8"/>
                            <a:pt x="137" y="8"/>
                          </a:cubicBezTo>
                          <a:cubicBezTo>
                            <a:pt x="138" y="8"/>
                            <a:pt x="139" y="9"/>
                            <a:pt x="139" y="10"/>
                          </a:cubicBezTo>
                          <a:lnTo>
                            <a:pt x="139" y="189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  <p:sp>
                  <p:nvSpPr>
                    <p:cNvPr id="268" name="Freeform 231">
                      <a:extLst>
                        <a:ext uri="{FF2B5EF4-FFF2-40B4-BE49-F238E27FC236}">
                          <a16:creationId xmlns:a16="http://schemas.microsoft.com/office/drawing/2014/main" id="{142D63A8-77CA-5F8E-E903-64DD439EAA4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4603413" y="-2403476"/>
                      <a:ext cx="315913" cy="30163"/>
                    </a:xfrm>
                    <a:custGeom>
                      <a:avLst/>
                      <a:gdLst>
                        <a:gd name="T0" fmla="*/ 80 w 84"/>
                        <a:gd name="T1" fmla="*/ 0 h 8"/>
                        <a:gd name="T2" fmla="*/ 4 w 84"/>
                        <a:gd name="T3" fmla="*/ 0 h 8"/>
                        <a:gd name="T4" fmla="*/ 0 w 84"/>
                        <a:gd name="T5" fmla="*/ 4 h 8"/>
                        <a:gd name="T6" fmla="*/ 4 w 84"/>
                        <a:gd name="T7" fmla="*/ 8 h 8"/>
                        <a:gd name="T8" fmla="*/ 80 w 84"/>
                        <a:gd name="T9" fmla="*/ 8 h 8"/>
                        <a:gd name="T10" fmla="*/ 84 w 84"/>
                        <a:gd name="T11" fmla="*/ 4 h 8"/>
                        <a:gd name="T12" fmla="*/ 80 w 84"/>
                        <a:gd name="T13" fmla="*/ 0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4" h="8">
                          <a:moveTo>
                            <a:pt x="80" y="0"/>
                          </a:moveTo>
                          <a:cubicBezTo>
                            <a:pt x="4" y="0"/>
                            <a:pt x="4" y="0"/>
                            <a:pt x="4" y="0"/>
                          </a:cubicBezTo>
                          <a:cubicBezTo>
                            <a:pt x="2" y="0"/>
                            <a:pt x="0" y="2"/>
                            <a:pt x="0" y="4"/>
                          </a:cubicBezTo>
                          <a:cubicBezTo>
                            <a:pt x="0" y="6"/>
                            <a:pt x="2" y="8"/>
                            <a:pt x="4" y="8"/>
                          </a:cubicBezTo>
                          <a:cubicBezTo>
                            <a:pt x="80" y="8"/>
                            <a:pt x="80" y="8"/>
                            <a:pt x="80" y="8"/>
                          </a:cubicBezTo>
                          <a:cubicBezTo>
                            <a:pt x="82" y="8"/>
                            <a:pt x="84" y="6"/>
                            <a:pt x="84" y="4"/>
                          </a:cubicBezTo>
                          <a:cubicBezTo>
                            <a:pt x="84" y="2"/>
                            <a:pt x="82" y="0"/>
                            <a:pt x="80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</p:grpSp>
            </p:grpSp>
          </p:grpSp>
          <p:grpSp>
            <p:nvGrpSpPr>
              <p:cNvPr id="252" name="그룹 251">
                <a:extLst>
                  <a:ext uri="{FF2B5EF4-FFF2-40B4-BE49-F238E27FC236}">
                    <a16:creationId xmlns:a16="http://schemas.microsoft.com/office/drawing/2014/main" id="{7AE2BCAF-D6F2-64CB-B016-FA75A914159A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882885" y="5375461"/>
                <a:ext cx="196070" cy="227564"/>
                <a:chOff x="11751901" y="4267727"/>
                <a:chExt cx="1085614" cy="1260000"/>
              </a:xfrm>
            </p:grpSpPr>
            <p:sp>
              <p:nvSpPr>
                <p:cNvPr id="259" name="사각형: 둥근 모서리 226">
                  <a:extLst>
                    <a:ext uri="{FF2B5EF4-FFF2-40B4-BE49-F238E27FC236}">
                      <a16:creationId xmlns:a16="http://schemas.microsoft.com/office/drawing/2014/main" id="{33A8F22B-1524-05D6-6B3B-E7776C11E7EB}"/>
                    </a:ext>
                  </a:extLst>
                </p:cNvPr>
                <p:cNvSpPr/>
                <p:nvPr/>
              </p:nvSpPr>
              <p:spPr>
                <a:xfrm>
                  <a:off x="11751901" y="4271686"/>
                  <a:ext cx="911712" cy="1252077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  <p:grpSp>
              <p:nvGrpSpPr>
                <p:cNvPr id="260" name="그룹 259">
                  <a:extLst>
                    <a:ext uri="{FF2B5EF4-FFF2-40B4-BE49-F238E27FC236}">
                      <a16:creationId xmlns:a16="http://schemas.microsoft.com/office/drawing/2014/main" id="{456173A0-226B-FAEF-3B00-7958A6F23B10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261" name="Freeform 230">
                    <a:extLst>
                      <a:ext uri="{FF2B5EF4-FFF2-40B4-BE49-F238E27FC236}">
                        <a16:creationId xmlns:a16="http://schemas.microsoft.com/office/drawing/2014/main" id="{73ABB315-E7FF-6B66-D819-38D95C93B4AF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sp>
                <p:nvSpPr>
                  <p:cNvPr id="262" name="Freeform 231">
                    <a:extLst>
                      <a:ext uri="{FF2B5EF4-FFF2-40B4-BE49-F238E27FC236}">
                        <a16:creationId xmlns:a16="http://schemas.microsoft.com/office/drawing/2014/main" id="{0EF00CF7-1554-CBBB-0102-CFC50C09915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</p:grpSp>
          </p:grpSp>
          <p:sp>
            <p:nvSpPr>
              <p:cNvPr id="253" name="직사각형 252">
                <a:extLst>
                  <a:ext uri="{FF2B5EF4-FFF2-40B4-BE49-F238E27FC236}">
                    <a16:creationId xmlns:a16="http://schemas.microsoft.com/office/drawing/2014/main" id="{848D71B4-71E9-5894-02E2-414219AE419A}"/>
                  </a:ext>
                </a:extLst>
              </p:cNvPr>
              <p:cNvSpPr/>
              <p:nvPr/>
            </p:nvSpPr>
            <p:spPr>
              <a:xfrm>
                <a:off x="780265" y="5316164"/>
                <a:ext cx="130004" cy="350704"/>
              </a:xfrm>
              <a:prstGeom prst="rect">
                <a:avLst/>
              </a:prstGeom>
              <a:noFill/>
              <a:ln w="254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1" indent="0" algn="ctr" defTabSz="147490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prstClr val="black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0" lang="en-US" altLang="ko-KR" sz="1050" b="0" i="0" u="none" strike="noStrike" kern="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ea typeface="KoPub돋움체 Bold" panose="02020603020101020101" pitchFamily="18" charset="-127"/>
                    <a:cs typeface="Arial"/>
                  </a:rPr>
                  <a:t>…</a:t>
                </a:r>
                <a:endParaRPr kumimoji="0" lang="ko-KR" altLang="en-US" sz="1050" b="0" i="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ea typeface="KoPub돋움체 Bold" panose="02020603020101020101" pitchFamily="18" charset="-127"/>
                  <a:cs typeface="Arial"/>
                </a:endParaRPr>
              </a:p>
            </p:txBody>
          </p:sp>
          <p:grpSp>
            <p:nvGrpSpPr>
              <p:cNvPr id="254" name="그룹 253">
                <a:extLst>
                  <a:ext uri="{FF2B5EF4-FFF2-40B4-BE49-F238E27FC236}">
                    <a16:creationId xmlns:a16="http://schemas.microsoft.com/office/drawing/2014/main" id="{19505F18-1220-086E-819E-2E24C1C9C9E4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575469" y="5374425"/>
                <a:ext cx="196066" cy="227564"/>
                <a:chOff x="11751920" y="4267727"/>
                <a:chExt cx="1085595" cy="1260000"/>
              </a:xfrm>
            </p:grpSpPr>
            <p:sp>
              <p:nvSpPr>
                <p:cNvPr id="255" name="사각형: 둥근 모서리 226">
                  <a:extLst>
                    <a:ext uri="{FF2B5EF4-FFF2-40B4-BE49-F238E27FC236}">
                      <a16:creationId xmlns:a16="http://schemas.microsoft.com/office/drawing/2014/main" id="{BD0CEF23-9B31-88EC-FF89-1AD0AD56F0D5}"/>
                    </a:ext>
                  </a:extLst>
                </p:cNvPr>
                <p:cNvSpPr/>
                <p:nvPr/>
              </p:nvSpPr>
              <p:spPr>
                <a:xfrm>
                  <a:off x="11751920" y="4271687"/>
                  <a:ext cx="911715" cy="1252078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  <p:grpSp>
              <p:nvGrpSpPr>
                <p:cNvPr id="256" name="그룹 255">
                  <a:extLst>
                    <a:ext uri="{FF2B5EF4-FFF2-40B4-BE49-F238E27FC236}">
                      <a16:creationId xmlns:a16="http://schemas.microsoft.com/office/drawing/2014/main" id="{4E9CAA84-81AE-7987-A479-C7D71EDD2F37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257" name="Freeform 230">
                    <a:extLst>
                      <a:ext uri="{FF2B5EF4-FFF2-40B4-BE49-F238E27FC236}">
                        <a16:creationId xmlns:a16="http://schemas.microsoft.com/office/drawing/2014/main" id="{468C6942-9F6E-D610-7610-B207EECE3B86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sp>
                <p:nvSpPr>
                  <p:cNvPr id="258" name="Freeform 231">
                    <a:extLst>
                      <a:ext uri="{FF2B5EF4-FFF2-40B4-BE49-F238E27FC236}">
                        <a16:creationId xmlns:a16="http://schemas.microsoft.com/office/drawing/2014/main" id="{BE9D6F4B-AB23-9F94-2B67-32AB0314B17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</p:grpSp>
          </p:grpSp>
        </p:grpSp>
        <p:sp>
          <p:nvSpPr>
            <p:cNvPr id="273" name="직사각형 272">
              <a:extLst>
                <a:ext uri="{FF2B5EF4-FFF2-40B4-BE49-F238E27FC236}">
                  <a16:creationId xmlns:a16="http://schemas.microsoft.com/office/drawing/2014/main" id="{DD59AF41-83DD-CC92-F82E-722F206CA567}"/>
                </a:ext>
              </a:extLst>
            </p:cNvPr>
            <p:cNvSpPr/>
            <p:nvPr/>
          </p:nvSpPr>
          <p:spPr>
            <a:xfrm>
              <a:off x="6450366" y="1105804"/>
              <a:ext cx="2290262" cy="43255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endParaRPr lang="ko-KR" altLang="en-US" sz="1600" dirty="0"/>
            </a:p>
          </p:txBody>
        </p:sp>
        <p:sp>
          <p:nvSpPr>
            <p:cNvPr id="274" name="TextBox 273">
              <a:extLst>
                <a:ext uri="{FF2B5EF4-FFF2-40B4-BE49-F238E27FC236}">
                  <a16:creationId xmlns:a16="http://schemas.microsoft.com/office/drawing/2014/main" id="{D4490BD5-0516-5179-1C6F-CC23AB8AE54D}"/>
                </a:ext>
              </a:extLst>
            </p:cNvPr>
            <p:cNvSpPr txBox="1"/>
            <p:nvPr/>
          </p:nvSpPr>
          <p:spPr>
            <a:xfrm>
              <a:off x="8248286" y="1124861"/>
              <a:ext cx="444032" cy="12311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lvl="1" defTabSz="1007943" latinLnBrk="1">
                <a:buClr>
                  <a:srgbClr val="3271AA"/>
                </a:buClr>
                <a:buSzPct val="140000"/>
                <a:tabLst>
                  <a:tab pos="5805348" algn="l"/>
                </a:tabLst>
              </a:pPr>
              <a:r>
                <a:rPr kumimoji="1" lang="en-US" altLang="ko-KR" sz="800" dirty="0">
                  <a:gradFill>
                    <a:gsLst>
                      <a:gs pos="38931">
                        <a:schemeClr val="tx1">
                          <a:lumMod val="95000"/>
                          <a:lumOff val="5000"/>
                        </a:schemeClr>
                      </a:gs>
                      <a:gs pos="19000">
                        <a:schemeClr val="tx1">
                          <a:lumMod val="95000"/>
                          <a:lumOff val="5000"/>
                        </a:schemeClr>
                      </a:gs>
                    </a:gsLst>
                    <a:lin ang="0" scaled="0"/>
                  </a:gradFill>
                  <a:ea typeface="KoPub돋움체 Bold" panose="02020603020101020101" pitchFamily="18" charset="-127"/>
                  <a:cs typeface="Arial" pitchFamily="34" charset="0"/>
                </a:rPr>
                <a:t>DMZ </a:t>
              </a:r>
              <a:r>
                <a:rPr kumimoji="1" lang="ko-KR" altLang="en-US" sz="800" dirty="0">
                  <a:gradFill>
                    <a:gsLst>
                      <a:gs pos="38931">
                        <a:schemeClr val="tx1">
                          <a:lumMod val="95000"/>
                          <a:lumOff val="5000"/>
                        </a:schemeClr>
                      </a:gs>
                      <a:gs pos="19000">
                        <a:schemeClr val="tx1">
                          <a:lumMod val="95000"/>
                          <a:lumOff val="5000"/>
                        </a:schemeClr>
                      </a:gs>
                    </a:gsLst>
                    <a:lin ang="0" scaled="0"/>
                  </a:gradFill>
                  <a:ea typeface="KoPub돋움체 Bold" panose="02020603020101020101" pitchFamily="18" charset="-127"/>
                  <a:cs typeface="Arial" pitchFamily="34" charset="0"/>
                </a:rPr>
                <a:t>개발</a:t>
              </a:r>
            </a:p>
          </p:txBody>
        </p:sp>
        <p:sp>
          <p:nvSpPr>
            <p:cNvPr id="275" name="모서리가 둥근 직사각형 16">
              <a:extLst>
                <a:ext uri="{FF2B5EF4-FFF2-40B4-BE49-F238E27FC236}">
                  <a16:creationId xmlns:a16="http://schemas.microsoft.com/office/drawing/2014/main" id="{BA065A97-3092-B618-743B-3128FDC0AF59}"/>
                </a:ext>
              </a:extLst>
            </p:cNvPr>
            <p:cNvSpPr/>
            <p:nvPr/>
          </p:nvSpPr>
          <p:spPr bwMode="auto">
            <a:xfrm flipH="1">
              <a:off x="2256756" y="910576"/>
              <a:ext cx="6540880" cy="149279"/>
            </a:xfrm>
            <a:prstGeom prst="round2Same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lvl="1" algn="ctr" defTabSz="104298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ko-KR" altLang="en-US" sz="1100" dirty="0">
                  <a:gradFill>
                    <a:gsLst>
                      <a:gs pos="48855">
                        <a:schemeClr val="bg1"/>
                      </a:gs>
                      <a:gs pos="64000">
                        <a:schemeClr val="bg1"/>
                      </a:gs>
                    </a:gsLst>
                    <a:lin ang="16200000" scaled="1"/>
                  </a:gradFill>
                  <a:latin typeface="Malgun Gothic" panose="020B0503020000020004" pitchFamily="34" charset="-127"/>
                  <a:ea typeface="Malgun Gothic" panose="020B0503020000020004" pitchFamily="34" charset="-127"/>
                  <a:cs typeface="Arial" pitchFamily="34" charset="0"/>
                </a:rPr>
                <a:t>클라우드</a:t>
              </a:r>
              <a:r>
                <a:rPr lang="en-US" altLang="ko-KR" sz="1100" dirty="0">
                  <a:gradFill>
                    <a:gsLst>
                      <a:gs pos="48855">
                        <a:schemeClr val="bg1"/>
                      </a:gs>
                      <a:gs pos="64000">
                        <a:schemeClr val="bg1"/>
                      </a:gs>
                    </a:gsLst>
                    <a:lin ang="16200000" scaled="1"/>
                  </a:gradFill>
                  <a:latin typeface="Malgun Gothic" panose="020B0503020000020004" pitchFamily="34" charset="-127"/>
                  <a:ea typeface="Malgun Gothic" panose="020B0503020000020004" pitchFamily="34" charset="-127"/>
                  <a:cs typeface="Arial" pitchFamily="34" charset="0"/>
                </a:rPr>
                <a:t>(</a:t>
              </a:r>
              <a:r>
                <a:rPr lang="ko-KR" altLang="en-US" sz="1100" dirty="0" err="1">
                  <a:gradFill>
                    <a:gsLst>
                      <a:gs pos="48855">
                        <a:schemeClr val="bg1"/>
                      </a:gs>
                      <a:gs pos="64000">
                        <a:schemeClr val="bg1"/>
                      </a:gs>
                    </a:gsLst>
                    <a:lin ang="16200000" scaled="1"/>
                  </a:gradFill>
                  <a:latin typeface="Malgun Gothic" panose="020B0503020000020004" pitchFamily="34" charset="-127"/>
                  <a:ea typeface="Malgun Gothic" panose="020B0503020000020004" pitchFamily="34" charset="-127"/>
                  <a:cs typeface="Arial" pitchFamily="34" charset="0"/>
                </a:rPr>
                <a:t>프라이빗</a:t>
              </a:r>
              <a:r>
                <a:rPr lang="en-US" altLang="ko-KR" sz="1100" dirty="0">
                  <a:gradFill>
                    <a:gsLst>
                      <a:gs pos="48855">
                        <a:schemeClr val="bg1"/>
                      </a:gs>
                      <a:gs pos="64000">
                        <a:schemeClr val="bg1"/>
                      </a:gs>
                    </a:gsLst>
                    <a:lin ang="16200000" scaled="1"/>
                  </a:gradFill>
                  <a:ea typeface="KoPub돋움체 Bold" panose="02020603020101020101" pitchFamily="18" charset="-127"/>
                  <a:cs typeface="Arial" pitchFamily="34" charset="0"/>
                </a:rPr>
                <a:t>)</a:t>
              </a:r>
              <a:endParaRPr lang="ko-KR" altLang="en-US" sz="1100" dirty="0">
                <a:gradFill>
                  <a:gsLst>
                    <a:gs pos="48855">
                      <a:schemeClr val="bg1"/>
                    </a:gs>
                    <a:gs pos="64000">
                      <a:schemeClr val="bg1"/>
                    </a:gs>
                  </a:gsLst>
                  <a:lin ang="16200000" scaled="1"/>
                </a:gradFill>
                <a:ea typeface="KoPub돋움체 Bold" panose="02020603020101020101" pitchFamily="18" charset="-127"/>
                <a:cs typeface="Arial" pitchFamily="34" charset="0"/>
              </a:endParaRPr>
            </a:p>
          </p:txBody>
        </p:sp>
        <p:sp>
          <p:nvSpPr>
            <p:cNvPr id="276" name="직사각형 275">
              <a:extLst>
                <a:ext uri="{FF2B5EF4-FFF2-40B4-BE49-F238E27FC236}">
                  <a16:creationId xmlns:a16="http://schemas.microsoft.com/office/drawing/2014/main" id="{19976DF4-D982-85FB-C951-541A50357CDB}"/>
                </a:ext>
              </a:extLst>
            </p:cNvPr>
            <p:cNvSpPr/>
            <p:nvPr/>
          </p:nvSpPr>
          <p:spPr>
            <a:xfrm>
              <a:off x="2328548" y="1105804"/>
              <a:ext cx="3677559" cy="442945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endParaRPr lang="ko-KR" altLang="en-US" sz="1600" dirty="0"/>
            </a:p>
          </p:txBody>
        </p:sp>
        <p:sp>
          <p:nvSpPr>
            <p:cNvPr id="277" name="TextBox 276">
              <a:extLst>
                <a:ext uri="{FF2B5EF4-FFF2-40B4-BE49-F238E27FC236}">
                  <a16:creationId xmlns:a16="http://schemas.microsoft.com/office/drawing/2014/main" id="{509DE288-E216-2735-EA49-CC9368980DEB}"/>
                </a:ext>
              </a:extLst>
            </p:cNvPr>
            <p:cNvSpPr txBox="1"/>
            <p:nvPr/>
          </p:nvSpPr>
          <p:spPr>
            <a:xfrm>
              <a:off x="5378264" y="2055349"/>
              <a:ext cx="791883" cy="12311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lvl="1" defTabSz="1007943" latinLnBrk="1">
                <a:buClr>
                  <a:srgbClr val="3271AA"/>
                </a:buClr>
                <a:buSzPct val="140000"/>
                <a:tabLst>
                  <a:tab pos="5805348" algn="l"/>
                </a:tabLst>
              </a:pPr>
              <a:r>
                <a:rPr lang="ko-KR" altLang="en-US" sz="800" b="1" dirty="0" err="1">
                  <a:gradFill>
                    <a:gsLst>
                      <a:gs pos="38931">
                        <a:schemeClr val="tx1">
                          <a:lumMod val="95000"/>
                          <a:lumOff val="5000"/>
                        </a:schemeClr>
                      </a:gs>
                      <a:gs pos="19000">
                        <a:schemeClr val="tx1">
                          <a:lumMod val="95000"/>
                          <a:lumOff val="5000"/>
                        </a:schemeClr>
                      </a:gs>
                    </a:gsLst>
                    <a:lin ang="0" scaled="0"/>
                  </a:gradFill>
                  <a:latin typeface="Malgun Gothic" panose="020B0503020000020004" pitchFamily="34" charset="-127"/>
                  <a:ea typeface="Malgun Gothic" panose="020B0503020000020004" pitchFamily="34" charset="-127"/>
                  <a:cs typeface="Arial" pitchFamily="34" charset="0"/>
                </a:rPr>
                <a:t>가상화서버</a:t>
              </a:r>
              <a:r>
                <a:rPr lang="en-US" altLang="ko-KR" sz="800" b="1" dirty="0">
                  <a:gradFill>
                    <a:gsLst>
                      <a:gs pos="38931">
                        <a:schemeClr val="tx1">
                          <a:lumMod val="95000"/>
                          <a:lumOff val="5000"/>
                        </a:schemeClr>
                      </a:gs>
                      <a:gs pos="19000">
                        <a:schemeClr val="tx1">
                          <a:lumMod val="95000"/>
                          <a:lumOff val="5000"/>
                        </a:schemeClr>
                      </a:gs>
                    </a:gsLst>
                    <a:lin ang="0" scaled="0"/>
                  </a:gradFill>
                  <a:latin typeface="Malgun Gothic" panose="020B0503020000020004" pitchFamily="34" charset="-127"/>
                  <a:ea typeface="Malgun Gothic" panose="020B0503020000020004" pitchFamily="34" charset="-127"/>
                  <a:cs typeface="Arial" pitchFamily="34" charset="0"/>
                </a:rPr>
                <a:t>(</a:t>
              </a:r>
              <a:r>
                <a:rPr kumimoji="1" lang="ko-KR" altLang="en-US" sz="800" b="1" dirty="0">
                  <a:gradFill>
                    <a:gsLst>
                      <a:gs pos="38931">
                        <a:schemeClr val="tx1">
                          <a:lumMod val="95000"/>
                          <a:lumOff val="5000"/>
                        </a:schemeClr>
                      </a:gs>
                      <a:gs pos="19000">
                        <a:schemeClr val="tx1">
                          <a:lumMod val="95000"/>
                          <a:lumOff val="5000"/>
                        </a:schemeClr>
                      </a:gs>
                    </a:gsLst>
                    <a:lin ang="0" scaled="0"/>
                  </a:gradFill>
                  <a:latin typeface="Malgun Gothic" panose="020B0503020000020004" pitchFamily="34" charset="-127"/>
                  <a:ea typeface="Malgun Gothic" panose="020B0503020000020004" pitchFamily="34" charset="-127"/>
                  <a:cs typeface="Arial" pitchFamily="34" charset="0"/>
                </a:rPr>
                <a:t>운영</a:t>
              </a:r>
              <a:r>
                <a:rPr kumimoji="1" lang="en-US" altLang="ko-KR" sz="800" b="1" dirty="0">
                  <a:gradFill>
                    <a:gsLst>
                      <a:gs pos="38931">
                        <a:schemeClr val="tx1">
                          <a:lumMod val="95000"/>
                          <a:lumOff val="5000"/>
                        </a:schemeClr>
                      </a:gs>
                      <a:gs pos="19000">
                        <a:schemeClr val="tx1">
                          <a:lumMod val="95000"/>
                          <a:lumOff val="5000"/>
                        </a:schemeClr>
                      </a:gs>
                    </a:gsLst>
                    <a:lin ang="0" scaled="0"/>
                  </a:gradFill>
                  <a:latin typeface="Malgun Gothic" panose="020B0503020000020004" pitchFamily="34" charset="-127"/>
                  <a:ea typeface="Malgun Gothic" panose="020B0503020000020004" pitchFamily="34" charset="-127"/>
                  <a:cs typeface="Arial" pitchFamily="34" charset="0"/>
                </a:rPr>
                <a:t>)</a:t>
              </a:r>
              <a:endParaRPr kumimoji="1" lang="ko-KR" altLang="en-US" sz="800" b="1" dirty="0">
                <a:gradFill>
                  <a:gsLst>
                    <a:gs pos="38931">
                      <a:schemeClr val="tx1">
                        <a:lumMod val="95000"/>
                        <a:lumOff val="5000"/>
                      </a:schemeClr>
                    </a:gs>
                    <a:gs pos="19000">
                      <a:schemeClr val="tx1">
                        <a:lumMod val="95000"/>
                        <a:lumOff val="5000"/>
                      </a:schemeClr>
                    </a:gs>
                  </a:gsLst>
                  <a:lin ang="0" scaled="0"/>
                </a:gradFill>
                <a:latin typeface="Malgun Gothic" panose="020B0503020000020004" pitchFamily="34" charset="-127"/>
                <a:ea typeface="Malgun Gothic" panose="020B0503020000020004" pitchFamily="34" charset="-127"/>
                <a:cs typeface="Arial" pitchFamily="34" charset="0"/>
              </a:endParaRPr>
            </a:p>
          </p:txBody>
        </p:sp>
        <p:sp>
          <p:nvSpPr>
            <p:cNvPr id="278" name="직사각형 277">
              <a:extLst>
                <a:ext uri="{FF2B5EF4-FFF2-40B4-BE49-F238E27FC236}">
                  <a16:creationId xmlns:a16="http://schemas.microsoft.com/office/drawing/2014/main" id="{03FA5F0D-3E2A-71BC-BE66-5B2345655337}"/>
                </a:ext>
              </a:extLst>
            </p:cNvPr>
            <p:cNvSpPr/>
            <p:nvPr/>
          </p:nvSpPr>
          <p:spPr>
            <a:xfrm>
              <a:off x="467720" y="1105804"/>
              <a:ext cx="1654754" cy="441987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endParaRPr lang="ko-KR" altLang="en-US" sz="1600" dirty="0"/>
            </a:p>
          </p:txBody>
        </p:sp>
        <p:sp>
          <p:nvSpPr>
            <p:cNvPr id="279" name="모서리가 둥근 직사각형 16">
              <a:extLst>
                <a:ext uri="{FF2B5EF4-FFF2-40B4-BE49-F238E27FC236}">
                  <a16:creationId xmlns:a16="http://schemas.microsoft.com/office/drawing/2014/main" id="{333B7DE0-307D-7D4D-58B1-B83221DDC41E}"/>
                </a:ext>
              </a:extLst>
            </p:cNvPr>
            <p:cNvSpPr/>
            <p:nvPr/>
          </p:nvSpPr>
          <p:spPr bwMode="auto">
            <a:xfrm flipH="1">
              <a:off x="413643" y="910576"/>
              <a:ext cx="1798537" cy="149279"/>
            </a:xfrm>
            <a:prstGeom prst="round2Same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lvl="1" algn="ctr" defTabSz="104298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ko-KR" altLang="en-US" sz="1100" dirty="0">
                  <a:gradFill>
                    <a:gsLst>
                      <a:gs pos="48855">
                        <a:schemeClr val="bg1"/>
                      </a:gs>
                      <a:gs pos="64000">
                        <a:schemeClr val="bg1"/>
                      </a:gs>
                    </a:gsLst>
                    <a:lin ang="16200000" scaled="1"/>
                  </a:gradFill>
                  <a:latin typeface="Malgun Gothic" panose="020B0503020000020004" pitchFamily="34" charset="-127"/>
                  <a:ea typeface="Malgun Gothic" panose="020B0503020000020004" pitchFamily="34" charset="-127"/>
                  <a:cs typeface="Arial" pitchFamily="34" charset="0"/>
                </a:rPr>
                <a:t>연계시스템</a:t>
              </a:r>
            </a:p>
          </p:txBody>
        </p:sp>
        <p:sp>
          <p:nvSpPr>
            <p:cNvPr id="280" name="모서리가 둥근 직사각형 16">
              <a:extLst>
                <a:ext uri="{FF2B5EF4-FFF2-40B4-BE49-F238E27FC236}">
                  <a16:creationId xmlns:a16="http://schemas.microsoft.com/office/drawing/2014/main" id="{780B2302-0072-5135-CE69-E8CFD00FA423}"/>
                </a:ext>
              </a:extLst>
            </p:cNvPr>
            <p:cNvSpPr/>
            <p:nvPr/>
          </p:nvSpPr>
          <p:spPr bwMode="auto">
            <a:xfrm flipH="1">
              <a:off x="413643" y="1612823"/>
              <a:ext cx="1798537" cy="149279"/>
            </a:xfrm>
            <a:prstGeom prst="round2Same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lvl="1" algn="ctr" defTabSz="104298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ko-KR" altLang="en-US" sz="1100" dirty="0" err="1">
                  <a:gradFill>
                    <a:gsLst>
                      <a:gs pos="48855">
                        <a:schemeClr val="bg1"/>
                      </a:gs>
                      <a:gs pos="64000">
                        <a:schemeClr val="bg1"/>
                      </a:gs>
                    </a:gsLst>
                    <a:lin ang="16200000" scaled="1"/>
                  </a:gradFill>
                  <a:latin typeface="Malgun Gothic" panose="020B0503020000020004" pitchFamily="34" charset="-127"/>
                  <a:ea typeface="Malgun Gothic" panose="020B0503020000020004" pitchFamily="34" charset="-127"/>
                  <a:cs typeface="Arial" pitchFamily="34" charset="0"/>
                </a:rPr>
                <a:t>서버팜</a:t>
              </a:r>
              <a:endParaRPr lang="ko-KR" altLang="en-US" sz="1100" dirty="0">
                <a:gradFill>
                  <a:gsLst>
                    <a:gs pos="48855">
                      <a:schemeClr val="bg1"/>
                    </a:gs>
                    <a:gs pos="64000">
                      <a:schemeClr val="bg1"/>
                    </a:gs>
                  </a:gsLst>
                  <a:lin ang="16200000" scaled="1"/>
                </a:gradFill>
                <a:latin typeface="Malgun Gothic" panose="020B0503020000020004" pitchFamily="34" charset="-127"/>
                <a:ea typeface="Malgun Gothic" panose="020B0503020000020004" pitchFamily="34" charset="-127"/>
                <a:cs typeface="Arial" pitchFamily="34" charset="0"/>
              </a:endParaRPr>
            </a:p>
          </p:txBody>
        </p:sp>
        <p:sp>
          <p:nvSpPr>
            <p:cNvPr id="281" name="TextBox 280">
              <a:extLst>
                <a:ext uri="{FF2B5EF4-FFF2-40B4-BE49-F238E27FC236}">
                  <a16:creationId xmlns:a16="http://schemas.microsoft.com/office/drawing/2014/main" id="{D018DA16-9599-A62D-9A87-B0D0A52EDEEC}"/>
                </a:ext>
              </a:extLst>
            </p:cNvPr>
            <p:cNvSpPr txBox="1"/>
            <p:nvPr/>
          </p:nvSpPr>
          <p:spPr>
            <a:xfrm>
              <a:off x="2407835" y="1137253"/>
              <a:ext cx="444031" cy="12311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lvl="1" algn="ctr" defTabSz="1007943" eaLnBrk="0" hangingPunct="0">
                <a:buClr>
                  <a:srgbClr val="3271AA"/>
                </a:buClr>
                <a:buSzPct val="140000"/>
                <a:tabLst>
                  <a:tab pos="5805348" algn="l"/>
                </a:tabLst>
              </a:pPr>
              <a:r>
                <a:rPr lang="en-US" altLang="ko-KR" sz="800" dirty="0">
                  <a:gradFill>
                    <a:gsLst>
                      <a:gs pos="38931">
                        <a:schemeClr val="tx1">
                          <a:lumMod val="95000"/>
                          <a:lumOff val="5000"/>
                        </a:schemeClr>
                      </a:gs>
                      <a:gs pos="19000">
                        <a:schemeClr val="tx1">
                          <a:lumMod val="95000"/>
                          <a:lumOff val="5000"/>
                        </a:schemeClr>
                      </a:gs>
                    </a:gsLst>
                    <a:lin ang="0" scaled="0"/>
                  </a:gradFill>
                  <a:ea typeface="KoPub돋움체 Bold" panose="02020603020101020101" pitchFamily="18" charset="-127"/>
                  <a:cs typeface="Arial" pitchFamily="34" charset="0"/>
                </a:rPr>
                <a:t>DMZ </a:t>
              </a:r>
              <a:r>
                <a:rPr lang="ko-KR" altLang="en-US" sz="800" dirty="0">
                  <a:gradFill>
                    <a:gsLst>
                      <a:gs pos="38931">
                        <a:schemeClr val="tx1">
                          <a:lumMod val="95000"/>
                          <a:lumOff val="5000"/>
                        </a:schemeClr>
                      </a:gs>
                      <a:gs pos="19000">
                        <a:schemeClr val="tx1">
                          <a:lumMod val="95000"/>
                          <a:lumOff val="5000"/>
                        </a:schemeClr>
                      </a:gs>
                    </a:gsLst>
                    <a:lin ang="0" scaled="0"/>
                  </a:gradFill>
                  <a:ea typeface="KoPub돋움체 Bold" panose="02020603020101020101" pitchFamily="18" charset="-127"/>
                  <a:cs typeface="Arial" pitchFamily="34" charset="0"/>
                </a:rPr>
                <a:t>운영</a:t>
              </a:r>
            </a:p>
          </p:txBody>
        </p:sp>
        <p:cxnSp>
          <p:nvCxnSpPr>
            <p:cNvPr id="282" name="직선 연결선 1099">
              <a:extLst>
                <a:ext uri="{FF2B5EF4-FFF2-40B4-BE49-F238E27FC236}">
                  <a16:creationId xmlns:a16="http://schemas.microsoft.com/office/drawing/2014/main" id="{70498FAE-76F7-8227-C6D9-A73807922A9A}"/>
                </a:ext>
              </a:extLst>
            </p:cNvPr>
            <p:cNvCxnSpPr/>
            <p:nvPr/>
          </p:nvCxnSpPr>
          <p:spPr>
            <a:xfrm>
              <a:off x="4299461" y="1779436"/>
              <a:ext cx="1428635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none" w="sm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직선 연결선 1100">
              <a:extLst>
                <a:ext uri="{FF2B5EF4-FFF2-40B4-BE49-F238E27FC236}">
                  <a16:creationId xmlns:a16="http://schemas.microsoft.com/office/drawing/2014/main" id="{5185C059-19D9-62F7-59A4-1134AC12F1BC}"/>
                </a:ext>
              </a:extLst>
            </p:cNvPr>
            <p:cNvCxnSpPr/>
            <p:nvPr/>
          </p:nvCxnSpPr>
          <p:spPr>
            <a:xfrm>
              <a:off x="4196615" y="2035218"/>
              <a:ext cx="3598043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none" w="sm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연결선: 꺾임 1226">
              <a:extLst>
                <a:ext uri="{FF2B5EF4-FFF2-40B4-BE49-F238E27FC236}">
                  <a16:creationId xmlns:a16="http://schemas.microsoft.com/office/drawing/2014/main" id="{4007B71C-916B-8A34-0A76-787DDF23B98A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3277506" y="2220691"/>
              <a:ext cx="43401" cy="2255777"/>
            </a:xfrm>
            <a:prstGeom prst="bentConnector3">
              <a:avLst>
                <a:gd name="adj1" fmla="val -1906292"/>
              </a:avLst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none" w="sm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연결선: 꺾임 1366">
              <a:extLst>
                <a:ext uri="{FF2B5EF4-FFF2-40B4-BE49-F238E27FC236}">
                  <a16:creationId xmlns:a16="http://schemas.microsoft.com/office/drawing/2014/main" id="{19585066-FEB0-D682-C178-EF398559C9CE}"/>
                </a:ext>
              </a:extLst>
            </p:cNvPr>
            <p:cNvCxnSpPr>
              <a:cxnSpLocks/>
            </p:cNvCxnSpPr>
            <p:nvPr/>
          </p:nvCxnSpPr>
          <p:spPr>
            <a:xfrm>
              <a:off x="5147138" y="2223279"/>
              <a:ext cx="43398" cy="2255777"/>
            </a:xfrm>
            <a:prstGeom prst="bentConnector3">
              <a:avLst>
                <a:gd name="adj1" fmla="val 2809769"/>
              </a:avLst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none" w="sm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직선 연결선 1473">
              <a:extLst>
                <a:ext uri="{FF2B5EF4-FFF2-40B4-BE49-F238E27FC236}">
                  <a16:creationId xmlns:a16="http://schemas.microsoft.com/office/drawing/2014/main" id="{27048DFB-CE33-CF60-260F-5E069913C8C5}"/>
                </a:ext>
              </a:extLst>
            </p:cNvPr>
            <p:cNvCxnSpPr/>
            <p:nvPr/>
          </p:nvCxnSpPr>
          <p:spPr>
            <a:xfrm>
              <a:off x="4204081" y="2030145"/>
              <a:ext cx="0" cy="9952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none" w="sm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7" name="그룹 286">
              <a:extLst>
                <a:ext uri="{FF2B5EF4-FFF2-40B4-BE49-F238E27FC236}">
                  <a16:creationId xmlns:a16="http://schemas.microsoft.com/office/drawing/2014/main" id="{EA999B05-B9FA-457A-ABAD-1B276D0ECA20}"/>
                </a:ext>
              </a:extLst>
            </p:cNvPr>
            <p:cNvGrpSpPr/>
            <p:nvPr/>
          </p:nvGrpSpPr>
          <p:grpSpPr>
            <a:xfrm>
              <a:off x="3181389" y="2132612"/>
              <a:ext cx="2063813" cy="281959"/>
              <a:chOff x="3765949" y="5649652"/>
              <a:chExt cx="2808312" cy="611971"/>
            </a:xfrm>
          </p:grpSpPr>
          <p:sp>
            <p:nvSpPr>
              <p:cNvPr id="288" name="모서리가 둥근 직사각형 70">
                <a:extLst>
                  <a:ext uri="{FF2B5EF4-FFF2-40B4-BE49-F238E27FC236}">
                    <a16:creationId xmlns:a16="http://schemas.microsoft.com/office/drawing/2014/main" id="{38A8D2C1-1762-C995-EA15-CE5BF781E6F1}"/>
                  </a:ext>
                </a:extLst>
              </p:cNvPr>
              <p:cNvSpPr/>
              <p:nvPr/>
            </p:nvSpPr>
            <p:spPr bwMode="auto">
              <a:xfrm flipV="1">
                <a:off x="3896739" y="5649652"/>
                <a:ext cx="2557462" cy="360000"/>
              </a:xfrm>
              <a:prstGeom prst="rect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  <a:headEnd type="none" w="sm" len="med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square" lIns="0" tIns="0" rIns="0" bIns="0" anchor="ctr"/>
              <a:lstStyle/>
              <a:p>
                <a:endParaRPr lang="ko-KR" altLang="en-US" sz="1400" dirty="0">
                  <a:ea typeface="KoPub돋움체 Medium" pitchFamily="50" charset="-127"/>
                  <a:sym typeface="KoPub돋움체 Medium" pitchFamily="2" charset="2"/>
                </a:endParaRPr>
              </a:p>
            </p:txBody>
          </p:sp>
          <p:sp>
            <p:nvSpPr>
              <p:cNvPr id="289" name="직사각형 288">
                <a:extLst>
                  <a:ext uri="{FF2B5EF4-FFF2-40B4-BE49-F238E27FC236}">
                    <a16:creationId xmlns:a16="http://schemas.microsoft.com/office/drawing/2014/main" id="{B9F0CE2E-5044-61C8-D7EF-A9EE199307F0}"/>
                  </a:ext>
                </a:extLst>
              </p:cNvPr>
              <p:cNvSpPr/>
              <p:nvPr/>
            </p:nvSpPr>
            <p:spPr>
              <a:xfrm>
                <a:off x="4393780" y="5764603"/>
                <a:ext cx="572400" cy="137004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>
                <a:solidFill>
                  <a:schemeClr val="bg1">
                    <a:lumMod val="50000"/>
                  </a:schemeClr>
                </a:solidFill>
                <a:prstDash val="sysDash"/>
                <a:miter lim="800000"/>
                <a:headEnd/>
                <a:tailEnd/>
              </a:ln>
              <a:effectLst/>
            </p:spPr>
            <p:txBody>
              <a:bodyPr wrap="square" lIns="0" tIns="0" rIns="0" bIns="0" anchor="ctr"/>
              <a:lstStyle/>
              <a:p>
                <a:pPr algn="ctr" defTabSz="1042988" eaLnBrk="0" latinLnBrk="0" hangingPunct="0">
                  <a:buClr>
                    <a:schemeClr val="bg2"/>
                  </a:buClr>
                  <a:buSzPct val="80000"/>
                  <a:tabLst>
                    <a:tab pos="5648325" algn="l"/>
                  </a:tabLst>
                </a:pPr>
                <a:r>
                  <a:rPr lang="en-US" altLang="ko-KR" sz="500" dirty="0">
                    <a:solidFill>
                      <a:schemeClr val="bg1"/>
                    </a:solidFill>
                    <a:ea typeface="KoPub돋움체 Medium" panose="00000600000000000000" pitchFamily="2" charset="-127"/>
                  </a:rPr>
                  <a:t>Leaf#2</a:t>
                </a:r>
                <a:endParaRPr lang="ko-KR" altLang="en-US" sz="500" dirty="0">
                  <a:solidFill>
                    <a:schemeClr val="bg1"/>
                  </a:solidFill>
                  <a:ea typeface="KoPub돋움체 Medium" panose="00000600000000000000" pitchFamily="2" charset="-127"/>
                </a:endParaRPr>
              </a:p>
            </p:txBody>
          </p:sp>
          <p:sp>
            <p:nvSpPr>
              <p:cNvPr id="290" name="직사각형 289">
                <a:extLst>
                  <a:ext uri="{FF2B5EF4-FFF2-40B4-BE49-F238E27FC236}">
                    <a16:creationId xmlns:a16="http://schemas.microsoft.com/office/drawing/2014/main" id="{F54C0912-3FE4-ED66-3D63-8B13E6136014}"/>
                  </a:ext>
                </a:extLst>
              </p:cNvPr>
              <p:cNvSpPr/>
              <p:nvPr/>
            </p:nvSpPr>
            <p:spPr>
              <a:xfrm>
                <a:off x="5374031" y="5764603"/>
                <a:ext cx="572400" cy="137004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>
                <a:solidFill>
                  <a:schemeClr val="bg1">
                    <a:lumMod val="50000"/>
                  </a:schemeClr>
                </a:solidFill>
                <a:prstDash val="sysDash"/>
                <a:miter lim="800000"/>
                <a:headEnd/>
                <a:tailEnd/>
              </a:ln>
              <a:effectLst/>
            </p:spPr>
            <p:txBody>
              <a:bodyPr wrap="square" lIns="0" tIns="0" rIns="0" bIns="0" anchor="ctr"/>
              <a:lstStyle/>
              <a:p>
                <a:pPr algn="ctr" defTabSz="1042988" eaLnBrk="0" latinLnBrk="0" hangingPunct="0">
                  <a:buClr>
                    <a:schemeClr val="bg2"/>
                  </a:buClr>
                  <a:buSzPct val="80000"/>
                  <a:tabLst>
                    <a:tab pos="5648325" algn="l"/>
                  </a:tabLst>
                </a:pPr>
                <a:r>
                  <a:rPr lang="en-US" altLang="ko-KR" sz="500" dirty="0" err="1">
                    <a:solidFill>
                      <a:schemeClr val="bg1"/>
                    </a:solidFill>
                    <a:ea typeface="KoPub돋움체 Medium" panose="00000600000000000000" pitchFamily="2" charset="-127"/>
                  </a:rPr>
                  <a:t>Leaf#n</a:t>
                </a:r>
                <a:endParaRPr lang="ko-KR" altLang="en-US" sz="500" dirty="0">
                  <a:solidFill>
                    <a:schemeClr val="bg1"/>
                  </a:solidFill>
                  <a:ea typeface="KoPub돋움체 Medium" panose="00000600000000000000" pitchFamily="2" charset="-127"/>
                </a:endParaRPr>
              </a:p>
            </p:txBody>
          </p:sp>
          <p:sp>
            <p:nvSpPr>
              <p:cNvPr id="291" name="직사각형 290">
                <a:extLst>
                  <a:ext uri="{FF2B5EF4-FFF2-40B4-BE49-F238E27FC236}">
                    <a16:creationId xmlns:a16="http://schemas.microsoft.com/office/drawing/2014/main" id="{22B97F79-4C63-1A89-BF74-3DBC59300CC4}"/>
                  </a:ext>
                </a:extLst>
              </p:cNvPr>
              <p:cNvSpPr/>
              <p:nvPr/>
            </p:nvSpPr>
            <p:spPr>
              <a:xfrm>
                <a:off x="3765949" y="5764603"/>
                <a:ext cx="572400" cy="137004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>
                <a:solidFill>
                  <a:schemeClr val="bg1">
                    <a:lumMod val="50000"/>
                  </a:schemeClr>
                </a:solidFill>
                <a:prstDash val="sysDash"/>
                <a:miter lim="800000"/>
                <a:headEnd/>
                <a:tailEnd/>
              </a:ln>
              <a:effectLst/>
            </p:spPr>
            <p:txBody>
              <a:bodyPr wrap="square" lIns="0" tIns="0" rIns="0" bIns="0" anchor="ctr"/>
              <a:lstStyle/>
              <a:p>
                <a:pPr algn="ctr" defTabSz="1042988" eaLnBrk="0" latinLnBrk="0" hangingPunct="0">
                  <a:buClr>
                    <a:schemeClr val="bg2"/>
                  </a:buClr>
                  <a:buSzPct val="80000"/>
                  <a:tabLst>
                    <a:tab pos="5648325" algn="l"/>
                  </a:tabLst>
                </a:pPr>
                <a:r>
                  <a:rPr lang="en-US" altLang="ko-KR" sz="500" dirty="0">
                    <a:solidFill>
                      <a:schemeClr val="bg1"/>
                    </a:solidFill>
                    <a:ea typeface="KoPub돋움체 Medium" panose="00000600000000000000" pitchFamily="2" charset="-127"/>
                  </a:rPr>
                  <a:t>Leaf#1</a:t>
                </a:r>
                <a:endParaRPr lang="ko-KR" altLang="en-US" sz="500" dirty="0">
                  <a:solidFill>
                    <a:schemeClr val="bg1"/>
                  </a:solidFill>
                  <a:ea typeface="KoPub돋움체 Medium" panose="00000600000000000000" pitchFamily="2" charset="-127"/>
                </a:endParaRPr>
              </a:p>
            </p:txBody>
          </p:sp>
          <p:sp>
            <p:nvSpPr>
              <p:cNvPr id="292" name="TextBox 291">
                <a:extLst>
                  <a:ext uri="{FF2B5EF4-FFF2-40B4-BE49-F238E27FC236}">
                    <a16:creationId xmlns:a16="http://schemas.microsoft.com/office/drawing/2014/main" id="{0D0C2DA8-67C5-CE27-4DBD-C8CEE99E6744}"/>
                  </a:ext>
                </a:extLst>
              </p:cNvPr>
              <p:cNvSpPr txBox="1"/>
              <p:nvPr/>
            </p:nvSpPr>
            <p:spPr>
              <a:xfrm>
                <a:off x="5009778" y="5660417"/>
                <a:ext cx="322689" cy="6012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dirty="0"/>
                  <a:t>…</a:t>
                </a:r>
                <a:endParaRPr lang="ko-KR" altLang="en-US" sz="1200" dirty="0"/>
              </a:p>
            </p:txBody>
          </p:sp>
          <p:sp>
            <p:nvSpPr>
              <p:cNvPr id="293" name="직사각형 292">
                <a:extLst>
                  <a:ext uri="{FF2B5EF4-FFF2-40B4-BE49-F238E27FC236}">
                    <a16:creationId xmlns:a16="http://schemas.microsoft.com/office/drawing/2014/main" id="{4FE63B51-4265-D8BC-AF8F-F19F81ACB79C}"/>
                  </a:ext>
                </a:extLst>
              </p:cNvPr>
              <p:cNvSpPr/>
              <p:nvPr/>
            </p:nvSpPr>
            <p:spPr>
              <a:xfrm>
                <a:off x="6001861" y="5765244"/>
                <a:ext cx="572400" cy="137004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>
                <a:solidFill>
                  <a:schemeClr val="bg1">
                    <a:lumMod val="50000"/>
                  </a:schemeClr>
                </a:solidFill>
                <a:prstDash val="sysDash"/>
                <a:miter lim="800000"/>
                <a:headEnd/>
                <a:tailEnd/>
              </a:ln>
              <a:effectLst/>
            </p:spPr>
            <p:txBody>
              <a:bodyPr wrap="square" lIns="0" tIns="0" rIns="0" bIns="0" anchor="ctr"/>
              <a:lstStyle/>
              <a:p>
                <a:pPr algn="ctr" defTabSz="1042988" eaLnBrk="0" latinLnBrk="0" hangingPunct="0">
                  <a:buClr>
                    <a:schemeClr val="bg2"/>
                  </a:buClr>
                  <a:buSzPct val="80000"/>
                  <a:tabLst>
                    <a:tab pos="5648325" algn="l"/>
                  </a:tabLst>
                </a:pPr>
                <a:r>
                  <a:rPr lang="en-US" altLang="ko-KR" sz="500" dirty="0" err="1">
                    <a:solidFill>
                      <a:schemeClr val="bg1"/>
                    </a:solidFill>
                    <a:ea typeface="KoPub돋움체 Medium" panose="00000600000000000000" pitchFamily="2" charset="-127"/>
                  </a:rPr>
                  <a:t>Leaf#n</a:t>
                </a:r>
                <a:endParaRPr lang="ko-KR" altLang="en-US" sz="500" dirty="0">
                  <a:solidFill>
                    <a:schemeClr val="bg1"/>
                  </a:solidFill>
                  <a:ea typeface="KoPub돋움체 Medium" panose="00000600000000000000" pitchFamily="2" charset="-127"/>
                </a:endParaRPr>
              </a:p>
            </p:txBody>
          </p:sp>
        </p:grpSp>
        <p:grpSp>
          <p:nvGrpSpPr>
            <p:cNvPr id="294" name="그룹 293">
              <a:extLst>
                <a:ext uri="{FF2B5EF4-FFF2-40B4-BE49-F238E27FC236}">
                  <a16:creationId xmlns:a16="http://schemas.microsoft.com/office/drawing/2014/main" id="{45CAF489-F64F-4870-5063-84E3092F18B3}"/>
                </a:ext>
              </a:extLst>
            </p:cNvPr>
            <p:cNvGrpSpPr/>
            <p:nvPr/>
          </p:nvGrpSpPr>
          <p:grpSpPr>
            <a:xfrm>
              <a:off x="3180611" y="4386848"/>
              <a:ext cx="2063813" cy="279618"/>
              <a:chOff x="3765949" y="5654732"/>
              <a:chExt cx="2808312" cy="606890"/>
            </a:xfrm>
          </p:grpSpPr>
          <p:sp>
            <p:nvSpPr>
              <p:cNvPr id="295" name="모서리가 둥근 직사각형 70">
                <a:extLst>
                  <a:ext uri="{FF2B5EF4-FFF2-40B4-BE49-F238E27FC236}">
                    <a16:creationId xmlns:a16="http://schemas.microsoft.com/office/drawing/2014/main" id="{72F9A628-CAFC-2248-48C0-7400162FC29E}"/>
                  </a:ext>
                </a:extLst>
              </p:cNvPr>
              <p:cNvSpPr/>
              <p:nvPr/>
            </p:nvSpPr>
            <p:spPr bwMode="auto">
              <a:xfrm flipV="1">
                <a:off x="3896739" y="5654732"/>
                <a:ext cx="2557462" cy="360000"/>
              </a:xfrm>
              <a:prstGeom prst="rect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  <a:headEnd type="none" w="sm" len="med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square" lIns="0" tIns="0" rIns="0" bIns="0" anchor="ctr"/>
              <a:lstStyle/>
              <a:p>
                <a:endParaRPr lang="ko-KR" altLang="en-US" sz="1400" dirty="0">
                  <a:ea typeface="KoPub돋움체 Medium" pitchFamily="50" charset="-127"/>
                  <a:sym typeface="KoPub돋움체 Medium" pitchFamily="2" charset="2"/>
                </a:endParaRPr>
              </a:p>
            </p:txBody>
          </p:sp>
          <p:sp>
            <p:nvSpPr>
              <p:cNvPr id="296" name="직사각형 295">
                <a:extLst>
                  <a:ext uri="{FF2B5EF4-FFF2-40B4-BE49-F238E27FC236}">
                    <a16:creationId xmlns:a16="http://schemas.microsoft.com/office/drawing/2014/main" id="{45552553-4CCE-D580-3D1F-6B7F0125DB6B}"/>
                  </a:ext>
                </a:extLst>
              </p:cNvPr>
              <p:cNvSpPr/>
              <p:nvPr/>
            </p:nvSpPr>
            <p:spPr>
              <a:xfrm>
                <a:off x="4393780" y="5764603"/>
                <a:ext cx="572400" cy="137004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>
                <a:solidFill>
                  <a:schemeClr val="bg1">
                    <a:lumMod val="50000"/>
                  </a:schemeClr>
                </a:solidFill>
                <a:prstDash val="sysDash"/>
                <a:miter lim="800000"/>
                <a:headEnd/>
                <a:tailEnd/>
              </a:ln>
              <a:effectLst/>
            </p:spPr>
            <p:txBody>
              <a:bodyPr wrap="square" lIns="0" tIns="0" rIns="0" bIns="0" anchor="ctr"/>
              <a:lstStyle/>
              <a:p>
                <a:pPr algn="ctr" defTabSz="1042988" eaLnBrk="0" latinLnBrk="0" hangingPunct="0">
                  <a:buClr>
                    <a:schemeClr val="bg2"/>
                  </a:buClr>
                  <a:buSzPct val="80000"/>
                  <a:tabLst>
                    <a:tab pos="5648325" algn="l"/>
                  </a:tabLst>
                </a:pPr>
                <a:r>
                  <a:rPr lang="en-US" altLang="ko-KR" sz="500" dirty="0">
                    <a:solidFill>
                      <a:schemeClr val="bg1"/>
                    </a:solidFill>
                    <a:ea typeface="KoPub돋움체 Medium" panose="00000600000000000000" pitchFamily="2" charset="-127"/>
                  </a:rPr>
                  <a:t>Leaf#2</a:t>
                </a:r>
                <a:endParaRPr lang="ko-KR" altLang="en-US" sz="500" dirty="0">
                  <a:solidFill>
                    <a:schemeClr val="bg1"/>
                  </a:solidFill>
                  <a:ea typeface="KoPub돋움체 Medium" panose="00000600000000000000" pitchFamily="2" charset="-127"/>
                </a:endParaRPr>
              </a:p>
            </p:txBody>
          </p:sp>
          <p:sp>
            <p:nvSpPr>
              <p:cNvPr id="297" name="직사각형 296">
                <a:extLst>
                  <a:ext uri="{FF2B5EF4-FFF2-40B4-BE49-F238E27FC236}">
                    <a16:creationId xmlns:a16="http://schemas.microsoft.com/office/drawing/2014/main" id="{BF7EFD76-733B-DEE2-0387-563BFC0A1B91}"/>
                  </a:ext>
                </a:extLst>
              </p:cNvPr>
              <p:cNvSpPr/>
              <p:nvPr/>
            </p:nvSpPr>
            <p:spPr>
              <a:xfrm>
                <a:off x="5374031" y="5764603"/>
                <a:ext cx="572400" cy="137004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>
                <a:solidFill>
                  <a:schemeClr val="bg1">
                    <a:lumMod val="50000"/>
                  </a:schemeClr>
                </a:solidFill>
                <a:prstDash val="sysDash"/>
                <a:miter lim="800000"/>
                <a:headEnd/>
                <a:tailEnd/>
              </a:ln>
              <a:effectLst/>
            </p:spPr>
            <p:txBody>
              <a:bodyPr wrap="square" lIns="0" tIns="0" rIns="0" bIns="0" anchor="ctr"/>
              <a:lstStyle/>
              <a:p>
                <a:pPr algn="ctr" defTabSz="1042988" eaLnBrk="0" latinLnBrk="0" hangingPunct="0">
                  <a:buClr>
                    <a:schemeClr val="bg2"/>
                  </a:buClr>
                  <a:buSzPct val="80000"/>
                  <a:tabLst>
                    <a:tab pos="5648325" algn="l"/>
                  </a:tabLst>
                </a:pPr>
                <a:r>
                  <a:rPr lang="en-US" altLang="ko-KR" sz="500" dirty="0" err="1">
                    <a:solidFill>
                      <a:schemeClr val="bg1"/>
                    </a:solidFill>
                    <a:ea typeface="KoPub돋움체 Medium" panose="00000600000000000000" pitchFamily="2" charset="-127"/>
                  </a:rPr>
                  <a:t>Leaf#n</a:t>
                </a:r>
                <a:endParaRPr lang="ko-KR" altLang="en-US" sz="500" dirty="0">
                  <a:solidFill>
                    <a:schemeClr val="bg1"/>
                  </a:solidFill>
                  <a:ea typeface="KoPub돋움체 Medium" panose="00000600000000000000" pitchFamily="2" charset="-127"/>
                </a:endParaRPr>
              </a:p>
            </p:txBody>
          </p:sp>
          <p:sp>
            <p:nvSpPr>
              <p:cNvPr id="298" name="직사각형 297">
                <a:extLst>
                  <a:ext uri="{FF2B5EF4-FFF2-40B4-BE49-F238E27FC236}">
                    <a16:creationId xmlns:a16="http://schemas.microsoft.com/office/drawing/2014/main" id="{682CAE07-04DB-8003-D861-8D2DC2D3E656}"/>
                  </a:ext>
                </a:extLst>
              </p:cNvPr>
              <p:cNvSpPr/>
              <p:nvPr/>
            </p:nvSpPr>
            <p:spPr>
              <a:xfrm>
                <a:off x="3765949" y="5764603"/>
                <a:ext cx="572400" cy="137004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>
                <a:solidFill>
                  <a:schemeClr val="bg1">
                    <a:lumMod val="50000"/>
                  </a:schemeClr>
                </a:solidFill>
                <a:prstDash val="sysDash"/>
                <a:miter lim="800000"/>
                <a:headEnd/>
                <a:tailEnd/>
              </a:ln>
              <a:effectLst/>
            </p:spPr>
            <p:txBody>
              <a:bodyPr wrap="square" lIns="0" tIns="0" rIns="0" bIns="0" anchor="ctr"/>
              <a:lstStyle/>
              <a:p>
                <a:pPr algn="ctr" defTabSz="1042988" eaLnBrk="0" latinLnBrk="0" hangingPunct="0">
                  <a:buClr>
                    <a:schemeClr val="bg2"/>
                  </a:buClr>
                  <a:buSzPct val="80000"/>
                  <a:tabLst>
                    <a:tab pos="5648325" algn="l"/>
                  </a:tabLst>
                </a:pPr>
                <a:r>
                  <a:rPr lang="en-US" altLang="ko-KR" sz="500" dirty="0">
                    <a:solidFill>
                      <a:schemeClr val="bg1"/>
                    </a:solidFill>
                    <a:ea typeface="KoPub돋움체 Medium" panose="00000600000000000000" pitchFamily="2" charset="-127"/>
                  </a:rPr>
                  <a:t>Leaf#1</a:t>
                </a:r>
                <a:endParaRPr lang="ko-KR" altLang="en-US" sz="500" dirty="0">
                  <a:solidFill>
                    <a:schemeClr val="bg1"/>
                  </a:solidFill>
                  <a:ea typeface="KoPub돋움체 Medium" panose="00000600000000000000" pitchFamily="2" charset="-127"/>
                </a:endParaRPr>
              </a:p>
            </p:txBody>
          </p:sp>
          <p:sp>
            <p:nvSpPr>
              <p:cNvPr id="299" name="TextBox 298">
                <a:extLst>
                  <a:ext uri="{FF2B5EF4-FFF2-40B4-BE49-F238E27FC236}">
                    <a16:creationId xmlns:a16="http://schemas.microsoft.com/office/drawing/2014/main" id="{D61ED23B-D4A2-D3E4-2898-A5522F66EDCE}"/>
                  </a:ext>
                </a:extLst>
              </p:cNvPr>
              <p:cNvSpPr txBox="1"/>
              <p:nvPr/>
            </p:nvSpPr>
            <p:spPr>
              <a:xfrm>
                <a:off x="5009778" y="5660416"/>
                <a:ext cx="322689" cy="6012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dirty="0"/>
                  <a:t>…</a:t>
                </a:r>
                <a:endParaRPr lang="ko-KR" altLang="en-US" sz="1200" dirty="0"/>
              </a:p>
            </p:txBody>
          </p:sp>
          <p:sp>
            <p:nvSpPr>
              <p:cNvPr id="300" name="직사각형 299">
                <a:extLst>
                  <a:ext uri="{FF2B5EF4-FFF2-40B4-BE49-F238E27FC236}">
                    <a16:creationId xmlns:a16="http://schemas.microsoft.com/office/drawing/2014/main" id="{284A7C02-CBB0-59BF-3B90-47D095984DCD}"/>
                  </a:ext>
                </a:extLst>
              </p:cNvPr>
              <p:cNvSpPr/>
              <p:nvPr/>
            </p:nvSpPr>
            <p:spPr>
              <a:xfrm>
                <a:off x="6001861" y="5765244"/>
                <a:ext cx="572400" cy="137004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>
                <a:solidFill>
                  <a:schemeClr val="bg1">
                    <a:lumMod val="50000"/>
                  </a:schemeClr>
                </a:solidFill>
                <a:prstDash val="sysDash"/>
                <a:miter lim="800000"/>
                <a:headEnd/>
                <a:tailEnd/>
              </a:ln>
              <a:effectLst/>
            </p:spPr>
            <p:txBody>
              <a:bodyPr wrap="square" lIns="0" tIns="0" rIns="0" bIns="0" anchor="ctr"/>
              <a:lstStyle/>
              <a:p>
                <a:pPr algn="ctr" defTabSz="1042988" eaLnBrk="0" latinLnBrk="0" hangingPunct="0">
                  <a:buClr>
                    <a:schemeClr val="bg2"/>
                  </a:buClr>
                  <a:buSzPct val="80000"/>
                  <a:tabLst>
                    <a:tab pos="5648325" algn="l"/>
                  </a:tabLst>
                </a:pPr>
                <a:r>
                  <a:rPr lang="en-US" altLang="ko-KR" sz="500" dirty="0" err="1">
                    <a:solidFill>
                      <a:schemeClr val="bg1"/>
                    </a:solidFill>
                    <a:ea typeface="KoPub돋움체 Medium" panose="00000600000000000000" pitchFamily="2" charset="-127"/>
                  </a:rPr>
                  <a:t>Leaf#n</a:t>
                </a:r>
                <a:endParaRPr lang="ko-KR" altLang="en-US" sz="500" dirty="0">
                  <a:solidFill>
                    <a:schemeClr val="bg1"/>
                  </a:solidFill>
                  <a:ea typeface="KoPub돋움체 Medium" panose="00000600000000000000" pitchFamily="2" charset="-127"/>
                </a:endParaRPr>
              </a:p>
            </p:txBody>
          </p:sp>
        </p:grpSp>
        <p:sp>
          <p:nvSpPr>
            <p:cNvPr id="301" name="TextBox 300">
              <a:extLst>
                <a:ext uri="{FF2B5EF4-FFF2-40B4-BE49-F238E27FC236}">
                  <a16:creationId xmlns:a16="http://schemas.microsoft.com/office/drawing/2014/main" id="{C1C82D3E-3B61-9343-C76D-E015C5EEAB5E}"/>
                </a:ext>
              </a:extLst>
            </p:cNvPr>
            <p:cNvSpPr txBox="1"/>
            <p:nvPr/>
          </p:nvSpPr>
          <p:spPr>
            <a:xfrm>
              <a:off x="7554292" y="2044275"/>
              <a:ext cx="65" cy="12311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defTabSz="1043056" eaLnBrk="0" latinLnBrk="0" hangingPunct="0">
                <a:tabLst>
                  <a:tab pos="2692400" algn="l"/>
                  <a:tab pos="5648325" algn="l"/>
                </a:tabLst>
              </a:pPr>
              <a:endParaRPr lang="ko-KR" altLang="en-US" sz="800" dirty="0">
                <a:ln w="11430"/>
                <a:solidFill>
                  <a:schemeClr val="tx1">
                    <a:lumMod val="85000"/>
                    <a:lumOff val="15000"/>
                  </a:schemeClr>
                </a:solidFill>
                <a:ea typeface="KoPub돋움체 Bold" panose="02020603020101020101" pitchFamily="18" charset="-127"/>
                <a:cs typeface="KoPub돋움체 Medium" pitchFamily="34" charset="0"/>
              </a:endParaRPr>
            </a:p>
          </p:txBody>
        </p:sp>
        <p:sp>
          <p:nvSpPr>
            <p:cNvPr id="302" name="TextBox 301">
              <a:extLst>
                <a:ext uri="{FF2B5EF4-FFF2-40B4-BE49-F238E27FC236}">
                  <a16:creationId xmlns:a16="http://schemas.microsoft.com/office/drawing/2014/main" id="{9262B69D-6E53-C037-9529-A4EC2BBBD71D}"/>
                </a:ext>
              </a:extLst>
            </p:cNvPr>
            <p:cNvSpPr txBox="1"/>
            <p:nvPr/>
          </p:nvSpPr>
          <p:spPr>
            <a:xfrm>
              <a:off x="7985196" y="2055586"/>
              <a:ext cx="791883" cy="12311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lvl="1" defTabSz="1007943">
                <a:buClr>
                  <a:srgbClr val="3271AA"/>
                </a:buClr>
                <a:buSzPct val="140000"/>
                <a:tabLst>
                  <a:tab pos="5805348" algn="l"/>
                </a:tabLst>
              </a:pPr>
              <a:r>
                <a:rPr lang="ko-KR" altLang="en-US" sz="800" b="1" dirty="0" err="1">
                  <a:gradFill>
                    <a:gsLst>
                      <a:gs pos="38931">
                        <a:schemeClr val="tx1">
                          <a:lumMod val="95000"/>
                          <a:lumOff val="5000"/>
                        </a:schemeClr>
                      </a:gs>
                      <a:gs pos="19000">
                        <a:schemeClr val="tx1">
                          <a:lumMod val="95000"/>
                          <a:lumOff val="5000"/>
                        </a:schemeClr>
                      </a:gs>
                    </a:gsLst>
                    <a:lin ang="0" scaled="0"/>
                  </a:gradFill>
                  <a:latin typeface="Malgun Gothic" panose="020B0503020000020004" pitchFamily="34" charset="-127"/>
                  <a:ea typeface="Malgun Gothic" panose="020B0503020000020004" pitchFamily="34" charset="-127"/>
                  <a:cs typeface="Arial" pitchFamily="34" charset="0"/>
                </a:rPr>
                <a:t>가상화서버</a:t>
              </a:r>
              <a:r>
                <a:rPr lang="en-US" altLang="ko-KR" sz="800" b="1" dirty="0">
                  <a:gradFill>
                    <a:gsLst>
                      <a:gs pos="38931">
                        <a:schemeClr val="tx1">
                          <a:lumMod val="95000"/>
                          <a:lumOff val="5000"/>
                        </a:schemeClr>
                      </a:gs>
                      <a:gs pos="19000">
                        <a:schemeClr val="tx1">
                          <a:lumMod val="95000"/>
                          <a:lumOff val="5000"/>
                        </a:schemeClr>
                      </a:gs>
                    </a:gsLst>
                    <a:lin ang="0" scaled="0"/>
                  </a:gradFill>
                  <a:latin typeface="Malgun Gothic" panose="020B0503020000020004" pitchFamily="34" charset="-127"/>
                  <a:ea typeface="Malgun Gothic" panose="020B0503020000020004" pitchFamily="34" charset="-127"/>
                  <a:cs typeface="Arial" pitchFamily="34" charset="0"/>
                </a:rPr>
                <a:t>(</a:t>
              </a:r>
              <a:r>
                <a:rPr lang="ko-KR" altLang="en-US" sz="800" b="1" dirty="0">
                  <a:gradFill>
                    <a:gsLst>
                      <a:gs pos="38931">
                        <a:schemeClr val="tx1">
                          <a:lumMod val="95000"/>
                          <a:lumOff val="5000"/>
                        </a:schemeClr>
                      </a:gs>
                      <a:gs pos="19000">
                        <a:schemeClr val="tx1">
                          <a:lumMod val="95000"/>
                          <a:lumOff val="5000"/>
                        </a:schemeClr>
                      </a:gs>
                    </a:gsLst>
                    <a:lin ang="0" scaled="0"/>
                  </a:gradFill>
                  <a:latin typeface="Malgun Gothic" panose="020B0503020000020004" pitchFamily="34" charset="-127"/>
                  <a:ea typeface="Malgun Gothic" panose="020B0503020000020004" pitchFamily="34" charset="-127"/>
                  <a:cs typeface="Arial" pitchFamily="34" charset="0"/>
                </a:rPr>
                <a:t>개발</a:t>
              </a:r>
              <a:r>
                <a:rPr lang="en-US" altLang="ko-KR" sz="800" b="1" dirty="0">
                  <a:gradFill>
                    <a:gsLst>
                      <a:gs pos="38931">
                        <a:schemeClr val="tx1">
                          <a:lumMod val="95000"/>
                          <a:lumOff val="5000"/>
                        </a:schemeClr>
                      </a:gs>
                      <a:gs pos="19000">
                        <a:schemeClr val="tx1">
                          <a:lumMod val="95000"/>
                          <a:lumOff val="5000"/>
                        </a:schemeClr>
                      </a:gs>
                    </a:gsLst>
                    <a:lin ang="0" scaled="0"/>
                  </a:gradFill>
                  <a:latin typeface="Malgun Gothic" panose="020B0503020000020004" pitchFamily="34" charset="-127"/>
                  <a:ea typeface="Malgun Gothic" panose="020B0503020000020004" pitchFamily="34" charset="-127"/>
                  <a:cs typeface="Arial" pitchFamily="34" charset="0"/>
                </a:rPr>
                <a:t>)</a:t>
              </a:r>
              <a:endParaRPr lang="ko-KR" altLang="en-US" sz="800" b="1" dirty="0">
                <a:gradFill>
                  <a:gsLst>
                    <a:gs pos="38931">
                      <a:schemeClr val="tx1">
                        <a:lumMod val="95000"/>
                        <a:lumOff val="5000"/>
                      </a:schemeClr>
                    </a:gs>
                    <a:gs pos="19000">
                      <a:schemeClr val="tx1">
                        <a:lumMod val="95000"/>
                        <a:lumOff val="5000"/>
                      </a:schemeClr>
                    </a:gs>
                  </a:gsLst>
                  <a:lin ang="0" scaled="0"/>
                </a:gradFill>
                <a:latin typeface="Malgun Gothic" panose="020B0503020000020004" pitchFamily="34" charset="-127"/>
                <a:ea typeface="Malgun Gothic" panose="020B0503020000020004" pitchFamily="34" charset="-127"/>
                <a:cs typeface="Arial" pitchFamily="34" charset="0"/>
              </a:endParaRPr>
            </a:p>
          </p:txBody>
        </p:sp>
        <p:cxnSp>
          <p:nvCxnSpPr>
            <p:cNvPr id="303" name="직선 연결선 1472">
              <a:extLst>
                <a:ext uri="{FF2B5EF4-FFF2-40B4-BE49-F238E27FC236}">
                  <a16:creationId xmlns:a16="http://schemas.microsoft.com/office/drawing/2014/main" id="{2ED06F67-A931-6E60-ED76-B618DD941B73}"/>
                </a:ext>
              </a:extLst>
            </p:cNvPr>
            <p:cNvCxnSpPr/>
            <p:nvPr/>
          </p:nvCxnSpPr>
          <p:spPr>
            <a:xfrm>
              <a:off x="7874435" y="1887770"/>
              <a:ext cx="0" cy="248799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none" w="sm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연결선: 꺾임 1507">
              <a:extLst>
                <a:ext uri="{FF2B5EF4-FFF2-40B4-BE49-F238E27FC236}">
                  <a16:creationId xmlns:a16="http://schemas.microsoft.com/office/drawing/2014/main" id="{8266F8B0-7933-DB51-A764-64930DE27D97}"/>
                </a:ext>
              </a:extLst>
            </p:cNvPr>
            <p:cNvCxnSpPr>
              <a:cxnSpLocks/>
            </p:cNvCxnSpPr>
            <p:nvPr/>
          </p:nvCxnSpPr>
          <p:spPr>
            <a:xfrm>
              <a:off x="8335795" y="2217516"/>
              <a:ext cx="43398" cy="2255777"/>
            </a:xfrm>
            <a:prstGeom prst="bentConnector3">
              <a:avLst>
                <a:gd name="adj1" fmla="val 803250"/>
              </a:avLst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none" w="sm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05" name="그룹 304">
              <a:extLst>
                <a:ext uri="{FF2B5EF4-FFF2-40B4-BE49-F238E27FC236}">
                  <a16:creationId xmlns:a16="http://schemas.microsoft.com/office/drawing/2014/main" id="{C965A044-328B-EF79-B949-FF770715572C}"/>
                </a:ext>
              </a:extLst>
            </p:cNvPr>
            <p:cNvGrpSpPr/>
            <p:nvPr/>
          </p:nvGrpSpPr>
          <p:grpSpPr>
            <a:xfrm>
              <a:off x="6794866" y="2126761"/>
              <a:ext cx="1590112" cy="276999"/>
              <a:chOff x="8780323" y="5627632"/>
              <a:chExt cx="2163728" cy="601206"/>
            </a:xfrm>
          </p:grpSpPr>
          <p:sp>
            <p:nvSpPr>
              <p:cNvPr id="306" name="모서리가 둥근 직사각형 171">
                <a:extLst>
                  <a:ext uri="{FF2B5EF4-FFF2-40B4-BE49-F238E27FC236}">
                    <a16:creationId xmlns:a16="http://schemas.microsoft.com/office/drawing/2014/main" id="{1E8C5C74-8DFD-9A1C-21C5-FD05734A68E6}"/>
                  </a:ext>
                </a:extLst>
              </p:cNvPr>
              <p:cNvSpPr/>
              <p:nvPr/>
            </p:nvSpPr>
            <p:spPr bwMode="auto">
              <a:xfrm flipV="1">
                <a:off x="8896976" y="5652569"/>
                <a:ext cx="1870719" cy="32524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  <a:headEnd type="none" w="sm" len="med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square" lIns="0" tIns="0" rIns="0" bIns="0" anchor="ctr"/>
              <a:lstStyle/>
              <a:p>
                <a:endParaRPr lang="ko-KR" altLang="en-US" sz="1400" dirty="0">
                  <a:ea typeface="KoPub돋움체 Medium" pitchFamily="50" charset="-127"/>
                  <a:sym typeface="KoPub돋움체 Medium" pitchFamily="2" charset="2"/>
                </a:endParaRPr>
              </a:p>
            </p:txBody>
          </p:sp>
          <p:cxnSp>
            <p:nvCxnSpPr>
              <p:cNvPr id="307" name="직선 연결선 1128">
                <a:extLst>
                  <a:ext uri="{FF2B5EF4-FFF2-40B4-BE49-F238E27FC236}">
                    <a16:creationId xmlns:a16="http://schemas.microsoft.com/office/drawing/2014/main" id="{3BAB0661-E22D-D439-D7CF-3AEE1132CB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71674" y="5723995"/>
                <a:ext cx="31016" cy="183987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8" name="직선 연결선 1129">
                <a:extLst>
                  <a:ext uri="{FF2B5EF4-FFF2-40B4-BE49-F238E27FC236}">
                    <a16:creationId xmlns:a16="http://schemas.microsoft.com/office/drawing/2014/main" id="{C526EDA5-5743-19B3-634E-2E5671E920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79781" y="5723995"/>
                <a:ext cx="35931" cy="183987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9" name="직사각형 308">
                <a:extLst>
                  <a:ext uri="{FF2B5EF4-FFF2-40B4-BE49-F238E27FC236}">
                    <a16:creationId xmlns:a16="http://schemas.microsoft.com/office/drawing/2014/main" id="{CB10290A-2E33-5A2F-9AD4-E8023713A75C}"/>
                  </a:ext>
                </a:extLst>
              </p:cNvPr>
              <p:cNvSpPr/>
              <p:nvPr/>
            </p:nvSpPr>
            <p:spPr>
              <a:xfrm>
                <a:off x="9435547" y="5731818"/>
                <a:ext cx="572400" cy="137004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>
                <a:solidFill>
                  <a:schemeClr val="bg1">
                    <a:lumMod val="50000"/>
                  </a:schemeClr>
                </a:solidFill>
                <a:prstDash val="sysDash"/>
                <a:miter lim="800000"/>
                <a:headEnd/>
                <a:tailEnd/>
              </a:ln>
              <a:effectLst/>
            </p:spPr>
            <p:txBody>
              <a:bodyPr wrap="square" lIns="0" tIns="0" rIns="0" bIns="0" anchor="ctr"/>
              <a:lstStyle/>
              <a:p>
                <a:pPr algn="ctr" defTabSz="1042988" eaLnBrk="0" latinLnBrk="0" hangingPunct="0">
                  <a:buClr>
                    <a:schemeClr val="bg2"/>
                  </a:buClr>
                  <a:buSzPct val="80000"/>
                  <a:tabLst>
                    <a:tab pos="5648325" algn="l"/>
                  </a:tabLst>
                </a:pPr>
                <a:r>
                  <a:rPr lang="en-US" altLang="ko-KR" sz="500" dirty="0">
                    <a:solidFill>
                      <a:schemeClr val="bg1"/>
                    </a:solidFill>
                    <a:ea typeface="KoPub돋움체 Medium" panose="00000600000000000000" pitchFamily="2" charset="-127"/>
                  </a:rPr>
                  <a:t>Leaf#2</a:t>
                </a:r>
                <a:endParaRPr lang="ko-KR" altLang="en-US" sz="500" dirty="0">
                  <a:solidFill>
                    <a:schemeClr val="bg1"/>
                  </a:solidFill>
                  <a:ea typeface="KoPub돋움체 Medium" panose="00000600000000000000" pitchFamily="2" charset="-127"/>
                </a:endParaRPr>
              </a:p>
            </p:txBody>
          </p:sp>
          <p:sp>
            <p:nvSpPr>
              <p:cNvPr id="310" name="직사각형 309">
                <a:extLst>
                  <a:ext uri="{FF2B5EF4-FFF2-40B4-BE49-F238E27FC236}">
                    <a16:creationId xmlns:a16="http://schemas.microsoft.com/office/drawing/2014/main" id="{EEB21769-A1B8-E2F3-4E17-1F7AAA7610FA}"/>
                  </a:ext>
                </a:extLst>
              </p:cNvPr>
              <p:cNvSpPr/>
              <p:nvPr/>
            </p:nvSpPr>
            <p:spPr>
              <a:xfrm>
                <a:off x="8780323" y="5731818"/>
                <a:ext cx="572400" cy="137004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>
                <a:solidFill>
                  <a:schemeClr val="bg1">
                    <a:lumMod val="50000"/>
                  </a:schemeClr>
                </a:solidFill>
                <a:prstDash val="sysDash"/>
                <a:miter lim="800000"/>
                <a:headEnd/>
                <a:tailEnd/>
              </a:ln>
              <a:effectLst/>
            </p:spPr>
            <p:txBody>
              <a:bodyPr wrap="square" lIns="0" tIns="0" rIns="0" bIns="0" anchor="ctr"/>
              <a:lstStyle/>
              <a:p>
                <a:pPr algn="ctr" defTabSz="1042988" eaLnBrk="0" latinLnBrk="0" hangingPunct="0">
                  <a:buClr>
                    <a:schemeClr val="bg2"/>
                  </a:buClr>
                  <a:buSzPct val="80000"/>
                  <a:tabLst>
                    <a:tab pos="5648325" algn="l"/>
                  </a:tabLst>
                </a:pPr>
                <a:r>
                  <a:rPr lang="en-US" altLang="ko-KR" sz="500" dirty="0">
                    <a:solidFill>
                      <a:schemeClr val="bg1"/>
                    </a:solidFill>
                    <a:ea typeface="KoPub돋움체 Medium" panose="00000600000000000000" pitchFamily="2" charset="-127"/>
                  </a:rPr>
                  <a:t>Leaf#1</a:t>
                </a:r>
                <a:endParaRPr lang="ko-KR" altLang="en-US" sz="500" dirty="0">
                  <a:solidFill>
                    <a:schemeClr val="bg1"/>
                  </a:solidFill>
                  <a:ea typeface="KoPub돋움체 Medium" panose="00000600000000000000" pitchFamily="2" charset="-127"/>
                </a:endParaRPr>
              </a:p>
            </p:txBody>
          </p:sp>
          <p:sp>
            <p:nvSpPr>
              <p:cNvPr id="311" name="TextBox 310">
                <a:extLst>
                  <a:ext uri="{FF2B5EF4-FFF2-40B4-BE49-F238E27FC236}">
                    <a16:creationId xmlns:a16="http://schemas.microsoft.com/office/drawing/2014/main" id="{DAE95745-389B-4A41-362A-5A9801137F63}"/>
                  </a:ext>
                </a:extLst>
              </p:cNvPr>
              <p:cNvSpPr txBox="1"/>
              <p:nvPr/>
            </p:nvSpPr>
            <p:spPr>
              <a:xfrm>
                <a:off x="10051545" y="5627632"/>
                <a:ext cx="322688" cy="6012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dirty="0"/>
                  <a:t>…</a:t>
                </a:r>
                <a:endParaRPr lang="ko-KR" altLang="en-US" sz="1200" dirty="0"/>
              </a:p>
            </p:txBody>
          </p:sp>
          <p:sp>
            <p:nvSpPr>
              <p:cNvPr id="312" name="직사각형 311">
                <a:extLst>
                  <a:ext uri="{FF2B5EF4-FFF2-40B4-BE49-F238E27FC236}">
                    <a16:creationId xmlns:a16="http://schemas.microsoft.com/office/drawing/2014/main" id="{19D130CE-0D8E-F42E-8053-BCC562892CFD}"/>
                  </a:ext>
                </a:extLst>
              </p:cNvPr>
              <p:cNvSpPr/>
              <p:nvPr/>
            </p:nvSpPr>
            <p:spPr>
              <a:xfrm>
                <a:off x="10371651" y="5732459"/>
                <a:ext cx="572400" cy="137004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>
                <a:solidFill>
                  <a:schemeClr val="bg1">
                    <a:lumMod val="50000"/>
                  </a:schemeClr>
                </a:solidFill>
                <a:prstDash val="sysDash"/>
                <a:miter lim="800000"/>
                <a:headEnd/>
                <a:tailEnd/>
              </a:ln>
              <a:effectLst/>
            </p:spPr>
            <p:txBody>
              <a:bodyPr wrap="square" lIns="0" tIns="0" rIns="0" bIns="0" anchor="ctr"/>
              <a:lstStyle/>
              <a:p>
                <a:pPr algn="ctr" defTabSz="1042988" eaLnBrk="0" latinLnBrk="0" hangingPunct="0">
                  <a:buClr>
                    <a:schemeClr val="bg2"/>
                  </a:buClr>
                  <a:buSzPct val="80000"/>
                  <a:tabLst>
                    <a:tab pos="5648325" algn="l"/>
                  </a:tabLst>
                </a:pPr>
                <a:r>
                  <a:rPr lang="en-US" altLang="ko-KR" sz="500" dirty="0" err="1">
                    <a:solidFill>
                      <a:schemeClr val="bg1"/>
                    </a:solidFill>
                    <a:ea typeface="KoPub돋움체 Medium" panose="00000600000000000000" pitchFamily="2" charset="-127"/>
                  </a:rPr>
                  <a:t>Leaf#n</a:t>
                </a:r>
                <a:endParaRPr lang="ko-KR" altLang="en-US" sz="500" dirty="0">
                  <a:solidFill>
                    <a:schemeClr val="bg1"/>
                  </a:solidFill>
                  <a:ea typeface="KoPub돋움체 Medium" panose="00000600000000000000" pitchFamily="2" charset="-127"/>
                </a:endParaRPr>
              </a:p>
            </p:txBody>
          </p:sp>
        </p:grpSp>
        <p:cxnSp>
          <p:nvCxnSpPr>
            <p:cNvPr id="313" name="연결선: 꺾임 1510">
              <a:extLst>
                <a:ext uri="{FF2B5EF4-FFF2-40B4-BE49-F238E27FC236}">
                  <a16:creationId xmlns:a16="http://schemas.microsoft.com/office/drawing/2014/main" id="{8AA6A07F-1AFB-FAEF-753F-1C3783B65815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6782634" y="2220440"/>
              <a:ext cx="50267" cy="2255777"/>
            </a:xfrm>
            <a:prstGeom prst="bentConnector3">
              <a:avLst>
                <a:gd name="adj1" fmla="val 609695"/>
              </a:avLst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none" w="sm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직선 연결선 1514">
              <a:extLst>
                <a:ext uri="{FF2B5EF4-FFF2-40B4-BE49-F238E27FC236}">
                  <a16:creationId xmlns:a16="http://schemas.microsoft.com/office/drawing/2014/main" id="{943924CC-B0AC-88EF-05FB-B949C7F14E5A}"/>
                </a:ext>
              </a:extLst>
            </p:cNvPr>
            <p:cNvCxnSpPr/>
            <p:nvPr/>
          </p:nvCxnSpPr>
          <p:spPr>
            <a:xfrm>
              <a:off x="7794024" y="1871675"/>
              <a:ext cx="0" cy="165866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none" w="sm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직선 연결선 1515">
              <a:extLst>
                <a:ext uri="{FF2B5EF4-FFF2-40B4-BE49-F238E27FC236}">
                  <a16:creationId xmlns:a16="http://schemas.microsoft.com/office/drawing/2014/main" id="{1AE93FBC-5044-C90F-8997-EFE50E97618C}"/>
                </a:ext>
              </a:extLst>
            </p:cNvPr>
            <p:cNvCxnSpPr/>
            <p:nvPr/>
          </p:nvCxnSpPr>
          <p:spPr>
            <a:xfrm>
              <a:off x="6416330" y="1790089"/>
              <a:ext cx="1269898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none" w="sm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6" name="직사각형 315">
              <a:extLst>
                <a:ext uri="{FF2B5EF4-FFF2-40B4-BE49-F238E27FC236}">
                  <a16:creationId xmlns:a16="http://schemas.microsoft.com/office/drawing/2014/main" id="{C12291D8-9A73-2289-3177-E7A403B24BA1}"/>
                </a:ext>
              </a:extLst>
            </p:cNvPr>
            <p:cNvSpPr/>
            <p:nvPr/>
          </p:nvSpPr>
          <p:spPr>
            <a:xfrm>
              <a:off x="3693891" y="1588111"/>
              <a:ext cx="1113753" cy="393713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75000"/>
                </a:schemeClr>
              </a:solidFill>
              <a:prstDash val="solid"/>
            </a:ln>
            <a:effectLst/>
          </p:spPr>
          <p:txBody>
            <a:bodyPr wrap="square" lIns="0" tIns="36000" rIns="0" bIns="0" anchor="t">
              <a:noAutofit/>
            </a:bodyPr>
            <a:lstStyle/>
            <a:p>
              <a:pPr algn="ctr" defTabSz="1042988" eaLnBrk="0" latin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  <a:defRPr/>
              </a:pPr>
              <a:r>
                <a:rPr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0000600000000000000" pitchFamily="2" charset="-127"/>
                </a:rPr>
                <a:t>       차세대 </a:t>
              </a:r>
              <a:r>
                <a:rPr lang="ko-KR" altLang="en-US" sz="5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0000600000000000000" pitchFamily="2" charset="-127"/>
                </a:rPr>
                <a:t>서버팜</a:t>
              </a:r>
              <a:r>
                <a:rPr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0000600000000000000" pitchFamily="2" charset="-127"/>
                </a:rPr>
                <a:t> 네트워크 </a:t>
              </a:r>
              <a:endParaRPr lang="en-US" altLang="ko-KR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0000600000000000000" pitchFamily="2" charset="-127"/>
              </a:endParaRPr>
            </a:p>
          </p:txBody>
        </p:sp>
        <p:cxnSp>
          <p:nvCxnSpPr>
            <p:cNvPr id="317" name="직선 연결선 1626">
              <a:extLst>
                <a:ext uri="{FF2B5EF4-FFF2-40B4-BE49-F238E27FC236}">
                  <a16:creationId xmlns:a16="http://schemas.microsoft.com/office/drawing/2014/main" id="{710885C8-7A87-F7C5-476D-AF9B24C0C7F8}"/>
                </a:ext>
              </a:extLst>
            </p:cNvPr>
            <p:cNvCxnSpPr/>
            <p:nvPr/>
          </p:nvCxnSpPr>
          <p:spPr>
            <a:xfrm>
              <a:off x="3767198" y="1792634"/>
              <a:ext cx="1005336" cy="0"/>
            </a:xfrm>
            <a:prstGeom prst="line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75000"/>
                </a:schemeClr>
              </a:solidFill>
              <a:prstDash val="solid"/>
            </a:ln>
            <a:effectLst/>
          </p:spPr>
        </p:cxnSp>
        <p:grpSp>
          <p:nvGrpSpPr>
            <p:cNvPr id="318" name="그룹 317">
              <a:extLst>
                <a:ext uri="{FF2B5EF4-FFF2-40B4-BE49-F238E27FC236}">
                  <a16:creationId xmlns:a16="http://schemas.microsoft.com/office/drawing/2014/main" id="{D5FBB891-7940-318A-205B-84C7E8D6F47C}"/>
                </a:ext>
              </a:extLst>
            </p:cNvPr>
            <p:cNvGrpSpPr/>
            <p:nvPr/>
          </p:nvGrpSpPr>
          <p:grpSpPr>
            <a:xfrm>
              <a:off x="453433" y="4328059"/>
              <a:ext cx="593150" cy="238168"/>
              <a:chOff x="0" y="9882411"/>
              <a:chExt cx="807123" cy="516927"/>
            </a:xfrm>
          </p:grpSpPr>
          <p:sp>
            <p:nvSpPr>
              <p:cNvPr id="319" name="직사각형 318">
                <a:extLst>
                  <a:ext uri="{FF2B5EF4-FFF2-40B4-BE49-F238E27FC236}">
                    <a16:creationId xmlns:a16="http://schemas.microsoft.com/office/drawing/2014/main" id="{86618DC2-9CFB-037C-2CA4-A0971C5B0106}"/>
                  </a:ext>
                </a:extLst>
              </p:cNvPr>
              <p:cNvSpPr/>
              <p:nvPr/>
            </p:nvSpPr>
            <p:spPr>
              <a:xfrm>
                <a:off x="0" y="9882411"/>
                <a:ext cx="807123" cy="516927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endParaRPr lang="ko-KR" altLang="en-US" sz="1600" dirty="0"/>
              </a:p>
            </p:txBody>
          </p:sp>
          <p:pic>
            <p:nvPicPr>
              <p:cNvPr id="320" name="그림 319">
                <a:extLst>
                  <a:ext uri="{FF2B5EF4-FFF2-40B4-BE49-F238E27FC236}">
                    <a16:creationId xmlns:a16="http://schemas.microsoft.com/office/drawing/2014/main" id="{284022C8-1F09-6FB7-34AB-A64036EFA7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alphaModFix/>
              </a:blip>
              <a:srcRect l="9000" t="27020" r="9701" b="32030"/>
              <a:stretch>
                <a:fillRect/>
              </a:stretch>
            </p:blipFill>
            <p:spPr>
              <a:xfrm>
                <a:off x="12360" y="9913241"/>
                <a:ext cx="446039" cy="224668"/>
              </a:xfrm>
              <a:prstGeom prst="rect">
                <a:avLst/>
              </a:prstGeom>
            </p:spPr>
          </p:pic>
          <p:sp>
            <p:nvSpPr>
              <p:cNvPr id="321" name="직사각형 320">
                <a:extLst>
                  <a:ext uri="{FF2B5EF4-FFF2-40B4-BE49-F238E27FC236}">
                    <a16:creationId xmlns:a16="http://schemas.microsoft.com/office/drawing/2014/main" id="{6C19ECF4-AF3C-D5BD-AF3A-97814131B854}"/>
                  </a:ext>
                </a:extLst>
              </p:cNvPr>
              <p:cNvSpPr/>
              <p:nvPr/>
            </p:nvSpPr>
            <p:spPr>
              <a:xfrm>
                <a:off x="104086" y="10152048"/>
                <a:ext cx="667906" cy="233803"/>
              </a:xfrm>
              <a:prstGeom prst="rect">
                <a:avLst/>
              </a:prstGeom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1" indent="1729" defTabSz="1402796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0" cap="none" spc="-50" normalizeH="0" baseline="0" noProof="0" dirty="0">
                    <a:ln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srgbClr val="242F3E"/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  <a:cs typeface="Pretendard Medium" panose="02000603000000020004" pitchFamily="50" charset="-127"/>
                  </a:rPr>
                  <a:t>Gen AI</a:t>
                </a:r>
                <a:r>
                  <a:rPr kumimoji="0" lang="ko-KR" altLang="en-US" sz="700" b="0" i="0" u="none" strike="noStrike" kern="0" cap="none" spc="-50" normalizeH="0" baseline="0" noProof="0" dirty="0">
                    <a:ln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srgbClr val="242F3E"/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  <a:cs typeface="Pretendard Medium" panose="02000603000000020004" pitchFamily="50" charset="-127"/>
                  </a:rPr>
                  <a:t>플랫폼</a:t>
                </a:r>
                <a:endParaRPr kumimoji="0" lang="en-US" altLang="ko-KR" sz="700" b="0" i="0" u="none" strike="noStrike" kern="0" cap="none" spc="-50" normalizeH="0" baseline="0" noProof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rgbClr val="242F3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Pretendard Medium" panose="02000603000000020004" pitchFamily="50" charset="-127"/>
                </a:endParaRPr>
              </a:p>
            </p:txBody>
          </p:sp>
        </p:grpSp>
        <p:sp>
          <p:nvSpPr>
            <p:cNvPr id="322" name="직사각형 321">
              <a:extLst>
                <a:ext uri="{FF2B5EF4-FFF2-40B4-BE49-F238E27FC236}">
                  <a16:creationId xmlns:a16="http://schemas.microsoft.com/office/drawing/2014/main" id="{1569E2B8-2A7A-CAE2-E2BA-87C88C8E1F63}"/>
                </a:ext>
              </a:extLst>
            </p:cNvPr>
            <p:cNvSpPr/>
            <p:nvPr/>
          </p:nvSpPr>
          <p:spPr>
            <a:xfrm>
              <a:off x="1572333" y="4323173"/>
              <a:ext cx="593150" cy="23816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endParaRPr lang="ko-KR" altLang="en-US" sz="1600" dirty="0"/>
            </a:p>
          </p:txBody>
        </p:sp>
        <p:sp>
          <p:nvSpPr>
            <p:cNvPr id="323" name="직사각형 322">
              <a:extLst>
                <a:ext uri="{FF2B5EF4-FFF2-40B4-BE49-F238E27FC236}">
                  <a16:creationId xmlns:a16="http://schemas.microsoft.com/office/drawing/2014/main" id="{3AB9A759-1100-F265-5933-3FFB684A672D}"/>
                </a:ext>
              </a:extLst>
            </p:cNvPr>
            <p:cNvSpPr/>
            <p:nvPr/>
          </p:nvSpPr>
          <p:spPr>
            <a:xfrm>
              <a:off x="1727977" y="4382926"/>
              <a:ext cx="418704" cy="107722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marL="0" marR="0" lvl="1" indent="1729" defTabSz="1402796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rgbClr val="242F3E"/>
                  </a:solidFill>
                  <a:ea typeface="+mn-ea"/>
                  <a:cs typeface="Pretendard Medium" panose="02000603000000020004" pitchFamily="50" charset="-127"/>
                </a:rPr>
                <a:t>외부데이터</a:t>
              </a:r>
              <a:endParaRPr kumimoji="0" lang="en-US" altLang="ko-KR" sz="700" b="0" i="0" u="none" strike="noStrike" kern="0" cap="none" spc="-5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242F3E"/>
                </a:solidFill>
                <a:effectLst/>
                <a:uLnTx/>
                <a:uFillTx/>
                <a:ea typeface="+mn-ea"/>
                <a:cs typeface="Pretendard Medium" panose="02000603000000020004" pitchFamily="50" charset="-127"/>
              </a:endParaRPr>
            </a:p>
          </p:txBody>
        </p:sp>
        <p:grpSp>
          <p:nvGrpSpPr>
            <p:cNvPr id="324" name="그룹 323">
              <a:extLst>
                <a:ext uri="{FF2B5EF4-FFF2-40B4-BE49-F238E27FC236}">
                  <a16:creationId xmlns:a16="http://schemas.microsoft.com/office/drawing/2014/main" id="{2B4FC09B-13CE-AF57-D552-BEC9FDC29220}"/>
                </a:ext>
              </a:extLst>
            </p:cNvPr>
            <p:cNvGrpSpPr/>
            <p:nvPr/>
          </p:nvGrpSpPr>
          <p:grpSpPr>
            <a:xfrm>
              <a:off x="3722374" y="1610927"/>
              <a:ext cx="184263" cy="359681"/>
              <a:chOff x="3426037" y="4047750"/>
              <a:chExt cx="250734" cy="780661"/>
            </a:xfrm>
          </p:grpSpPr>
          <p:sp>
            <p:nvSpPr>
              <p:cNvPr id="325" name="직사각형 324">
                <a:extLst>
                  <a:ext uri="{FF2B5EF4-FFF2-40B4-BE49-F238E27FC236}">
                    <a16:creationId xmlns:a16="http://schemas.microsoft.com/office/drawing/2014/main" id="{E19F5C04-C476-EAA3-22D3-8469175D0E61}"/>
                  </a:ext>
                </a:extLst>
              </p:cNvPr>
              <p:cNvSpPr/>
              <p:nvPr/>
            </p:nvSpPr>
            <p:spPr>
              <a:xfrm>
                <a:off x="3426037" y="4047750"/>
                <a:ext cx="241859" cy="365735"/>
              </a:xfrm>
              <a:prstGeom prst="rect">
                <a:avLst/>
              </a:prstGeom>
              <a:solidFill>
                <a:srgbClr val="EAECF1"/>
              </a:solidFill>
              <a:ln w="3175">
                <a:solidFill>
                  <a:srgbClr val="98A1B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 defTabSz="1516258" eaLnBrk="0" hangingPunct="0">
                  <a:buClr>
                    <a:srgbClr val="3271AA"/>
                  </a:buClr>
                  <a:buSzPct val="140000"/>
                  <a:tabLst>
                    <a:tab pos="5648325" algn="l"/>
                  </a:tabLst>
                </a:pPr>
                <a:r>
                  <a:rPr lang="ko-KR" altLang="en-US" sz="700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0000600000000000000" pitchFamily="2" charset="-127"/>
                  </a:rPr>
                  <a:t>운영</a:t>
                </a:r>
              </a:p>
            </p:txBody>
          </p:sp>
          <p:sp>
            <p:nvSpPr>
              <p:cNvPr id="326" name="직사각형 325">
                <a:extLst>
                  <a:ext uri="{FF2B5EF4-FFF2-40B4-BE49-F238E27FC236}">
                    <a16:creationId xmlns:a16="http://schemas.microsoft.com/office/drawing/2014/main" id="{4875741D-28FE-A282-0695-600F3B44532F}"/>
                  </a:ext>
                </a:extLst>
              </p:cNvPr>
              <p:cNvSpPr/>
              <p:nvPr/>
            </p:nvSpPr>
            <p:spPr>
              <a:xfrm>
                <a:off x="3434912" y="4462676"/>
                <a:ext cx="241859" cy="365735"/>
              </a:xfrm>
              <a:prstGeom prst="rect">
                <a:avLst/>
              </a:prstGeom>
              <a:solidFill>
                <a:srgbClr val="EAECF1"/>
              </a:solidFill>
              <a:ln w="3175">
                <a:solidFill>
                  <a:srgbClr val="98A1B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 defTabSz="1516258" eaLnBrk="0" hangingPunct="0">
                  <a:buClr>
                    <a:srgbClr val="3271AA"/>
                  </a:buClr>
                  <a:buSzPct val="140000"/>
                  <a:tabLst>
                    <a:tab pos="5648325" algn="l"/>
                  </a:tabLst>
                </a:pPr>
                <a:r>
                  <a:rPr lang="ko-KR" altLang="en-US" sz="700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0000600000000000000" pitchFamily="2" charset="-127"/>
                  </a:rPr>
                  <a:t>개발</a:t>
                </a:r>
              </a:p>
            </p:txBody>
          </p:sp>
        </p:grpSp>
        <p:sp>
          <p:nvSpPr>
            <p:cNvPr id="327" name="모서리가 둥근 직사각형 16">
              <a:extLst>
                <a:ext uri="{FF2B5EF4-FFF2-40B4-BE49-F238E27FC236}">
                  <a16:creationId xmlns:a16="http://schemas.microsoft.com/office/drawing/2014/main" id="{6B481B1B-FB02-32FC-DD1C-73D25CD6C257}"/>
                </a:ext>
              </a:extLst>
            </p:cNvPr>
            <p:cNvSpPr/>
            <p:nvPr/>
          </p:nvSpPr>
          <p:spPr bwMode="auto">
            <a:xfrm flipH="1">
              <a:off x="414132" y="3522713"/>
              <a:ext cx="1798537" cy="149279"/>
            </a:xfrm>
            <a:prstGeom prst="round2Same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lvl="1" algn="ctr" defTabSz="104298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ko-KR" altLang="en-US" sz="1100" dirty="0" err="1">
                  <a:gradFill>
                    <a:gsLst>
                      <a:gs pos="48855">
                        <a:schemeClr val="bg1"/>
                      </a:gs>
                      <a:gs pos="64000">
                        <a:schemeClr val="bg1"/>
                      </a:gs>
                    </a:gsLst>
                    <a:lin ang="16200000" scaled="1"/>
                  </a:gradFill>
                  <a:latin typeface="Malgun Gothic" panose="020B0503020000020004" pitchFamily="34" charset="-127"/>
                  <a:ea typeface="Malgun Gothic" panose="020B0503020000020004" pitchFamily="34" charset="-127"/>
                  <a:cs typeface="Arial" pitchFamily="34" charset="0"/>
                </a:rPr>
                <a:t>퍼블릭클라우드</a:t>
              </a:r>
              <a:endParaRPr lang="ko-KR" altLang="en-US" sz="1100" dirty="0">
                <a:gradFill>
                  <a:gsLst>
                    <a:gs pos="48855">
                      <a:schemeClr val="bg1"/>
                    </a:gs>
                    <a:gs pos="64000">
                      <a:schemeClr val="bg1"/>
                    </a:gs>
                  </a:gsLst>
                  <a:lin ang="16200000" scaled="1"/>
                </a:gradFill>
                <a:latin typeface="Malgun Gothic" panose="020B0503020000020004" pitchFamily="34" charset="-127"/>
                <a:ea typeface="Malgun Gothic" panose="020B0503020000020004" pitchFamily="34" charset="-127"/>
                <a:cs typeface="Arial" pitchFamily="34" charset="0"/>
              </a:endParaRPr>
            </a:p>
          </p:txBody>
        </p:sp>
        <p:grpSp>
          <p:nvGrpSpPr>
            <p:cNvPr id="328" name="그룹 327">
              <a:extLst>
                <a:ext uri="{FF2B5EF4-FFF2-40B4-BE49-F238E27FC236}">
                  <a16:creationId xmlns:a16="http://schemas.microsoft.com/office/drawing/2014/main" id="{5092CAB6-136C-7B11-3F02-549535CC3FC7}"/>
                </a:ext>
              </a:extLst>
            </p:cNvPr>
            <p:cNvGrpSpPr/>
            <p:nvPr/>
          </p:nvGrpSpPr>
          <p:grpSpPr>
            <a:xfrm>
              <a:off x="730600" y="1212818"/>
              <a:ext cx="1190529" cy="312309"/>
              <a:chOff x="-2107405" y="2410505"/>
              <a:chExt cx="1620000" cy="677843"/>
            </a:xfrm>
          </p:grpSpPr>
          <p:sp>
            <p:nvSpPr>
              <p:cNvPr id="329" name="TextBox 328">
                <a:extLst>
                  <a:ext uri="{FF2B5EF4-FFF2-40B4-BE49-F238E27FC236}">
                    <a16:creationId xmlns:a16="http://schemas.microsoft.com/office/drawing/2014/main" id="{1AA0A160-78C4-C40C-A603-126E846EB6E8}"/>
                  </a:ext>
                </a:extLst>
              </p:cNvPr>
              <p:cNvSpPr txBox="1"/>
              <p:nvPr/>
            </p:nvSpPr>
            <p:spPr>
              <a:xfrm>
                <a:off x="-2107405" y="2410505"/>
                <a:ext cx="756000" cy="144000"/>
              </a:xfrm>
              <a:prstGeom prst="rect">
                <a:avLst/>
              </a:prstGeom>
              <a:solidFill>
                <a:sysClr val="window" lastClr="FFFFFF"/>
              </a:solidFill>
              <a:ln w="6350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>
                <a:defPPr>
                  <a:defRPr lang="ko-KR"/>
                </a:defPPr>
                <a:lvl1pPr algn="ctr" defTabSz="1299728" eaLnBrk="0" hangingPunct="0">
                  <a:defRPr sz="1200" kern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Pretendard Medium" pitchFamily="18" charset="-127"/>
                    <a:ea typeface="Pretendard Medium" pitchFamily="18" charset="-127"/>
                  </a:defRPr>
                </a:lvl1pPr>
                <a:lvl2pPr marL="0" lvl="1" indent="1729" algn="ctr" defTabSz="1402796" eaLnBrk="0" latinLnBrk="0" hangingPunct="0">
                  <a:spcBef>
                    <a:spcPts val="0"/>
                  </a:spcBef>
                  <a:spcAft>
                    <a:spcPts val="0"/>
                  </a:spcAft>
                  <a:defRPr sz="1000" kern="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</a:defRPr>
                </a:lvl2pPr>
                <a:lvl3pPr marL="1090422" indent="1729" defTabSz="1090422">
                  <a:defRPr sz="2100"/>
                </a:lvl3pPr>
                <a:lvl4pPr marL="1635633" indent="1729" defTabSz="1090422">
                  <a:defRPr sz="2100"/>
                </a:lvl4pPr>
                <a:lvl5pPr marL="2180844" indent="1729" defTabSz="1090422">
                  <a:defRPr sz="2100"/>
                </a:lvl5pPr>
                <a:lvl6pPr marL="2726055" defTabSz="1090422">
                  <a:defRPr sz="2100"/>
                </a:lvl6pPr>
                <a:lvl7pPr marL="3271266" defTabSz="1090422">
                  <a:defRPr sz="2100"/>
                </a:lvl7pPr>
                <a:lvl8pPr marL="3816477" defTabSz="1090422">
                  <a:defRPr sz="2100"/>
                </a:lvl8pPr>
                <a:lvl9pPr marL="4361688" defTabSz="1090422">
                  <a:defRPr sz="2100"/>
                </a:lvl9pPr>
              </a:lstStyle>
              <a:p>
                <a:pPr marL="0" marR="0" lvl="1" indent="1729" defTabSz="1042988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3271AA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0" lang="en-US" altLang="ko-KR" sz="500" kern="1200" dirty="0">
                    <a:latin typeface="+mn-lt"/>
                    <a:ea typeface="KoPub돋움체 Medium" panose="00000600000000000000" pitchFamily="2" charset="-127"/>
                    <a:sym typeface="Pretendard SemiBold"/>
                  </a:rPr>
                  <a:t>FEP</a:t>
                </a:r>
              </a:p>
            </p:txBody>
          </p:sp>
          <p:sp>
            <p:nvSpPr>
              <p:cNvPr id="330" name="TextBox 329">
                <a:extLst>
                  <a:ext uri="{FF2B5EF4-FFF2-40B4-BE49-F238E27FC236}">
                    <a16:creationId xmlns:a16="http://schemas.microsoft.com/office/drawing/2014/main" id="{31223456-200F-5524-3C0C-D76F67917680}"/>
                  </a:ext>
                </a:extLst>
              </p:cNvPr>
              <p:cNvSpPr txBox="1"/>
              <p:nvPr/>
            </p:nvSpPr>
            <p:spPr>
              <a:xfrm>
                <a:off x="-2107405" y="2599860"/>
                <a:ext cx="756000" cy="144000"/>
              </a:xfrm>
              <a:prstGeom prst="rect">
                <a:avLst/>
              </a:prstGeom>
              <a:solidFill>
                <a:sysClr val="window" lastClr="FFFFFF"/>
              </a:solidFill>
              <a:ln w="6350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>
                <a:defPPr>
                  <a:defRPr lang="ko-KR"/>
                </a:defPPr>
                <a:lvl1pPr algn="ctr" defTabSz="1299728" eaLnBrk="0" hangingPunct="0">
                  <a:defRPr sz="1200" kern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Pretendard Medium" pitchFamily="18" charset="-127"/>
                    <a:ea typeface="Pretendard Medium" pitchFamily="18" charset="-127"/>
                  </a:defRPr>
                </a:lvl1pPr>
                <a:lvl2pPr marL="0" lvl="1" indent="1729" algn="ctr" defTabSz="1402796" eaLnBrk="0" latinLnBrk="0" hangingPunct="0">
                  <a:spcBef>
                    <a:spcPts val="0"/>
                  </a:spcBef>
                  <a:spcAft>
                    <a:spcPts val="0"/>
                  </a:spcAft>
                  <a:defRPr sz="1000" kern="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</a:defRPr>
                </a:lvl2pPr>
                <a:lvl3pPr marL="1090422" indent="1729" defTabSz="1090422">
                  <a:defRPr sz="2100"/>
                </a:lvl3pPr>
                <a:lvl4pPr marL="1635633" indent="1729" defTabSz="1090422">
                  <a:defRPr sz="2100"/>
                </a:lvl4pPr>
                <a:lvl5pPr marL="2180844" indent="1729" defTabSz="1090422">
                  <a:defRPr sz="2100"/>
                </a:lvl5pPr>
                <a:lvl6pPr marL="2726055" defTabSz="1090422">
                  <a:defRPr sz="2100"/>
                </a:lvl6pPr>
                <a:lvl7pPr marL="3271266" defTabSz="1090422">
                  <a:defRPr sz="2100"/>
                </a:lvl7pPr>
                <a:lvl8pPr marL="3816477" defTabSz="1090422">
                  <a:defRPr sz="2100"/>
                </a:lvl8pPr>
                <a:lvl9pPr marL="4361688" defTabSz="1090422">
                  <a:defRPr sz="2100"/>
                </a:lvl9pPr>
              </a:lstStyle>
              <a:p>
                <a:pPr lvl="1" defTabSz="1042988">
                  <a:spcBef>
                    <a:spcPct val="0"/>
                  </a:spcBef>
                  <a:spcAft>
                    <a:spcPct val="0"/>
                  </a:spcAft>
                  <a:buClr>
                    <a:srgbClr val="3271AA"/>
                  </a:buClr>
                  <a:buSzPct val="140000"/>
                  <a:tabLst>
                    <a:tab pos="5648325" algn="l"/>
                  </a:tabLst>
                </a:pPr>
                <a:r>
                  <a:rPr kumimoji="0" lang="ko-KR" altLang="en-US" sz="500" kern="1200" dirty="0">
                    <a:latin typeface="+mn-lt"/>
                    <a:ea typeface="KoPub돋움체 Medium" panose="00000600000000000000" pitchFamily="2" charset="-127"/>
                    <a:sym typeface="Pretendard SemiBold"/>
                  </a:rPr>
                  <a:t>직원 인터넷망</a:t>
                </a:r>
                <a:endParaRPr kumimoji="0" lang="en-US" altLang="ko-KR" sz="500" kern="1200" dirty="0">
                  <a:latin typeface="+mn-lt"/>
                  <a:ea typeface="KoPub돋움체 Medium" panose="00000600000000000000" pitchFamily="2" charset="-127"/>
                  <a:sym typeface="Pretendard SemiBold"/>
                </a:endParaRPr>
              </a:p>
            </p:txBody>
          </p:sp>
          <p:sp>
            <p:nvSpPr>
              <p:cNvPr id="331" name="TextBox 330">
                <a:extLst>
                  <a:ext uri="{FF2B5EF4-FFF2-40B4-BE49-F238E27FC236}">
                    <a16:creationId xmlns:a16="http://schemas.microsoft.com/office/drawing/2014/main" id="{57F41D9F-0716-A2EF-AFCF-674A9F3FB483}"/>
                  </a:ext>
                </a:extLst>
              </p:cNvPr>
              <p:cNvSpPr txBox="1"/>
              <p:nvPr/>
            </p:nvSpPr>
            <p:spPr>
              <a:xfrm>
                <a:off x="-2107405" y="2969654"/>
                <a:ext cx="1620000" cy="118694"/>
              </a:xfrm>
              <a:prstGeom prst="rect">
                <a:avLst/>
              </a:prstGeom>
              <a:solidFill>
                <a:sysClr val="window" lastClr="FFFFFF"/>
              </a:solidFill>
              <a:ln w="6350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>
                <a:defPPr>
                  <a:defRPr lang="ko-KR"/>
                </a:defPPr>
                <a:lvl1pPr algn="ctr" defTabSz="1299728" eaLnBrk="0" hangingPunct="0">
                  <a:defRPr sz="1200" kern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Pretendard Medium" pitchFamily="18" charset="-127"/>
                    <a:ea typeface="Pretendard Medium" pitchFamily="18" charset="-127"/>
                  </a:defRPr>
                </a:lvl1pPr>
                <a:lvl2pPr marL="0" lvl="1" indent="1729" algn="ctr" defTabSz="1402796" eaLnBrk="0" latinLnBrk="0" hangingPunct="0">
                  <a:spcBef>
                    <a:spcPts val="0"/>
                  </a:spcBef>
                  <a:spcAft>
                    <a:spcPts val="0"/>
                  </a:spcAft>
                  <a:defRPr sz="1000" kern="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</a:defRPr>
                </a:lvl2pPr>
                <a:lvl3pPr marL="1090422" indent="1729" defTabSz="1090422">
                  <a:defRPr sz="2100"/>
                </a:lvl3pPr>
                <a:lvl4pPr marL="1635633" indent="1729" defTabSz="1090422">
                  <a:defRPr sz="2100"/>
                </a:lvl4pPr>
                <a:lvl5pPr marL="2180844" indent="1729" defTabSz="1090422">
                  <a:defRPr sz="2100"/>
                </a:lvl5pPr>
                <a:lvl6pPr marL="2726055" defTabSz="1090422">
                  <a:defRPr sz="2100"/>
                </a:lvl6pPr>
                <a:lvl7pPr marL="3271266" defTabSz="1090422">
                  <a:defRPr sz="2100"/>
                </a:lvl7pPr>
                <a:lvl8pPr marL="3816477" defTabSz="1090422">
                  <a:defRPr sz="2100"/>
                </a:lvl8pPr>
                <a:lvl9pPr marL="4361688" defTabSz="1090422">
                  <a:defRPr sz="2100"/>
                </a:lvl9pPr>
              </a:lstStyle>
              <a:p>
                <a:pPr marL="0" marR="0" lvl="1" indent="1729" algn="ctr" defTabSz="1402796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500" kern="1200" dirty="0">
                    <a:latin typeface="+mn-lt"/>
                    <a:ea typeface="KoPub돋움체 Medium" panose="00000600000000000000" pitchFamily="2" charset="-127"/>
                    <a:sym typeface="Pretendard SemiBold"/>
                  </a:rPr>
                  <a:t>MCA, API</a:t>
                </a:r>
              </a:p>
            </p:txBody>
          </p:sp>
          <p:sp>
            <p:nvSpPr>
              <p:cNvPr id="332" name="TextBox 331">
                <a:extLst>
                  <a:ext uri="{FF2B5EF4-FFF2-40B4-BE49-F238E27FC236}">
                    <a16:creationId xmlns:a16="http://schemas.microsoft.com/office/drawing/2014/main" id="{EB337178-6802-45E1-FC2C-99A0006AA976}"/>
                  </a:ext>
                </a:extLst>
              </p:cNvPr>
              <p:cNvSpPr txBox="1"/>
              <p:nvPr/>
            </p:nvSpPr>
            <p:spPr>
              <a:xfrm>
                <a:off x="-2107405" y="2787331"/>
                <a:ext cx="756000" cy="144000"/>
              </a:xfrm>
              <a:prstGeom prst="rect">
                <a:avLst/>
              </a:prstGeom>
              <a:solidFill>
                <a:sysClr val="window" lastClr="FFFFFF"/>
              </a:solidFill>
              <a:ln w="6350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>
                <a:defPPr>
                  <a:defRPr lang="ko-KR"/>
                </a:defPPr>
                <a:lvl1pPr algn="ctr" defTabSz="1299728" eaLnBrk="0" hangingPunct="0">
                  <a:defRPr sz="1200" kern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Pretendard Medium" pitchFamily="18" charset="-127"/>
                    <a:ea typeface="Pretendard Medium" pitchFamily="18" charset="-127"/>
                  </a:defRPr>
                </a:lvl1pPr>
                <a:lvl2pPr marL="0" lvl="1" indent="1729" algn="ctr" defTabSz="1402796" eaLnBrk="0" latinLnBrk="0" hangingPunct="0">
                  <a:spcBef>
                    <a:spcPts val="0"/>
                  </a:spcBef>
                  <a:spcAft>
                    <a:spcPts val="0"/>
                  </a:spcAft>
                  <a:defRPr sz="1000" kern="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</a:defRPr>
                </a:lvl2pPr>
                <a:lvl3pPr marL="1090422" indent="1729" defTabSz="1090422">
                  <a:defRPr sz="2100"/>
                </a:lvl3pPr>
                <a:lvl4pPr marL="1635633" indent="1729" defTabSz="1090422">
                  <a:defRPr sz="2100"/>
                </a:lvl4pPr>
                <a:lvl5pPr marL="2180844" indent="1729" defTabSz="1090422">
                  <a:defRPr sz="2100"/>
                </a:lvl5pPr>
                <a:lvl6pPr marL="2726055" defTabSz="1090422">
                  <a:defRPr sz="2100"/>
                </a:lvl6pPr>
                <a:lvl7pPr marL="3271266" defTabSz="1090422">
                  <a:defRPr sz="2100"/>
                </a:lvl7pPr>
                <a:lvl8pPr marL="3816477" defTabSz="1090422">
                  <a:defRPr sz="2100"/>
                </a:lvl8pPr>
                <a:lvl9pPr marL="4361688" defTabSz="1090422">
                  <a:defRPr sz="2100"/>
                </a:lvl9pPr>
              </a:lstStyle>
              <a:p>
                <a:pPr marL="0" marR="0" lvl="1" indent="1729" defTabSz="1042988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3271AA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0" lang="ko-KR" altLang="en-US" sz="500" kern="1200" dirty="0">
                    <a:latin typeface="+mn-lt"/>
                    <a:ea typeface="KoPub돋움체 Medium" panose="00000600000000000000" pitchFamily="2" charset="-127"/>
                    <a:sym typeface="Pretendard SemiBold"/>
                  </a:rPr>
                  <a:t>보이스 </a:t>
                </a:r>
                <a:r>
                  <a:rPr kumimoji="0" lang="ko-KR" altLang="en-US" sz="500" kern="1200" dirty="0" err="1">
                    <a:latin typeface="+mn-lt"/>
                    <a:ea typeface="KoPub돋움체 Medium" panose="00000600000000000000" pitchFamily="2" charset="-127"/>
                    <a:sym typeface="Pretendard SemiBold"/>
                  </a:rPr>
                  <a:t>서버팜</a:t>
                </a:r>
                <a:endParaRPr kumimoji="0" lang="en-US" altLang="ko-KR" sz="500" kern="1200" dirty="0">
                  <a:latin typeface="+mn-lt"/>
                  <a:ea typeface="KoPub돋움체 Medium" panose="00000600000000000000" pitchFamily="2" charset="-127"/>
                  <a:sym typeface="Pretendard SemiBold"/>
                </a:endParaRPr>
              </a:p>
            </p:txBody>
          </p:sp>
          <p:sp>
            <p:nvSpPr>
              <p:cNvPr id="333" name="TextBox 332">
                <a:extLst>
                  <a:ext uri="{FF2B5EF4-FFF2-40B4-BE49-F238E27FC236}">
                    <a16:creationId xmlns:a16="http://schemas.microsoft.com/office/drawing/2014/main" id="{7EF867F3-A0C7-4B00-B7B6-912BD3309548}"/>
                  </a:ext>
                </a:extLst>
              </p:cNvPr>
              <p:cNvSpPr txBox="1"/>
              <p:nvPr/>
            </p:nvSpPr>
            <p:spPr>
              <a:xfrm>
                <a:off x="-1249294" y="2412709"/>
                <a:ext cx="756000" cy="144000"/>
              </a:xfrm>
              <a:prstGeom prst="rect">
                <a:avLst/>
              </a:prstGeom>
              <a:solidFill>
                <a:sysClr val="window" lastClr="FFFFFF"/>
              </a:solidFill>
              <a:ln w="6350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>
                <a:defPPr>
                  <a:defRPr lang="ko-KR"/>
                </a:defPPr>
                <a:lvl1pPr algn="ctr" defTabSz="1299728" eaLnBrk="0" hangingPunct="0">
                  <a:defRPr sz="1200" kern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Pretendard Medium" pitchFamily="18" charset="-127"/>
                    <a:ea typeface="Pretendard Medium" pitchFamily="18" charset="-127"/>
                  </a:defRPr>
                </a:lvl1pPr>
                <a:lvl2pPr marL="0" lvl="1" indent="1729" algn="ctr" defTabSz="1402796" eaLnBrk="0" latinLnBrk="0" hangingPunct="0">
                  <a:spcBef>
                    <a:spcPts val="0"/>
                  </a:spcBef>
                  <a:spcAft>
                    <a:spcPts val="0"/>
                  </a:spcAft>
                  <a:defRPr sz="1000" kern="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</a:defRPr>
                </a:lvl2pPr>
                <a:lvl3pPr marL="1090422" indent="1729" defTabSz="1090422">
                  <a:defRPr sz="2100"/>
                </a:lvl3pPr>
                <a:lvl4pPr marL="1635633" indent="1729" defTabSz="1090422">
                  <a:defRPr sz="2100"/>
                </a:lvl4pPr>
                <a:lvl5pPr marL="2180844" indent="1729" defTabSz="1090422">
                  <a:defRPr sz="2100"/>
                </a:lvl5pPr>
                <a:lvl6pPr marL="2726055" defTabSz="1090422">
                  <a:defRPr sz="2100"/>
                </a:lvl6pPr>
                <a:lvl7pPr marL="3271266" defTabSz="1090422">
                  <a:defRPr sz="2100"/>
                </a:lvl7pPr>
                <a:lvl8pPr marL="3816477" defTabSz="1090422">
                  <a:defRPr sz="2100"/>
                </a:lvl8pPr>
                <a:lvl9pPr marL="4361688" defTabSz="1090422">
                  <a:defRPr sz="2100"/>
                </a:lvl9pPr>
              </a:lstStyle>
              <a:p>
                <a:pPr marL="0" marR="0" lvl="1" indent="1729" defTabSz="1042988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3271AA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0" lang="ko-KR" altLang="en-US" sz="500" kern="1200" dirty="0" err="1">
                    <a:latin typeface="+mn-lt"/>
                    <a:ea typeface="KoPub돋움체 Medium" panose="00000600000000000000" pitchFamily="2" charset="-127"/>
                    <a:sym typeface="Pretendard SemiBold"/>
                  </a:rPr>
                  <a:t>채널계</a:t>
                </a:r>
                <a:endParaRPr kumimoji="0" lang="en-US" altLang="ko-KR" sz="500" kern="1200" dirty="0">
                  <a:latin typeface="+mn-lt"/>
                  <a:ea typeface="KoPub돋움체 Medium" panose="00000600000000000000" pitchFamily="2" charset="-127"/>
                  <a:sym typeface="Pretendard SemiBold"/>
                </a:endParaRPr>
              </a:p>
            </p:txBody>
          </p:sp>
          <p:sp>
            <p:nvSpPr>
              <p:cNvPr id="334" name="TextBox 333">
                <a:extLst>
                  <a:ext uri="{FF2B5EF4-FFF2-40B4-BE49-F238E27FC236}">
                    <a16:creationId xmlns:a16="http://schemas.microsoft.com/office/drawing/2014/main" id="{7EF324A3-0BF9-02B5-24B8-0405BCD3EE9B}"/>
                  </a:ext>
                </a:extLst>
              </p:cNvPr>
              <p:cNvSpPr txBox="1"/>
              <p:nvPr/>
            </p:nvSpPr>
            <p:spPr>
              <a:xfrm>
                <a:off x="-1249294" y="2602064"/>
                <a:ext cx="756000" cy="144000"/>
              </a:xfrm>
              <a:prstGeom prst="rect">
                <a:avLst/>
              </a:prstGeom>
              <a:solidFill>
                <a:sysClr val="window" lastClr="FFFFFF"/>
              </a:solidFill>
              <a:ln w="6350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>
                <a:defPPr>
                  <a:defRPr lang="ko-KR"/>
                </a:defPPr>
                <a:lvl1pPr algn="ctr" defTabSz="1299728" eaLnBrk="0" hangingPunct="0">
                  <a:defRPr sz="1200" kern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Pretendard Medium" pitchFamily="18" charset="-127"/>
                    <a:ea typeface="Pretendard Medium" pitchFamily="18" charset="-127"/>
                  </a:defRPr>
                </a:lvl1pPr>
                <a:lvl2pPr marL="0" lvl="1" indent="1729" algn="ctr" defTabSz="1402796" eaLnBrk="0" latinLnBrk="0" hangingPunct="0">
                  <a:spcBef>
                    <a:spcPts val="0"/>
                  </a:spcBef>
                  <a:spcAft>
                    <a:spcPts val="0"/>
                  </a:spcAft>
                  <a:defRPr sz="1000" kern="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</a:defRPr>
                </a:lvl2pPr>
                <a:lvl3pPr marL="1090422" indent="1729" defTabSz="1090422">
                  <a:defRPr sz="2100"/>
                </a:lvl3pPr>
                <a:lvl4pPr marL="1635633" indent="1729" defTabSz="1090422">
                  <a:defRPr sz="2100"/>
                </a:lvl4pPr>
                <a:lvl5pPr marL="2180844" indent="1729" defTabSz="1090422">
                  <a:defRPr sz="2100"/>
                </a:lvl5pPr>
                <a:lvl6pPr marL="2726055" defTabSz="1090422">
                  <a:defRPr sz="2100"/>
                </a:lvl6pPr>
                <a:lvl7pPr marL="3271266" defTabSz="1090422">
                  <a:defRPr sz="2100"/>
                </a:lvl7pPr>
                <a:lvl8pPr marL="3816477" defTabSz="1090422">
                  <a:defRPr sz="2100"/>
                </a:lvl8pPr>
                <a:lvl9pPr marL="4361688" defTabSz="1090422">
                  <a:defRPr sz="2100"/>
                </a:lvl9pPr>
              </a:lstStyle>
              <a:p>
                <a:pPr lvl="1" defTabSz="1042988">
                  <a:spcBef>
                    <a:spcPct val="0"/>
                  </a:spcBef>
                  <a:spcAft>
                    <a:spcPct val="0"/>
                  </a:spcAft>
                  <a:buClr>
                    <a:srgbClr val="3271AA"/>
                  </a:buClr>
                  <a:buSzPct val="140000"/>
                  <a:tabLst>
                    <a:tab pos="5648325" algn="l"/>
                  </a:tabLst>
                </a:pPr>
                <a:r>
                  <a:rPr kumimoji="0" lang="en-US" altLang="ko-KR" sz="500" kern="1200" dirty="0">
                    <a:latin typeface="+mn-lt"/>
                    <a:ea typeface="KoPub돋움체 Medium" panose="00000600000000000000" pitchFamily="2" charset="-127"/>
                    <a:sym typeface="Pretendard SemiBold"/>
                  </a:rPr>
                  <a:t>ERP</a:t>
                </a:r>
              </a:p>
            </p:txBody>
          </p:sp>
          <p:sp>
            <p:nvSpPr>
              <p:cNvPr id="335" name="TextBox 334">
                <a:extLst>
                  <a:ext uri="{FF2B5EF4-FFF2-40B4-BE49-F238E27FC236}">
                    <a16:creationId xmlns:a16="http://schemas.microsoft.com/office/drawing/2014/main" id="{C9161DA9-35FF-495E-9183-6903B9115AC0}"/>
                  </a:ext>
                </a:extLst>
              </p:cNvPr>
              <p:cNvSpPr txBox="1"/>
              <p:nvPr/>
            </p:nvSpPr>
            <p:spPr>
              <a:xfrm>
                <a:off x="-1249294" y="2774295"/>
                <a:ext cx="756000" cy="144000"/>
              </a:xfrm>
              <a:prstGeom prst="rect">
                <a:avLst/>
              </a:prstGeom>
              <a:solidFill>
                <a:sysClr val="window" lastClr="FFFFFF"/>
              </a:solidFill>
              <a:ln w="6350" cap="flat" cmpd="sng" algn="ctr">
                <a:solidFill>
                  <a:sysClr val="window" lastClr="FFFFFF">
                    <a:lumMod val="65000"/>
                  </a:sysClr>
                </a:solidFill>
                <a:prstDash val="solid"/>
              </a:ln>
              <a:effectLst/>
            </p:spPr>
            <p:txBody>
              <a:bodyPr wrap="none" lIns="0" tIns="0" rIns="0" bIns="0" rtlCol="0" anchor="ctr">
                <a:noAutofit/>
              </a:bodyPr>
              <a:lstStyle>
                <a:defPPr>
                  <a:defRPr lang="ko-KR"/>
                </a:defPPr>
                <a:lvl1pPr algn="ctr" defTabSz="1299728" eaLnBrk="0" hangingPunct="0">
                  <a:defRPr sz="1200" kern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Pretendard Medium" pitchFamily="18" charset="-127"/>
                    <a:ea typeface="Pretendard Medium" pitchFamily="18" charset="-127"/>
                  </a:defRPr>
                </a:lvl1pPr>
                <a:lvl2pPr marL="0" lvl="1" indent="1729" algn="ctr" defTabSz="1402796" eaLnBrk="0" latinLnBrk="0" hangingPunct="0">
                  <a:spcBef>
                    <a:spcPts val="0"/>
                  </a:spcBef>
                  <a:spcAft>
                    <a:spcPts val="0"/>
                  </a:spcAft>
                  <a:defRPr sz="1000" kern="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</a:defRPr>
                </a:lvl2pPr>
                <a:lvl3pPr marL="1090422" indent="1729" defTabSz="1090422">
                  <a:defRPr sz="2100"/>
                </a:lvl3pPr>
                <a:lvl4pPr marL="1635633" indent="1729" defTabSz="1090422">
                  <a:defRPr sz="2100"/>
                </a:lvl4pPr>
                <a:lvl5pPr marL="2180844" indent="1729" defTabSz="1090422">
                  <a:defRPr sz="2100"/>
                </a:lvl5pPr>
                <a:lvl6pPr marL="2726055" defTabSz="1090422">
                  <a:defRPr sz="2100"/>
                </a:lvl6pPr>
                <a:lvl7pPr marL="3271266" defTabSz="1090422">
                  <a:defRPr sz="2100"/>
                </a:lvl7pPr>
                <a:lvl8pPr marL="3816477" defTabSz="1090422">
                  <a:defRPr sz="2100"/>
                </a:lvl8pPr>
                <a:lvl9pPr marL="4361688" defTabSz="1090422">
                  <a:defRPr sz="2100"/>
                </a:lvl9pPr>
              </a:lstStyle>
              <a:p>
                <a:pPr marL="0" marR="0" lvl="1" indent="1729" defTabSz="1042988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3271AA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0" lang="ko-KR" altLang="en-US" sz="500" kern="1200" dirty="0">
                    <a:latin typeface="+mn-lt"/>
                    <a:ea typeface="KoPub돋움체 Medium" panose="00000600000000000000" pitchFamily="2" charset="-127"/>
                    <a:sym typeface="Pretendard SemiBold"/>
                  </a:rPr>
                  <a:t>전문가 시스템</a:t>
                </a:r>
                <a:endParaRPr kumimoji="0" lang="en-US" altLang="ko-KR" sz="500" kern="1200" dirty="0">
                  <a:latin typeface="+mn-lt"/>
                  <a:ea typeface="KoPub돋움체 Medium" panose="00000600000000000000" pitchFamily="2" charset="-127"/>
                  <a:sym typeface="Pretendard SemiBold"/>
                </a:endParaRPr>
              </a:p>
            </p:txBody>
          </p:sp>
        </p:grpSp>
        <p:sp>
          <p:nvSpPr>
            <p:cNvPr id="336" name="직사각형 335">
              <a:extLst>
                <a:ext uri="{FF2B5EF4-FFF2-40B4-BE49-F238E27FC236}">
                  <a16:creationId xmlns:a16="http://schemas.microsoft.com/office/drawing/2014/main" id="{A36BA7E9-5595-6FBB-3BAE-1FB986831103}"/>
                </a:ext>
              </a:extLst>
            </p:cNvPr>
            <p:cNvSpPr/>
            <p:nvPr/>
          </p:nvSpPr>
          <p:spPr>
            <a:xfrm>
              <a:off x="483720" y="1816019"/>
              <a:ext cx="1668067" cy="73498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endParaRPr lang="ko-KR" altLang="en-US" sz="1600" dirty="0"/>
            </a:p>
          </p:txBody>
        </p:sp>
        <p:sp>
          <p:nvSpPr>
            <p:cNvPr id="337" name="모서리가 둥근 직사각형 432">
              <a:extLst>
                <a:ext uri="{FF2B5EF4-FFF2-40B4-BE49-F238E27FC236}">
                  <a16:creationId xmlns:a16="http://schemas.microsoft.com/office/drawing/2014/main" id="{DF0F8988-2E79-05DD-B176-B3BCC921B36F}"/>
                </a:ext>
              </a:extLst>
            </p:cNvPr>
            <p:cNvSpPr/>
            <p:nvPr/>
          </p:nvSpPr>
          <p:spPr>
            <a:xfrm>
              <a:off x="758458" y="2485286"/>
              <a:ext cx="355867" cy="76944"/>
            </a:xfrm>
            <a:prstGeom prst="roundRect">
              <a:avLst>
                <a:gd name="adj" fmla="val 0"/>
              </a:avLst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t">
              <a:spAutoFit/>
            </a:bodyPr>
            <a:lstStyle/>
            <a:p>
              <a:pPr algn="ctr" defTabSz="1042988" eaLnBrk="0" latin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0000600000000000000" pitchFamily="2" charset="-127"/>
                </a:rPr>
                <a:t>클러스터 관리</a:t>
              </a:r>
              <a:endParaRPr kumimoji="0" lang="en-US" altLang="ko-KR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0000600000000000000" pitchFamily="2" charset="-127"/>
              </a:endParaRPr>
            </a:p>
          </p:txBody>
        </p:sp>
        <p:sp>
          <p:nvSpPr>
            <p:cNvPr id="338" name="모서리가 둥근 직사각형 432">
              <a:extLst>
                <a:ext uri="{FF2B5EF4-FFF2-40B4-BE49-F238E27FC236}">
                  <a16:creationId xmlns:a16="http://schemas.microsoft.com/office/drawing/2014/main" id="{912DF1C0-6CB6-5641-C6DE-DD79BB4BB9A9}"/>
                </a:ext>
              </a:extLst>
            </p:cNvPr>
            <p:cNvSpPr/>
            <p:nvPr/>
          </p:nvSpPr>
          <p:spPr>
            <a:xfrm>
              <a:off x="1859396" y="2485286"/>
              <a:ext cx="254878" cy="76944"/>
            </a:xfrm>
            <a:prstGeom prst="roundRect">
              <a:avLst>
                <a:gd name="adj" fmla="val 0"/>
              </a:avLst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t">
              <a:spAutoFit/>
            </a:bodyPr>
            <a:lstStyle/>
            <a:p>
              <a:pPr algn="ctr" defTabSz="1042988" eaLnBrk="0" latin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0000600000000000000" pitchFamily="2" charset="-127"/>
                </a:rPr>
                <a:t>Git Repo</a:t>
              </a:r>
            </a:p>
          </p:txBody>
        </p:sp>
        <p:sp>
          <p:nvSpPr>
            <p:cNvPr id="339" name="모서리가 둥근 직사각형 432">
              <a:extLst>
                <a:ext uri="{FF2B5EF4-FFF2-40B4-BE49-F238E27FC236}">
                  <a16:creationId xmlns:a16="http://schemas.microsoft.com/office/drawing/2014/main" id="{E9133066-9F4F-8030-067B-45BC7E900EF7}"/>
                </a:ext>
              </a:extLst>
            </p:cNvPr>
            <p:cNvSpPr/>
            <p:nvPr/>
          </p:nvSpPr>
          <p:spPr>
            <a:xfrm>
              <a:off x="783381" y="2040605"/>
              <a:ext cx="355867" cy="76944"/>
            </a:xfrm>
            <a:prstGeom prst="roundRect">
              <a:avLst>
                <a:gd name="adj" fmla="val 0"/>
              </a:avLst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t">
              <a:spAutoFit/>
            </a:bodyPr>
            <a:lstStyle/>
            <a:p>
              <a:pPr algn="ctr" defTabSz="1042988" eaLnBrk="0" latin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0000600000000000000" pitchFamily="2" charset="-127"/>
                </a:rPr>
                <a:t>클러스터 관리</a:t>
              </a:r>
              <a:endParaRPr kumimoji="0" lang="en-US" altLang="ko-KR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0000600000000000000" pitchFamily="2" charset="-127"/>
              </a:endParaRPr>
            </a:p>
          </p:txBody>
        </p:sp>
        <p:sp>
          <p:nvSpPr>
            <p:cNvPr id="340" name="모서리가 둥근 직사각형 432">
              <a:extLst>
                <a:ext uri="{FF2B5EF4-FFF2-40B4-BE49-F238E27FC236}">
                  <a16:creationId xmlns:a16="http://schemas.microsoft.com/office/drawing/2014/main" id="{DB932317-0759-147E-3BCC-FE759D7E6161}"/>
                </a:ext>
              </a:extLst>
            </p:cNvPr>
            <p:cNvSpPr/>
            <p:nvPr/>
          </p:nvSpPr>
          <p:spPr>
            <a:xfrm>
              <a:off x="1325261" y="2040605"/>
              <a:ext cx="283731" cy="76944"/>
            </a:xfrm>
            <a:prstGeom prst="roundRect">
              <a:avLst>
                <a:gd name="adj" fmla="val 0"/>
              </a:avLst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t">
              <a:spAutoFit/>
            </a:bodyPr>
            <a:lstStyle/>
            <a:p>
              <a:pPr algn="ctr" defTabSz="1042988" eaLnBrk="0" latin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0000600000000000000" pitchFamily="2" charset="-127"/>
                </a:rPr>
                <a:t>GPU  </a:t>
              </a:r>
              <a:r>
                <a: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0000600000000000000" pitchFamily="2" charset="-127"/>
                </a:rPr>
                <a:t>서버</a:t>
              </a:r>
              <a:endParaRPr kumimoji="0" lang="en-US" altLang="ko-KR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0000600000000000000" pitchFamily="2" charset="-127"/>
              </a:endParaRPr>
            </a:p>
          </p:txBody>
        </p:sp>
        <p:cxnSp>
          <p:nvCxnSpPr>
            <p:cNvPr id="341" name="직선 연결선 1671">
              <a:extLst>
                <a:ext uri="{FF2B5EF4-FFF2-40B4-BE49-F238E27FC236}">
                  <a16:creationId xmlns:a16="http://schemas.microsoft.com/office/drawing/2014/main" id="{312D81A1-F626-CCDC-1D43-652923F3AD10}"/>
                </a:ext>
              </a:extLst>
            </p:cNvPr>
            <p:cNvCxnSpPr/>
            <p:nvPr/>
          </p:nvCxnSpPr>
          <p:spPr>
            <a:xfrm>
              <a:off x="536068" y="2319971"/>
              <a:ext cx="1587372" cy="0"/>
            </a:xfrm>
            <a:prstGeom prst="line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75000"/>
                </a:schemeClr>
              </a:solidFill>
              <a:prstDash val="solid"/>
            </a:ln>
            <a:effectLst/>
          </p:spPr>
        </p:cxnSp>
        <p:sp>
          <p:nvSpPr>
            <p:cNvPr id="342" name="직사각형 341">
              <a:extLst>
                <a:ext uri="{FF2B5EF4-FFF2-40B4-BE49-F238E27FC236}">
                  <a16:creationId xmlns:a16="http://schemas.microsoft.com/office/drawing/2014/main" id="{89C4AF86-E8A8-1855-F7FF-D024D19B3A3F}"/>
                </a:ext>
              </a:extLst>
            </p:cNvPr>
            <p:cNvSpPr/>
            <p:nvPr/>
          </p:nvSpPr>
          <p:spPr>
            <a:xfrm>
              <a:off x="511277" y="1918316"/>
              <a:ext cx="177741" cy="385067"/>
            </a:xfrm>
            <a:prstGeom prst="rect">
              <a:avLst/>
            </a:prstGeom>
            <a:solidFill>
              <a:srgbClr val="EAECF1"/>
            </a:solidFill>
            <a:ln w="3175">
              <a:solidFill>
                <a:srgbClr val="98A1B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ko-KR" altLang="en-US" sz="7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운영</a:t>
              </a:r>
            </a:p>
          </p:txBody>
        </p:sp>
        <p:sp>
          <p:nvSpPr>
            <p:cNvPr id="343" name="직사각형 342">
              <a:extLst>
                <a:ext uri="{FF2B5EF4-FFF2-40B4-BE49-F238E27FC236}">
                  <a16:creationId xmlns:a16="http://schemas.microsoft.com/office/drawing/2014/main" id="{1EBAAD8E-B201-5F0F-9106-CF2C2C6E3245}"/>
                </a:ext>
              </a:extLst>
            </p:cNvPr>
            <p:cNvSpPr/>
            <p:nvPr/>
          </p:nvSpPr>
          <p:spPr>
            <a:xfrm>
              <a:off x="511277" y="2344467"/>
              <a:ext cx="177741" cy="191683"/>
            </a:xfrm>
            <a:prstGeom prst="rect">
              <a:avLst/>
            </a:prstGeom>
            <a:solidFill>
              <a:srgbClr val="EAECF1"/>
            </a:solidFill>
            <a:ln w="3175">
              <a:solidFill>
                <a:srgbClr val="98A1B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ko-KR" altLang="en-US" sz="7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개발</a:t>
              </a:r>
            </a:p>
          </p:txBody>
        </p:sp>
        <p:sp>
          <p:nvSpPr>
            <p:cNvPr id="344" name="모서리가 둥근 직사각형 399">
              <a:extLst>
                <a:ext uri="{FF2B5EF4-FFF2-40B4-BE49-F238E27FC236}">
                  <a16:creationId xmlns:a16="http://schemas.microsoft.com/office/drawing/2014/main" id="{837F2195-9145-6131-D897-BD36C49CA729}"/>
                </a:ext>
              </a:extLst>
            </p:cNvPr>
            <p:cNvSpPr/>
            <p:nvPr/>
          </p:nvSpPr>
          <p:spPr>
            <a:xfrm>
              <a:off x="1706539" y="2014440"/>
              <a:ext cx="370294" cy="80984"/>
            </a:xfrm>
            <a:prstGeom prst="roundRect">
              <a:avLst>
                <a:gd name="adj" fmla="val 0"/>
              </a:avLst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algn="ctr" defTabSz="1042988" eaLnBrk="0" latinLnBrk="0" hangingPunct="0">
                <a:lnSpc>
                  <a:spcPct val="110000"/>
                </a:lnSpc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0000600000000000000" pitchFamily="2" charset="-127"/>
                </a:rPr>
                <a:t>NAS</a:t>
              </a:r>
              <a:r>
                <a:rPr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0000600000000000000" pitchFamily="2" charset="-127"/>
                </a:rPr>
                <a:t> </a:t>
              </a:r>
              <a:r>
                <a: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0000600000000000000" pitchFamily="2" charset="-127"/>
                </a:rPr>
                <a:t>스토리지</a:t>
              </a:r>
              <a:endParaRPr kumimoji="0" lang="en-US" altLang="ko-KR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0000600000000000000" pitchFamily="2" charset="-127"/>
              </a:endParaRPr>
            </a:p>
          </p:txBody>
        </p:sp>
        <p:pic>
          <p:nvPicPr>
            <p:cNvPr id="345" name="Picture 68" descr="DD-tower-front-2left">
              <a:extLst>
                <a:ext uri="{FF2B5EF4-FFF2-40B4-BE49-F238E27FC236}">
                  <a16:creationId xmlns:a16="http://schemas.microsoft.com/office/drawing/2014/main" id="{171B9B74-68D6-8D15-31D0-07782AEE6F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prstClr val="black"/>
                <a:srgbClr val="D9C3A5">
                  <a:tint val="50000"/>
                  <a:satMod val="18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79471" y="1919987"/>
              <a:ext cx="92038" cy="992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46" name="Picture 68" descr="DD-tower-front-2left">
              <a:extLst>
                <a:ext uri="{FF2B5EF4-FFF2-40B4-BE49-F238E27FC236}">
                  <a16:creationId xmlns:a16="http://schemas.microsoft.com/office/drawing/2014/main" id="{50D52835-02B1-5003-1881-D4DED2C994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prstClr val="black"/>
                <a:srgbClr val="D9C3A5">
                  <a:tint val="50000"/>
                  <a:satMod val="18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38226" y="1919987"/>
              <a:ext cx="92038" cy="992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47" name="모서리가 둥근 직사각형 432">
              <a:extLst>
                <a:ext uri="{FF2B5EF4-FFF2-40B4-BE49-F238E27FC236}">
                  <a16:creationId xmlns:a16="http://schemas.microsoft.com/office/drawing/2014/main" id="{CEF3BC99-EED2-4564-ADBE-54BB4FF1A9EE}"/>
                </a:ext>
              </a:extLst>
            </p:cNvPr>
            <p:cNvSpPr/>
            <p:nvPr/>
          </p:nvSpPr>
          <p:spPr>
            <a:xfrm>
              <a:off x="823507" y="2226293"/>
              <a:ext cx="562655" cy="76944"/>
            </a:xfrm>
            <a:prstGeom prst="roundRect">
              <a:avLst>
                <a:gd name="adj" fmla="val 0"/>
              </a:avLst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t">
              <a:spAutoFit/>
            </a:bodyPr>
            <a:lstStyle/>
            <a:p>
              <a:pPr algn="ctr" defTabSz="1042988" eaLnBrk="0" latin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0000600000000000000" pitchFamily="2" charset="-127"/>
                </a:rPr>
                <a:t>포탈 </a:t>
              </a: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0000600000000000000" pitchFamily="2" charset="-127"/>
                </a:rPr>
                <a:t>WEB/</a:t>
              </a:r>
              <a:r>
                <a: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0000600000000000000" pitchFamily="2" charset="-127"/>
                </a:rPr>
                <a:t>포탈</a:t>
              </a: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0000600000000000000" pitchFamily="2" charset="-127"/>
                </a:rPr>
                <a:t>WAS</a:t>
              </a:r>
            </a:p>
          </p:txBody>
        </p:sp>
        <p:sp>
          <p:nvSpPr>
            <p:cNvPr id="348" name="모서리가 둥근 직사각형 432">
              <a:extLst>
                <a:ext uri="{FF2B5EF4-FFF2-40B4-BE49-F238E27FC236}">
                  <a16:creationId xmlns:a16="http://schemas.microsoft.com/office/drawing/2014/main" id="{03EA51E8-EFAA-86AB-AE11-9C57F1CD3546}"/>
                </a:ext>
              </a:extLst>
            </p:cNvPr>
            <p:cNvSpPr/>
            <p:nvPr/>
          </p:nvSpPr>
          <p:spPr>
            <a:xfrm>
              <a:off x="1403261" y="2219688"/>
              <a:ext cx="500137" cy="76944"/>
            </a:xfrm>
            <a:prstGeom prst="roundRect">
              <a:avLst>
                <a:gd name="adj" fmla="val 0"/>
              </a:avLst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t">
              <a:spAutoFit/>
            </a:bodyPr>
            <a:lstStyle/>
            <a:p>
              <a:pPr algn="ctr" defTabSz="1042988" eaLnBrk="0" latin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0000600000000000000" pitchFamily="2" charset="-127"/>
                </a:rPr>
                <a:t>포탈 </a:t>
              </a: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0000600000000000000" pitchFamily="2" charset="-127"/>
                </a:rPr>
                <a:t>DB/Git Repo</a:t>
              </a:r>
            </a:p>
          </p:txBody>
        </p:sp>
        <p:sp>
          <p:nvSpPr>
            <p:cNvPr id="349" name="모서리가 둥근 직사각형 432">
              <a:extLst>
                <a:ext uri="{FF2B5EF4-FFF2-40B4-BE49-F238E27FC236}">
                  <a16:creationId xmlns:a16="http://schemas.microsoft.com/office/drawing/2014/main" id="{795FEF82-E998-2AED-3D4D-18A1E07F8215}"/>
                </a:ext>
              </a:extLst>
            </p:cNvPr>
            <p:cNvSpPr/>
            <p:nvPr/>
          </p:nvSpPr>
          <p:spPr>
            <a:xfrm>
              <a:off x="1166712" y="2491520"/>
              <a:ext cx="283731" cy="76944"/>
            </a:xfrm>
            <a:prstGeom prst="roundRect">
              <a:avLst>
                <a:gd name="adj" fmla="val 0"/>
              </a:avLst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t">
              <a:spAutoFit/>
            </a:bodyPr>
            <a:lstStyle/>
            <a:p>
              <a:pPr algn="ctr" defTabSz="1042988" eaLnBrk="0" latin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0000600000000000000" pitchFamily="2" charset="-127"/>
                </a:rPr>
                <a:t>GPU  </a:t>
              </a:r>
              <a:r>
                <a: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0000600000000000000" pitchFamily="2" charset="-127"/>
                </a:rPr>
                <a:t>서버</a:t>
              </a:r>
              <a:endParaRPr kumimoji="0" lang="en-US" altLang="ko-KR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0000600000000000000" pitchFamily="2" charset="-127"/>
              </a:endParaRPr>
            </a:p>
          </p:txBody>
        </p:sp>
        <p:sp>
          <p:nvSpPr>
            <p:cNvPr id="350" name="모서리가 둥근 직사각형 399">
              <a:extLst>
                <a:ext uri="{FF2B5EF4-FFF2-40B4-BE49-F238E27FC236}">
                  <a16:creationId xmlns:a16="http://schemas.microsoft.com/office/drawing/2014/main" id="{0C5B8F9A-AAF5-B68B-CE6B-7E72F49AFBB2}"/>
                </a:ext>
              </a:extLst>
            </p:cNvPr>
            <p:cNvSpPr/>
            <p:nvPr/>
          </p:nvSpPr>
          <p:spPr>
            <a:xfrm>
              <a:off x="1480771" y="2468489"/>
              <a:ext cx="370294" cy="80984"/>
            </a:xfrm>
            <a:prstGeom prst="roundRect">
              <a:avLst>
                <a:gd name="adj" fmla="val 0"/>
              </a:avLst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algn="ctr" defTabSz="1042988" eaLnBrk="0" latinLnBrk="0" hangingPunct="0">
                <a:lnSpc>
                  <a:spcPct val="110000"/>
                </a:lnSpc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0000600000000000000" pitchFamily="2" charset="-127"/>
                </a:rPr>
                <a:t>NAS</a:t>
              </a:r>
              <a:r>
                <a:rPr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0000600000000000000" pitchFamily="2" charset="-127"/>
                </a:rPr>
                <a:t> </a:t>
              </a:r>
              <a:r>
                <a: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0000600000000000000" pitchFamily="2" charset="-127"/>
                </a:rPr>
                <a:t>스토리지</a:t>
              </a:r>
              <a:endParaRPr kumimoji="0" lang="en-US" altLang="ko-KR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0000600000000000000" pitchFamily="2" charset="-127"/>
              </a:endParaRPr>
            </a:p>
          </p:txBody>
        </p:sp>
        <p:pic>
          <p:nvPicPr>
            <p:cNvPr id="351" name="Picture 68" descr="DD-tower-front-2left">
              <a:extLst>
                <a:ext uri="{FF2B5EF4-FFF2-40B4-BE49-F238E27FC236}">
                  <a16:creationId xmlns:a16="http://schemas.microsoft.com/office/drawing/2014/main" id="{F965FC14-9789-3ABD-477E-B5E92F5E29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prstClr val="black"/>
                <a:srgbClr val="D9C3A5">
                  <a:tint val="50000"/>
                  <a:satMod val="18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53704" y="2374036"/>
              <a:ext cx="92038" cy="992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52" name="Picture 68" descr="DD-tower-front-2left">
              <a:extLst>
                <a:ext uri="{FF2B5EF4-FFF2-40B4-BE49-F238E27FC236}">
                  <a16:creationId xmlns:a16="http://schemas.microsoft.com/office/drawing/2014/main" id="{2C2ECE66-0783-5F1E-2EA0-A10ED4D22F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prstClr val="black"/>
                <a:srgbClr val="D9C3A5">
                  <a:tint val="50000"/>
                  <a:satMod val="18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12459" y="2374036"/>
              <a:ext cx="92038" cy="992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3" name="직사각형 352">
              <a:extLst>
                <a:ext uri="{FF2B5EF4-FFF2-40B4-BE49-F238E27FC236}">
                  <a16:creationId xmlns:a16="http://schemas.microsoft.com/office/drawing/2014/main" id="{96A19F25-C996-B7C2-0540-410D3E69227A}"/>
                </a:ext>
              </a:extLst>
            </p:cNvPr>
            <p:cNvSpPr/>
            <p:nvPr/>
          </p:nvSpPr>
          <p:spPr>
            <a:xfrm>
              <a:off x="486229" y="2559841"/>
              <a:ext cx="1668067" cy="91226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endParaRPr lang="ko-KR" altLang="en-US" sz="1600" dirty="0"/>
            </a:p>
          </p:txBody>
        </p:sp>
        <p:cxnSp>
          <p:nvCxnSpPr>
            <p:cNvPr id="354" name="직선 연결선 1758">
              <a:extLst>
                <a:ext uri="{FF2B5EF4-FFF2-40B4-BE49-F238E27FC236}">
                  <a16:creationId xmlns:a16="http://schemas.microsoft.com/office/drawing/2014/main" id="{D23520FB-AE4D-125F-8585-8D0AC4676C71}"/>
                </a:ext>
              </a:extLst>
            </p:cNvPr>
            <p:cNvCxnSpPr/>
            <p:nvPr/>
          </p:nvCxnSpPr>
          <p:spPr>
            <a:xfrm>
              <a:off x="546044" y="3068245"/>
              <a:ext cx="1587372" cy="0"/>
            </a:xfrm>
            <a:prstGeom prst="line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75000"/>
                </a:schemeClr>
              </a:solidFill>
              <a:prstDash val="solid"/>
            </a:ln>
            <a:effectLst/>
          </p:spPr>
        </p:cxnSp>
        <p:sp>
          <p:nvSpPr>
            <p:cNvPr id="355" name="직사각형 354">
              <a:extLst>
                <a:ext uri="{FF2B5EF4-FFF2-40B4-BE49-F238E27FC236}">
                  <a16:creationId xmlns:a16="http://schemas.microsoft.com/office/drawing/2014/main" id="{E883A7C3-4C89-7B08-EE85-CA896F514147}"/>
                </a:ext>
              </a:extLst>
            </p:cNvPr>
            <p:cNvSpPr/>
            <p:nvPr/>
          </p:nvSpPr>
          <p:spPr>
            <a:xfrm>
              <a:off x="521252" y="2651689"/>
              <a:ext cx="177741" cy="399968"/>
            </a:xfrm>
            <a:prstGeom prst="rect">
              <a:avLst/>
            </a:prstGeom>
            <a:solidFill>
              <a:srgbClr val="EAECF1"/>
            </a:solidFill>
            <a:ln w="3175">
              <a:solidFill>
                <a:srgbClr val="98A1B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ko-KR" altLang="en-US" sz="7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운영</a:t>
              </a:r>
            </a:p>
          </p:txBody>
        </p:sp>
        <p:sp>
          <p:nvSpPr>
            <p:cNvPr id="356" name="직사각형 355">
              <a:extLst>
                <a:ext uri="{FF2B5EF4-FFF2-40B4-BE49-F238E27FC236}">
                  <a16:creationId xmlns:a16="http://schemas.microsoft.com/office/drawing/2014/main" id="{000A2EF2-76B8-45D5-0901-1D38CFA17B02}"/>
                </a:ext>
              </a:extLst>
            </p:cNvPr>
            <p:cNvSpPr/>
            <p:nvPr/>
          </p:nvSpPr>
          <p:spPr>
            <a:xfrm>
              <a:off x="521252" y="3087115"/>
              <a:ext cx="177741" cy="367869"/>
            </a:xfrm>
            <a:prstGeom prst="rect">
              <a:avLst/>
            </a:prstGeom>
            <a:solidFill>
              <a:srgbClr val="EAECF1"/>
            </a:solidFill>
            <a:ln w="3175">
              <a:solidFill>
                <a:srgbClr val="98A1B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ko-KR" altLang="en-US" sz="7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개발</a:t>
              </a:r>
            </a:p>
          </p:txBody>
        </p:sp>
        <p:sp>
          <p:nvSpPr>
            <p:cNvPr id="357" name="모서리가 둥근 직사각형 399">
              <a:extLst>
                <a:ext uri="{FF2B5EF4-FFF2-40B4-BE49-F238E27FC236}">
                  <a16:creationId xmlns:a16="http://schemas.microsoft.com/office/drawing/2014/main" id="{04B0395F-9375-D55C-3667-01371EC03987}"/>
                </a:ext>
              </a:extLst>
            </p:cNvPr>
            <p:cNvSpPr/>
            <p:nvPr/>
          </p:nvSpPr>
          <p:spPr>
            <a:xfrm>
              <a:off x="721126" y="2934141"/>
              <a:ext cx="224420" cy="165623"/>
            </a:xfrm>
            <a:prstGeom prst="roundRect">
              <a:avLst>
                <a:gd name="adj" fmla="val 0"/>
              </a:avLst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algn="ctr" defTabSz="1042988" eaLnBrk="0" latinLnBrk="0" hangingPunct="0">
                <a:lnSpc>
                  <a:spcPct val="110000"/>
                </a:lnSpc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0000600000000000000" pitchFamily="2" charset="-127"/>
                </a:rPr>
                <a:t>DW</a:t>
              </a:r>
            </a:p>
            <a:p>
              <a:pPr algn="ctr" defTabSz="1042988" eaLnBrk="0" latinLnBrk="0" hangingPunct="0">
                <a:lnSpc>
                  <a:spcPct val="110000"/>
                </a:lnSpc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0000600000000000000" pitchFamily="2" charset="-127"/>
                </a:rPr>
                <a:t>스토리지</a:t>
              </a:r>
              <a:endParaRPr kumimoji="0" lang="en-US" altLang="ko-KR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0000600000000000000" pitchFamily="2" charset="-127"/>
              </a:endParaRPr>
            </a:p>
          </p:txBody>
        </p:sp>
        <p:pic>
          <p:nvPicPr>
            <p:cNvPr id="358" name="Picture 68" descr="DD-tower-front-2left">
              <a:extLst>
                <a:ext uri="{FF2B5EF4-FFF2-40B4-BE49-F238E27FC236}">
                  <a16:creationId xmlns:a16="http://schemas.microsoft.com/office/drawing/2014/main" id="{7481FEB1-0658-2A86-AD9B-94C4DE190A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prstClr val="black"/>
                <a:srgbClr val="D9C3A5">
                  <a:tint val="50000"/>
                  <a:satMod val="18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9941" y="2874207"/>
              <a:ext cx="92038" cy="992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59" name="Picture 68" descr="DD-tower-front-2left">
              <a:extLst>
                <a:ext uri="{FF2B5EF4-FFF2-40B4-BE49-F238E27FC236}">
                  <a16:creationId xmlns:a16="http://schemas.microsoft.com/office/drawing/2014/main" id="{D993A253-0969-15AA-DA83-B8F0C7490B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prstClr val="black"/>
                <a:srgbClr val="D9C3A5">
                  <a:tint val="50000"/>
                  <a:satMod val="18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5097" y="2874207"/>
              <a:ext cx="92038" cy="992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0" name="모서리가 둥근 직사각형 432">
              <a:extLst>
                <a:ext uri="{FF2B5EF4-FFF2-40B4-BE49-F238E27FC236}">
                  <a16:creationId xmlns:a16="http://schemas.microsoft.com/office/drawing/2014/main" id="{D76B8584-37EB-428B-20B2-C3CD1F1D7B8D}"/>
                </a:ext>
              </a:extLst>
            </p:cNvPr>
            <p:cNvSpPr/>
            <p:nvPr/>
          </p:nvSpPr>
          <p:spPr>
            <a:xfrm>
              <a:off x="967570" y="2978502"/>
              <a:ext cx="224420" cy="153888"/>
            </a:xfrm>
            <a:prstGeom prst="roundRect">
              <a:avLst>
                <a:gd name="adj" fmla="val 0"/>
              </a:avLst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t">
              <a:spAutoFit/>
            </a:bodyPr>
            <a:lstStyle/>
            <a:p>
              <a:pPr algn="ctr" defTabSz="1042988" eaLnBrk="0" latin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0000600000000000000" pitchFamily="2" charset="-127"/>
                </a:rPr>
                <a:t>모니터링</a:t>
              </a:r>
              <a:endParaRPr kumimoji="0" lang="en-US" altLang="ko-KR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0000600000000000000" pitchFamily="2" charset="-127"/>
              </a:endParaRPr>
            </a:p>
            <a:p>
              <a:pPr algn="ctr" defTabSz="1042988" eaLnBrk="0" latin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0000600000000000000" pitchFamily="2" charset="-127"/>
                </a:rPr>
                <a:t>서버</a:t>
              </a:r>
              <a:endParaRPr kumimoji="0" lang="en-US" altLang="ko-KR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0000600000000000000" pitchFamily="2" charset="-127"/>
              </a:endParaRPr>
            </a:p>
          </p:txBody>
        </p:sp>
        <p:sp>
          <p:nvSpPr>
            <p:cNvPr id="361" name="모서리가 둥근 직사각형 432">
              <a:extLst>
                <a:ext uri="{FF2B5EF4-FFF2-40B4-BE49-F238E27FC236}">
                  <a16:creationId xmlns:a16="http://schemas.microsoft.com/office/drawing/2014/main" id="{57EFBCAB-D537-0B10-33DF-FC8EE19E5EAD}"/>
                </a:ext>
              </a:extLst>
            </p:cNvPr>
            <p:cNvSpPr/>
            <p:nvPr/>
          </p:nvSpPr>
          <p:spPr>
            <a:xfrm>
              <a:off x="787750" y="3205871"/>
              <a:ext cx="729367" cy="76944"/>
            </a:xfrm>
            <a:prstGeom prst="roundRect">
              <a:avLst>
                <a:gd name="adj" fmla="val 0"/>
              </a:avLst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t">
              <a:spAutoFit/>
            </a:bodyPr>
            <a:lstStyle/>
            <a:p>
              <a:pPr algn="ctr" defTabSz="1042988" eaLnBrk="0" latin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0000600000000000000" pitchFamily="2" charset="-127"/>
                </a:rPr>
                <a:t>Kafka Cluster/</a:t>
              </a:r>
              <a:r>
                <a: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0000600000000000000" pitchFamily="2" charset="-127"/>
                </a:rPr>
                <a:t>수집기 서버 </a:t>
              </a:r>
              <a:endParaRPr kumimoji="0" lang="en-US" altLang="ko-KR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0000600000000000000" pitchFamily="2" charset="-127"/>
              </a:endParaRPr>
            </a:p>
          </p:txBody>
        </p:sp>
        <p:sp>
          <p:nvSpPr>
            <p:cNvPr id="362" name="모서리가 둥근 직사각형 432">
              <a:extLst>
                <a:ext uri="{FF2B5EF4-FFF2-40B4-BE49-F238E27FC236}">
                  <a16:creationId xmlns:a16="http://schemas.microsoft.com/office/drawing/2014/main" id="{48752319-9650-0456-B777-CEB4752F6309}"/>
                </a:ext>
              </a:extLst>
            </p:cNvPr>
            <p:cNvSpPr/>
            <p:nvPr/>
          </p:nvSpPr>
          <p:spPr>
            <a:xfrm>
              <a:off x="730066" y="2766124"/>
              <a:ext cx="386405" cy="76944"/>
            </a:xfrm>
            <a:prstGeom prst="roundRect">
              <a:avLst>
                <a:gd name="adj" fmla="val 0"/>
              </a:avLst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t">
              <a:spAutoFit/>
            </a:bodyPr>
            <a:lstStyle/>
            <a:p>
              <a:pPr algn="ctr" defTabSz="1042988" eaLnBrk="0" latin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0000600000000000000" pitchFamily="2" charset="-127"/>
                </a:rPr>
                <a:t>Kafka Cluster</a:t>
              </a:r>
            </a:p>
          </p:txBody>
        </p:sp>
        <p:sp>
          <p:nvSpPr>
            <p:cNvPr id="363" name="모서리가 둥근 직사각형 432">
              <a:extLst>
                <a:ext uri="{FF2B5EF4-FFF2-40B4-BE49-F238E27FC236}">
                  <a16:creationId xmlns:a16="http://schemas.microsoft.com/office/drawing/2014/main" id="{5C42B0CB-A8CA-6D21-E255-19C91AD2075E}"/>
                </a:ext>
              </a:extLst>
            </p:cNvPr>
            <p:cNvSpPr/>
            <p:nvPr/>
          </p:nvSpPr>
          <p:spPr>
            <a:xfrm>
              <a:off x="1151539" y="2766888"/>
              <a:ext cx="247388" cy="153888"/>
            </a:xfrm>
            <a:prstGeom prst="roundRect">
              <a:avLst>
                <a:gd name="adj" fmla="val 0"/>
              </a:avLst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t">
              <a:spAutoFit/>
            </a:bodyPr>
            <a:lstStyle/>
            <a:p>
              <a:pPr algn="ctr" defTabSz="1042988" eaLnBrk="0" latin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0000600000000000000" pitchFamily="2" charset="-127"/>
                </a:rPr>
                <a:t>신규수집기</a:t>
              </a:r>
              <a:endParaRPr kumimoji="0" lang="en-US" altLang="ko-KR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0000600000000000000" pitchFamily="2" charset="-127"/>
              </a:endParaRPr>
            </a:p>
          </p:txBody>
        </p:sp>
        <p:sp>
          <p:nvSpPr>
            <p:cNvPr id="364" name="모서리가 둥근 직사각형 432">
              <a:extLst>
                <a:ext uri="{FF2B5EF4-FFF2-40B4-BE49-F238E27FC236}">
                  <a16:creationId xmlns:a16="http://schemas.microsoft.com/office/drawing/2014/main" id="{89C06C37-25AD-F042-494A-7D9572102389}"/>
                </a:ext>
              </a:extLst>
            </p:cNvPr>
            <p:cNvSpPr/>
            <p:nvPr/>
          </p:nvSpPr>
          <p:spPr>
            <a:xfrm>
              <a:off x="1146438" y="2973927"/>
              <a:ext cx="423297" cy="153888"/>
            </a:xfrm>
            <a:prstGeom prst="roundRect">
              <a:avLst>
                <a:gd name="adj" fmla="val 0"/>
              </a:avLst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t">
              <a:spAutoFit/>
            </a:bodyPr>
            <a:lstStyle/>
            <a:p>
              <a:pPr algn="ctr" defTabSz="1042988" eaLnBrk="0" latin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0000600000000000000" pitchFamily="2" charset="-127"/>
                </a:rPr>
                <a:t>데이터</a:t>
              </a:r>
              <a:endParaRPr kumimoji="0" lang="en-US" altLang="ko-KR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0000600000000000000" pitchFamily="2" charset="-127"/>
              </a:endParaRPr>
            </a:p>
            <a:p>
              <a:pPr algn="ctr" defTabSz="1042988" eaLnBrk="0" latin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kumimoji="0" lang="ko-KR" altLang="en-US" sz="5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0000600000000000000" pitchFamily="2" charset="-127"/>
                </a:rPr>
                <a:t>전처리</a:t>
              </a:r>
              <a:endParaRPr kumimoji="0" lang="en-US" altLang="ko-KR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0000600000000000000" pitchFamily="2" charset="-127"/>
              </a:endParaRPr>
            </a:p>
          </p:txBody>
        </p:sp>
        <p:sp>
          <p:nvSpPr>
            <p:cNvPr id="365" name="모서리가 둥근 직사각형 432">
              <a:extLst>
                <a:ext uri="{FF2B5EF4-FFF2-40B4-BE49-F238E27FC236}">
                  <a16:creationId xmlns:a16="http://schemas.microsoft.com/office/drawing/2014/main" id="{802C8443-DF33-99B7-7DF8-5FDDD241068E}"/>
                </a:ext>
              </a:extLst>
            </p:cNvPr>
            <p:cNvSpPr/>
            <p:nvPr/>
          </p:nvSpPr>
          <p:spPr>
            <a:xfrm>
              <a:off x="1726581" y="2765312"/>
              <a:ext cx="517383" cy="76944"/>
            </a:xfrm>
            <a:prstGeom prst="roundRect">
              <a:avLst>
                <a:gd name="adj" fmla="val 0"/>
              </a:avLst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t">
              <a:spAutoFit/>
            </a:bodyPr>
            <a:lstStyle/>
            <a:p>
              <a:pPr algn="ctr" defTabSz="1042988" eaLnBrk="0" latin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0000600000000000000" pitchFamily="2" charset="-127"/>
                </a:rPr>
                <a:t>첨부파일서버</a:t>
              </a:r>
              <a:endParaRPr kumimoji="0" lang="en-US" altLang="ko-KR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0000600000000000000" pitchFamily="2" charset="-127"/>
              </a:endParaRPr>
            </a:p>
          </p:txBody>
        </p:sp>
        <p:sp>
          <p:nvSpPr>
            <p:cNvPr id="366" name="모서리가 둥근 직사각형 432">
              <a:extLst>
                <a:ext uri="{FF2B5EF4-FFF2-40B4-BE49-F238E27FC236}">
                  <a16:creationId xmlns:a16="http://schemas.microsoft.com/office/drawing/2014/main" id="{96593CA0-CC0A-D118-ED32-415CDE8BD1D7}"/>
                </a:ext>
              </a:extLst>
            </p:cNvPr>
            <p:cNvSpPr/>
            <p:nvPr/>
          </p:nvSpPr>
          <p:spPr>
            <a:xfrm>
              <a:off x="1419075" y="2765648"/>
              <a:ext cx="369759" cy="230832"/>
            </a:xfrm>
            <a:prstGeom prst="roundRect">
              <a:avLst>
                <a:gd name="adj" fmla="val 0"/>
              </a:avLst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t">
              <a:spAutoFit/>
            </a:bodyPr>
            <a:lstStyle/>
            <a:p>
              <a:pPr algn="ctr" defTabSz="1042988" eaLnBrk="0" latin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kumimoji="0" lang="ko-KR" altLang="en-US" sz="5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0000600000000000000" pitchFamily="2" charset="-127"/>
                </a:rPr>
                <a:t>데이터레이크</a:t>
              </a:r>
              <a:endParaRPr kumimoji="0" lang="en-US" altLang="ko-KR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0000600000000000000" pitchFamily="2" charset="-127"/>
              </a:endParaRPr>
            </a:p>
            <a:p>
              <a:pPr algn="ctr" defTabSz="1042988" eaLnBrk="0" latin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0000600000000000000" pitchFamily="2" charset="-127"/>
                </a:rPr>
                <a:t>Compute Node</a:t>
              </a:r>
            </a:p>
          </p:txBody>
        </p:sp>
        <p:sp>
          <p:nvSpPr>
            <p:cNvPr id="367" name="모서리가 둥근 직사각형 399">
              <a:extLst>
                <a:ext uri="{FF2B5EF4-FFF2-40B4-BE49-F238E27FC236}">
                  <a16:creationId xmlns:a16="http://schemas.microsoft.com/office/drawing/2014/main" id="{F0A0751F-8D40-E125-E92E-FE7D62AF9685}"/>
                </a:ext>
              </a:extLst>
            </p:cNvPr>
            <p:cNvSpPr/>
            <p:nvPr/>
          </p:nvSpPr>
          <p:spPr>
            <a:xfrm>
              <a:off x="1590434" y="2934132"/>
              <a:ext cx="238847" cy="165623"/>
            </a:xfrm>
            <a:prstGeom prst="roundRect">
              <a:avLst>
                <a:gd name="adj" fmla="val 0"/>
              </a:avLst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algn="ctr" defTabSz="1042988" eaLnBrk="0" latinLnBrk="0" hangingPunct="0">
                <a:lnSpc>
                  <a:spcPct val="110000"/>
                </a:lnSpc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0000600000000000000" pitchFamily="2" charset="-127"/>
                </a:rPr>
                <a:t>통합</a:t>
              </a:r>
              <a:r>
                <a:rPr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0000600000000000000" pitchFamily="2" charset="-127"/>
                </a:rPr>
                <a:t>SAN</a:t>
              </a:r>
            </a:p>
            <a:p>
              <a:pPr algn="ctr" defTabSz="1042988" eaLnBrk="0" latinLnBrk="0" hangingPunct="0">
                <a:lnSpc>
                  <a:spcPct val="110000"/>
                </a:lnSpc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0000600000000000000" pitchFamily="2" charset="-127"/>
                </a:rPr>
                <a:t>/NAS</a:t>
              </a:r>
              <a:endParaRPr kumimoji="0" lang="en-US" altLang="ko-KR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0000600000000000000" pitchFamily="2" charset="-127"/>
              </a:endParaRPr>
            </a:p>
          </p:txBody>
        </p:sp>
        <p:pic>
          <p:nvPicPr>
            <p:cNvPr id="368" name="Picture 68" descr="DD-tower-front-2left">
              <a:extLst>
                <a:ext uri="{FF2B5EF4-FFF2-40B4-BE49-F238E27FC236}">
                  <a16:creationId xmlns:a16="http://schemas.microsoft.com/office/drawing/2014/main" id="{EEE5C70B-B502-4A4C-017E-BE1CEE9BA0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prstClr val="black"/>
                <a:srgbClr val="D9C3A5">
                  <a:tint val="50000"/>
                  <a:satMod val="18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40878" y="2873221"/>
              <a:ext cx="92038" cy="992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69" name="Picture 55" descr="miniRS162-E4 3D">
              <a:extLst>
                <a:ext uri="{FF2B5EF4-FFF2-40B4-BE49-F238E27FC236}">
                  <a16:creationId xmlns:a16="http://schemas.microsoft.com/office/drawing/2014/main" id="{887A9301-B370-36C4-5E5E-C241549294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702" t="8876" r="2702" b="9431"/>
            <a:stretch>
              <a:fillRect/>
            </a:stretch>
          </p:blipFill>
          <p:spPr bwMode="auto">
            <a:xfrm>
              <a:off x="1860992" y="2854489"/>
              <a:ext cx="271810" cy="495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70" name="Picture 55" descr="miniRS162-E4 3D">
              <a:extLst>
                <a:ext uri="{FF2B5EF4-FFF2-40B4-BE49-F238E27FC236}">
                  <a16:creationId xmlns:a16="http://schemas.microsoft.com/office/drawing/2014/main" id="{94D51999-78FD-82BA-5308-640BC2CAED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702" t="8876" r="2702" b="9431"/>
            <a:stretch>
              <a:fillRect/>
            </a:stretch>
          </p:blipFill>
          <p:spPr bwMode="auto">
            <a:xfrm>
              <a:off x="1860992" y="2827191"/>
              <a:ext cx="271810" cy="495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71" name="TextBox 370">
              <a:extLst>
                <a:ext uri="{FF2B5EF4-FFF2-40B4-BE49-F238E27FC236}">
                  <a16:creationId xmlns:a16="http://schemas.microsoft.com/office/drawing/2014/main" id="{B713D816-DC67-F71F-F008-53EFBC58E56F}"/>
                </a:ext>
              </a:extLst>
            </p:cNvPr>
            <p:cNvSpPr txBox="1"/>
            <p:nvPr/>
          </p:nvSpPr>
          <p:spPr>
            <a:xfrm>
              <a:off x="1843299" y="2901173"/>
              <a:ext cx="294953" cy="769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algn="ctr">
                <a:defRPr sz="700">
                  <a:latin typeface="KoPub돋움체 Medium" panose="02020603020101020101" pitchFamily="18" charset="-127"/>
                  <a:ea typeface="KoPub돋움체 Medium" panose="02020603020101020101" pitchFamily="18" charset="-127"/>
                </a:defRPr>
              </a:lvl1pPr>
            </a:lstStyle>
            <a:p>
              <a:pPr latinLnBrk="0"/>
              <a:r>
                <a:rPr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</a:rPr>
                <a:t>SAN</a:t>
              </a:r>
              <a:r>
                <a:rPr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</a:rPr>
                <a:t>스위치</a:t>
              </a:r>
            </a:p>
          </p:txBody>
        </p:sp>
        <p:pic>
          <p:nvPicPr>
            <p:cNvPr id="372" name="Picture 55" descr="miniRS162-E4 3D">
              <a:extLst>
                <a:ext uri="{FF2B5EF4-FFF2-40B4-BE49-F238E27FC236}">
                  <a16:creationId xmlns:a16="http://schemas.microsoft.com/office/drawing/2014/main" id="{FB3F27D8-9C32-9DE7-5634-270A6D900E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702" t="8876" r="2702" b="9431"/>
            <a:stretch>
              <a:fillRect/>
            </a:stretch>
          </p:blipFill>
          <p:spPr bwMode="auto">
            <a:xfrm>
              <a:off x="1866482" y="2967859"/>
              <a:ext cx="271810" cy="495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73" name="Picture 55" descr="miniRS162-E4 3D">
              <a:extLst>
                <a:ext uri="{FF2B5EF4-FFF2-40B4-BE49-F238E27FC236}">
                  <a16:creationId xmlns:a16="http://schemas.microsoft.com/office/drawing/2014/main" id="{B5E3DAD0-1842-C00C-828B-C5C1B85F09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702" t="8876" r="2702" b="9431"/>
            <a:stretch>
              <a:fillRect/>
            </a:stretch>
          </p:blipFill>
          <p:spPr bwMode="auto">
            <a:xfrm>
              <a:off x="1866482" y="2940561"/>
              <a:ext cx="271810" cy="495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74" name="TextBox 373">
              <a:extLst>
                <a:ext uri="{FF2B5EF4-FFF2-40B4-BE49-F238E27FC236}">
                  <a16:creationId xmlns:a16="http://schemas.microsoft.com/office/drawing/2014/main" id="{36B695F5-8718-D479-7D4C-D1F37B7C9F1C}"/>
                </a:ext>
              </a:extLst>
            </p:cNvPr>
            <p:cNvSpPr txBox="1"/>
            <p:nvPr/>
          </p:nvSpPr>
          <p:spPr>
            <a:xfrm>
              <a:off x="1848789" y="3026245"/>
              <a:ext cx="294953" cy="769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algn="ctr">
                <a:defRPr sz="700">
                  <a:latin typeface="KoPub돋움체 Medium" panose="02020603020101020101" pitchFamily="18" charset="-127"/>
                  <a:ea typeface="KoPub돋움체 Medium" panose="02020603020101020101" pitchFamily="18" charset="-127"/>
                </a:defRPr>
              </a:lvl1pPr>
            </a:lstStyle>
            <a:p>
              <a:pPr latinLnBrk="0"/>
              <a:r>
                <a:rPr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</a:rPr>
                <a:t>NAS</a:t>
              </a:r>
              <a:r>
                <a:rPr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</a:rPr>
                <a:t>스위치</a:t>
              </a:r>
            </a:p>
          </p:txBody>
        </p:sp>
        <p:sp>
          <p:nvSpPr>
            <p:cNvPr id="375" name="모서리가 둥근 직사각형 70">
              <a:extLst>
                <a:ext uri="{FF2B5EF4-FFF2-40B4-BE49-F238E27FC236}">
                  <a16:creationId xmlns:a16="http://schemas.microsoft.com/office/drawing/2014/main" id="{E4EFB4B1-1731-4F03-4E6E-E8C40A7544C3}"/>
                </a:ext>
              </a:extLst>
            </p:cNvPr>
            <p:cNvSpPr/>
            <p:nvPr/>
          </p:nvSpPr>
          <p:spPr bwMode="auto">
            <a:xfrm flipV="1">
              <a:off x="2754937" y="2401970"/>
              <a:ext cx="1388760" cy="249719"/>
            </a:xfrm>
            <a:prstGeom prst="rect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none" w="sm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0" tIns="0" rIns="0" bIns="0" anchor="ctr"/>
            <a:lstStyle/>
            <a:p>
              <a:endParaRPr lang="ko-KR" altLang="en-US" sz="1400" dirty="0">
                <a:ea typeface="KoPub돋움체 Medium" pitchFamily="50" charset="-127"/>
                <a:sym typeface="KoPub돋움체 Medium" pitchFamily="2" charset="2"/>
              </a:endParaRPr>
            </a:p>
          </p:txBody>
        </p:sp>
        <p:sp>
          <p:nvSpPr>
            <p:cNvPr id="376" name="모서리가 둥근 직사각형 70">
              <a:extLst>
                <a:ext uri="{FF2B5EF4-FFF2-40B4-BE49-F238E27FC236}">
                  <a16:creationId xmlns:a16="http://schemas.microsoft.com/office/drawing/2014/main" id="{E4224809-83CF-E699-22F3-4F50527B219B}"/>
                </a:ext>
              </a:extLst>
            </p:cNvPr>
            <p:cNvSpPr/>
            <p:nvPr/>
          </p:nvSpPr>
          <p:spPr bwMode="auto">
            <a:xfrm flipV="1">
              <a:off x="4381829" y="2396765"/>
              <a:ext cx="1809895" cy="246147"/>
            </a:xfrm>
            <a:prstGeom prst="rect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none" w="sm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0" tIns="0" rIns="0" bIns="0" anchor="ctr"/>
            <a:lstStyle/>
            <a:p>
              <a:endParaRPr lang="ko-KR" altLang="en-US" sz="1400" dirty="0">
                <a:ea typeface="KoPub돋움체 Medium" pitchFamily="50" charset="-127"/>
                <a:sym typeface="KoPub돋움체 Medium" pitchFamily="2" charset="2"/>
              </a:endParaRPr>
            </a:p>
          </p:txBody>
        </p:sp>
        <p:sp>
          <p:nvSpPr>
            <p:cNvPr id="377" name="모서리가 둥근 직사각형 70">
              <a:extLst>
                <a:ext uri="{FF2B5EF4-FFF2-40B4-BE49-F238E27FC236}">
                  <a16:creationId xmlns:a16="http://schemas.microsoft.com/office/drawing/2014/main" id="{2F42069A-9486-7788-986C-43ACEACB193F}"/>
                </a:ext>
              </a:extLst>
            </p:cNvPr>
            <p:cNvSpPr/>
            <p:nvPr/>
          </p:nvSpPr>
          <p:spPr bwMode="auto">
            <a:xfrm flipV="1">
              <a:off x="2972410" y="2759308"/>
              <a:ext cx="3102804" cy="286907"/>
            </a:xfrm>
            <a:prstGeom prst="rect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none" w="sm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0" tIns="0" rIns="0" bIns="0" anchor="ctr"/>
            <a:lstStyle/>
            <a:p>
              <a:endParaRPr lang="ko-KR" altLang="en-US" sz="1400" dirty="0">
                <a:ea typeface="KoPub돋움체 Medium" pitchFamily="50" charset="-127"/>
                <a:sym typeface="KoPub돋움체 Medium" pitchFamily="2" charset="2"/>
              </a:endParaRPr>
            </a:p>
          </p:txBody>
        </p:sp>
        <p:grpSp>
          <p:nvGrpSpPr>
            <p:cNvPr id="378" name="그룹 377">
              <a:extLst>
                <a:ext uri="{FF2B5EF4-FFF2-40B4-BE49-F238E27FC236}">
                  <a16:creationId xmlns:a16="http://schemas.microsoft.com/office/drawing/2014/main" id="{A80BEEBD-90A3-8893-66B4-5FDAF0275373}"/>
                </a:ext>
              </a:extLst>
            </p:cNvPr>
            <p:cNvGrpSpPr/>
            <p:nvPr/>
          </p:nvGrpSpPr>
          <p:grpSpPr>
            <a:xfrm>
              <a:off x="3071951" y="2802835"/>
              <a:ext cx="2967274" cy="227463"/>
              <a:chOff x="3415483" y="4288280"/>
              <a:chExt cx="4037688" cy="493692"/>
            </a:xfrm>
          </p:grpSpPr>
          <p:grpSp>
            <p:nvGrpSpPr>
              <p:cNvPr id="379" name="그룹 378">
                <a:extLst>
                  <a:ext uri="{FF2B5EF4-FFF2-40B4-BE49-F238E27FC236}">
                    <a16:creationId xmlns:a16="http://schemas.microsoft.com/office/drawing/2014/main" id="{AF8658FE-0150-CC5B-6075-D70136F1DAB9}"/>
                  </a:ext>
                </a:extLst>
              </p:cNvPr>
              <p:cNvGrpSpPr/>
              <p:nvPr/>
            </p:nvGrpSpPr>
            <p:grpSpPr>
              <a:xfrm>
                <a:off x="3415483" y="4288280"/>
                <a:ext cx="4035464" cy="228154"/>
                <a:chOff x="3417707" y="4553818"/>
                <a:chExt cx="4035464" cy="228154"/>
              </a:xfrm>
            </p:grpSpPr>
            <p:sp>
              <p:nvSpPr>
                <p:cNvPr id="390" name="직사각형 166">
                  <a:extLst>
                    <a:ext uri="{FF2B5EF4-FFF2-40B4-BE49-F238E27FC236}">
                      <a16:creationId xmlns:a16="http://schemas.microsoft.com/office/drawing/2014/main" id="{89DAA076-0A55-741C-D374-FE0BFCB72AED}"/>
                    </a:ext>
                  </a:extLst>
                </p:cNvPr>
                <p:cNvSpPr/>
                <p:nvPr/>
              </p:nvSpPr>
              <p:spPr bwMode="auto">
                <a:xfrm>
                  <a:off x="3417707" y="4553818"/>
                  <a:ext cx="217532" cy="228154"/>
                </a:xfrm>
                <a:prstGeom prst="roundRect">
                  <a:avLst>
                    <a:gd name="adj" fmla="val 9838"/>
                  </a:avLst>
                </a:prstGeom>
                <a:solidFill>
                  <a:schemeClr val="bg1">
                    <a:lumMod val="85000"/>
                  </a:schemeClr>
                </a:solidFill>
                <a:ln w="6350">
                  <a:solidFill>
                    <a:schemeClr val="bg1">
                      <a:lumMod val="65000"/>
                    </a:schemeClr>
                  </a:solidFill>
                  <a:prstDash val="sysDash"/>
                  <a:miter lim="800000"/>
                  <a:headEnd/>
                  <a:tailEnd/>
                </a:ln>
                <a:effectLst/>
              </p:spPr>
              <p:txBody>
                <a:bodyPr wrap="square" lIns="0" tIns="0" rIns="0" bIns="0" anchor="ctr"/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r>
                    <a:rPr kumimoji="0" lang="en-US" altLang="ko-KR" sz="5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ea typeface="KoPub돋움체 Medium" panose="02020603020101020101" pitchFamily="18" charset="-127"/>
                    </a:rPr>
                    <a:t>API</a:t>
                  </a:r>
                </a:p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r>
                    <a:rPr kumimoji="0" lang="en-US" altLang="ko-KR" sz="5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ea typeface="KoPub돋움체 Medium" panose="02020603020101020101" pitchFamily="18" charset="-127"/>
                    </a:rPr>
                    <a:t>GW</a:t>
                  </a:r>
                  <a:endPara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endParaRPr>
                </a:p>
              </p:txBody>
            </p:sp>
            <p:sp>
              <p:nvSpPr>
                <p:cNvPr id="391" name="직사각형 166">
                  <a:extLst>
                    <a:ext uri="{FF2B5EF4-FFF2-40B4-BE49-F238E27FC236}">
                      <a16:creationId xmlns:a16="http://schemas.microsoft.com/office/drawing/2014/main" id="{CCF8E519-3AE6-FC41-CFAA-865085FDFA3A}"/>
                    </a:ext>
                  </a:extLst>
                </p:cNvPr>
                <p:cNvSpPr/>
                <p:nvPr/>
              </p:nvSpPr>
              <p:spPr bwMode="auto">
                <a:xfrm>
                  <a:off x="3894948" y="4553818"/>
                  <a:ext cx="217532" cy="228154"/>
                </a:xfrm>
                <a:prstGeom prst="roundRect">
                  <a:avLst>
                    <a:gd name="adj" fmla="val 9838"/>
                  </a:avLst>
                </a:prstGeom>
                <a:solidFill>
                  <a:schemeClr val="bg1">
                    <a:lumMod val="85000"/>
                  </a:schemeClr>
                </a:solidFill>
                <a:ln w="6350">
                  <a:solidFill>
                    <a:schemeClr val="bg1">
                      <a:lumMod val="65000"/>
                    </a:schemeClr>
                  </a:solidFill>
                  <a:prstDash val="sysDash"/>
                  <a:miter lim="800000"/>
                  <a:headEnd/>
                  <a:tailEnd/>
                </a:ln>
                <a:effectLst/>
              </p:spPr>
              <p:txBody>
                <a:bodyPr wrap="square" lIns="0" tIns="0" rIns="0" bIns="0" anchor="ctr"/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r>
                    <a:rPr kumimoji="0" lang="ko-KR" altLang="en-US" sz="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ea typeface="KoPub돋움체 Medium" panose="02020603020101020101" pitchFamily="18" charset="-127"/>
                    </a:rPr>
                    <a:t>플랫폼</a:t>
                  </a:r>
                  <a:endParaRPr kumimoji="0" lang="en-US" altLang="ko-KR" sz="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endParaRPr>
                </a:p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r>
                    <a:rPr kumimoji="0" lang="en-US" altLang="ko-KR" sz="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ea typeface="KoPub돋움체 Medium" panose="02020603020101020101" pitchFamily="18" charset="-127"/>
                    </a:rPr>
                    <a:t>Portal</a:t>
                  </a:r>
                  <a:endParaRPr kumimoji="0" lang="ko-KR" altLang="en-US" sz="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endParaRPr>
                </a:p>
              </p:txBody>
            </p:sp>
            <p:sp>
              <p:nvSpPr>
                <p:cNvPr id="392" name="직사각형 166">
                  <a:extLst>
                    <a:ext uri="{FF2B5EF4-FFF2-40B4-BE49-F238E27FC236}">
                      <a16:creationId xmlns:a16="http://schemas.microsoft.com/office/drawing/2014/main" id="{7D1B359F-3BDA-07AF-6C51-7F592700396A}"/>
                    </a:ext>
                  </a:extLst>
                </p:cNvPr>
                <p:cNvSpPr/>
                <p:nvPr/>
              </p:nvSpPr>
              <p:spPr bwMode="auto">
                <a:xfrm>
                  <a:off x="4372189" y="4553818"/>
                  <a:ext cx="217532" cy="228154"/>
                </a:xfrm>
                <a:prstGeom prst="roundRect">
                  <a:avLst>
                    <a:gd name="adj" fmla="val 9838"/>
                  </a:avLst>
                </a:prstGeom>
                <a:solidFill>
                  <a:schemeClr val="bg1">
                    <a:lumMod val="85000"/>
                  </a:schemeClr>
                </a:solidFill>
                <a:ln w="6350">
                  <a:solidFill>
                    <a:schemeClr val="bg1">
                      <a:lumMod val="65000"/>
                    </a:schemeClr>
                  </a:solidFill>
                  <a:prstDash val="sysDash"/>
                  <a:miter lim="800000"/>
                  <a:headEnd/>
                  <a:tailEnd/>
                </a:ln>
                <a:effectLst/>
              </p:spPr>
              <p:txBody>
                <a:bodyPr wrap="square" lIns="0" tIns="0" rIns="0" bIns="0" anchor="ctr"/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r>
                    <a:rPr kumimoji="0" lang="en-US" altLang="ko-KR" sz="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ea typeface="KoPub돋움체 Medium" panose="02020603020101020101" pitchFamily="18" charset="-127"/>
                    </a:rPr>
                    <a:t>AI</a:t>
                  </a:r>
                </a:p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r>
                    <a:rPr kumimoji="0" lang="en-US" altLang="ko-KR" sz="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ea typeface="KoPub돋움체 Medium" panose="02020603020101020101" pitchFamily="18" charset="-127"/>
                    </a:rPr>
                    <a:t>Agent</a:t>
                  </a:r>
                  <a:endParaRPr kumimoji="0" lang="ko-KR" altLang="en-US" sz="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endParaRPr>
                </a:p>
              </p:txBody>
            </p:sp>
            <p:sp>
              <p:nvSpPr>
                <p:cNvPr id="393" name="직사각형 166">
                  <a:extLst>
                    <a:ext uri="{FF2B5EF4-FFF2-40B4-BE49-F238E27FC236}">
                      <a16:creationId xmlns:a16="http://schemas.microsoft.com/office/drawing/2014/main" id="{667357B0-C38A-085D-14C3-74D6FC0C0CDB}"/>
                    </a:ext>
                  </a:extLst>
                </p:cNvPr>
                <p:cNvSpPr/>
                <p:nvPr/>
              </p:nvSpPr>
              <p:spPr bwMode="auto">
                <a:xfrm>
                  <a:off x="4849430" y="4553818"/>
                  <a:ext cx="217532" cy="228154"/>
                </a:xfrm>
                <a:prstGeom prst="roundRect">
                  <a:avLst>
                    <a:gd name="adj" fmla="val 9838"/>
                  </a:avLst>
                </a:prstGeom>
                <a:solidFill>
                  <a:schemeClr val="bg1">
                    <a:lumMod val="85000"/>
                  </a:schemeClr>
                </a:solidFill>
                <a:ln w="6350">
                  <a:solidFill>
                    <a:schemeClr val="bg1">
                      <a:lumMod val="65000"/>
                    </a:schemeClr>
                  </a:solidFill>
                  <a:prstDash val="sysDash"/>
                  <a:miter lim="800000"/>
                  <a:headEnd/>
                  <a:tailEnd/>
                </a:ln>
                <a:effectLst/>
              </p:spPr>
              <p:txBody>
                <a:bodyPr wrap="square" lIns="0" tIns="0" rIns="0" bIns="0" anchor="ctr"/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r>
                    <a:rPr kumimoji="0" lang="en-US" altLang="ko-KR" sz="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ea typeface="KoPub돋움체 Medium" panose="02020603020101020101" pitchFamily="18" charset="-127"/>
                    </a:rPr>
                    <a:t>MCP</a:t>
                  </a:r>
                </a:p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r>
                    <a:rPr kumimoji="0" lang="en-US" altLang="ko-KR" sz="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ea typeface="KoPub돋움체 Medium" panose="02020603020101020101" pitchFamily="18" charset="-127"/>
                    </a:rPr>
                    <a:t>Server</a:t>
                  </a:r>
                  <a:endParaRPr kumimoji="0" lang="ko-KR" altLang="en-US" sz="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endParaRPr>
                </a:p>
              </p:txBody>
            </p:sp>
            <p:sp>
              <p:nvSpPr>
                <p:cNvPr id="394" name="직사각형 166">
                  <a:extLst>
                    <a:ext uri="{FF2B5EF4-FFF2-40B4-BE49-F238E27FC236}">
                      <a16:creationId xmlns:a16="http://schemas.microsoft.com/office/drawing/2014/main" id="{354BA0EA-9E8A-6776-9566-7D72E0D04A4D}"/>
                    </a:ext>
                  </a:extLst>
                </p:cNvPr>
                <p:cNvSpPr/>
                <p:nvPr/>
              </p:nvSpPr>
              <p:spPr bwMode="auto">
                <a:xfrm>
                  <a:off x="5326671" y="4553818"/>
                  <a:ext cx="217532" cy="228154"/>
                </a:xfrm>
                <a:prstGeom prst="roundRect">
                  <a:avLst>
                    <a:gd name="adj" fmla="val 9838"/>
                  </a:avLst>
                </a:prstGeom>
                <a:solidFill>
                  <a:schemeClr val="bg1">
                    <a:lumMod val="85000"/>
                  </a:schemeClr>
                </a:solidFill>
                <a:ln w="6350">
                  <a:solidFill>
                    <a:schemeClr val="bg1">
                      <a:lumMod val="65000"/>
                    </a:schemeClr>
                  </a:solidFill>
                  <a:prstDash val="sysDash"/>
                  <a:miter lim="800000"/>
                  <a:headEnd/>
                  <a:tailEnd/>
                </a:ln>
                <a:effectLst/>
              </p:spPr>
              <p:txBody>
                <a:bodyPr wrap="square" lIns="0" tIns="0" rIns="0" bIns="0" anchor="ctr"/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r>
                    <a:rPr kumimoji="0" lang="en-US" altLang="ko-KR" sz="5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ea typeface="KoPub돋움체 Medium" panose="02020603020101020101" pitchFamily="18" charset="-127"/>
                    </a:rPr>
                    <a:t>AI</a:t>
                  </a:r>
                </a:p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r>
                    <a:rPr kumimoji="0" lang="en-US" altLang="ko-KR" sz="5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ea typeface="KoPub돋움체 Medium" panose="02020603020101020101" pitchFamily="18" charset="-127"/>
                    </a:rPr>
                    <a:t>OCR</a:t>
                  </a:r>
                </a:p>
              </p:txBody>
            </p:sp>
            <p:sp>
              <p:nvSpPr>
                <p:cNvPr id="395" name="직사각형 166">
                  <a:extLst>
                    <a:ext uri="{FF2B5EF4-FFF2-40B4-BE49-F238E27FC236}">
                      <a16:creationId xmlns:a16="http://schemas.microsoft.com/office/drawing/2014/main" id="{05A2562F-6D62-4DFC-865F-D181787E84B2}"/>
                    </a:ext>
                  </a:extLst>
                </p:cNvPr>
                <p:cNvSpPr/>
                <p:nvPr/>
              </p:nvSpPr>
              <p:spPr bwMode="auto">
                <a:xfrm>
                  <a:off x="5803912" y="4553818"/>
                  <a:ext cx="217532" cy="228154"/>
                </a:xfrm>
                <a:prstGeom prst="roundRect">
                  <a:avLst>
                    <a:gd name="adj" fmla="val 9838"/>
                  </a:avLst>
                </a:prstGeom>
                <a:solidFill>
                  <a:schemeClr val="bg1">
                    <a:lumMod val="85000"/>
                  </a:schemeClr>
                </a:solidFill>
                <a:ln w="6350">
                  <a:solidFill>
                    <a:schemeClr val="bg1">
                      <a:lumMod val="65000"/>
                    </a:schemeClr>
                  </a:solidFill>
                  <a:prstDash val="sysDash"/>
                  <a:miter lim="800000"/>
                  <a:headEnd/>
                  <a:tailEnd/>
                </a:ln>
                <a:effectLst/>
              </p:spPr>
              <p:txBody>
                <a:bodyPr wrap="square" lIns="0" tIns="0" rIns="0" bIns="0" anchor="ctr"/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r>
                    <a:rPr kumimoji="0" lang="en-US" altLang="ko-KR" sz="5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ea typeface="KoPub돋움체 Medium" panose="02020603020101020101" pitchFamily="18" charset="-127"/>
                    </a:rPr>
                    <a:t>AI</a:t>
                  </a:r>
                </a:p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r>
                    <a:rPr kumimoji="0" lang="ko-KR" altLang="en-US" sz="5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ea typeface="KoPub돋움체 Medium" panose="02020603020101020101" pitchFamily="18" charset="-127"/>
                    </a:rPr>
                    <a:t>보안</a:t>
                  </a:r>
                </a:p>
              </p:txBody>
            </p:sp>
            <p:sp>
              <p:nvSpPr>
                <p:cNvPr id="396" name="직사각형 166">
                  <a:extLst>
                    <a:ext uri="{FF2B5EF4-FFF2-40B4-BE49-F238E27FC236}">
                      <a16:creationId xmlns:a16="http://schemas.microsoft.com/office/drawing/2014/main" id="{2B9418F2-DC6E-4DFC-6A64-1033EECF9FA8}"/>
                    </a:ext>
                  </a:extLst>
                </p:cNvPr>
                <p:cNvSpPr/>
                <p:nvPr/>
              </p:nvSpPr>
              <p:spPr bwMode="auto">
                <a:xfrm>
                  <a:off x="6281153" y="4553818"/>
                  <a:ext cx="217532" cy="228154"/>
                </a:xfrm>
                <a:prstGeom prst="roundRect">
                  <a:avLst>
                    <a:gd name="adj" fmla="val 9838"/>
                  </a:avLst>
                </a:prstGeom>
                <a:solidFill>
                  <a:schemeClr val="bg1">
                    <a:lumMod val="85000"/>
                  </a:schemeClr>
                </a:solidFill>
                <a:ln w="6350">
                  <a:solidFill>
                    <a:schemeClr val="bg1">
                      <a:lumMod val="65000"/>
                    </a:schemeClr>
                  </a:solidFill>
                  <a:prstDash val="sysDash"/>
                  <a:miter lim="800000"/>
                  <a:headEnd/>
                  <a:tailEnd/>
                </a:ln>
                <a:effectLst/>
              </p:spPr>
              <p:txBody>
                <a:bodyPr wrap="square" lIns="0" tIns="0" rIns="0" bIns="0" anchor="ctr"/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r>
                    <a:rPr kumimoji="0" lang="ko-KR" altLang="en-US" sz="4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ea typeface="KoPub돋움체 Medium" panose="02020603020101020101" pitchFamily="18" charset="-127"/>
                    </a:rPr>
                    <a:t>임베딩모델</a:t>
                  </a:r>
                  <a:endParaRPr kumimoji="0" lang="ko-KR" altLang="en-US" sz="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endParaRPr>
                </a:p>
              </p:txBody>
            </p:sp>
            <p:sp>
              <p:nvSpPr>
                <p:cNvPr id="397" name="직사각형 166">
                  <a:extLst>
                    <a:ext uri="{FF2B5EF4-FFF2-40B4-BE49-F238E27FC236}">
                      <a16:creationId xmlns:a16="http://schemas.microsoft.com/office/drawing/2014/main" id="{8976C9CD-6F29-52EB-AC15-226C60E5BB78}"/>
                    </a:ext>
                  </a:extLst>
                </p:cNvPr>
                <p:cNvSpPr/>
                <p:nvPr/>
              </p:nvSpPr>
              <p:spPr bwMode="auto">
                <a:xfrm>
                  <a:off x="6758394" y="4553818"/>
                  <a:ext cx="217532" cy="228154"/>
                </a:xfrm>
                <a:prstGeom prst="roundRect">
                  <a:avLst>
                    <a:gd name="adj" fmla="val 9838"/>
                  </a:avLst>
                </a:prstGeom>
                <a:solidFill>
                  <a:schemeClr val="bg1">
                    <a:lumMod val="85000"/>
                  </a:schemeClr>
                </a:solidFill>
                <a:ln w="6350">
                  <a:solidFill>
                    <a:schemeClr val="bg1">
                      <a:lumMod val="65000"/>
                    </a:schemeClr>
                  </a:solidFill>
                  <a:prstDash val="sysDash"/>
                  <a:miter lim="800000"/>
                  <a:headEnd/>
                  <a:tailEnd/>
                </a:ln>
                <a:effectLst/>
              </p:spPr>
              <p:txBody>
                <a:bodyPr wrap="square" lIns="0" tIns="0" rIns="0" bIns="0" anchor="ctr"/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r>
                    <a:rPr kumimoji="0" lang="ko-KR" altLang="en-US" sz="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ea typeface="KoPub돋움체 Medium" panose="02020603020101020101" pitchFamily="18" charset="-127"/>
                    </a:rPr>
                    <a:t>수집기</a:t>
                  </a:r>
                  <a:r>
                    <a:rPr kumimoji="0" lang="en-US" altLang="ko-KR" sz="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ea typeface="KoPub돋움체 Medium" panose="02020603020101020101" pitchFamily="18" charset="-127"/>
                    </a:rPr>
                    <a:t>/</a:t>
                  </a:r>
                  <a:r>
                    <a:rPr kumimoji="0" lang="ko-KR" altLang="en-US" sz="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ea typeface="KoPub돋움체 Medium" panose="02020603020101020101" pitchFamily="18" charset="-127"/>
                    </a:rPr>
                    <a:t>전처리기</a:t>
                  </a:r>
                </a:p>
              </p:txBody>
            </p:sp>
            <p:sp>
              <p:nvSpPr>
                <p:cNvPr id="398" name="직사각형 166">
                  <a:extLst>
                    <a:ext uri="{FF2B5EF4-FFF2-40B4-BE49-F238E27FC236}">
                      <a16:creationId xmlns:a16="http://schemas.microsoft.com/office/drawing/2014/main" id="{18FB1D08-F333-5DC8-3DBB-FE11EFCD8F9B}"/>
                    </a:ext>
                  </a:extLst>
                </p:cNvPr>
                <p:cNvSpPr/>
                <p:nvPr/>
              </p:nvSpPr>
              <p:spPr bwMode="auto">
                <a:xfrm>
                  <a:off x="7235639" y="4553818"/>
                  <a:ext cx="217532" cy="228154"/>
                </a:xfrm>
                <a:prstGeom prst="roundRect">
                  <a:avLst>
                    <a:gd name="adj" fmla="val 9838"/>
                  </a:avLst>
                </a:prstGeom>
                <a:solidFill>
                  <a:schemeClr val="bg1">
                    <a:lumMod val="85000"/>
                  </a:schemeClr>
                </a:solidFill>
                <a:ln w="6350">
                  <a:solidFill>
                    <a:schemeClr val="bg1">
                      <a:lumMod val="65000"/>
                    </a:schemeClr>
                  </a:solidFill>
                  <a:prstDash val="sysDash"/>
                  <a:miter lim="800000"/>
                  <a:headEnd/>
                  <a:tailEnd/>
                </a:ln>
                <a:effectLst/>
              </p:spPr>
              <p:txBody>
                <a:bodyPr wrap="square" lIns="0" tIns="0" rIns="0" bIns="0" anchor="ctr"/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r>
                    <a:rPr kumimoji="0" lang="en-US" altLang="ko-KR" sz="5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ea typeface="KoPub돋움체 Medium" panose="02020603020101020101" pitchFamily="18" charset="-127"/>
                    </a:rPr>
                    <a:t>LLM</a:t>
                  </a:r>
                  <a:r>
                    <a:rPr kumimoji="0" lang="ko-KR" altLang="en-US" sz="5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ea typeface="KoPub돋움체 Medium" panose="02020603020101020101" pitchFamily="18" charset="-127"/>
                    </a:rPr>
                    <a:t>평가</a:t>
                  </a:r>
                </a:p>
              </p:txBody>
            </p:sp>
          </p:grpSp>
          <p:grpSp>
            <p:nvGrpSpPr>
              <p:cNvPr id="380" name="그룹 379">
                <a:extLst>
                  <a:ext uri="{FF2B5EF4-FFF2-40B4-BE49-F238E27FC236}">
                    <a16:creationId xmlns:a16="http://schemas.microsoft.com/office/drawing/2014/main" id="{9C8E243F-862C-4F4F-86C3-AF504DEA6697}"/>
                  </a:ext>
                </a:extLst>
              </p:cNvPr>
              <p:cNvGrpSpPr/>
              <p:nvPr/>
            </p:nvGrpSpPr>
            <p:grpSpPr>
              <a:xfrm>
                <a:off x="3417707" y="4553818"/>
                <a:ext cx="4035464" cy="228154"/>
                <a:chOff x="3417707" y="4553818"/>
                <a:chExt cx="4035464" cy="228154"/>
              </a:xfrm>
            </p:grpSpPr>
            <p:sp>
              <p:nvSpPr>
                <p:cNvPr id="381" name="직사각형 166">
                  <a:extLst>
                    <a:ext uri="{FF2B5EF4-FFF2-40B4-BE49-F238E27FC236}">
                      <a16:creationId xmlns:a16="http://schemas.microsoft.com/office/drawing/2014/main" id="{726EA07B-01AF-986A-49D2-7CDD5138A375}"/>
                    </a:ext>
                  </a:extLst>
                </p:cNvPr>
                <p:cNvSpPr/>
                <p:nvPr/>
              </p:nvSpPr>
              <p:spPr bwMode="auto">
                <a:xfrm>
                  <a:off x="3417707" y="4553818"/>
                  <a:ext cx="217532" cy="228154"/>
                </a:xfrm>
                <a:prstGeom prst="roundRect">
                  <a:avLst>
                    <a:gd name="adj" fmla="val 9838"/>
                  </a:avLst>
                </a:prstGeom>
                <a:solidFill>
                  <a:schemeClr val="bg1">
                    <a:lumMod val="85000"/>
                  </a:schemeClr>
                </a:solidFill>
                <a:ln w="6350">
                  <a:solidFill>
                    <a:schemeClr val="bg1">
                      <a:lumMod val="65000"/>
                    </a:schemeClr>
                  </a:solidFill>
                  <a:prstDash val="sysDash"/>
                  <a:miter lim="800000"/>
                  <a:headEnd/>
                  <a:tailEnd/>
                </a:ln>
                <a:effectLst/>
              </p:spPr>
              <p:txBody>
                <a:bodyPr wrap="square" lIns="0" tIns="0" rIns="0" bIns="0" anchor="ctr"/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r>
                    <a:rPr kumimoji="0" lang="en-US" altLang="ko-KR" sz="5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ea typeface="KoPub돋움체 Medium" panose="02020603020101020101" pitchFamily="18" charset="-127"/>
                    </a:rPr>
                    <a:t>Gen</a:t>
                  </a:r>
                </a:p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r>
                    <a:rPr kumimoji="0" lang="en-US" altLang="ko-KR" sz="5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ea typeface="KoPub돋움체 Medium" panose="02020603020101020101" pitchFamily="18" charset="-127"/>
                    </a:rPr>
                    <a:t>BI</a:t>
                  </a:r>
                  <a:endPara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endParaRPr>
                </a:p>
              </p:txBody>
            </p:sp>
            <p:sp>
              <p:nvSpPr>
                <p:cNvPr id="382" name="직사각형 166">
                  <a:extLst>
                    <a:ext uri="{FF2B5EF4-FFF2-40B4-BE49-F238E27FC236}">
                      <a16:creationId xmlns:a16="http://schemas.microsoft.com/office/drawing/2014/main" id="{9BA50484-B1F6-A4A6-2DF5-7A05CD536A2A}"/>
                    </a:ext>
                  </a:extLst>
                </p:cNvPr>
                <p:cNvSpPr/>
                <p:nvPr/>
              </p:nvSpPr>
              <p:spPr bwMode="auto">
                <a:xfrm>
                  <a:off x="3894948" y="4553818"/>
                  <a:ext cx="217532" cy="228154"/>
                </a:xfrm>
                <a:prstGeom prst="roundRect">
                  <a:avLst>
                    <a:gd name="adj" fmla="val 9838"/>
                  </a:avLst>
                </a:prstGeom>
                <a:solidFill>
                  <a:schemeClr val="bg1">
                    <a:lumMod val="85000"/>
                  </a:schemeClr>
                </a:solidFill>
                <a:ln w="6350">
                  <a:solidFill>
                    <a:schemeClr val="bg1">
                      <a:lumMod val="65000"/>
                    </a:schemeClr>
                  </a:solidFill>
                  <a:prstDash val="sysDash"/>
                  <a:miter lim="800000"/>
                  <a:headEnd/>
                  <a:tailEnd/>
                </a:ln>
                <a:effectLst/>
              </p:spPr>
              <p:txBody>
                <a:bodyPr wrap="square" lIns="0" tIns="0" rIns="0" bIns="0" anchor="ctr"/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r>
                    <a:rPr kumimoji="0" lang="en-US" altLang="ko-KR" sz="5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ea typeface="KoPub돋움체 Medium" panose="02020603020101020101" pitchFamily="18" charset="-127"/>
                    </a:rPr>
                    <a:t>OZ</a:t>
                  </a:r>
                </a:p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r>
                    <a:rPr kumimoji="0" lang="en-US" altLang="ko-KR" sz="5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ea typeface="KoPub돋움체 Medium" panose="02020603020101020101" pitchFamily="18" charset="-127"/>
                    </a:rPr>
                    <a:t>Report</a:t>
                  </a:r>
                  <a:endPara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endParaRPr>
                </a:p>
              </p:txBody>
            </p:sp>
            <p:sp>
              <p:nvSpPr>
                <p:cNvPr id="383" name="직사각형 166">
                  <a:extLst>
                    <a:ext uri="{FF2B5EF4-FFF2-40B4-BE49-F238E27FC236}">
                      <a16:creationId xmlns:a16="http://schemas.microsoft.com/office/drawing/2014/main" id="{19D4F0BB-C483-B09C-AEFC-04004CF37C19}"/>
                    </a:ext>
                  </a:extLst>
                </p:cNvPr>
                <p:cNvSpPr/>
                <p:nvPr/>
              </p:nvSpPr>
              <p:spPr bwMode="auto">
                <a:xfrm>
                  <a:off x="4372189" y="4553818"/>
                  <a:ext cx="217532" cy="228154"/>
                </a:xfrm>
                <a:prstGeom prst="roundRect">
                  <a:avLst>
                    <a:gd name="adj" fmla="val 9838"/>
                  </a:avLst>
                </a:prstGeom>
                <a:solidFill>
                  <a:schemeClr val="bg1">
                    <a:lumMod val="85000"/>
                  </a:schemeClr>
                </a:solidFill>
                <a:ln w="6350">
                  <a:solidFill>
                    <a:schemeClr val="bg1">
                      <a:lumMod val="65000"/>
                    </a:schemeClr>
                  </a:solidFill>
                  <a:prstDash val="sysDash"/>
                  <a:miter lim="800000"/>
                  <a:headEnd/>
                  <a:tailEnd/>
                </a:ln>
                <a:effectLst/>
              </p:spPr>
              <p:txBody>
                <a:bodyPr wrap="square" lIns="0" tIns="0" rIns="0" bIns="0" anchor="ctr"/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r>
                    <a:rPr kumimoji="0" lang="en-US" altLang="ko-KR" sz="5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ea typeface="KoPub돋움체 Medium" panose="02020603020101020101" pitchFamily="18" charset="-127"/>
                    </a:rPr>
                    <a:t>GitLab</a:t>
                  </a:r>
                  <a:endPara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endParaRPr>
                </a:p>
              </p:txBody>
            </p:sp>
            <p:sp>
              <p:nvSpPr>
                <p:cNvPr id="384" name="직사각형 166">
                  <a:extLst>
                    <a:ext uri="{FF2B5EF4-FFF2-40B4-BE49-F238E27FC236}">
                      <a16:creationId xmlns:a16="http://schemas.microsoft.com/office/drawing/2014/main" id="{E9DC5E37-BA7E-061B-891C-EC7AEEB85353}"/>
                    </a:ext>
                  </a:extLst>
                </p:cNvPr>
                <p:cNvSpPr/>
                <p:nvPr/>
              </p:nvSpPr>
              <p:spPr bwMode="auto">
                <a:xfrm>
                  <a:off x="4849430" y="4553818"/>
                  <a:ext cx="217532" cy="228154"/>
                </a:xfrm>
                <a:prstGeom prst="roundRect">
                  <a:avLst>
                    <a:gd name="adj" fmla="val 9838"/>
                  </a:avLst>
                </a:prstGeom>
                <a:solidFill>
                  <a:schemeClr val="bg1">
                    <a:lumMod val="85000"/>
                  </a:schemeClr>
                </a:solidFill>
                <a:ln w="6350">
                  <a:solidFill>
                    <a:schemeClr val="bg1">
                      <a:lumMod val="65000"/>
                    </a:schemeClr>
                  </a:solidFill>
                  <a:prstDash val="sysDash"/>
                  <a:miter lim="800000"/>
                  <a:headEnd/>
                  <a:tailEnd/>
                </a:ln>
                <a:effectLst/>
              </p:spPr>
              <p:txBody>
                <a:bodyPr wrap="square" lIns="0" tIns="0" rIns="0" bIns="0" anchor="ctr"/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r>
                    <a:rPr kumimoji="0" lang="en-US" altLang="ko-KR" sz="5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ea typeface="KoPub돋움체 Medium" panose="02020603020101020101" pitchFamily="18" charset="-127"/>
                    </a:rPr>
                    <a:t>Jenkins</a:t>
                  </a:r>
                  <a:endPara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endParaRPr>
                </a:p>
              </p:txBody>
            </p:sp>
            <p:sp>
              <p:nvSpPr>
                <p:cNvPr id="385" name="직사각형 166">
                  <a:extLst>
                    <a:ext uri="{FF2B5EF4-FFF2-40B4-BE49-F238E27FC236}">
                      <a16:creationId xmlns:a16="http://schemas.microsoft.com/office/drawing/2014/main" id="{D941EE47-04E5-E048-50AC-0465F9C50144}"/>
                    </a:ext>
                  </a:extLst>
                </p:cNvPr>
                <p:cNvSpPr/>
                <p:nvPr/>
              </p:nvSpPr>
              <p:spPr bwMode="auto">
                <a:xfrm>
                  <a:off x="5326671" y="4553818"/>
                  <a:ext cx="217532" cy="228154"/>
                </a:xfrm>
                <a:prstGeom prst="roundRect">
                  <a:avLst>
                    <a:gd name="adj" fmla="val 9838"/>
                  </a:avLst>
                </a:prstGeom>
                <a:solidFill>
                  <a:schemeClr val="bg1">
                    <a:lumMod val="85000"/>
                  </a:schemeClr>
                </a:solidFill>
                <a:ln w="6350">
                  <a:solidFill>
                    <a:schemeClr val="bg1">
                      <a:lumMod val="65000"/>
                    </a:schemeClr>
                  </a:solidFill>
                  <a:prstDash val="sysDash"/>
                  <a:miter lim="800000"/>
                  <a:headEnd/>
                  <a:tailEnd/>
                </a:ln>
                <a:effectLst/>
              </p:spPr>
              <p:txBody>
                <a:bodyPr wrap="square" lIns="0" tIns="0" rIns="0" bIns="0" anchor="ctr"/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r>
                    <a:rPr kumimoji="0" lang="en-US" altLang="ko-KR" sz="5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ea typeface="KoPub돋움체 Medium" panose="02020603020101020101" pitchFamily="18" charset="-127"/>
                    </a:rPr>
                    <a:t>Nexus</a:t>
                  </a:r>
                </a:p>
              </p:txBody>
            </p:sp>
            <p:sp>
              <p:nvSpPr>
                <p:cNvPr id="386" name="직사각형 166">
                  <a:extLst>
                    <a:ext uri="{FF2B5EF4-FFF2-40B4-BE49-F238E27FC236}">
                      <a16:creationId xmlns:a16="http://schemas.microsoft.com/office/drawing/2014/main" id="{39144EF8-14B5-9A53-50DB-143236E4CB8E}"/>
                    </a:ext>
                  </a:extLst>
                </p:cNvPr>
                <p:cNvSpPr/>
                <p:nvPr/>
              </p:nvSpPr>
              <p:spPr bwMode="auto">
                <a:xfrm>
                  <a:off x="5803912" y="4553818"/>
                  <a:ext cx="217532" cy="228154"/>
                </a:xfrm>
                <a:prstGeom prst="roundRect">
                  <a:avLst>
                    <a:gd name="adj" fmla="val 9838"/>
                  </a:avLst>
                </a:prstGeom>
                <a:solidFill>
                  <a:schemeClr val="bg1">
                    <a:lumMod val="85000"/>
                  </a:schemeClr>
                </a:solidFill>
                <a:ln w="6350">
                  <a:solidFill>
                    <a:schemeClr val="bg1">
                      <a:lumMod val="65000"/>
                    </a:schemeClr>
                  </a:solidFill>
                  <a:prstDash val="sysDash"/>
                  <a:miter lim="800000"/>
                  <a:headEnd/>
                  <a:tailEnd/>
                </a:ln>
                <a:effectLst/>
              </p:spPr>
              <p:txBody>
                <a:bodyPr wrap="square" lIns="0" tIns="0" rIns="0" bIns="0" anchor="ctr"/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r>
                    <a:rPr kumimoji="0" lang="en-US" altLang="ko-KR" sz="5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ea typeface="KoPub돋움체 Medium" panose="02020603020101020101" pitchFamily="18" charset="-127"/>
                    </a:rPr>
                    <a:t>Argo</a:t>
                  </a:r>
                </a:p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r>
                    <a:rPr kumimoji="0" lang="en-US" altLang="ko-KR" sz="5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ea typeface="KoPub돋움체 Medium" panose="02020603020101020101" pitchFamily="18" charset="-127"/>
                    </a:rPr>
                    <a:t>CD</a:t>
                  </a:r>
                  <a:endPara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endParaRPr>
                </a:p>
              </p:txBody>
            </p:sp>
            <p:sp>
              <p:nvSpPr>
                <p:cNvPr id="387" name="직사각형 166">
                  <a:extLst>
                    <a:ext uri="{FF2B5EF4-FFF2-40B4-BE49-F238E27FC236}">
                      <a16:creationId xmlns:a16="http://schemas.microsoft.com/office/drawing/2014/main" id="{BE8CA0AD-9B0C-F01D-FED6-D87B00C9A8C7}"/>
                    </a:ext>
                  </a:extLst>
                </p:cNvPr>
                <p:cNvSpPr/>
                <p:nvPr/>
              </p:nvSpPr>
              <p:spPr bwMode="auto">
                <a:xfrm>
                  <a:off x="6281153" y="4553818"/>
                  <a:ext cx="217532" cy="228154"/>
                </a:xfrm>
                <a:prstGeom prst="roundRect">
                  <a:avLst>
                    <a:gd name="adj" fmla="val 9838"/>
                  </a:avLst>
                </a:prstGeom>
                <a:solidFill>
                  <a:schemeClr val="bg1">
                    <a:lumMod val="85000"/>
                  </a:schemeClr>
                </a:solidFill>
                <a:ln w="6350">
                  <a:solidFill>
                    <a:schemeClr val="bg1">
                      <a:lumMod val="65000"/>
                    </a:schemeClr>
                  </a:solidFill>
                  <a:prstDash val="sysDash"/>
                  <a:miter lim="800000"/>
                  <a:headEnd/>
                  <a:tailEnd/>
                </a:ln>
                <a:effectLst/>
              </p:spPr>
              <p:txBody>
                <a:bodyPr wrap="square" lIns="0" tIns="0" rIns="0" bIns="0" anchor="ctr"/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r>
                    <a:rPr kumimoji="0" lang="en-US" altLang="ko-KR" sz="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ea typeface="KoPub돋움체 Medium" panose="02020603020101020101" pitchFamily="18" charset="-127"/>
                    </a:rPr>
                    <a:t>Prometheus</a:t>
                  </a:r>
                  <a:endParaRPr kumimoji="0" lang="ko-KR" altLang="en-US" sz="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endParaRPr>
                </a:p>
              </p:txBody>
            </p:sp>
            <p:sp>
              <p:nvSpPr>
                <p:cNvPr id="388" name="직사각형 166">
                  <a:extLst>
                    <a:ext uri="{FF2B5EF4-FFF2-40B4-BE49-F238E27FC236}">
                      <a16:creationId xmlns:a16="http://schemas.microsoft.com/office/drawing/2014/main" id="{1F98C063-649B-F026-5D9E-612791612E7D}"/>
                    </a:ext>
                  </a:extLst>
                </p:cNvPr>
                <p:cNvSpPr/>
                <p:nvPr/>
              </p:nvSpPr>
              <p:spPr bwMode="auto">
                <a:xfrm>
                  <a:off x="6758394" y="4553818"/>
                  <a:ext cx="217532" cy="228154"/>
                </a:xfrm>
                <a:prstGeom prst="roundRect">
                  <a:avLst>
                    <a:gd name="adj" fmla="val 9838"/>
                  </a:avLst>
                </a:prstGeom>
                <a:solidFill>
                  <a:schemeClr val="bg1">
                    <a:lumMod val="85000"/>
                  </a:schemeClr>
                </a:solidFill>
                <a:ln w="6350">
                  <a:solidFill>
                    <a:schemeClr val="bg1">
                      <a:lumMod val="65000"/>
                    </a:schemeClr>
                  </a:solidFill>
                  <a:prstDash val="sysDash"/>
                  <a:miter lim="800000"/>
                  <a:headEnd/>
                  <a:tailEnd/>
                </a:ln>
                <a:effectLst/>
              </p:spPr>
              <p:txBody>
                <a:bodyPr wrap="square" lIns="0" tIns="0" rIns="0" bIns="0" anchor="ctr"/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r>
                    <a:rPr kumimoji="0" lang="en-US" altLang="ko-KR" sz="5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ea typeface="KoPub돋움체 Medium" panose="02020603020101020101" pitchFamily="18" charset="-127"/>
                    </a:rPr>
                    <a:t>Grafana</a:t>
                  </a:r>
                  <a:endPara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endParaRPr>
                </a:p>
              </p:txBody>
            </p:sp>
            <p:sp>
              <p:nvSpPr>
                <p:cNvPr id="389" name="직사각형 166">
                  <a:extLst>
                    <a:ext uri="{FF2B5EF4-FFF2-40B4-BE49-F238E27FC236}">
                      <a16:creationId xmlns:a16="http://schemas.microsoft.com/office/drawing/2014/main" id="{37C688EA-86ED-4CD1-EEFF-C0F6F4990ABA}"/>
                    </a:ext>
                  </a:extLst>
                </p:cNvPr>
                <p:cNvSpPr/>
                <p:nvPr/>
              </p:nvSpPr>
              <p:spPr bwMode="auto">
                <a:xfrm>
                  <a:off x="7235639" y="4553818"/>
                  <a:ext cx="217532" cy="228154"/>
                </a:xfrm>
                <a:prstGeom prst="roundRect">
                  <a:avLst>
                    <a:gd name="adj" fmla="val 9838"/>
                  </a:avLst>
                </a:prstGeom>
                <a:solidFill>
                  <a:schemeClr val="bg1">
                    <a:lumMod val="85000"/>
                  </a:schemeClr>
                </a:solidFill>
                <a:ln w="6350">
                  <a:solidFill>
                    <a:schemeClr val="bg1">
                      <a:lumMod val="65000"/>
                    </a:schemeClr>
                  </a:solidFill>
                  <a:prstDash val="sysDash"/>
                  <a:miter lim="800000"/>
                  <a:headEnd/>
                  <a:tailEnd/>
                </a:ln>
                <a:effectLst/>
              </p:spPr>
              <p:txBody>
                <a:bodyPr wrap="square" lIns="0" tIns="0" rIns="0" bIns="0" anchor="ctr"/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r>
                    <a:rPr kumimoji="0" lang="ko-KR" altLang="en-US" sz="5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ea typeface="KoPub돋움체 Medium" panose="02020603020101020101" pitchFamily="18" charset="-127"/>
                    </a:rPr>
                    <a:t>로깅</a:t>
                  </a:r>
                </a:p>
              </p:txBody>
            </p:sp>
          </p:grpSp>
        </p:grpSp>
        <p:sp>
          <p:nvSpPr>
            <p:cNvPr id="399" name="직사각형 166">
              <a:extLst>
                <a:ext uri="{FF2B5EF4-FFF2-40B4-BE49-F238E27FC236}">
                  <a16:creationId xmlns:a16="http://schemas.microsoft.com/office/drawing/2014/main" id="{2B028BFE-0FE5-1E34-BF16-F7D2537C8775}"/>
                </a:ext>
              </a:extLst>
            </p:cNvPr>
            <p:cNvSpPr/>
            <p:nvPr/>
          </p:nvSpPr>
          <p:spPr bwMode="auto">
            <a:xfrm>
              <a:off x="2979495" y="3103526"/>
              <a:ext cx="159863" cy="105119"/>
            </a:xfrm>
            <a:prstGeom prst="roundRect">
              <a:avLst>
                <a:gd name="adj" fmla="val 9838"/>
              </a:avLst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0" tIns="0" rIns="0" b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K8S</a:t>
              </a:r>
            </a:p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r>
                <a: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관리</a:t>
              </a:r>
            </a:p>
          </p:txBody>
        </p:sp>
        <p:sp>
          <p:nvSpPr>
            <p:cNvPr id="400" name="모서리가 둥근 직사각형 70">
              <a:extLst>
                <a:ext uri="{FF2B5EF4-FFF2-40B4-BE49-F238E27FC236}">
                  <a16:creationId xmlns:a16="http://schemas.microsoft.com/office/drawing/2014/main" id="{BAA70D95-A254-C679-4679-4DFB567D55E1}"/>
                </a:ext>
              </a:extLst>
            </p:cNvPr>
            <p:cNvSpPr/>
            <p:nvPr/>
          </p:nvSpPr>
          <p:spPr bwMode="auto">
            <a:xfrm flipV="1">
              <a:off x="3274685" y="3061801"/>
              <a:ext cx="2800528" cy="247701"/>
            </a:xfrm>
            <a:prstGeom prst="rect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none" w="sm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0" tIns="0" rIns="0" bIns="0" anchor="ctr"/>
            <a:lstStyle/>
            <a:p>
              <a:endParaRPr lang="ko-KR" altLang="en-US" sz="1400" dirty="0">
                <a:ea typeface="KoPub돋움체 Medium" pitchFamily="50" charset="-127"/>
                <a:sym typeface="KoPub돋움체 Medium" pitchFamily="2" charset="2"/>
              </a:endParaRPr>
            </a:p>
          </p:txBody>
        </p:sp>
        <p:sp>
          <p:nvSpPr>
            <p:cNvPr id="401" name="모서리가 둥근 직사각형 70">
              <a:extLst>
                <a:ext uri="{FF2B5EF4-FFF2-40B4-BE49-F238E27FC236}">
                  <a16:creationId xmlns:a16="http://schemas.microsoft.com/office/drawing/2014/main" id="{399614E9-B674-1A63-BDA2-EA681F780219}"/>
                </a:ext>
              </a:extLst>
            </p:cNvPr>
            <p:cNvSpPr/>
            <p:nvPr/>
          </p:nvSpPr>
          <p:spPr bwMode="auto">
            <a:xfrm flipV="1">
              <a:off x="2757879" y="2683222"/>
              <a:ext cx="3432171" cy="640672"/>
            </a:xfrm>
            <a:prstGeom prst="rect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none" w="sm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0" tIns="0" rIns="0" bIns="0" anchor="ctr"/>
            <a:lstStyle/>
            <a:p>
              <a:endParaRPr lang="ko-KR" altLang="en-US" sz="1400" dirty="0">
                <a:ea typeface="KoPub돋움체 Medium" pitchFamily="50" charset="-127"/>
                <a:sym typeface="KoPub돋움체 Medium" pitchFamily="2" charset="2"/>
              </a:endParaRPr>
            </a:p>
          </p:txBody>
        </p:sp>
        <p:sp>
          <p:nvSpPr>
            <p:cNvPr id="402" name="직사각형 401">
              <a:extLst>
                <a:ext uri="{FF2B5EF4-FFF2-40B4-BE49-F238E27FC236}">
                  <a16:creationId xmlns:a16="http://schemas.microsoft.com/office/drawing/2014/main" id="{2092CA98-B5EB-1BD2-5835-5E5E864B7830}"/>
                </a:ext>
              </a:extLst>
            </p:cNvPr>
            <p:cNvSpPr/>
            <p:nvPr/>
          </p:nvSpPr>
          <p:spPr>
            <a:xfrm>
              <a:off x="3806184" y="2678384"/>
              <a:ext cx="966972" cy="92333"/>
            </a:xfrm>
            <a:prstGeom prst="rect">
              <a:avLst/>
            </a:prstGeom>
          </p:spPr>
          <p:txBody>
            <a:bodyPr wrap="square" lIns="0" tIns="0" rIns="0" bIns="0" anchor="ctr">
              <a:spAutoFit/>
            </a:bodyPr>
            <a:lstStyle/>
            <a:p>
              <a:pPr marL="0" marR="0" lvl="1" indent="1729" defTabSz="1402796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0000600000000000000" pitchFamily="2" charset="-127"/>
                </a:rPr>
                <a:t>Kubernetes</a:t>
              </a:r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0000600000000000000" pitchFamily="2" charset="-127"/>
                </a:rPr>
                <a:t> </a:t>
              </a:r>
              <a:r>
                <a: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0000600000000000000" pitchFamily="2" charset="-127"/>
                </a:rPr>
                <a:t>Cluster(PaaS)</a:t>
              </a:r>
            </a:p>
          </p:txBody>
        </p:sp>
        <p:sp>
          <p:nvSpPr>
            <p:cNvPr id="403" name="모서리가 둥근 직사각형 70">
              <a:extLst>
                <a:ext uri="{FF2B5EF4-FFF2-40B4-BE49-F238E27FC236}">
                  <a16:creationId xmlns:a16="http://schemas.microsoft.com/office/drawing/2014/main" id="{C202E91E-13DD-50CD-9CCB-F4849C91A775}"/>
                </a:ext>
              </a:extLst>
            </p:cNvPr>
            <p:cNvSpPr/>
            <p:nvPr/>
          </p:nvSpPr>
          <p:spPr bwMode="auto">
            <a:xfrm flipV="1">
              <a:off x="2611043" y="2353840"/>
              <a:ext cx="3649770" cy="1345373"/>
            </a:xfrm>
            <a:prstGeom prst="rect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none" w="sm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0" tIns="0" rIns="0" bIns="0" anchor="ctr"/>
            <a:lstStyle/>
            <a:p>
              <a:endParaRPr lang="ko-KR" altLang="en-US" sz="1400" dirty="0">
                <a:ea typeface="KoPub돋움체 Medium" pitchFamily="50" charset="-127"/>
                <a:sym typeface="KoPub돋움체 Medium" pitchFamily="2" charset="2"/>
              </a:endParaRPr>
            </a:p>
          </p:txBody>
        </p:sp>
        <p:sp>
          <p:nvSpPr>
            <p:cNvPr id="404" name="Rectangle 78">
              <a:extLst>
                <a:ext uri="{FF2B5EF4-FFF2-40B4-BE49-F238E27FC236}">
                  <a16:creationId xmlns:a16="http://schemas.microsoft.com/office/drawing/2014/main" id="{467434D0-2BFB-E85C-FF03-43F5F0C359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8368" y="4297585"/>
              <a:ext cx="280526" cy="774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96888" indent="-39688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95363" indent="-80963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492250" indent="-12065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990725" indent="-161925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algn="ctr" defTabSz="1042988" eaLnBrk="0" latinLnBrk="0" hangingPunct="0">
                <a:lnSpc>
                  <a:spcPct val="110000"/>
                </a:lnSpc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KoPub돋움체 Medium" panose="00000600000000000000" pitchFamily="2" charset="-127"/>
                  <a:sym typeface="KoPub돋움체 Medium"/>
                </a:rPr>
                <a:t>IaaS(CPU)</a:t>
              </a:r>
            </a:p>
          </p:txBody>
        </p:sp>
        <p:sp>
          <p:nvSpPr>
            <p:cNvPr id="405" name="Rectangle 78">
              <a:extLst>
                <a:ext uri="{FF2B5EF4-FFF2-40B4-BE49-F238E27FC236}">
                  <a16:creationId xmlns:a16="http://schemas.microsoft.com/office/drawing/2014/main" id="{29502A76-F98E-4F7F-9D11-02FF6B3BBF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3537" y="4298245"/>
              <a:ext cx="285335" cy="774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96888" indent="-39688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95363" indent="-80963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492250" indent="-12065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990725" indent="-161925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algn="ctr" defTabSz="1042988" eaLnBrk="0" latinLnBrk="0" hangingPunct="0">
                <a:lnSpc>
                  <a:spcPct val="110000"/>
                </a:lnSpc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KoPub돋움체 Medium" panose="00000600000000000000" pitchFamily="2" charset="-127"/>
                  <a:sym typeface="KoPub돋움체 Medium"/>
                </a:rPr>
                <a:t>IaaS(GPU)</a:t>
              </a:r>
            </a:p>
          </p:txBody>
        </p:sp>
        <p:grpSp>
          <p:nvGrpSpPr>
            <p:cNvPr id="406" name="그룹 405">
              <a:extLst>
                <a:ext uri="{FF2B5EF4-FFF2-40B4-BE49-F238E27FC236}">
                  <a16:creationId xmlns:a16="http://schemas.microsoft.com/office/drawing/2014/main" id="{25923E9B-B712-E2A2-97F1-CE73660A513E}"/>
                </a:ext>
              </a:extLst>
            </p:cNvPr>
            <p:cNvGrpSpPr/>
            <p:nvPr/>
          </p:nvGrpSpPr>
          <p:grpSpPr>
            <a:xfrm>
              <a:off x="4552848" y="4211905"/>
              <a:ext cx="370294" cy="170823"/>
              <a:chOff x="6091389" y="9272192"/>
              <a:chExt cx="503874" cy="370760"/>
            </a:xfrm>
          </p:grpSpPr>
          <p:sp>
            <p:nvSpPr>
              <p:cNvPr id="407" name="모서리가 둥근 직사각형 399">
                <a:extLst>
                  <a:ext uri="{FF2B5EF4-FFF2-40B4-BE49-F238E27FC236}">
                    <a16:creationId xmlns:a16="http://schemas.microsoft.com/office/drawing/2014/main" id="{0F74F0DE-AD8C-3F7B-5DDD-C76BE02F54C5}"/>
                  </a:ext>
                </a:extLst>
              </p:cNvPr>
              <p:cNvSpPr/>
              <p:nvPr/>
            </p:nvSpPr>
            <p:spPr>
              <a:xfrm>
                <a:off x="6091389" y="9467183"/>
                <a:ext cx="503874" cy="175769"/>
              </a:xfrm>
              <a:prstGeom prst="roundRect">
                <a:avLst>
                  <a:gd name="adj" fmla="val 0"/>
                </a:avLst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1042988" eaLnBrk="0" latinLnBrk="0" hangingPunct="0">
                  <a:lnSpc>
                    <a:spcPct val="110000"/>
                  </a:lnSpc>
                  <a:buClr>
                    <a:srgbClr val="3271AA"/>
                  </a:buClr>
                  <a:buSzPct val="140000"/>
                  <a:tabLst>
                    <a:tab pos="5648325" algn="l"/>
                  </a:tabLst>
                </a:pPr>
                <a:r>
                  <a:rPr kumimoji="0"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0000600000000000000" pitchFamily="2" charset="-127"/>
                  </a:rPr>
                  <a:t>SAN </a:t>
                </a:r>
                <a:r>
                  <a: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0000600000000000000" pitchFamily="2" charset="-127"/>
                  </a:rPr>
                  <a:t>스토리지</a:t>
                </a:r>
                <a:endPara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0000600000000000000" pitchFamily="2" charset="-127"/>
                </a:endParaRPr>
              </a:p>
            </p:txBody>
          </p:sp>
          <p:pic>
            <p:nvPicPr>
              <p:cNvPr id="408" name="Picture 68" descr="DD-tower-front-2left">
                <a:extLst>
                  <a:ext uri="{FF2B5EF4-FFF2-40B4-BE49-F238E27FC236}">
                    <a16:creationId xmlns:a16="http://schemas.microsoft.com/office/drawing/2014/main" id="{6BB26803-455F-E219-1148-C7CFB6807DF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duotone>
                  <a:prstClr val="black"/>
                  <a:srgbClr val="D9C3A5">
                    <a:tint val="50000"/>
                    <a:satMod val="18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182228" y="9272192"/>
                <a:ext cx="125240" cy="2154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09" name="Picture 68" descr="DD-tower-front-2left">
                <a:extLst>
                  <a:ext uri="{FF2B5EF4-FFF2-40B4-BE49-F238E27FC236}">
                    <a16:creationId xmlns:a16="http://schemas.microsoft.com/office/drawing/2014/main" id="{C64D446E-4F92-F6E7-FFE2-FB7E38AA66B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duotone>
                  <a:prstClr val="black"/>
                  <a:srgbClr val="D9C3A5">
                    <a:tint val="50000"/>
                    <a:satMod val="18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362459" y="9272192"/>
                <a:ext cx="125240" cy="2154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410" name="그룹 409">
              <a:extLst>
                <a:ext uri="{FF2B5EF4-FFF2-40B4-BE49-F238E27FC236}">
                  <a16:creationId xmlns:a16="http://schemas.microsoft.com/office/drawing/2014/main" id="{2AE15810-BE78-DB20-A0E3-3817A813222A}"/>
                </a:ext>
              </a:extLst>
            </p:cNvPr>
            <p:cNvGrpSpPr/>
            <p:nvPr/>
          </p:nvGrpSpPr>
          <p:grpSpPr>
            <a:xfrm>
              <a:off x="5135933" y="4211905"/>
              <a:ext cx="370294" cy="170823"/>
              <a:chOff x="6639505" y="9272192"/>
              <a:chExt cx="503874" cy="370760"/>
            </a:xfrm>
          </p:grpSpPr>
          <p:sp>
            <p:nvSpPr>
              <p:cNvPr id="411" name="모서리가 둥근 직사각형 399">
                <a:extLst>
                  <a:ext uri="{FF2B5EF4-FFF2-40B4-BE49-F238E27FC236}">
                    <a16:creationId xmlns:a16="http://schemas.microsoft.com/office/drawing/2014/main" id="{071F39CE-50CC-BF9C-6A05-ED6CF9071126}"/>
                  </a:ext>
                </a:extLst>
              </p:cNvPr>
              <p:cNvSpPr/>
              <p:nvPr/>
            </p:nvSpPr>
            <p:spPr>
              <a:xfrm>
                <a:off x="6639505" y="9467183"/>
                <a:ext cx="503874" cy="175769"/>
              </a:xfrm>
              <a:prstGeom prst="roundRect">
                <a:avLst>
                  <a:gd name="adj" fmla="val 0"/>
                </a:avLst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1042988" eaLnBrk="0" latinLnBrk="0" hangingPunct="0">
                  <a:lnSpc>
                    <a:spcPct val="110000"/>
                  </a:lnSpc>
                  <a:buClr>
                    <a:srgbClr val="3271AA"/>
                  </a:buClr>
                  <a:buSzPct val="140000"/>
                  <a:tabLst>
                    <a:tab pos="5648325" algn="l"/>
                  </a:tabLst>
                </a:pPr>
                <a:r>
                  <a:rPr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0000600000000000000" pitchFamily="2" charset="-127"/>
                  </a:rPr>
                  <a:t>NAS</a:t>
                </a:r>
                <a:r>
                  <a:rPr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0000600000000000000" pitchFamily="2" charset="-127"/>
                  </a:rPr>
                  <a:t> </a:t>
                </a:r>
                <a:r>
                  <a: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0000600000000000000" pitchFamily="2" charset="-127"/>
                  </a:rPr>
                  <a:t>스토리지</a:t>
                </a:r>
                <a:endPara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0000600000000000000" pitchFamily="2" charset="-127"/>
                </a:endParaRPr>
              </a:p>
            </p:txBody>
          </p:sp>
          <p:pic>
            <p:nvPicPr>
              <p:cNvPr id="412" name="Picture 68" descr="DD-tower-front-2left">
                <a:extLst>
                  <a:ext uri="{FF2B5EF4-FFF2-40B4-BE49-F238E27FC236}">
                    <a16:creationId xmlns:a16="http://schemas.microsoft.com/office/drawing/2014/main" id="{D1FD8889-1CA4-9782-08E5-D46672AEF3F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duotone>
                  <a:prstClr val="black"/>
                  <a:srgbClr val="D9C3A5">
                    <a:tint val="50000"/>
                    <a:satMod val="18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716639" y="9272192"/>
                <a:ext cx="125240" cy="2154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13" name="Picture 68" descr="DD-tower-front-2left">
                <a:extLst>
                  <a:ext uri="{FF2B5EF4-FFF2-40B4-BE49-F238E27FC236}">
                    <a16:creationId xmlns:a16="http://schemas.microsoft.com/office/drawing/2014/main" id="{8CF2CB33-7F1C-F548-210F-3068F9D848B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duotone>
                  <a:prstClr val="black"/>
                  <a:srgbClr val="D9C3A5">
                    <a:tint val="50000"/>
                    <a:satMod val="18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906085" y="9272192"/>
                <a:ext cx="125240" cy="2154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414" name="그룹 413">
              <a:extLst>
                <a:ext uri="{FF2B5EF4-FFF2-40B4-BE49-F238E27FC236}">
                  <a16:creationId xmlns:a16="http://schemas.microsoft.com/office/drawing/2014/main" id="{B7DE7CC1-0027-7C71-07F3-A2B8A9D0EA23}"/>
                </a:ext>
              </a:extLst>
            </p:cNvPr>
            <p:cNvGrpSpPr/>
            <p:nvPr/>
          </p:nvGrpSpPr>
          <p:grpSpPr>
            <a:xfrm>
              <a:off x="5606742" y="4211905"/>
              <a:ext cx="540912" cy="170823"/>
              <a:chOff x="7318251" y="9272192"/>
              <a:chExt cx="736041" cy="370760"/>
            </a:xfrm>
          </p:grpSpPr>
          <p:sp>
            <p:nvSpPr>
              <p:cNvPr id="415" name="모서리가 둥근 직사각형 399">
                <a:extLst>
                  <a:ext uri="{FF2B5EF4-FFF2-40B4-BE49-F238E27FC236}">
                    <a16:creationId xmlns:a16="http://schemas.microsoft.com/office/drawing/2014/main" id="{0CA33649-2C4A-E8B4-F927-A00E537A8562}"/>
                  </a:ext>
                </a:extLst>
              </p:cNvPr>
              <p:cNvSpPr/>
              <p:nvPr/>
            </p:nvSpPr>
            <p:spPr>
              <a:xfrm>
                <a:off x="7318251" y="9467183"/>
                <a:ext cx="736041" cy="175769"/>
              </a:xfrm>
              <a:prstGeom prst="roundRect">
                <a:avLst>
                  <a:gd name="adj" fmla="val 0"/>
                </a:avLst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 anchor="ctr">
                <a:spAutoFit/>
              </a:bodyPr>
              <a:lstStyle/>
              <a:p>
                <a:pPr algn="ctr" defTabSz="1042988" eaLnBrk="0" latinLnBrk="0" hangingPunct="0">
                  <a:lnSpc>
                    <a:spcPct val="110000"/>
                  </a:lnSpc>
                  <a:buClr>
                    <a:srgbClr val="3271AA"/>
                  </a:buClr>
                  <a:buSzPct val="140000"/>
                  <a:tabLst>
                    <a:tab pos="5648325" algn="l"/>
                  </a:tabLst>
                </a:pPr>
                <a:r>
                  <a:rPr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0000600000000000000" pitchFamily="2" charset="-127"/>
                  </a:rPr>
                  <a:t>오브젝트 </a:t>
                </a:r>
                <a:r>
                  <a: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0000600000000000000" pitchFamily="2" charset="-127"/>
                  </a:rPr>
                  <a:t>스토리지</a:t>
                </a:r>
                <a:endPara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0000600000000000000" pitchFamily="2" charset="-127"/>
                </a:endParaRPr>
              </a:p>
            </p:txBody>
          </p:sp>
          <p:pic>
            <p:nvPicPr>
              <p:cNvPr id="416" name="Picture 68" descr="DD-tower-front-2left">
                <a:extLst>
                  <a:ext uri="{FF2B5EF4-FFF2-40B4-BE49-F238E27FC236}">
                    <a16:creationId xmlns:a16="http://schemas.microsoft.com/office/drawing/2014/main" id="{62BEF80F-ABEC-238B-1B8A-C96C03C514A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duotone>
                  <a:prstClr val="black"/>
                  <a:srgbClr val="D9C3A5">
                    <a:tint val="50000"/>
                    <a:satMod val="18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539272" y="9272192"/>
                <a:ext cx="125240" cy="2154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17" name="Picture 68" descr="DD-tower-front-2left">
                <a:extLst>
                  <a:ext uri="{FF2B5EF4-FFF2-40B4-BE49-F238E27FC236}">
                    <a16:creationId xmlns:a16="http://schemas.microsoft.com/office/drawing/2014/main" id="{C94834E6-32E4-9328-36E2-B9DFB285C01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duotone>
                  <a:prstClr val="black"/>
                  <a:srgbClr val="D9C3A5">
                    <a:tint val="50000"/>
                    <a:satMod val="18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16531" y="9272192"/>
                <a:ext cx="125240" cy="2154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418" name="모서리가 둥근 직사각형 70">
              <a:extLst>
                <a:ext uri="{FF2B5EF4-FFF2-40B4-BE49-F238E27FC236}">
                  <a16:creationId xmlns:a16="http://schemas.microsoft.com/office/drawing/2014/main" id="{CDD5DC62-C947-B5ED-1BED-C666C830FE55}"/>
                </a:ext>
              </a:extLst>
            </p:cNvPr>
            <p:cNvSpPr/>
            <p:nvPr/>
          </p:nvSpPr>
          <p:spPr bwMode="auto">
            <a:xfrm flipV="1">
              <a:off x="2610648" y="3729988"/>
              <a:ext cx="2323089" cy="396540"/>
            </a:xfrm>
            <a:prstGeom prst="rect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none" w="sm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0" tIns="0" rIns="0" bIns="0" anchor="ctr"/>
            <a:lstStyle/>
            <a:p>
              <a:endParaRPr lang="ko-KR" altLang="en-US" sz="1400" dirty="0">
                <a:ea typeface="KoPub돋움체 Medium" pitchFamily="50" charset="-127"/>
                <a:sym typeface="KoPub돋움체 Medium" pitchFamily="2" charset="2"/>
              </a:endParaRPr>
            </a:p>
          </p:txBody>
        </p:sp>
        <p:sp>
          <p:nvSpPr>
            <p:cNvPr id="419" name="모서리가 둥근 직사각형 70">
              <a:extLst>
                <a:ext uri="{FF2B5EF4-FFF2-40B4-BE49-F238E27FC236}">
                  <a16:creationId xmlns:a16="http://schemas.microsoft.com/office/drawing/2014/main" id="{8CC4ED5A-F9AD-9FFB-B60B-C4E4E22DC2C4}"/>
                </a:ext>
              </a:extLst>
            </p:cNvPr>
            <p:cNvSpPr/>
            <p:nvPr/>
          </p:nvSpPr>
          <p:spPr bwMode="auto">
            <a:xfrm flipV="1">
              <a:off x="4947485" y="3731451"/>
              <a:ext cx="767230" cy="396420"/>
            </a:xfrm>
            <a:prstGeom prst="rect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none" w="sm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0" tIns="0" rIns="0" bIns="0" anchor="ctr"/>
            <a:lstStyle/>
            <a:p>
              <a:endParaRPr lang="ko-KR" altLang="en-US" sz="1400" dirty="0">
                <a:ea typeface="KoPub돋움체 Medium" pitchFamily="50" charset="-127"/>
                <a:sym typeface="KoPub돋움체 Medium" pitchFamily="2" charset="2"/>
              </a:endParaRPr>
            </a:p>
          </p:txBody>
        </p:sp>
        <p:sp>
          <p:nvSpPr>
            <p:cNvPr id="420" name="모서리가 둥근 직사각형 70">
              <a:extLst>
                <a:ext uri="{FF2B5EF4-FFF2-40B4-BE49-F238E27FC236}">
                  <a16:creationId xmlns:a16="http://schemas.microsoft.com/office/drawing/2014/main" id="{49D473B3-BE15-3CEA-E787-1BC1FF6EF650}"/>
                </a:ext>
              </a:extLst>
            </p:cNvPr>
            <p:cNvSpPr/>
            <p:nvPr/>
          </p:nvSpPr>
          <p:spPr bwMode="auto">
            <a:xfrm flipV="1">
              <a:off x="5728576" y="3731451"/>
              <a:ext cx="536331" cy="396420"/>
            </a:xfrm>
            <a:prstGeom prst="rect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none" w="sm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0" tIns="0" rIns="0" bIns="0" anchor="ctr"/>
            <a:lstStyle/>
            <a:p>
              <a:endParaRPr lang="ko-KR" altLang="en-US" sz="1400" dirty="0">
                <a:ea typeface="KoPub돋움체 Medium" pitchFamily="50" charset="-127"/>
                <a:sym typeface="KoPub돋움체 Medium" pitchFamily="2" charset="2"/>
              </a:endParaRPr>
            </a:p>
          </p:txBody>
        </p:sp>
        <p:sp>
          <p:nvSpPr>
            <p:cNvPr id="421" name="모서리가 둥근 직사각형 70">
              <a:extLst>
                <a:ext uri="{FF2B5EF4-FFF2-40B4-BE49-F238E27FC236}">
                  <a16:creationId xmlns:a16="http://schemas.microsoft.com/office/drawing/2014/main" id="{3BB067EC-0D28-25F3-839A-434DDC35AAA8}"/>
                </a:ext>
              </a:extLst>
            </p:cNvPr>
            <p:cNvSpPr/>
            <p:nvPr/>
          </p:nvSpPr>
          <p:spPr bwMode="auto">
            <a:xfrm flipV="1">
              <a:off x="6590582" y="2355488"/>
              <a:ext cx="839304" cy="299919"/>
            </a:xfrm>
            <a:prstGeom prst="rect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none" w="sm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0" tIns="0" rIns="0" bIns="0" anchor="ctr"/>
            <a:lstStyle/>
            <a:p>
              <a:endParaRPr lang="ko-KR" altLang="en-US" sz="1400" dirty="0">
                <a:ea typeface="KoPub돋움체 Medium" pitchFamily="50" charset="-127"/>
                <a:sym typeface="KoPub돋움체 Medium" pitchFamily="2" charset="2"/>
              </a:endParaRPr>
            </a:p>
          </p:txBody>
        </p:sp>
        <p:sp>
          <p:nvSpPr>
            <p:cNvPr id="422" name="모서리가 둥근 직사각형 70">
              <a:extLst>
                <a:ext uri="{FF2B5EF4-FFF2-40B4-BE49-F238E27FC236}">
                  <a16:creationId xmlns:a16="http://schemas.microsoft.com/office/drawing/2014/main" id="{9AACC7D8-2F2A-0FA8-51EB-F0323B436F26}"/>
                </a:ext>
              </a:extLst>
            </p:cNvPr>
            <p:cNvSpPr/>
            <p:nvPr/>
          </p:nvSpPr>
          <p:spPr bwMode="auto">
            <a:xfrm flipV="1">
              <a:off x="7481688" y="2351522"/>
              <a:ext cx="1165318" cy="300217"/>
            </a:xfrm>
            <a:prstGeom prst="rect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none" w="sm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0" tIns="0" rIns="0" bIns="0" anchor="ctr"/>
            <a:lstStyle/>
            <a:p>
              <a:endParaRPr lang="ko-KR" altLang="en-US" sz="1400" dirty="0">
                <a:ea typeface="KoPub돋움체 Medium" pitchFamily="50" charset="-127"/>
                <a:sym typeface="KoPub돋움체 Medium" pitchFamily="2" charset="2"/>
              </a:endParaRPr>
            </a:p>
          </p:txBody>
        </p:sp>
        <p:grpSp>
          <p:nvGrpSpPr>
            <p:cNvPr id="423" name="그룹 422">
              <a:extLst>
                <a:ext uri="{FF2B5EF4-FFF2-40B4-BE49-F238E27FC236}">
                  <a16:creationId xmlns:a16="http://schemas.microsoft.com/office/drawing/2014/main" id="{DB709744-8DAA-BCA9-E757-CB3F64337B5B}"/>
                </a:ext>
              </a:extLst>
            </p:cNvPr>
            <p:cNvGrpSpPr/>
            <p:nvPr/>
          </p:nvGrpSpPr>
          <p:grpSpPr>
            <a:xfrm>
              <a:off x="6794866" y="4389624"/>
              <a:ext cx="1590112" cy="276999"/>
              <a:chOff x="8780323" y="5627632"/>
              <a:chExt cx="2163728" cy="601206"/>
            </a:xfrm>
          </p:grpSpPr>
          <p:sp>
            <p:nvSpPr>
              <p:cNvPr id="424" name="모서리가 둥근 직사각형 171">
                <a:extLst>
                  <a:ext uri="{FF2B5EF4-FFF2-40B4-BE49-F238E27FC236}">
                    <a16:creationId xmlns:a16="http://schemas.microsoft.com/office/drawing/2014/main" id="{9C6AEF31-B3F1-76D2-31E7-3B8B0D186432}"/>
                  </a:ext>
                </a:extLst>
              </p:cNvPr>
              <p:cNvSpPr/>
              <p:nvPr/>
            </p:nvSpPr>
            <p:spPr bwMode="auto">
              <a:xfrm flipV="1">
                <a:off x="8896976" y="5652569"/>
                <a:ext cx="1870719" cy="32524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  <a:headEnd type="none" w="sm" len="med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square" lIns="0" tIns="0" rIns="0" bIns="0" anchor="ctr"/>
              <a:lstStyle/>
              <a:p>
                <a:endParaRPr lang="ko-KR" altLang="en-US" sz="1400" dirty="0">
                  <a:ea typeface="KoPub돋움체 Medium" pitchFamily="50" charset="-127"/>
                  <a:sym typeface="KoPub돋움체 Medium" pitchFamily="2" charset="2"/>
                </a:endParaRPr>
              </a:p>
            </p:txBody>
          </p:sp>
          <p:cxnSp>
            <p:nvCxnSpPr>
              <p:cNvPr id="425" name="직선 연결선 1492">
                <a:extLst>
                  <a:ext uri="{FF2B5EF4-FFF2-40B4-BE49-F238E27FC236}">
                    <a16:creationId xmlns:a16="http://schemas.microsoft.com/office/drawing/2014/main" id="{55A9F504-F473-CE48-5EDE-37BBF31762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71674" y="5723995"/>
                <a:ext cx="31016" cy="183987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6" name="직선 연결선 1493">
                <a:extLst>
                  <a:ext uri="{FF2B5EF4-FFF2-40B4-BE49-F238E27FC236}">
                    <a16:creationId xmlns:a16="http://schemas.microsoft.com/office/drawing/2014/main" id="{79394752-A321-F218-98BC-EE0BF43674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79781" y="5723995"/>
                <a:ext cx="35931" cy="183987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7" name="직선 연결선 1494">
                <a:extLst>
                  <a:ext uri="{FF2B5EF4-FFF2-40B4-BE49-F238E27FC236}">
                    <a16:creationId xmlns:a16="http://schemas.microsoft.com/office/drawing/2014/main" id="{6FB31A94-F412-8240-BF5F-25A9FD1137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71674" y="5723995"/>
                <a:ext cx="644038" cy="183987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8" name="직사각형 427">
                <a:extLst>
                  <a:ext uri="{FF2B5EF4-FFF2-40B4-BE49-F238E27FC236}">
                    <a16:creationId xmlns:a16="http://schemas.microsoft.com/office/drawing/2014/main" id="{25663E2A-0380-A3D9-FF87-308D082E2C2A}"/>
                  </a:ext>
                </a:extLst>
              </p:cNvPr>
              <p:cNvSpPr/>
              <p:nvPr/>
            </p:nvSpPr>
            <p:spPr>
              <a:xfrm>
                <a:off x="9435547" y="5731818"/>
                <a:ext cx="572400" cy="137004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>
                <a:solidFill>
                  <a:schemeClr val="bg1">
                    <a:lumMod val="50000"/>
                  </a:schemeClr>
                </a:solidFill>
                <a:prstDash val="sysDash"/>
                <a:miter lim="800000"/>
                <a:headEnd/>
                <a:tailEnd/>
              </a:ln>
              <a:effectLst/>
            </p:spPr>
            <p:txBody>
              <a:bodyPr wrap="square" lIns="0" tIns="0" rIns="0" bIns="0" anchor="ctr"/>
              <a:lstStyle/>
              <a:p>
                <a:pPr algn="ctr" defTabSz="1042988" eaLnBrk="0" latinLnBrk="0" hangingPunct="0">
                  <a:buClr>
                    <a:schemeClr val="bg2"/>
                  </a:buClr>
                  <a:buSzPct val="80000"/>
                  <a:tabLst>
                    <a:tab pos="5648325" algn="l"/>
                  </a:tabLst>
                </a:pPr>
                <a:r>
                  <a:rPr lang="en-US" altLang="ko-KR" sz="500" dirty="0">
                    <a:solidFill>
                      <a:schemeClr val="bg1"/>
                    </a:solidFill>
                    <a:ea typeface="KoPub돋움체 Medium" panose="00000600000000000000" pitchFamily="2" charset="-127"/>
                  </a:rPr>
                  <a:t>Leaf#2</a:t>
                </a:r>
                <a:endParaRPr lang="ko-KR" altLang="en-US" sz="500" dirty="0">
                  <a:solidFill>
                    <a:schemeClr val="bg1"/>
                  </a:solidFill>
                  <a:ea typeface="KoPub돋움체 Medium" panose="00000600000000000000" pitchFamily="2" charset="-127"/>
                </a:endParaRPr>
              </a:p>
            </p:txBody>
          </p:sp>
          <p:sp>
            <p:nvSpPr>
              <p:cNvPr id="429" name="직사각형 428">
                <a:extLst>
                  <a:ext uri="{FF2B5EF4-FFF2-40B4-BE49-F238E27FC236}">
                    <a16:creationId xmlns:a16="http://schemas.microsoft.com/office/drawing/2014/main" id="{9626F0D7-7792-4B54-F376-B587978D3F8F}"/>
                  </a:ext>
                </a:extLst>
              </p:cNvPr>
              <p:cNvSpPr/>
              <p:nvPr/>
            </p:nvSpPr>
            <p:spPr>
              <a:xfrm>
                <a:off x="10371651" y="5732459"/>
                <a:ext cx="572400" cy="137004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>
                <a:solidFill>
                  <a:schemeClr val="bg1">
                    <a:lumMod val="50000"/>
                  </a:schemeClr>
                </a:solidFill>
                <a:prstDash val="sysDash"/>
                <a:miter lim="800000"/>
                <a:headEnd/>
                <a:tailEnd/>
              </a:ln>
              <a:effectLst/>
            </p:spPr>
            <p:txBody>
              <a:bodyPr wrap="square" lIns="0" tIns="0" rIns="0" bIns="0" anchor="ctr"/>
              <a:lstStyle/>
              <a:p>
                <a:pPr algn="ctr" defTabSz="1042988" eaLnBrk="0" latinLnBrk="0" hangingPunct="0">
                  <a:buClr>
                    <a:schemeClr val="bg2"/>
                  </a:buClr>
                  <a:buSzPct val="80000"/>
                  <a:tabLst>
                    <a:tab pos="5648325" algn="l"/>
                  </a:tabLst>
                </a:pPr>
                <a:r>
                  <a:rPr lang="en-US" altLang="ko-KR" sz="500" dirty="0" err="1">
                    <a:solidFill>
                      <a:schemeClr val="bg1"/>
                    </a:solidFill>
                    <a:ea typeface="KoPub돋움체 Medium" panose="00000600000000000000" pitchFamily="2" charset="-127"/>
                  </a:rPr>
                  <a:t>Leaf#n</a:t>
                </a:r>
                <a:endParaRPr lang="ko-KR" altLang="en-US" sz="500" dirty="0">
                  <a:solidFill>
                    <a:schemeClr val="bg1"/>
                  </a:solidFill>
                  <a:ea typeface="KoPub돋움체 Medium" panose="00000600000000000000" pitchFamily="2" charset="-127"/>
                </a:endParaRPr>
              </a:p>
            </p:txBody>
          </p:sp>
          <p:sp>
            <p:nvSpPr>
              <p:cNvPr id="430" name="직사각형 429">
                <a:extLst>
                  <a:ext uri="{FF2B5EF4-FFF2-40B4-BE49-F238E27FC236}">
                    <a16:creationId xmlns:a16="http://schemas.microsoft.com/office/drawing/2014/main" id="{86AE2F50-23FF-45F1-FC00-DE92DB54D38C}"/>
                  </a:ext>
                </a:extLst>
              </p:cNvPr>
              <p:cNvSpPr/>
              <p:nvPr/>
            </p:nvSpPr>
            <p:spPr>
              <a:xfrm>
                <a:off x="8780323" y="5731818"/>
                <a:ext cx="572400" cy="137004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>
                <a:solidFill>
                  <a:schemeClr val="bg1">
                    <a:lumMod val="50000"/>
                  </a:schemeClr>
                </a:solidFill>
                <a:prstDash val="sysDash"/>
                <a:miter lim="800000"/>
                <a:headEnd/>
                <a:tailEnd/>
              </a:ln>
              <a:effectLst/>
            </p:spPr>
            <p:txBody>
              <a:bodyPr wrap="square" lIns="0" tIns="0" rIns="0" bIns="0" anchor="ctr"/>
              <a:lstStyle/>
              <a:p>
                <a:pPr algn="ctr" defTabSz="1042988" eaLnBrk="0" latinLnBrk="0" hangingPunct="0">
                  <a:buClr>
                    <a:schemeClr val="bg2"/>
                  </a:buClr>
                  <a:buSzPct val="80000"/>
                  <a:tabLst>
                    <a:tab pos="5648325" algn="l"/>
                  </a:tabLst>
                </a:pPr>
                <a:r>
                  <a:rPr lang="en-US" altLang="ko-KR" sz="500" dirty="0">
                    <a:solidFill>
                      <a:schemeClr val="bg1"/>
                    </a:solidFill>
                    <a:ea typeface="KoPub돋움체 Medium" panose="00000600000000000000" pitchFamily="2" charset="-127"/>
                  </a:rPr>
                  <a:t>Leaf#1</a:t>
                </a:r>
                <a:endParaRPr lang="ko-KR" altLang="en-US" sz="500" dirty="0">
                  <a:solidFill>
                    <a:schemeClr val="bg1"/>
                  </a:solidFill>
                  <a:ea typeface="KoPub돋움체 Medium" panose="00000600000000000000" pitchFamily="2" charset="-127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AC664408-4859-919E-B04E-D24A17583EA2}"/>
                  </a:ext>
                </a:extLst>
              </p:cNvPr>
              <p:cNvSpPr txBox="1"/>
              <p:nvPr/>
            </p:nvSpPr>
            <p:spPr>
              <a:xfrm>
                <a:off x="10051545" y="5627632"/>
                <a:ext cx="322688" cy="6012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dirty="0"/>
                  <a:t>…</a:t>
                </a:r>
                <a:endParaRPr lang="ko-KR" altLang="en-US" sz="1200" dirty="0"/>
              </a:p>
            </p:txBody>
          </p:sp>
        </p:grpSp>
        <p:sp>
          <p:nvSpPr>
            <p:cNvPr id="432" name="모서리가 둥근 직사각형 70">
              <a:extLst>
                <a:ext uri="{FF2B5EF4-FFF2-40B4-BE49-F238E27FC236}">
                  <a16:creationId xmlns:a16="http://schemas.microsoft.com/office/drawing/2014/main" id="{400FE6D7-5A13-7679-977B-64C08FEB4D84}"/>
                </a:ext>
              </a:extLst>
            </p:cNvPr>
            <p:cNvSpPr/>
            <p:nvPr/>
          </p:nvSpPr>
          <p:spPr bwMode="auto">
            <a:xfrm flipV="1">
              <a:off x="6643114" y="2750691"/>
              <a:ext cx="1977201" cy="286907"/>
            </a:xfrm>
            <a:prstGeom prst="rect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none" w="sm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0" tIns="0" rIns="0" bIns="0" anchor="ctr"/>
            <a:lstStyle/>
            <a:p>
              <a:endParaRPr lang="ko-KR" altLang="en-US" sz="1400" dirty="0">
                <a:ea typeface="KoPub돋움체 Medium" pitchFamily="50" charset="-127"/>
                <a:sym typeface="KoPub돋움체 Medium" pitchFamily="2" charset="2"/>
              </a:endParaRPr>
            </a:p>
          </p:txBody>
        </p:sp>
        <p:sp>
          <p:nvSpPr>
            <p:cNvPr id="433" name="직사각형 166">
              <a:extLst>
                <a:ext uri="{FF2B5EF4-FFF2-40B4-BE49-F238E27FC236}">
                  <a16:creationId xmlns:a16="http://schemas.microsoft.com/office/drawing/2014/main" id="{A563FEAD-99A6-2660-48E1-832469D7BFDC}"/>
                </a:ext>
              </a:extLst>
            </p:cNvPr>
            <p:cNvSpPr/>
            <p:nvPr/>
          </p:nvSpPr>
          <p:spPr bwMode="auto">
            <a:xfrm>
              <a:off x="6704529" y="2794218"/>
              <a:ext cx="159863" cy="105119"/>
            </a:xfrm>
            <a:prstGeom prst="roundRect">
              <a:avLst>
                <a:gd name="adj" fmla="val 9838"/>
              </a:avLst>
            </a:prstGeom>
            <a:solidFill>
              <a:schemeClr val="bg1">
                <a:lumMod val="85000"/>
              </a:schemeClr>
            </a:solidFill>
            <a:ln w="6350">
              <a:solidFill>
                <a:schemeClr val="bg1">
                  <a:lumMod val="65000"/>
                </a:schemeClr>
              </a:solidFill>
              <a:prstDash val="sysDash"/>
              <a:miter lim="800000"/>
              <a:headEnd/>
              <a:tailEnd/>
            </a:ln>
            <a:effectLst/>
          </p:spPr>
          <p:txBody>
            <a:bodyPr wrap="square" lIns="0" tIns="0" rIns="0" b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API</a:t>
              </a:r>
            </a:p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GW</a:t>
              </a:r>
              <a:endParaRPr kumimoji="0" lang="ko-KR" altLang="en-US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2020603020101020101" pitchFamily="18" charset="-127"/>
              </a:endParaRPr>
            </a:p>
          </p:txBody>
        </p:sp>
        <p:sp>
          <p:nvSpPr>
            <p:cNvPr id="434" name="직사각형 166">
              <a:extLst>
                <a:ext uri="{FF2B5EF4-FFF2-40B4-BE49-F238E27FC236}">
                  <a16:creationId xmlns:a16="http://schemas.microsoft.com/office/drawing/2014/main" id="{735A3B7C-C377-D789-E880-5D0DBF501D91}"/>
                </a:ext>
              </a:extLst>
            </p:cNvPr>
            <p:cNvSpPr/>
            <p:nvPr/>
          </p:nvSpPr>
          <p:spPr bwMode="auto">
            <a:xfrm>
              <a:off x="6950729" y="2794218"/>
              <a:ext cx="159863" cy="105119"/>
            </a:xfrm>
            <a:prstGeom prst="roundRect">
              <a:avLst>
                <a:gd name="adj" fmla="val 9838"/>
              </a:avLst>
            </a:prstGeom>
            <a:solidFill>
              <a:schemeClr val="bg1">
                <a:lumMod val="85000"/>
              </a:schemeClr>
            </a:solidFill>
            <a:ln w="6350">
              <a:solidFill>
                <a:schemeClr val="bg1">
                  <a:lumMod val="65000"/>
                </a:schemeClr>
              </a:solidFill>
              <a:prstDash val="sysDash"/>
              <a:miter lim="800000"/>
              <a:headEnd/>
              <a:tailEnd/>
            </a:ln>
            <a:effectLst/>
          </p:spPr>
          <p:txBody>
            <a:bodyPr wrap="square" lIns="0" tIns="0" rIns="0" b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Pro</a:t>
              </a:r>
            </a:p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Code</a:t>
              </a:r>
              <a:endParaRPr kumimoji="0" lang="ko-KR" altLang="en-US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2020603020101020101" pitchFamily="18" charset="-127"/>
              </a:endParaRPr>
            </a:p>
          </p:txBody>
        </p:sp>
        <p:sp>
          <p:nvSpPr>
            <p:cNvPr id="435" name="직사각형 166">
              <a:extLst>
                <a:ext uri="{FF2B5EF4-FFF2-40B4-BE49-F238E27FC236}">
                  <a16:creationId xmlns:a16="http://schemas.microsoft.com/office/drawing/2014/main" id="{EA78E63A-4749-8C0C-2F22-84AD9C5B2D91}"/>
                </a:ext>
              </a:extLst>
            </p:cNvPr>
            <p:cNvSpPr/>
            <p:nvPr/>
          </p:nvSpPr>
          <p:spPr bwMode="auto">
            <a:xfrm>
              <a:off x="7196929" y="2794218"/>
              <a:ext cx="159863" cy="105119"/>
            </a:xfrm>
            <a:prstGeom prst="roundRect">
              <a:avLst>
                <a:gd name="adj" fmla="val 9838"/>
              </a:avLst>
            </a:prstGeom>
            <a:solidFill>
              <a:schemeClr val="bg1">
                <a:lumMod val="85000"/>
              </a:schemeClr>
            </a:solidFill>
            <a:ln w="6350">
              <a:solidFill>
                <a:schemeClr val="bg1">
                  <a:lumMod val="65000"/>
                </a:schemeClr>
              </a:solidFill>
              <a:prstDash val="sysDash"/>
              <a:miter lim="800000"/>
              <a:headEnd/>
              <a:tailEnd/>
            </a:ln>
            <a:effectLst/>
          </p:spPr>
          <p:txBody>
            <a:bodyPr wrap="square" lIns="0" tIns="0" rIns="0" b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Low</a:t>
              </a:r>
            </a:p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Code</a:t>
              </a:r>
              <a:endParaRPr kumimoji="0" lang="ko-KR" altLang="en-US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2020603020101020101" pitchFamily="18" charset="-127"/>
              </a:endParaRPr>
            </a:p>
          </p:txBody>
        </p:sp>
        <p:sp>
          <p:nvSpPr>
            <p:cNvPr id="436" name="직사각형 166">
              <a:extLst>
                <a:ext uri="{FF2B5EF4-FFF2-40B4-BE49-F238E27FC236}">
                  <a16:creationId xmlns:a16="http://schemas.microsoft.com/office/drawing/2014/main" id="{EFAF173E-A693-AA01-52C8-2697F3D84882}"/>
                </a:ext>
              </a:extLst>
            </p:cNvPr>
            <p:cNvSpPr/>
            <p:nvPr/>
          </p:nvSpPr>
          <p:spPr bwMode="auto">
            <a:xfrm>
              <a:off x="7443129" y="2794218"/>
              <a:ext cx="159863" cy="105119"/>
            </a:xfrm>
            <a:prstGeom prst="roundRect">
              <a:avLst>
                <a:gd name="adj" fmla="val 9838"/>
              </a:avLst>
            </a:prstGeom>
            <a:solidFill>
              <a:schemeClr val="bg1">
                <a:lumMod val="85000"/>
              </a:schemeClr>
            </a:solidFill>
            <a:ln w="6350">
              <a:solidFill>
                <a:schemeClr val="bg1">
                  <a:lumMod val="65000"/>
                </a:schemeClr>
              </a:solidFill>
              <a:prstDash val="sysDash"/>
              <a:miter lim="800000"/>
              <a:headEnd/>
              <a:tailEnd/>
            </a:ln>
            <a:effectLst/>
          </p:spPr>
          <p:txBody>
            <a:bodyPr wrap="square" lIns="0" tIns="0" rIns="0" b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No</a:t>
              </a:r>
            </a:p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Code</a:t>
              </a:r>
              <a:endParaRPr kumimoji="0" lang="ko-KR" altLang="en-US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2020603020101020101" pitchFamily="18" charset="-127"/>
              </a:endParaRPr>
            </a:p>
          </p:txBody>
        </p:sp>
        <p:sp>
          <p:nvSpPr>
            <p:cNvPr id="437" name="직사각형 166">
              <a:extLst>
                <a:ext uri="{FF2B5EF4-FFF2-40B4-BE49-F238E27FC236}">
                  <a16:creationId xmlns:a16="http://schemas.microsoft.com/office/drawing/2014/main" id="{67753E0C-91D1-28DE-1B1D-BF0E707FCE52}"/>
                </a:ext>
              </a:extLst>
            </p:cNvPr>
            <p:cNvSpPr/>
            <p:nvPr/>
          </p:nvSpPr>
          <p:spPr bwMode="auto">
            <a:xfrm>
              <a:off x="7689328" y="2794218"/>
              <a:ext cx="159863" cy="105119"/>
            </a:xfrm>
            <a:prstGeom prst="roundRect">
              <a:avLst>
                <a:gd name="adj" fmla="val 9838"/>
              </a:avLst>
            </a:prstGeom>
            <a:solidFill>
              <a:schemeClr val="bg1">
                <a:lumMod val="85000"/>
              </a:schemeClr>
            </a:solidFill>
            <a:ln w="6350">
              <a:solidFill>
                <a:schemeClr val="bg1">
                  <a:lumMod val="65000"/>
                </a:schemeClr>
              </a:solidFill>
              <a:prstDash val="sysDash"/>
              <a:miter lim="800000"/>
              <a:headEnd/>
              <a:tailEnd/>
            </a:ln>
            <a:effectLst/>
          </p:spPr>
          <p:txBody>
            <a:bodyPr wrap="square" lIns="0" tIns="0" rIns="0" b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r>
                <a:rPr kumimoji="0" lang="en-US" altLang="ko-KR" sz="4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AI</a:t>
              </a:r>
            </a:p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r>
                <a:rPr kumimoji="0" lang="en-US" altLang="ko-KR" sz="4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Agent</a:t>
              </a:r>
            </a:p>
          </p:txBody>
        </p:sp>
        <p:sp>
          <p:nvSpPr>
            <p:cNvPr id="438" name="직사각형 166">
              <a:extLst>
                <a:ext uri="{FF2B5EF4-FFF2-40B4-BE49-F238E27FC236}">
                  <a16:creationId xmlns:a16="http://schemas.microsoft.com/office/drawing/2014/main" id="{3FE64370-2FFB-0D3E-07E1-0DB6E79FCF50}"/>
                </a:ext>
              </a:extLst>
            </p:cNvPr>
            <p:cNvSpPr/>
            <p:nvPr/>
          </p:nvSpPr>
          <p:spPr bwMode="auto">
            <a:xfrm>
              <a:off x="7935528" y="2794218"/>
              <a:ext cx="159863" cy="105119"/>
            </a:xfrm>
            <a:prstGeom prst="roundRect">
              <a:avLst>
                <a:gd name="adj" fmla="val 9838"/>
              </a:avLst>
            </a:prstGeom>
            <a:solidFill>
              <a:schemeClr val="bg1">
                <a:lumMod val="85000"/>
              </a:schemeClr>
            </a:solidFill>
            <a:ln w="6350">
              <a:solidFill>
                <a:schemeClr val="bg1">
                  <a:lumMod val="65000"/>
                </a:schemeClr>
              </a:solidFill>
              <a:prstDash val="sysDash"/>
              <a:miter lim="800000"/>
              <a:headEnd/>
              <a:tailEnd/>
            </a:ln>
            <a:effectLst/>
          </p:spPr>
          <p:txBody>
            <a:bodyPr wrap="square" lIns="0" tIns="0" rIns="0" b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r>
                <a:rPr kumimoji="0" lang="en-US" altLang="ko-KR" sz="4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MCP</a:t>
              </a:r>
            </a:p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r>
                <a:rPr kumimoji="0" lang="en-US" altLang="ko-KR" sz="4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Server</a:t>
              </a:r>
              <a:endParaRPr kumimoji="0" lang="ko-KR" altLang="en-US" sz="4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2020603020101020101" pitchFamily="18" charset="-127"/>
              </a:endParaRPr>
            </a:p>
          </p:txBody>
        </p:sp>
        <p:sp>
          <p:nvSpPr>
            <p:cNvPr id="439" name="직사각형 166">
              <a:extLst>
                <a:ext uri="{FF2B5EF4-FFF2-40B4-BE49-F238E27FC236}">
                  <a16:creationId xmlns:a16="http://schemas.microsoft.com/office/drawing/2014/main" id="{D2B5A8A8-791D-293A-FE5D-FC020BED4E34}"/>
                </a:ext>
              </a:extLst>
            </p:cNvPr>
            <p:cNvSpPr/>
            <p:nvPr/>
          </p:nvSpPr>
          <p:spPr bwMode="auto">
            <a:xfrm>
              <a:off x="8181728" y="2794218"/>
              <a:ext cx="159863" cy="105119"/>
            </a:xfrm>
            <a:prstGeom prst="roundRect">
              <a:avLst>
                <a:gd name="adj" fmla="val 9838"/>
              </a:avLst>
            </a:prstGeom>
            <a:solidFill>
              <a:schemeClr val="bg1">
                <a:lumMod val="85000"/>
              </a:schemeClr>
            </a:solidFill>
            <a:ln w="6350">
              <a:solidFill>
                <a:schemeClr val="bg1">
                  <a:lumMod val="65000"/>
                </a:schemeClr>
              </a:solidFill>
              <a:prstDash val="sysDash"/>
              <a:miter lim="800000"/>
              <a:headEnd/>
              <a:tailEnd/>
            </a:ln>
            <a:effectLst/>
          </p:spPr>
          <p:txBody>
            <a:bodyPr wrap="square" lIns="0" tIns="0" rIns="0" b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AI</a:t>
              </a:r>
            </a:p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OCR</a:t>
              </a:r>
              <a:endParaRPr kumimoji="0" lang="ko-KR" altLang="en-US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2020603020101020101" pitchFamily="18" charset="-127"/>
              </a:endParaRPr>
            </a:p>
          </p:txBody>
        </p:sp>
        <p:sp>
          <p:nvSpPr>
            <p:cNvPr id="440" name="직사각형 166">
              <a:extLst>
                <a:ext uri="{FF2B5EF4-FFF2-40B4-BE49-F238E27FC236}">
                  <a16:creationId xmlns:a16="http://schemas.microsoft.com/office/drawing/2014/main" id="{75394791-DB88-CE52-DD43-876099A02441}"/>
                </a:ext>
              </a:extLst>
            </p:cNvPr>
            <p:cNvSpPr/>
            <p:nvPr/>
          </p:nvSpPr>
          <p:spPr bwMode="auto">
            <a:xfrm>
              <a:off x="8427926" y="2794218"/>
              <a:ext cx="159863" cy="105119"/>
            </a:xfrm>
            <a:prstGeom prst="roundRect">
              <a:avLst>
                <a:gd name="adj" fmla="val 9838"/>
              </a:avLst>
            </a:prstGeom>
            <a:solidFill>
              <a:schemeClr val="bg1">
                <a:lumMod val="85000"/>
              </a:schemeClr>
            </a:solidFill>
            <a:ln w="6350">
              <a:solidFill>
                <a:schemeClr val="bg1">
                  <a:lumMod val="65000"/>
                </a:schemeClr>
              </a:solidFill>
              <a:prstDash val="sysDash"/>
              <a:miter lim="800000"/>
              <a:headEnd/>
              <a:tailEnd/>
            </a:ln>
            <a:effectLst/>
          </p:spPr>
          <p:txBody>
            <a:bodyPr wrap="square" lIns="0" tIns="0" rIns="0" b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AI</a:t>
              </a:r>
            </a:p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r>
                <a: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보안</a:t>
              </a:r>
            </a:p>
          </p:txBody>
        </p:sp>
        <p:sp>
          <p:nvSpPr>
            <p:cNvPr id="441" name="직사각형 166">
              <a:extLst>
                <a:ext uri="{FF2B5EF4-FFF2-40B4-BE49-F238E27FC236}">
                  <a16:creationId xmlns:a16="http://schemas.microsoft.com/office/drawing/2014/main" id="{CFFF36B5-0DFA-0286-9D76-A155AED66051}"/>
                </a:ext>
              </a:extLst>
            </p:cNvPr>
            <p:cNvSpPr/>
            <p:nvPr/>
          </p:nvSpPr>
          <p:spPr bwMode="auto">
            <a:xfrm>
              <a:off x="6706163" y="2916562"/>
              <a:ext cx="159863" cy="105119"/>
            </a:xfrm>
            <a:prstGeom prst="roundRect">
              <a:avLst>
                <a:gd name="adj" fmla="val 9838"/>
              </a:avLst>
            </a:prstGeom>
            <a:solidFill>
              <a:schemeClr val="bg1">
                <a:lumMod val="85000"/>
              </a:schemeClr>
            </a:solidFill>
            <a:ln w="6350">
              <a:solidFill>
                <a:schemeClr val="bg1">
                  <a:lumMod val="65000"/>
                </a:schemeClr>
              </a:solidFill>
              <a:prstDash val="sysDash"/>
              <a:miter lim="800000"/>
              <a:headEnd/>
              <a:tailEnd/>
            </a:ln>
            <a:effectLst/>
          </p:spPr>
          <p:txBody>
            <a:bodyPr wrap="square" lIns="0" tIns="0" rIns="0" b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r>
                <a:rPr kumimoji="0" lang="ko-KR" altLang="en-US" sz="5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임베딩</a:t>
              </a:r>
              <a:endParaRPr kumimoji="0" lang="en-US" altLang="ko-KR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2020603020101020101" pitchFamily="18" charset="-127"/>
              </a:endParaRPr>
            </a:p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r>
                <a: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모델</a:t>
              </a:r>
            </a:p>
          </p:txBody>
        </p:sp>
        <p:sp>
          <p:nvSpPr>
            <p:cNvPr id="442" name="직사각형 166">
              <a:extLst>
                <a:ext uri="{FF2B5EF4-FFF2-40B4-BE49-F238E27FC236}">
                  <a16:creationId xmlns:a16="http://schemas.microsoft.com/office/drawing/2014/main" id="{4573B3F6-692E-E2A3-69DE-D679BCB2C405}"/>
                </a:ext>
              </a:extLst>
            </p:cNvPr>
            <p:cNvSpPr/>
            <p:nvPr/>
          </p:nvSpPr>
          <p:spPr bwMode="auto">
            <a:xfrm>
              <a:off x="6952363" y="2916562"/>
              <a:ext cx="159863" cy="105119"/>
            </a:xfrm>
            <a:prstGeom prst="roundRect">
              <a:avLst>
                <a:gd name="adj" fmla="val 9838"/>
              </a:avLst>
            </a:prstGeom>
            <a:solidFill>
              <a:schemeClr val="bg1">
                <a:lumMod val="85000"/>
              </a:schemeClr>
            </a:solidFill>
            <a:ln w="6350">
              <a:solidFill>
                <a:schemeClr val="bg1">
                  <a:lumMod val="65000"/>
                </a:schemeClr>
              </a:solidFill>
              <a:prstDash val="sysDash"/>
              <a:miter lim="800000"/>
              <a:headEnd/>
              <a:tailEnd/>
            </a:ln>
            <a:effectLst/>
          </p:spPr>
          <p:txBody>
            <a:bodyPr wrap="square" lIns="0" tIns="0" rIns="0" b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r>
                <a:rPr kumimoji="0" lang="ko-KR" altLang="en-US" sz="4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수집기</a:t>
              </a:r>
              <a:r>
                <a:rPr kumimoji="0" lang="en-US" altLang="ko-KR" sz="4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/</a:t>
              </a:r>
            </a:p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r>
                <a:rPr kumimoji="0" lang="ko-KR" altLang="en-US" sz="4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전처리기</a:t>
              </a:r>
            </a:p>
          </p:txBody>
        </p:sp>
        <p:sp>
          <p:nvSpPr>
            <p:cNvPr id="443" name="직사각형 166">
              <a:extLst>
                <a:ext uri="{FF2B5EF4-FFF2-40B4-BE49-F238E27FC236}">
                  <a16:creationId xmlns:a16="http://schemas.microsoft.com/office/drawing/2014/main" id="{04454D27-6D3C-70E8-D92A-6A38C110CCF9}"/>
                </a:ext>
              </a:extLst>
            </p:cNvPr>
            <p:cNvSpPr/>
            <p:nvPr/>
          </p:nvSpPr>
          <p:spPr bwMode="auto">
            <a:xfrm>
              <a:off x="7198563" y="2916562"/>
              <a:ext cx="159863" cy="105119"/>
            </a:xfrm>
            <a:prstGeom prst="roundRect">
              <a:avLst>
                <a:gd name="adj" fmla="val 9838"/>
              </a:avLst>
            </a:prstGeom>
            <a:solidFill>
              <a:schemeClr val="bg1">
                <a:lumMod val="85000"/>
              </a:schemeClr>
            </a:solidFill>
            <a:ln w="6350">
              <a:solidFill>
                <a:schemeClr val="bg1">
                  <a:lumMod val="65000"/>
                </a:schemeClr>
              </a:solidFill>
              <a:prstDash val="sysDash"/>
              <a:miter lim="800000"/>
              <a:headEnd/>
              <a:tailEnd/>
            </a:ln>
            <a:effectLst/>
          </p:spPr>
          <p:txBody>
            <a:bodyPr wrap="square" lIns="0" tIns="0" rIns="0" b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LLM</a:t>
              </a:r>
            </a:p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r>
                <a: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평가</a:t>
              </a:r>
            </a:p>
          </p:txBody>
        </p:sp>
        <p:sp>
          <p:nvSpPr>
            <p:cNvPr id="444" name="직사각형 166">
              <a:extLst>
                <a:ext uri="{FF2B5EF4-FFF2-40B4-BE49-F238E27FC236}">
                  <a16:creationId xmlns:a16="http://schemas.microsoft.com/office/drawing/2014/main" id="{0EDE8162-3776-6293-EE26-F04165895B3E}"/>
                </a:ext>
              </a:extLst>
            </p:cNvPr>
            <p:cNvSpPr/>
            <p:nvPr/>
          </p:nvSpPr>
          <p:spPr bwMode="auto">
            <a:xfrm>
              <a:off x="7444763" y="2916562"/>
              <a:ext cx="159863" cy="105119"/>
            </a:xfrm>
            <a:prstGeom prst="roundRect">
              <a:avLst>
                <a:gd name="adj" fmla="val 9838"/>
              </a:avLst>
            </a:prstGeom>
            <a:solidFill>
              <a:schemeClr val="bg1">
                <a:lumMod val="85000"/>
              </a:schemeClr>
            </a:solidFill>
            <a:ln w="6350">
              <a:solidFill>
                <a:schemeClr val="bg1">
                  <a:lumMod val="65000"/>
                </a:schemeClr>
              </a:solidFill>
              <a:prstDash val="sysDash"/>
              <a:miter lim="800000"/>
              <a:headEnd/>
              <a:tailEnd/>
            </a:ln>
            <a:effectLst/>
          </p:spPr>
          <p:txBody>
            <a:bodyPr wrap="square" lIns="0" tIns="0" rIns="0" b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Gen</a:t>
              </a:r>
            </a:p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BI</a:t>
              </a:r>
              <a:endParaRPr kumimoji="0" lang="ko-KR" altLang="en-US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2020603020101020101" pitchFamily="18" charset="-127"/>
              </a:endParaRPr>
            </a:p>
          </p:txBody>
        </p:sp>
        <p:sp>
          <p:nvSpPr>
            <p:cNvPr id="445" name="직사각형 166">
              <a:extLst>
                <a:ext uri="{FF2B5EF4-FFF2-40B4-BE49-F238E27FC236}">
                  <a16:creationId xmlns:a16="http://schemas.microsoft.com/office/drawing/2014/main" id="{D022676B-AD68-7590-DB96-C55778FA83A6}"/>
                </a:ext>
              </a:extLst>
            </p:cNvPr>
            <p:cNvSpPr/>
            <p:nvPr/>
          </p:nvSpPr>
          <p:spPr bwMode="auto">
            <a:xfrm>
              <a:off x="7690963" y="2916562"/>
              <a:ext cx="159863" cy="105119"/>
            </a:xfrm>
            <a:prstGeom prst="roundRect">
              <a:avLst>
                <a:gd name="adj" fmla="val 9838"/>
              </a:avLst>
            </a:prstGeom>
            <a:solidFill>
              <a:schemeClr val="bg1">
                <a:lumMod val="85000"/>
              </a:schemeClr>
            </a:solidFill>
            <a:ln w="6350">
              <a:solidFill>
                <a:schemeClr val="bg1">
                  <a:lumMod val="65000"/>
                </a:schemeClr>
              </a:solidFill>
              <a:prstDash val="sysDash"/>
              <a:miter lim="800000"/>
              <a:headEnd/>
              <a:tailEnd/>
            </a:ln>
            <a:effectLst/>
          </p:spPr>
          <p:txBody>
            <a:bodyPr wrap="square" lIns="0" tIns="0" rIns="0" b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r>
                <a:rPr kumimoji="0" lang="en-US" altLang="ko-KR" sz="4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OZ</a:t>
              </a:r>
            </a:p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r>
                <a:rPr kumimoji="0" lang="en-US" altLang="ko-KR" sz="4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Report</a:t>
              </a:r>
            </a:p>
          </p:txBody>
        </p:sp>
        <p:sp>
          <p:nvSpPr>
            <p:cNvPr id="446" name="직사각형 166">
              <a:extLst>
                <a:ext uri="{FF2B5EF4-FFF2-40B4-BE49-F238E27FC236}">
                  <a16:creationId xmlns:a16="http://schemas.microsoft.com/office/drawing/2014/main" id="{8AF6ED39-0947-0740-F258-F9357805AF9C}"/>
                </a:ext>
              </a:extLst>
            </p:cNvPr>
            <p:cNvSpPr/>
            <p:nvPr/>
          </p:nvSpPr>
          <p:spPr bwMode="auto">
            <a:xfrm>
              <a:off x="7937163" y="2916562"/>
              <a:ext cx="159863" cy="105119"/>
            </a:xfrm>
            <a:prstGeom prst="roundRect">
              <a:avLst>
                <a:gd name="adj" fmla="val 9838"/>
              </a:avLst>
            </a:prstGeom>
            <a:solidFill>
              <a:schemeClr val="bg1">
                <a:lumMod val="85000"/>
              </a:schemeClr>
            </a:solidFill>
            <a:ln w="6350">
              <a:solidFill>
                <a:schemeClr val="bg1">
                  <a:lumMod val="65000"/>
                </a:schemeClr>
              </a:solidFill>
              <a:prstDash val="sysDash"/>
              <a:miter lim="800000"/>
              <a:headEnd/>
              <a:tailEnd/>
            </a:ln>
            <a:effectLst/>
          </p:spPr>
          <p:txBody>
            <a:bodyPr wrap="square" lIns="0" tIns="0" rIns="0" b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CI/</a:t>
              </a:r>
            </a:p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CD</a:t>
              </a:r>
              <a:endParaRPr kumimoji="0" lang="ko-KR" altLang="en-US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2020603020101020101" pitchFamily="18" charset="-127"/>
              </a:endParaRPr>
            </a:p>
          </p:txBody>
        </p:sp>
        <p:sp>
          <p:nvSpPr>
            <p:cNvPr id="447" name="직사각형 166">
              <a:extLst>
                <a:ext uri="{FF2B5EF4-FFF2-40B4-BE49-F238E27FC236}">
                  <a16:creationId xmlns:a16="http://schemas.microsoft.com/office/drawing/2014/main" id="{4459B04B-A882-E1B5-5048-0076DCAF48F0}"/>
                </a:ext>
              </a:extLst>
            </p:cNvPr>
            <p:cNvSpPr/>
            <p:nvPr/>
          </p:nvSpPr>
          <p:spPr bwMode="auto">
            <a:xfrm>
              <a:off x="8183363" y="2916562"/>
              <a:ext cx="159863" cy="105119"/>
            </a:xfrm>
            <a:prstGeom prst="roundRect">
              <a:avLst>
                <a:gd name="adj" fmla="val 9838"/>
              </a:avLst>
            </a:prstGeom>
            <a:solidFill>
              <a:schemeClr val="bg1">
                <a:lumMod val="85000"/>
              </a:schemeClr>
            </a:solidFill>
            <a:ln w="6350">
              <a:solidFill>
                <a:schemeClr val="bg1">
                  <a:lumMod val="65000"/>
                </a:schemeClr>
              </a:solidFill>
              <a:prstDash val="sysDash"/>
              <a:miter lim="800000"/>
              <a:headEnd/>
              <a:tailEnd/>
            </a:ln>
            <a:effectLst/>
          </p:spPr>
          <p:txBody>
            <a:bodyPr wrap="square" lIns="0" tIns="0" rIns="0" b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r>
                <a:rPr kumimoji="0" lang="ko-KR" altLang="en-US" sz="4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모니터링</a:t>
              </a:r>
            </a:p>
          </p:txBody>
        </p:sp>
        <p:sp>
          <p:nvSpPr>
            <p:cNvPr id="448" name="직사각형 166">
              <a:extLst>
                <a:ext uri="{FF2B5EF4-FFF2-40B4-BE49-F238E27FC236}">
                  <a16:creationId xmlns:a16="http://schemas.microsoft.com/office/drawing/2014/main" id="{CF223463-C918-7789-0786-1D524F31B0B9}"/>
                </a:ext>
              </a:extLst>
            </p:cNvPr>
            <p:cNvSpPr/>
            <p:nvPr/>
          </p:nvSpPr>
          <p:spPr bwMode="auto">
            <a:xfrm>
              <a:off x="8429560" y="2916562"/>
              <a:ext cx="159863" cy="105119"/>
            </a:xfrm>
            <a:prstGeom prst="roundRect">
              <a:avLst>
                <a:gd name="adj" fmla="val 9838"/>
              </a:avLst>
            </a:prstGeom>
            <a:solidFill>
              <a:schemeClr val="bg1">
                <a:lumMod val="85000"/>
              </a:schemeClr>
            </a:solidFill>
            <a:ln w="6350">
              <a:solidFill>
                <a:schemeClr val="bg1">
                  <a:lumMod val="65000"/>
                </a:schemeClr>
              </a:solidFill>
              <a:prstDash val="sysDash"/>
              <a:miter lim="800000"/>
              <a:headEnd/>
              <a:tailEnd/>
            </a:ln>
            <a:effectLst/>
          </p:spPr>
          <p:txBody>
            <a:bodyPr wrap="square" lIns="0" tIns="0" rIns="0" b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r>
                <a: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로깅</a:t>
              </a:r>
            </a:p>
          </p:txBody>
        </p:sp>
        <p:sp>
          <p:nvSpPr>
            <p:cNvPr id="449" name="직사각형 166">
              <a:extLst>
                <a:ext uri="{FF2B5EF4-FFF2-40B4-BE49-F238E27FC236}">
                  <a16:creationId xmlns:a16="http://schemas.microsoft.com/office/drawing/2014/main" id="{95F9824A-04A5-36D2-3FC1-9E1C6EB5E662}"/>
                </a:ext>
              </a:extLst>
            </p:cNvPr>
            <p:cNvSpPr/>
            <p:nvPr/>
          </p:nvSpPr>
          <p:spPr bwMode="auto">
            <a:xfrm>
              <a:off x="6602340" y="3078579"/>
              <a:ext cx="159863" cy="105119"/>
            </a:xfrm>
            <a:prstGeom prst="roundRect">
              <a:avLst>
                <a:gd name="adj" fmla="val 9838"/>
              </a:avLst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0" tIns="0" rIns="0" b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K8S</a:t>
              </a:r>
            </a:p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r>
                <a: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관리</a:t>
              </a:r>
            </a:p>
          </p:txBody>
        </p:sp>
        <p:sp>
          <p:nvSpPr>
            <p:cNvPr id="450" name="모서리가 둥근 직사각형 70">
              <a:extLst>
                <a:ext uri="{FF2B5EF4-FFF2-40B4-BE49-F238E27FC236}">
                  <a16:creationId xmlns:a16="http://schemas.microsoft.com/office/drawing/2014/main" id="{AEAFB62A-36A2-923D-29AB-C64295CF6ED3}"/>
                </a:ext>
              </a:extLst>
            </p:cNvPr>
            <p:cNvSpPr/>
            <p:nvPr/>
          </p:nvSpPr>
          <p:spPr bwMode="auto">
            <a:xfrm flipV="1">
              <a:off x="6595046" y="2674604"/>
              <a:ext cx="2061495" cy="640672"/>
            </a:xfrm>
            <a:prstGeom prst="rect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none" w="sm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0" tIns="0" rIns="0" bIns="0" anchor="ctr"/>
            <a:lstStyle/>
            <a:p>
              <a:endParaRPr lang="ko-KR" altLang="en-US" sz="1400" dirty="0">
                <a:ea typeface="KoPub돋움체 Medium" pitchFamily="50" charset="-127"/>
                <a:sym typeface="KoPub돋움체 Medium" pitchFamily="2" charset="2"/>
              </a:endParaRPr>
            </a:p>
          </p:txBody>
        </p:sp>
        <p:sp>
          <p:nvSpPr>
            <p:cNvPr id="451" name="직사각형 450">
              <a:extLst>
                <a:ext uri="{FF2B5EF4-FFF2-40B4-BE49-F238E27FC236}">
                  <a16:creationId xmlns:a16="http://schemas.microsoft.com/office/drawing/2014/main" id="{1D22CE17-5FAB-07E1-925F-F13217AE7E3C}"/>
                </a:ext>
              </a:extLst>
            </p:cNvPr>
            <p:cNvSpPr/>
            <p:nvPr/>
          </p:nvSpPr>
          <p:spPr>
            <a:xfrm>
              <a:off x="6763743" y="2660811"/>
              <a:ext cx="1024639" cy="107722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marL="0" marR="0" lvl="1" indent="1729" defTabSz="1402796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0000600000000000000" pitchFamily="2" charset="-127"/>
                </a:rPr>
                <a:t>Kubernetes</a:t>
              </a:r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0000600000000000000" pitchFamily="2" charset="-127"/>
                </a:rPr>
                <a:t> 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0000600000000000000" pitchFamily="2" charset="-127"/>
                </a:rPr>
                <a:t>Cluster(PaaS)</a:t>
              </a:r>
            </a:p>
          </p:txBody>
        </p:sp>
        <p:cxnSp>
          <p:nvCxnSpPr>
            <p:cNvPr id="452" name="연결선: 꺾임 6">
              <a:extLst>
                <a:ext uri="{FF2B5EF4-FFF2-40B4-BE49-F238E27FC236}">
                  <a16:creationId xmlns:a16="http://schemas.microsoft.com/office/drawing/2014/main" id="{921B1E96-7FF0-C36B-9255-A5062037800F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2188847" y="1689628"/>
              <a:ext cx="1508003" cy="132693"/>
            </a:xfrm>
            <a:prstGeom prst="bentConnector3">
              <a:avLst>
                <a:gd name="adj1" fmla="val 87135"/>
              </a:avLst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none" w="sm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3" name="모서리가 둥근 직사각형 70">
              <a:extLst>
                <a:ext uri="{FF2B5EF4-FFF2-40B4-BE49-F238E27FC236}">
                  <a16:creationId xmlns:a16="http://schemas.microsoft.com/office/drawing/2014/main" id="{CF499F02-1C13-20E1-760C-58AEF83A139C}"/>
                </a:ext>
              </a:extLst>
            </p:cNvPr>
            <p:cNvSpPr/>
            <p:nvPr/>
          </p:nvSpPr>
          <p:spPr bwMode="auto">
            <a:xfrm flipV="1">
              <a:off x="6538287" y="3729921"/>
              <a:ext cx="1058248" cy="396540"/>
            </a:xfrm>
            <a:prstGeom prst="rect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none" w="sm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0" tIns="0" rIns="0" bIns="0" anchor="ctr"/>
            <a:lstStyle/>
            <a:p>
              <a:endParaRPr lang="ko-KR" altLang="en-US" sz="1400" dirty="0">
                <a:ea typeface="KoPub돋움체 Medium" pitchFamily="50" charset="-127"/>
                <a:sym typeface="KoPub돋움체 Medium" pitchFamily="2" charset="2"/>
              </a:endParaRPr>
            </a:p>
          </p:txBody>
        </p:sp>
        <p:sp>
          <p:nvSpPr>
            <p:cNvPr id="454" name="모서리가 둥근 직사각형 70">
              <a:extLst>
                <a:ext uri="{FF2B5EF4-FFF2-40B4-BE49-F238E27FC236}">
                  <a16:creationId xmlns:a16="http://schemas.microsoft.com/office/drawing/2014/main" id="{03832A7C-80F8-2BE3-8A9F-F08AD7F1F84B}"/>
                </a:ext>
              </a:extLst>
            </p:cNvPr>
            <p:cNvSpPr/>
            <p:nvPr/>
          </p:nvSpPr>
          <p:spPr bwMode="auto">
            <a:xfrm flipV="1">
              <a:off x="7610535" y="3731385"/>
              <a:ext cx="515896" cy="396420"/>
            </a:xfrm>
            <a:prstGeom prst="rect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none" w="sm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0" tIns="0" rIns="0" bIns="0" anchor="ctr"/>
            <a:lstStyle/>
            <a:p>
              <a:endParaRPr lang="ko-KR" altLang="en-US" sz="1400" dirty="0">
                <a:ea typeface="KoPub돋움체 Medium" pitchFamily="50" charset="-127"/>
                <a:sym typeface="KoPub돋움체 Medium" pitchFamily="2" charset="2"/>
              </a:endParaRPr>
            </a:p>
          </p:txBody>
        </p:sp>
        <p:sp>
          <p:nvSpPr>
            <p:cNvPr id="455" name="모서리가 둥근 직사각형 70">
              <a:extLst>
                <a:ext uri="{FF2B5EF4-FFF2-40B4-BE49-F238E27FC236}">
                  <a16:creationId xmlns:a16="http://schemas.microsoft.com/office/drawing/2014/main" id="{FCCBC44B-72B4-573F-1F84-079C36C0D3C1}"/>
                </a:ext>
              </a:extLst>
            </p:cNvPr>
            <p:cNvSpPr/>
            <p:nvPr/>
          </p:nvSpPr>
          <p:spPr bwMode="auto">
            <a:xfrm flipV="1">
              <a:off x="8140978" y="3731385"/>
              <a:ext cx="536331" cy="396420"/>
            </a:xfrm>
            <a:prstGeom prst="rect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none" w="sm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0" tIns="0" rIns="0" bIns="0" anchor="ctr"/>
            <a:lstStyle/>
            <a:p>
              <a:endParaRPr lang="ko-KR" altLang="en-US" sz="1400" dirty="0">
                <a:ea typeface="KoPub돋움체 Medium" pitchFamily="50" charset="-127"/>
                <a:sym typeface="KoPub돋움체 Medium" pitchFamily="2" charset="2"/>
              </a:endParaRPr>
            </a:p>
          </p:txBody>
        </p:sp>
        <p:grpSp>
          <p:nvGrpSpPr>
            <p:cNvPr id="456" name="그룹 455">
              <a:extLst>
                <a:ext uri="{FF2B5EF4-FFF2-40B4-BE49-F238E27FC236}">
                  <a16:creationId xmlns:a16="http://schemas.microsoft.com/office/drawing/2014/main" id="{C90EA105-BB6C-79BF-2FC6-23D79E779E0F}"/>
                </a:ext>
              </a:extLst>
            </p:cNvPr>
            <p:cNvGrpSpPr/>
            <p:nvPr/>
          </p:nvGrpSpPr>
          <p:grpSpPr>
            <a:xfrm>
              <a:off x="6503816" y="3754818"/>
              <a:ext cx="1111865" cy="400111"/>
              <a:chOff x="3421306" y="6192030"/>
              <a:chExt cx="1512959" cy="868411"/>
            </a:xfrm>
          </p:grpSpPr>
          <p:grpSp>
            <p:nvGrpSpPr>
              <p:cNvPr id="457" name="그룹 456">
                <a:extLst>
                  <a:ext uri="{FF2B5EF4-FFF2-40B4-BE49-F238E27FC236}">
                    <a16:creationId xmlns:a16="http://schemas.microsoft.com/office/drawing/2014/main" id="{7B3DE4A8-894F-4C6A-8C9A-6B88C2D57F01}"/>
                  </a:ext>
                </a:extLst>
              </p:cNvPr>
              <p:cNvGrpSpPr/>
              <p:nvPr/>
            </p:nvGrpSpPr>
            <p:grpSpPr>
              <a:xfrm>
                <a:off x="3421306" y="6192030"/>
                <a:ext cx="375755" cy="868411"/>
                <a:chOff x="3421306" y="6201519"/>
                <a:chExt cx="375755" cy="868411"/>
              </a:xfrm>
            </p:grpSpPr>
            <p:sp>
              <p:nvSpPr>
                <p:cNvPr id="470" name="직사각형 166">
                  <a:extLst>
                    <a:ext uri="{FF2B5EF4-FFF2-40B4-BE49-F238E27FC236}">
                      <a16:creationId xmlns:a16="http://schemas.microsoft.com/office/drawing/2014/main" id="{2EBD34C6-913A-4926-A5A4-F32DE106A302}"/>
                    </a:ext>
                  </a:extLst>
                </p:cNvPr>
                <p:cNvSpPr/>
                <p:nvPr/>
              </p:nvSpPr>
              <p:spPr bwMode="auto">
                <a:xfrm>
                  <a:off x="3507926" y="6218986"/>
                  <a:ext cx="217532" cy="228154"/>
                </a:xfrm>
                <a:prstGeom prst="roundRect">
                  <a:avLst>
                    <a:gd name="adj" fmla="val 9838"/>
                  </a:avLst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6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square" lIns="0" tIns="0" rIns="0" bIns="0" anchor="ctr"/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endPara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endParaRPr>
                </a:p>
              </p:txBody>
            </p:sp>
            <p:sp>
              <p:nvSpPr>
                <p:cNvPr id="471" name="TextBox 470">
                  <a:extLst>
                    <a:ext uri="{FF2B5EF4-FFF2-40B4-BE49-F238E27FC236}">
                      <a16:creationId xmlns:a16="http://schemas.microsoft.com/office/drawing/2014/main" id="{898D7485-C79A-595F-2F2A-D44E2B647C78}"/>
                    </a:ext>
                  </a:extLst>
                </p:cNvPr>
                <p:cNvSpPr txBox="1"/>
                <p:nvPr/>
              </p:nvSpPr>
              <p:spPr>
                <a:xfrm>
                  <a:off x="3421306" y="6201519"/>
                  <a:ext cx="375755" cy="86841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r>
                    <a:rPr kumimoji="0" lang="en-US" altLang="ko-KR" sz="5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ea typeface="KoPub돋움체 Medium" panose="02020603020101020101" pitchFamily="18" charset="-127"/>
                    </a:rPr>
                    <a:t>STT</a:t>
                  </a:r>
                </a:p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r>
                    <a:rPr kumimoji="0" lang="ko-KR" altLang="en-US" sz="5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ea typeface="KoPub돋움체 Medium" panose="02020603020101020101" pitchFamily="18" charset="-127"/>
                    </a:rPr>
                    <a:t>서버</a:t>
                  </a:r>
                  <a:endParaRPr kumimoji="0"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endParaRPr>
                </a:p>
              </p:txBody>
            </p:sp>
          </p:grpSp>
          <p:grpSp>
            <p:nvGrpSpPr>
              <p:cNvPr id="458" name="그룹 457">
                <a:extLst>
                  <a:ext uri="{FF2B5EF4-FFF2-40B4-BE49-F238E27FC236}">
                    <a16:creationId xmlns:a16="http://schemas.microsoft.com/office/drawing/2014/main" id="{3192BF12-3FC3-D167-7020-5F59792F3710}"/>
                  </a:ext>
                </a:extLst>
              </p:cNvPr>
              <p:cNvGrpSpPr/>
              <p:nvPr/>
            </p:nvGrpSpPr>
            <p:grpSpPr>
              <a:xfrm>
                <a:off x="3705607" y="6192030"/>
                <a:ext cx="375755" cy="868411"/>
                <a:chOff x="3421306" y="6201519"/>
                <a:chExt cx="375755" cy="868411"/>
              </a:xfrm>
            </p:grpSpPr>
            <p:sp>
              <p:nvSpPr>
                <p:cNvPr id="468" name="직사각형 166">
                  <a:extLst>
                    <a:ext uri="{FF2B5EF4-FFF2-40B4-BE49-F238E27FC236}">
                      <a16:creationId xmlns:a16="http://schemas.microsoft.com/office/drawing/2014/main" id="{4460CB85-D412-37DB-719F-025A95ECF89F}"/>
                    </a:ext>
                  </a:extLst>
                </p:cNvPr>
                <p:cNvSpPr/>
                <p:nvPr/>
              </p:nvSpPr>
              <p:spPr bwMode="auto">
                <a:xfrm>
                  <a:off x="3507926" y="6218986"/>
                  <a:ext cx="217532" cy="228154"/>
                </a:xfrm>
                <a:prstGeom prst="roundRect">
                  <a:avLst>
                    <a:gd name="adj" fmla="val 9838"/>
                  </a:avLst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6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square" lIns="0" tIns="0" rIns="0" bIns="0" anchor="ctr"/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endPara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endParaRPr>
                </a:p>
              </p:txBody>
            </p:sp>
            <p:sp>
              <p:nvSpPr>
                <p:cNvPr id="469" name="TextBox 468">
                  <a:extLst>
                    <a:ext uri="{FF2B5EF4-FFF2-40B4-BE49-F238E27FC236}">
                      <a16:creationId xmlns:a16="http://schemas.microsoft.com/office/drawing/2014/main" id="{12ABA865-4BD9-BA98-BC66-6FBF93F2337D}"/>
                    </a:ext>
                  </a:extLst>
                </p:cNvPr>
                <p:cNvSpPr txBox="1"/>
                <p:nvPr/>
              </p:nvSpPr>
              <p:spPr>
                <a:xfrm>
                  <a:off x="3421306" y="6201519"/>
                  <a:ext cx="375755" cy="86841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r>
                    <a:rPr kumimoji="0" lang="en-US" altLang="ko-KR" sz="5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ea typeface="KoPub돋움체 Medium" panose="02020603020101020101" pitchFamily="18" charset="-127"/>
                    </a:rPr>
                    <a:t>STT</a:t>
                  </a:r>
                </a:p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r>
                    <a:rPr kumimoji="0" lang="ko-KR" altLang="en-US" sz="5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ea typeface="KoPub돋움체 Medium" panose="02020603020101020101" pitchFamily="18" charset="-127"/>
                    </a:rPr>
                    <a:t>관리</a:t>
                  </a:r>
                  <a:endParaRPr kumimoji="0"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endParaRPr>
                </a:p>
              </p:txBody>
            </p:sp>
          </p:grpSp>
          <p:grpSp>
            <p:nvGrpSpPr>
              <p:cNvPr id="459" name="그룹 458">
                <a:extLst>
                  <a:ext uri="{FF2B5EF4-FFF2-40B4-BE49-F238E27FC236}">
                    <a16:creationId xmlns:a16="http://schemas.microsoft.com/office/drawing/2014/main" id="{48D9D8EA-949A-27A0-93FF-82F779B08781}"/>
                  </a:ext>
                </a:extLst>
              </p:cNvPr>
              <p:cNvGrpSpPr/>
              <p:nvPr/>
            </p:nvGrpSpPr>
            <p:grpSpPr>
              <a:xfrm>
                <a:off x="3989908" y="6192030"/>
                <a:ext cx="375755" cy="868411"/>
                <a:chOff x="3421306" y="6201519"/>
                <a:chExt cx="375755" cy="868411"/>
              </a:xfrm>
            </p:grpSpPr>
            <p:sp>
              <p:nvSpPr>
                <p:cNvPr id="466" name="직사각형 166">
                  <a:extLst>
                    <a:ext uri="{FF2B5EF4-FFF2-40B4-BE49-F238E27FC236}">
                      <a16:creationId xmlns:a16="http://schemas.microsoft.com/office/drawing/2014/main" id="{68D155CB-F6A1-02EE-AF41-1427A474BDD0}"/>
                    </a:ext>
                  </a:extLst>
                </p:cNvPr>
                <p:cNvSpPr/>
                <p:nvPr/>
              </p:nvSpPr>
              <p:spPr bwMode="auto">
                <a:xfrm>
                  <a:off x="3507926" y="6218986"/>
                  <a:ext cx="217532" cy="228154"/>
                </a:xfrm>
                <a:prstGeom prst="roundRect">
                  <a:avLst>
                    <a:gd name="adj" fmla="val 9838"/>
                  </a:avLst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6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square" lIns="0" tIns="0" rIns="0" bIns="0" anchor="ctr"/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endPara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endParaRPr>
                </a:p>
              </p:txBody>
            </p:sp>
            <p:sp>
              <p:nvSpPr>
                <p:cNvPr id="467" name="TextBox 466">
                  <a:extLst>
                    <a:ext uri="{FF2B5EF4-FFF2-40B4-BE49-F238E27FC236}">
                      <a16:creationId xmlns:a16="http://schemas.microsoft.com/office/drawing/2014/main" id="{7DC4878A-61B2-FD9F-DD3D-312EE6F01EDF}"/>
                    </a:ext>
                  </a:extLst>
                </p:cNvPr>
                <p:cNvSpPr txBox="1"/>
                <p:nvPr/>
              </p:nvSpPr>
              <p:spPr>
                <a:xfrm>
                  <a:off x="3421306" y="6201519"/>
                  <a:ext cx="375755" cy="86841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r>
                    <a:rPr kumimoji="0" lang="en-US" altLang="ko-KR" sz="5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ea typeface="KoPub돋움체 Medium" panose="02020603020101020101" pitchFamily="18" charset="-127"/>
                    </a:rPr>
                    <a:t>STT</a:t>
                  </a:r>
                </a:p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r>
                    <a:rPr kumimoji="0" lang="ko-KR" altLang="en-US" sz="5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ea typeface="KoPub돋움체 Medium" panose="02020603020101020101" pitchFamily="18" charset="-127"/>
                    </a:rPr>
                    <a:t>학습</a:t>
                  </a:r>
                  <a:endParaRPr kumimoji="0"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endParaRPr>
                </a:p>
              </p:txBody>
            </p:sp>
          </p:grpSp>
          <p:grpSp>
            <p:nvGrpSpPr>
              <p:cNvPr id="460" name="그룹 459">
                <a:extLst>
                  <a:ext uri="{FF2B5EF4-FFF2-40B4-BE49-F238E27FC236}">
                    <a16:creationId xmlns:a16="http://schemas.microsoft.com/office/drawing/2014/main" id="{992A3AD1-B6AA-85D1-0A0D-18F9793B4224}"/>
                  </a:ext>
                </a:extLst>
              </p:cNvPr>
              <p:cNvGrpSpPr/>
              <p:nvPr/>
            </p:nvGrpSpPr>
            <p:grpSpPr>
              <a:xfrm>
                <a:off x="4274209" y="6192030"/>
                <a:ext cx="375755" cy="701407"/>
                <a:chOff x="3421306" y="6201519"/>
                <a:chExt cx="375755" cy="701407"/>
              </a:xfrm>
            </p:grpSpPr>
            <p:sp>
              <p:nvSpPr>
                <p:cNvPr id="464" name="직사각형 166">
                  <a:extLst>
                    <a:ext uri="{FF2B5EF4-FFF2-40B4-BE49-F238E27FC236}">
                      <a16:creationId xmlns:a16="http://schemas.microsoft.com/office/drawing/2014/main" id="{7CC00C52-9115-4F0F-7425-C1AD7E63C5D4}"/>
                    </a:ext>
                  </a:extLst>
                </p:cNvPr>
                <p:cNvSpPr/>
                <p:nvPr/>
              </p:nvSpPr>
              <p:spPr bwMode="auto">
                <a:xfrm>
                  <a:off x="3507926" y="6218986"/>
                  <a:ext cx="217532" cy="228154"/>
                </a:xfrm>
                <a:prstGeom prst="roundRect">
                  <a:avLst>
                    <a:gd name="adj" fmla="val 9838"/>
                  </a:avLst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6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square" lIns="0" tIns="0" rIns="0" bIns="0" anchor="ctr"/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endPara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endParaRPr>
                </a:p>
              </p:txBody>
            </p:sp>
            <p:sp>
              <p:nvSpPr>
                <p:cNvPr id="465" name="TextBox 464">
                  <a:extLst>
                    <a:ext uri="{FF2B5EF4-FFF2-40B4-BE49-F238E27FC236}">
                      <a16:creationId xmlns:a16="http://schemas.microsoft.com/office/drawing/2014/main" id="{BEFD5720-1AC1-1D31-2603-405106690CE5}"/>
                    </a:ext>
                  </a:extLst>
                </p:cNvPr>
                <p:cNvSpPr txBox="1"/>
                <p:nvPr/>
              </p:nvSpPr>
              <p:spPr>
                <a:xfrm>
                  <a:off x="3421306" y="6201519"/>
                  <a:ext cx="375755" cy="70140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r>
                    <a:rPr kumimoji="0" lang="en-US" altLang="ko-KR" sz="5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ea typeface="KoPub돋움체 Medium" panose="02020603020101020101" pitchFamily="18" charset="-127"/>
                    </a:rPr>
                    <a:t>TA</a:t>
                  </a:r>
                </a:p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r>
                    <a:rPr kumimoji="0" lang="ko-KR" altLang="en-US" sz="5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ea typeface="KoPub돋움체 Medium" panose="02020603020101020101" pitchFamily="18" charset="-127"/>
                    </a:rPr>
                    <a:t>서버</a:t>
                  </a:r>
                  <a:endParaRPr kumimoji="0"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endParaRPr>
                </a:p>
              </p:txBody>
            </p:sp>
          </p:grpSp>
          <p:grpSp>
            <p:nvGrpSpPr>
              <p:cNvPr id="461" name="그룹 460">
                <a:extLst>
                  <a:ext uri="{FF2B5EF4-FFF2-40B4-BE49-F238E27FC236}">
                    <a16:creationId xmlns:a16="http://schemas.microsoft.com/office/drawing/2014/main" id="{FBEA548A-17D7-6A28-E5D3-6BE4BD26EC63}"/>
                  </a:ext>
                </a:extLst>
              </p:cNvPr>
              <p:cNvGrpSpPr/>
              <p:nvPr/>
            </p:nvGrpSpPr>
            <p:grpSpPr>
              <a:xfrm>
                <a:off x="4558510" y="6192030"/>
                <a:ext cx="375755" cy="701407"/>
                <a:chOff x="3421306" y="6201519"/>
                <a:chExt cx="375755" cy="701407"/>
              </a:xfrm>
            </p:grpSpPr>
            <p:sp>
              <p:nvSpPr>
                <p:cNvPr id="462" name="직사각형 166">
                  <a:extLst>
                    <a:ext uri="{FF2B5EF4-FFF2-40B4-BE49-F238E27FC236}">
                      <a16:creationId xmlns:a16="http://schemas.microsoft.com/office/drawing/2014/main" id="{33633F1C-ED19-6A9F-CCBF-78CD372F2287}"/>
                    </a:ext>
                  </a:extLst>
                </p:cNvPr>
                <p:cNvSpPr/>
                <p:nvPr/>
              </p:nvSpPr>
              <p:spPr bwMode="auto">
                <a:xfrm>
                  <a:off x="3507926" y="6218986"/>
                  <a:ext cx="217532" cy="228154"/>
                </a:xfrm>
                <a:prstGeom prst="roundRect">
                  <a:avLst>
                    <a:gd name="adj" fmla="val 9838"/>
                  </a:avLst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6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square" lIns="0" tIns="0" rIns="0" bIns="0" anchor="ctr"/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endPara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endParaRPr>
                </a:p>
              </p:txBody>
            </p:sp>
            <p:sp>
              <p:nvSpPr>
                <p:cNvPr id="463" name="TextBox 462">
                  <a:extLst>
                    <a:ext uri="{FF2B5EF4-FFF2-40B4-BE49-F238E27FC236}">
                      <a16:creationId xmlns:a16="http://schemas.microsoft.com/office/drawing/2014/main" id="{E771C49A-818E-463D-21D0-F72D24F432C3}"/>
                    </a:ext>
                  </a:extLst>
                </p:cNvPr>
                <p:cNvSpPr txBox="1"/>
                <p:nvPr/>
              </p:nvSpPr>
              <p:spPr>
                <a:xfrm>
                  <a:off x="3421306" y="6201519"/>
                  <a:ext cx="375755" cy="70140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r>
                    <a:rPr kumimoji="0" lang="en-US" altLang="ko-KR" sz="5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ea typeface="KoPub돋움체 Medium" panose="02020603020101020101" pitchFamily="18" charset="-127"/>
                    </a:rPr>
                    <a:t>TA</a:t>
                  </a:r>
                </a:p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r>
                    <a:rPr kumimoji="0" lang="ko-KR" altLang="en-US" sz="5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ea typeface="KoPub돋움체 Medium" panose="02020603020101020101" pitchFamily="18" charset="-127"/>
                    </a:rPr>
                    <a:t>관리</a:t>
                  </a:r>
                  <a:endParaRPr kumimoji="0"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endParaRPr>
                </a:p>
              </p:txBody>
            </p:sp>
          </p:grpSp>
        </p:grpSp>
        <p:sp>
          <p:nvSpPr>
            <p:cNvPr id="472" name="Rectangle 78">
              <a:extLst>
                <a:ext uri="{FF2B5EF4-FFF2-40B4-BE49-F238E27FC236}">
                  <a16:creationId xmlns:a16="http://schemas.microsoft.com/office/drawing/2014/main" id="{B0D5165E-1223-0DB6-3115-0B9E3DFCC9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6637" y="1407024"/>
              <a:ext cx="280526" cy="774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96888" indent="-39688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95363" indent="-80963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492250" indent="-12065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990725" indent="-161925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algn="ctr" defTabSz="1042988" eaLnBrk="0" latinLnBrk="0" hangingPunct="0">
                <a:lnSpc>
                  <a:spcPct val="110000"/>
                </a:lnSpc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KoPub돋움체 Medium" panose="00000600000000000000" pitchFamily="2" charset="-127"/>
                  <a:sym typeface="KoPub돋움체 Medium"/>
                </a:rPr>
                <a:t>IaaS(CPU)</a:t>
              </a:r>
            </a:p>
          </p:txBody>
        </p:sp>
        <p:sp>
          <p:nvSpPr>
            <p:cNvPr id="473" name="타원 472">
              <a:extLst>
                <a:ext uri="{FF2B5EF4-FFF2-40B4-BE49-F238E27FC236}">
                  <a16:creationId xmlns:a16="http://schemas.microsoft.com/office/drawing/2014/main" id="{7B3D70A6-E6C7-12E4-5102-00201282DD17}"/>
                </a:ext>
              </a:extLst>
            </p:cNvPr>
            <p:cNvSpPr/>
            <p:nvPr/>
          </p:nvSpPr>
          <p:spPr bwMode="auto">
            <a:xfrm>
              <a:off x="7032999" y="3590153"/>
              <a:ext cx="1005336" cy="37116"/>
            </a:xfrm>
            <a:prstGeom prst="ellipse">
              <a:avLst/>
            </a:prstGeom>
            <a:solidFill>
              <a:schemeClr val="bg1">
                <a:lumMod val="50000"/>
                <a:alpha val="50000"/>
              </a:schemeClr>
            </a:solidFill>
            <a:ln w="19050">
              <a:solidFill>
                <a:schemeClr val="tx1">
                  <a:lumMod val="75000"/>
                  <a:lumOff val="25000"/>
                </a:schemeClr>
              </a:solidFill>
              <a:prstDash val="solid"/>
            </a:ln>
            <a:effectLst>
              <a:outerShdw dist="12700" dir="1980000" algn="t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anchor="ctr"/>
            <a:lstStyle/>
            <a:p>
              <a:endParaRPr lang="ko-KR" altLang="en-US" sz="1100" dirty="0">
                <a:solidFill>
                  <a:schemeClr val="lt1"/>
                </a:solidFill>
                <a:ea typeface="KoPub돋움체 Medium" panose="00000600000000000000" pitchFamily="2" charset="-127"/>
              </a:endParaRPr>
            </a:p>
          </p:txBody>
        </p:sp>
        <p:grpSp>
          <p:nvGrpSpPr>
            <p:cNvPr id="474" name="그룹 473">
              <a:extLst>
                <a:ext uri="{FF2B5EF4-FFF2-40B4-BE49-F238E27FC236}">
                  <a16:creationId xmlns:a16="http://schemas.microsoft.com/office/drawing/2014/main" id="{B9879659-8A34-6D1F-745C-1C84C3E219B3}"/>
                </a:ext>
              </a:extLst>
            </p:cNvPr>
            <p:cNvGrpSpPr/>
            <p:nvPr/>
          </p:nvGrpSpPr>
          <p:grpSpPr>
            <a:xfrm>
              <a:off x="6534514" y="3365287"/>
              <a:ext cx="682154" cy="175338"/>
              <a:chOff x="2682752" y="5194544"/>
              <a:chExt cx="928234" cy="380558"/>
            </a:xfrm>
          </p:grpSpPr>
          <p:sp>
            <p:nvSpPr>
              <p:cNvPr id="475" name="직사각형 166">
                <a:extLst>
                  <a:ext uri="{FF2B5EF4-FFF2-40B4-BE49-F238E27FC236}">
                    <a16:creationId xmlns:a16="http://schemas.microsoft.com/office/drawing/2014/main" id="{AD76F5B0-CA17-CF9C-38B9-EE1E1DD7AB9E}"/>
                  </a:ext>
                </a:extLst>
              </p:cNvPr>
              <p:cNvSpPr/>
              <p:nvPr/>
            </p:nvSpPr>
            <p:spPr bwMode="auto">
              <a:xfrm>
                <a:off x="2753252" y="5194544"/>
                <a:ext cx="217532" cy="228154"/>
              </a:xfrm>
              <a:prstGeom prst="roundRect">
                <a:avLst>
                  <a:gd name="adj" fmla="val 9838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476" name="직사각형 166">
                <a:extLst>
                  <a:ext uri="{FF2B5EF4-FFF2-40B4-BE49-F238E27FC236}">
                    <a16:creationId xmlns:a16="http://schemas.microsoft.com/office/drawing/2014/main" id="{03FC9B93-8AA9-C253-4A8B-1E7FF482ACDD}"/>
                  </a:ext>
                </a:extLst>
              </p:cNvPr>
              <p:cNvSpPr/>
              <p:nvPr/>
            </p:nvSpPr>
            <p:spPr bwMode="auto">
              <a:xfrm>
                <a:off x="3003234" y="5194544"/>
                <a:ext cx="217532" cy="228154"/>
              </a:xfrm>
              <a:prstGeom prst="roundRect">
                <a:avLst>
                  <a:gd name="adj" fmla="val 9838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477" name="직사각형 166">
                <a:extLst>
                  <a:ext uri="{FF2B5EF4-FFF2-40B4-BE49-F238E27FC236}">
                    <a16:creationId xmlns:a16="http://schemas.microsoft.com/office/drawing/2014/main" id="{5A472B86-3E8A-48C7-15AB-1A6547CC1D42}"/>
                  </a:ext>
                </a:extLst>
              </p:cNvPr>
              <p:cNvSpPr/>
              <p:nvPr/>
            </p:nvSpPr>
            <p:spPr bwMode="auto">
              <a:xfrm>
                <a:off x="3258816" y="5194544"/>
                <a:ext cx="217532" cy="228154"/>
              </a:xfrm>
              <a:prstGeom prst="roundRect">
                <a:avLst>
                  <a:gd name="adj" fmla="val 9838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anchor="ctr">
                <a:noAutofit/>
              </a:bodyPr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endParaRPr kumimoji="0" lang="ko-KR" altLang="en-US" sz="4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478" name="TextBox 477">
                <a:extLst>
                  <a:ext uri="{FF2B5EF4-FFF2-40B4-BE49-F238E27FC236}">
                    <a16:creationId xmlns:a16="http://schemas.microsoft.com/office/drawing/2014/main" id="{583FD3B9-60CA-278A-8EDB-7B757C906747}"/>
                  </a:ext>
                </a:extLst>
              </p:cNvPr>
              <p:cNvSpPr txBox="1"/>
              <p:nvPr/>
            </p:nvSpPr>
            <p:spPr>
              <a:xfrm>
                <a:off x="2682752" y="5207697"/>
                <a:ext cx="928234" cy="3674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r>
                  <a:rPr kumimoji="0"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Kafka Cluster</a:t>
                </a: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</p:grpSp>
        <p:sp>
          <p:nvSpPr>
            <p:cNvPr id="479" name="직사각형 166">
              <a:extLst>
                <a:ext uri="{FF2B5EF4-FFF2-40B4-BE49-F238E27FC236}">
                  <a16:creationId xmlns:a16="http://schemas.microsoft.com/office/drawing/2014/main" id="{78D26868-8D55-2AA4-293B-9F6BD6115CA3}"/>
                </a:ext>
              </a:extLst>
            </p:cNvPr>
            <p:cNvSpPr/>
            <p:nvPr/>
          </p:nvSpPr>
          <p:spPr bwMode="auto">
            <a:xfrm>
              <a:off x="7795606" y="3365387"/>
              <a:ext cx="159863" cy="105119"/>
            </a:xfrm>
            <a:prstGeom prst="roundRect">
              <a:avLst>
                <a:gd name="adj" fmla="val 9838"/>
              </a:avLst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0" tIns="0" rIns="0" b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endParaRPr kumimoji="0" lang="ko-KR" altLang="en-US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2020603020101020101" pitchFamily="18" charset="-127"/>
              </a:endParaRPr>
            </a:p>
          </p:txBody>
        </p:sp>
        <p:sp>
          <p:nvSpPr>
            <p:cNvPr id="480" name="직사각형 166">
              <a:extLst>
                <a:ext uri="{FF2B5EF4-FFF2-40B4-BE49-F238E27FC236}">
                  <a16:creationId xmlns:a16="http://schemas.microsoft.com/office/drawing/2014/main" id="{B65B9820-04A4-023F-FB18-DB276A3BA144}"/>
                </a:ext>
              </a:extLst>
            </p:cNvPr>
            <p:cNvSpPr/>
            <p:nvPr/>
          </p:nvSpPr>
          <p:spPr bwMode="auto">
            <a:xfrm>
              <a:off x="7979316" y="3365387"/>
              <a:ext cx="159863" cy="105119"/>
            </a:xfrm>
            <a:prstGeom prst="roundRect">
              <a:avLst>
                <a:gd name="adj" fmla="val 9838"/>
              </a:avLst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0" tIns="0" rIns="0" b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endParaRPr kumimoji="0" lang="ko-KR" altLang="en-US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2020603020101020101" pitchFamily="18" charset="-127"/>
              </a:endParaRPr>
            </a:p>
          </p:txBody>
        </p:sp>
        <p:sp>
          <p:nvSpPr>
            <p:cNvPr id="481" name="직사각형 166">
              <a:extLst>
                <a:ext uri="{FF2B5EF4-FFF2-40B4-BE49-F238E27FC236}">
                  <a16:creationId xmlns:a16="http://schemas.microsoft.com/office/drawing/2014/main" id="{21F6E71C-4CCD-E009-F52C-B204A7632A0C}"/>
                </a:ext>
              </a:extLst>
            </p:cNvPr>
            <p:cNvSpPr/>
            <p:nvPr/>
          </p:nvSpPr>
          <p:spPr bwMode="auto">
            <a:xfrm>
              <a:off x="8167142" y="3365387"/>
              <a:ext cx="159863" cy="105119"/>
            </a:xfrm>
            <a:prstGeom prst="roundRect">
              <a:avLst>
                <a:gd name="adj" fmla="val 9838"/>
              </a:avLst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no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endParaRPr kumimoji="0" lang="ko-KR" altLang="en-US" sz="4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2020603020101020101" pitchFamily="18" charset="-127"/>
              </a:endParaRPr>
            </a:p>
          </p:txBody>
        </p:sp>
        <p:sp>
          <p:nvSpPr>
            <p:cNvPr id="482" name="TextBox 481">
              <a:extLst>
                <a:ext uri="{FF2B5EF4-FFF2-40B4-BE49-F238E27FC236}">
                  <a16:creationId xmlns:a16="http://schemas.microsoft.com/office/drawing/2014/main" id="{CAC819F3-6469-E2B8-4756-06D398D47417}"/>
                </a:ext>
              </a:extLst>
            </p:cNvPr>
            <p:cNvSpPr txBox="1"/>
            <p:nvPr/>
          </p:nvSpPr>
          <p:spPr>
            <a:xfrm>
              <a:off x="7708479" y="3358397"/>
              <a:ext cx="326309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r>
                <a: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서비스</a:t>
              </a:r>
              <a:endParaRPr kumimoji="0" lang="en-US" altLang="ko-KR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2020603020101020101" pitchFamily="18" charset="-127"/>
              </a:endParaRPr>
            </a:p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DB</a:t>
              </a:r>
              <a:endParaRPr kumimoji="0" lang="ko-KR" altLang="en-US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2020603020101020101" pitchFamily="18" charset="-127"/>
              </a:endParaRPr>
            </a:p>
          </p:txBody>
        </p:sp>
        <p:sp>
          <p:nvSpPr>
            <p:cNvPr id="483" name="직사각형 166">
              <a:extLst>
                <a:ext uri="{FF2B5EF4-FFF2-40B4-BE49-F238E27FC236}">
                  <a16:creationId xmlns:a16="http://schemas.microsoft.com/office/drawing/2014/main" id="{F0BD9245-6ACC-F654-B49A-C098EE105A97}"/>
                </a:ext>
              </a:extLst>
            </p:cNvPr>
            <p:cNvSpPr/>
            <p:nvPr/>
          </p:nvSpPr>
          <p:spPr bwMode="auto">
            <a:xfrm>
              <a:off x="8345287" y="3369484"/>
              <a:ext cx="159863" cy="105119"/>
            </a:xfrm>
            <a:prstGeom prst="roundRect">
              <a:avLst>
                <a:gd name="adj" fmla="val 9838"/>
              </a:avLst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0" tIns="0" rIns="0" b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endParaRPr kumimoji="0" lang="ko-KR" altLang="en-US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2020603020101020101" pitchFamily="18" charset="-127"/>
              </a:endParaRPr>
            </a:p>
          </p:txBody>
        </p:sp>
        <p:grpSp>
          <p:nvGrpSpPr>
            <p:cNvPr id="484" name="그룹 483">
              <a:extLst>
                <a:ext uri="{FF2B5EF4-FFF2-40B4-BE49-F238E27FC236}">
                  <a16:creationId xmlns:a16="http://schemas.microsoft.com/office/drawing/2014/main" id="{D15BDC63-6AAC-4ABD-CE31-93C7BE24903E}"/>
                </a:ext>
              </a:extLst>
            </p:cNvPr>
            <p:cNvGrpSpPr/>
            <p:nvPr/>
          </p:nvGrpSpPr>
          <p:grpSpPr>
            <a:xfrm>
              <a:off x="7096763" y="3295990"/>
              <a:ext cx="667173" cy="319066"/>
              <a:chOff x="1330983" y="5003136"/>
              <a:chExt cx="907849" cy="692509"/>
            </a:xfrm>
          </p:grpSpPr>
          <p:grpSp>
            <p:nvGrpSpPr>
              <p:cNvPr id="485" name="그룹 484">
                <a:extLst>
                  <a:ext uri="{FF2B5EF4-FFF2-40B4-BE49-F238E27FC236}">
                    <a16:creationId xmlns:a16="http://schemas.microsoft.com/office/drawing/2014/main" id="{3696CF7A-BB1F-CC57-5206-A10B7F424ABF}"/>
                  </a:ext>
                </a:extLst>
              </p:cNvPr>
              <p:cNvGrpSpPr/>
              <p:nvPr/>
            </p:nvGrpSpPr>
            <p:grpSpPr>
              <a:xfrm>
                <a:off x="1374072" y="5003136"/>
                <a:ext cx="864760" cy="534404"/>
                <a:chOff x="1374072" y="5003136"/>
                <a:chExt cx="864760" cy="534404"/>
              </a:xfrm>
            </p:grpSpPr>
            <p:sp>
              <p:nvSpPr>
                <p:cNvPr id="487" name="직사각형 166">
                  <a:extLst>
                    <a:ext uri="{FF2B5EF4-FFF2-40B4-BE49-F238E27FC236}">
                      <a16:creationId xmlns:a16="http://schemas.microsoft.com/office/drawing/2014/main" id="{162629F4-0068-7970-7BA4-0D7121FAFBF7}"/>
                    </a:ext>
                  </a:extLst>
                </p:cNvPr>
                <p:cNvSpPr/>
                <p:nvPr/>
              </p:nvSpPr>
              <p:spPr bwMode="auto">
                <a:xfrm>
                  <a:off x="1374072" y="5153756"/>
                  <a:ext cx="217532" cy="228154"/>
                </a:xfrm>
                <a:prstGeom prst="roundRect">
                  <a:avLst>
                    <a:gd name="adj" fmla="val 9838"/>
                  </a:avLst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6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square" lIns="0" tIns="0" rIns="0" bIns="0" anchor="ctr"/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endPara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endParaRPr>
                </a:p>
              </p:txBody>
            </p:sp>
            <p:sp>
              <p:nvSpPr>
                <p:cNvPr id="488" name="직사각형 166">
                  <a:extLst>
                    <a:ext uri="{FF2B5EF4-FFF2-40B4-BE49-F238E27FC236}">
                      <a16:creationId xmlns:a16="http://schemas.microsoft.com/office/drawing/2014/main" id="{31571ACB-0539-F391-9060-37C4AF5381DD}"/>
                    </a:ext>
                  </a:extLst>
                </p:cNvPr>
                <p:cNvSpPr/>
                <p:nvPr/>
              </p:nvSpPr>
              <p:spPr bwMode="auto">
                <a:xfrm>
                  <a:off x="1624054" y="5153756"/>
                  <a:ext cx="217532" cy="228154"/>
                </a:xfrm>
                <a:prstGeom prst="roundRect">
                  <a:avLst>
                    <a:gd name="adj" fmla="val 9838"/>
                  </a:avLst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6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square" lIns="0" tIns="0" rIns="0" bIns="0" anchor="ctr"/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endPara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endParaRPr>
                </a:p>
              </p:txBody>
            </p:sp>
            <p:sp>
              <p:nvSpPr>
                <p:cNvPr id="489" name="직사각형 166">
                  <a:extLst>
                    <a:ext uri="{FF2B5EF4-FFF2-40B4-BE49-F238E27FC236}">
                      <a16:creationId xmlns:a16="http://schemas.microsoft.com/office/drawing/2014/main" id="{BEBAEB30-5032-4FD3-048C-818B7693C821}"/>
                    </a:ext>
                  </a:extLst>
                </p:cNvPr>
                <p:cNvSpPr/>
                <p:nvPr/>
              </p:nvSpPr>
              <p:spPr bwMode="auto">
                <a:xfrm>
                  <a:off x="2021300" y="5153601"/>
                  <a:ext cx="217532" cy="228154"/>
                </a:xfrm>
                <a:prstGeom prst="roundRect">
                  <a:avLst>
                    <a:gd name="adj" fmla="val 9838"/>
                  </a:avLst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6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square" lIns="0" tIns="0" rIns="0" bIns="0" anchor="ctr">
                  <a:noAutofit/>
                </a:bodyPr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endParaRPr kumimoji="0" lang="ko-KR" altLang="en-US" sz="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endParaRPr>
                </a:p>
              </p:txBody>
            </p:sp>
            <p:sp>
              <p:nvSpPr>
                <p:cNvPr id="490" name="직사각형 489">
                  <a:extLst>
                    <a:ext uri="{FF2B5EF4-FFF2-40B4-BE49-F238E27FC236}">
                      <a16:creationId xmlns:a16="http://schemas.microsoft.com/office/drawing/2014/main" id="{8DB241BD-4B26-3366-D479-5E6931181B8C}"/>
                    </a:ext>
                  </a:extLst>
                </p:cNvPr>
                <p:cNvSpPr/>
                <p:nvPr/>
              </p:nvSpPr>
              <p:spPr>
                <a:xfrm>
                  <a:off x="1749462" y="5003136"/>
                  <a:ext cx="360157" cy="534404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anchor="ctr">
                  <a:spAutoFit/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fontAlgn="auto" latinLnBrk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0" lang="en-US" altLang="ko-KR" sz="10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ea typeface="KoPub돋움체 Medium" panose="02020603020101020101" pitchFamily="18" charset="-127"/>
                    </a:rPr>
                    <a:t>…</a:t>
                  </a:r>
                </a:p>
              </p:txBody>
            </p:sp>
          </p:grpSp>
          <p:sp>
            <p:nvSpPr>
              <p:cNvPr id="486" name="TextBox 485">
                <a:extLst>
                  <a:ext uri="{FF2B5EF4-FFF2-40B4-BE49-F238E27FC236}">
                    <a16:creationId xmlns:a16="http://schemas.microsoft.com/office/drawing/2014/main" id="{72BF3D2F-2B70-5E8E-B408-09BCF3237403}"/>
                  </a:ext>
                </a:extLst>
              </p:cNvPr>
              <p:cNvSpPr txBox="1"/>
              <p:nvPr/>
            </p:nvSpPr>
            <p:spPr>
              <a:xfrm>
                <a:off x="1330983" y="5161241"/>
                <a:ext cx="540227" cy="5344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r>
                  <a:rPr kumimoji="0"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Vector DB</a:t>
                </a: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491" name="그룹 490">
              <a:extLst>
                <a:ext uri="{FF2B5EF4-FFF2-40B4-BE49-F238E27FC236}">
                  <a16:creationId xmlns:a16="http://schemas.microsoft.com/office/drawing/2014/main" id="{8FAC430B-5CF4-5EAE-D676-24D47C2A5C21}"/>
                </a:ext>
              </a:extLst>
            </p:cNvPr>
            <p:cNvGrpSpPr/>
            <p:nvPr/>
          </p:nvGrpSpPr>
          <p:grpSpPr>
            <a:xfrm>
              <a:off x="6516436" y="3495989"/>
              <a:ext cx="288933" cy="323165"/>
              <a:chOff x="8483300" y="7595539"/>
              <a:chExt cx="393163" cy="701407"/>
            </a:xfrm>
          </p:grpSpPr>
          <p:sp>
            <p:nvSpPr>
              <p:cNvPr id="492" name="직사각형 166">
                <a:extLst>
                  <a:ext uri="{FF2B5EF4-FFF2-40B4-BE49-F238E27FC236}">
                    <a16:creationId xmlns:a16="http://schemas.microsoft.com/office/drawing/2014/main" id="{70966258-CCE2-2E37-8169-5B825D100FEC}"/>
                  </a:ext>
                </a:extLst>
              </p:cNvPr>
              <p:cNvSpPr/>
              <p:nvPr/>
            </p:nvSpPr>
            <p:spPr bwMode="auto">
              <a:xfrm>
                <a:off x="8573227" y="7607434"/>
                <a:ext cx="217532" cy="228154"/>
              </a:xfrm>
              <a:prstGeom prst="roundRect">
                <a:avLst>
                  <a:gd name="adj" fmla="val 9838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493" name="TextBox 492">
                <a:extLst>
                  <a:ext uri="{FF2B5EF4-FFF2-40B4-BE49-F238E27FC236}">
                    <a16:creationId xmlns:a16="http://schemas.microsoft.com/office/drawing/2014/main" id="{8A21D0FB-1450-95D8-D804-BEA4F3987EAD}"/>
                  </a:ext>
                </a:extLst>
              </p:cNvPr>
              <p:cNvSpPr txBox="1"/>
              <p:nvPr/>
            </p:nvSpPr>
            <p:spPr>
              <a:xfrm>
                <a:off x="8483300" y="7595539"/>
                <a:ext cx="393163" cy="7014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r>
                  <a:rPr kumimoji="0"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Portal</a:t>
                </a:r>
              </a:p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r>
                  <a:rPr kumimoji="0"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DB</a:t>
                </a: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</p:grpSp>
        <p:sp>
          <p:nvSpPr>
            <p:cNvPr id="494" name="TextBox 493">
              <a:extLst>
                <a:ext uri="{FF2B5EF4-FFF2-40B4-BE49-F238E27FC236}">
                  <a16:creationId xmlns:a16="http://schemas.microsoft.com/office/drawing/2014/main" id="{C23DAAE4-40BE-4D8B-48F3-88FA590DAB5B}"/>
                </a:ext>
              </a:extLst>
            </p:cNvPr>
            <p:cNvSpPr txBox="1"/>
            <p:nvPr/>
          </p:nvSpPr>
          <p:spPr>
            <a:xfrm>
              <a:off x="7897351" y="3360301"/>
              <a:ext cx="326309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STM</a:t>
              </a:r>
            </a:p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DB</a:t>
              </a:r>
              <a:endParaRPr kumimoji="0" lang="ko-KR" altLang="en-US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2020603020101020101" pitchFamily="18" charset="-127"/>
              </a:endParaRPr>
            </a:p>
          </p:txBody>
        </p:sp>
        <p:sp>
          <p:nvSpPr>
            <p:cNvPr id="495" name="TextBox 494">
              <a:extLst>
                <a:ext uri="{FF2B5EF4-FFF2-40B4-BE49-F238E27FC236}">
                  <a16:creationId xmlns:a16="http://schemas.microsoft.com/office/drawing/2014/main" id="{3FD67492-1813-B38F-907E-03EEF7BD1D39}"/>
                </a:ext>
              </a:extLst>
            </p:cNvPr>
            <p:cNvSpPr txBox="1"/>
            <p:nvPr/>
          </p:nvSpPr>
          <p:spPr>
            <a:xfrm>
              <a:off x="8085677" y="3360149"/>
              <a:ext cx="326309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LTM</a:t>
              </a:r>
            </a:p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DB</a:t>
              </a:r>
              <a:endParaRPr kumimoji="0" lang="ko-KR" altLang="en-US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2020603020101020101" pitchFamily="18" charset="-127"/>
              </a:endParaRPr>
            </a:p>
          </p:txBody>
        </p:sp>
        <p:sp>
          <p:nvSpPr>
            <p:cNvPr id="496" name="TextBox 495">
              <a:extLst>
                <a:ext uri="{FF2B5EF4-FFF2-40B4-BE49-F238E27FC236}">
                  <a16:creationId xmlns:a16="http://schemas.microsoft.com/office/drawing/2014/main" id="{70144B7A-7310-18CE-A588-EBD056466EFE}"/>
                </a:ext>
              </a:extLst>
            </p:cNvPr>
            <p:cNvSpPr txBox="1"/>
            <p:nvPr/>
          </p:nvSpPr>
          <p:spPr>
            <a:xfrm>
              <a:off x="8268799" y="3358198"/>
              <a:ext cx="326309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r>
                <a: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가명화</a:t>
              </a:r>
              <a:endParaRPr kumimoji="0" lang="en-US" altLang="ko-KR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2020603020101020101" pitchFamily="18" charset="-127"/>
              </a:endParaRPr>
            </a:p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AP</a:t>
              </a:r>
              <a:endParaRPr kumimoji="0" lang="ko-KR" altLang="en-US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2020603020101020101" pitchFamily="18" charset="-127"/>
              </a:endParaRPr>
            </a:p>
          </p:txBody>
        </p:sp>
        <p:grpSp>
          <p:nvGrpSpPr>
            <p:cNvPr id="497" name="그룹 496">
              <a:extLst>
                <a:ext uri="{FF2B5EF4-FFF2-40B4-BE49-F238E27FC236}">
                  <a16:creationId xmlns:a16="http://schemas.microsoft.com/office/drawing/2014/main" id="{C29CB931-6DD9-E43A-6A99-29CE30993275}"/>
                </a:ext>
              </a:extLst>
            </p:cNvPr>
            <p:cNvGrpSpPr/>
            <p:nvPr/>
          </p:nvGrpSpPr>
          <p:grpSpPr>
            <a:xfrm>
              <a:off x="6768526" y="3494564"/>
              <a:ext cx="288933" cy="323165"/>
              <a:chOff x="8735370" y="7592446"/>
              <a:chExt cx="393163" cy="701407"/>
            </a:xfrm>
          </p:grpSpPr>
          <p:sp>
            <p:nvSpPr>
              <p:cNvPr id="498" name="직사각형 166">
                <a:extLst>
                  <a:ext uri="{FF2B5EF4-FFF2-40B4-BE49-F238E27FC236}">
                    <a16:creationId xmlns:a16="http://schemas.microsoft.com/office/drawing/2014/main" id="{47864795-4CF5-B2B4-8AE1-54FB74AC35E5}"/>
                  </a:ext>
                </a:extLst>
              </p:cNvPr>
              <p:cNvSpPr/>
              <p:nvPr/>
            </p:nvSpPr>
            <p:spPr bwMode="auto">
              <a:xfrm>
                <a:off x="8823209" y="7607434"/>
                <a:ext cx="217532" cy="228154"/>
              </a:xfrm>
              <a:prstGeom prst="roundRect">
                <a:avLst>
                  <a:gd name="adj" fmla="val 9838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499" name="TextBox 498">
                <a:extLst>
                  <a:ext uri="{FF2B5EF4-FFF2-40B4-BE49-F238E27FC236}">
                    <a16:creationId xmlns:a16="http://schemas.microsoft.com/office/drawing/2014/main" id="{186D35BA-9A08-A950-87BB-74842B89BC13}"/>
                  </a:ext>
                </a:extLst>
              </p:cNvPr>
              <p:cNvSpPr txBox="1"/>
              <p:nvPr/>
            </p:nvSpPr>
            <p:spPr>
              <a:xfrm>
                <a:off x="8735370" y="7592446"/>
                <a:ext cx="393163" cy="7014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r>
                  <a: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메타</a:t>
                </a:r>
                <a:endPara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r>
                  <a:rPr kumimoji="0"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DB</a:t>
                </a: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500" name="그룹 499">
              <a:extLst>
                <a:ext uri="{FF2B5EF4-FFF2-40B4-BE49-F238E27FC236}">
                  <a16:creationId xmlns:a16="http://schemas.microsoft.com/office/drawing/2014/main" id="{CAAB0CCE-C83F-6C62-9B7E-285502AA12E8}"/>
                </a:ext>
              </a:extLst>
            </p:cNvPr>
            <p:cNvGrpSpPr/>
            <p:nvPr/>
          </p:nvGrpSpPr>
          <p:grpSpPr>
            <a:xfrm>
              <a:off x="7020616" y="3492884"/>
              <a:ext cx="288933" cy="400111"/>
              <a:chOff x="8783811" y="7588799"/>
              <a:chExt cx="393163" cy="868411"/>
            </a:xfrm>
          </p:grpSpPr>
          <p:sp>
            <p:nvSpPr>
              <p:cNvPr id="501" name="직사각형 166">
                <a:extLst>
                  <a:ext uri="{FF2B5EF4-FFF2-40B4-BE49-F238E27FC236}">
                    <a16:creationId xmlns:a16="http://schemas.microsoft.com/office/drawing/2014/main" id="{D37859DD-6BA7-C983-B48E-F3C04F556302}"/>
                  </a:ext>
                </a:extLst>
              </p:cNvPr>
              <p:cNvSpPr/>
              <p:nvPr/>
            </p:nvSpPr>
            <p:spPr bwMode="auto">
              <a:xfrm>
                <a:off x="8869671" y="7607651"/>
                <a:ext cx="217532" cy="228154"/>
              </a:xfrm>
              <a:prstGeom prst="roundRect">
                <a:avLst>
                  <a:gd name="adj" fmla="val 9838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502" name="TextBox 501">
                <a:extLst>
                  <a:ext uri="{FF2B5EF4-FFF2-40B4-BE49-F238E27FC236}">
                    <a16:creationId xmlns:a16="http://schemas.microsoft.com/office/drawing/2014/main" id="{A13E00C3-C72E-74EF-6987-D74E6BAE0A46}"/>
                  </a:ext>
                </a:extLst>
              </p:cNvPr>
              <p:cNvSpPr txBox="1"/>
              <p:nvPr/>
            </p:nvSpPr>
            <p:spPr>
              <a:xfrm>
                <a:off x="8783811" y="7588799"/>
                <a:ext cx="393163" cy="8684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r>
                  <a:rPr kumimoji="0"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AI</a:t>
                </a:r>
                <a:r>
                  <a: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보안</a:t>
                </a:r>
                <a:endPara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r>
                  <a:rPr kumimoji="0"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DB</a:t>
                </a: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503" name="그룹 502">
              <a:extLst>
                <a:ext uri="{FF2B5EF4-FFF2-40B4-BE49-F238E27FC236}">
                  <a16:creationId xmlns:a16="http://schemas.microsoft.com/office/drawing/2014/main" id="{779F522F-6DC4-4B53-B4BB-A1634341B1C4}"/>
                </a:ext>
              </a:extLst>
            </p:cNvPr>
            <p:cNvGrpSpPr/>
            <p:nvPr/>
          </p:nvGrpSpPr>
          <p:grpSpPr>
            <a:xfrm>
              <a:off x="7272707" y="3481294"/>
              <a:ext cx="288933" cy="276998"/>
              <a:chOff x="9048248" y="7563644"/>
              <a:chExt cx="393163" cy="601205"/>
            </a:xfrm>
          </p:grpSpPr>
          <p:sp>
            <p:nvSpPr>
              <p:cNvPr id="504" name="직사각형 166">
                <a:extLst>
                  <a:ext uri="{FF2B5EF4-FFF2-40B4-BE49-F238E27FC236}">
                    <a16:creationId xmlns:a16="http://schemas.microsoft.com/office/drawing/2014/main" id="{7E529C60-8DA2-4000-42DC-2A7FB23D8934}"/>
                  </a:ext>
                </a:extLst>
              </p:cNvPr>
              <p:cNvSpPr/>
              <p:nvPr/>
            </p:nvSpPr>
            <p:spPr bwMode="auto">
              <a:xfrm>
                <a:off x="9143851" y="7607651"/>
                <a:ext cx="217532" cy="228154"/>
              </a:xfrm>
              <a:prstGeom prst="roundRect">
                <a:avLst>
                  <a:gd name="adj" fmla="val 9838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505" name="TextBox 504">
                <a:extLst>
                  <a:ext uri="{FF2B5EF4-FFF2-40B4-BE49-F238E27FC236}">
                    <a16:creationId xmlns:a16="http://schemas.microsoft.com/office/drawing/2014/main" id="{FA067F0A-C6E0-10C8-EE06-7A1139D20786}"/>
                  </a:ext>
                </a:extLst>
              </p:cNvPr>
              <p:cNvSpPr txBox="1"/>
              <p:nvPr/>
            </p:nvSpPr>
            <p:spPr>
              <a:xfrm>
                <a:off x="9048248" y="7563644"/>
                <a:ext cx="393163" cy="6012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r>
                  <a:rPr kumimoji="0" lang="en-US" altLang="ko-KR" sz="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LLM</a:t>
                </a:r>
              </a:p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r>
                  <a:rPr kumimoji="0" lang="ko-KR" altLang="en-US" sz="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평가</a:t>
                </a:r>
                <a:endParaRPr kumimoji="0" lang="en-US" altLang="ko-KR" sz="4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r>
                  <a:rPr kumimoji="0" lang="en-US" altLang="ko-KR" sz="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DB</a:t>
                </a:r>
                <a:endParaRPr kumimoji="0" lang="ko-KR" altLang="en-US" sz="4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506" name="그룹 505">
              <a:extLst>
                <a:ext uri="{FF2B5EF4-FFF2-40B4-BE49-F238E27FC236}">
                  <a16:creationId xmlns:a16="http://schemas.microsoft.com/office/drawing/2014/main" id="{0EF18ED3-32CA-5FA1-76BE-28F6292BB35C}"/>
                </a:ext>
              </a:extLst>
            </p:cNvPr>
            <p:cNvGrpSpPr/>
            <p:nvPr/>
          </p:nvGrpSpPr>
          <p:grpSpPr>
            <a:xfrm>
              <a:off x="7524797" y="3482128"/>
              <a:ext cx="288933" cy="338553"/>
              <a:chOff x="9497247" y="7565454"/>
              <a:chExt cx="393163" cy="734805"/>
            </a:xfrm>
          </p:grpSpPr>
          <p:sp>
            <p:nvSpPr>
              <p:cNvPr id="507" name="직사각형 166">
                <a:extLst>
                  <a:ext uri="{FF2B5EF4-FFF2-40B4-BE49-F238E27FC236}">
                    <a16:creationId xmlns:a16="http://schemas.microsoft.com/office/drawing/2014/main" id="{D56DF09B-AF2C-83AA-C569-CA2C808C7F41}"/>
                  </a:ext>
                </a:extLst>
              </p:cNvPr>
              <p:cNvSpPr/>
              <p:nvPr/>
            </p:nvSpPr>
            <p:spPr bwMode="auto">
              <a:xfrm>
                <a:off x="9597234" y="7607080"/>
                <a:ext cx="217532" cy="228154"/>
              </a:xfrm>
              <a:prstGeom prst="roundRect">
                <a:avLst>
                  <a:gd name="adj" fmla="val 9838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508" name="TextBox 507">
                <a:extLst>
                  <a:ext uri="{FF2B5EF4-FFF2-40B4-BE49-F238E27FC236}">
                    <a16:creationId xmlns:a16="http://schemas.microsoft.com/office/drawing/2014/main" id="{7EFA0FA0-36B7-CB25-0329-ABABB251644A}"/>
                  </a:ext>
                </a:extLst>
              </p:cNvPr>
              <p:cNvSpPr txBox="1"/>
              <p:nvPr/>
            </p:nvSpPr>
            <p:spPr>
              <a:xfrm>
                <a:off x="9497247" y="7565454"/>
                <a:ext cx="393163" cy="7348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r>
                  <a:rPr kumimoji="0" lang="ko-KR" altLang="en-US" sz="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파일</a:t>
                </a:r>
                <a:endParaRPr kumimoji="0" lang="en-US" altLang="ko-KR" sz="4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r>
                  <a:rPr kumimoji="0" lang="ko-KR" altLang="en-US" sz="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전송</a:t>
                </a:r>
                <a:endParaRPr kumimoji="0" lang="en-US" altLang="ko-KR" sz="4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r>
                  <a:rPr kumimoji="0" lang="en-US" altLang="ko-KR" sz="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Edge</a:t>
                </a:r>
                <a:endParaRPr kumimoji="0" lang="ko-KR" altLang="en-US" sz="4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509" name="그룹 508">
              <a:extLst>
                <a:ext uri="{FF2B5EF4-FFF2-40B4-BE49-F238E27FC236}">
                  <a16:creationId xmlns:a16="http://schemas.microsoft.com/office/drawing/2014/main" id="{86D81430-B799-62F6-E1D4-02D42B374890}"/>
                </a:ext>
              </a:extLst>
            </p:cNvPr>
            <p:cNvGrpSpPr/>
            <p:nvPr/>
          </p:nvGrpSpPr>
          <p:grpSpPr>
            <a:xfrm>
              <a:off x="7776887" y="3482256"/>
              <a:ext cx="288933" cy="276998"/>
              <a:chOff x="9751086" y="7565733"/>
              <a:chExt cx="393163" cy="601205"/>
            </a:xfrm>
          </p:grpSpPr>
          <p:sp>
            <p:nvSpPr>
              <p:cNvPr id="510" name="직사각형 166">
                <a:extLst>
                  <a:ext uri="{FF2B5EF4-FFF2-40B4-BE49-F238E27FC236}">
                    <a16:creationId xmlns:a16="http://schemas.microsoft.com/office/drawing/2014/main" id="{1174541E-9290-3A65-34D9-F4B43C8857AF}"/>
                  </a:ext>
                </a:extLst>
              </p:cNvPr>
              <p:cNvSpPr/>
              <p:nvPr/>
            </p:nvSpPr>
            <p:spPr bwMode="auto">
              <a:xfrm>
                <a:off x="9847216" y="7607080"/>
                <a:ext cx="217532" cy="228154"/>
              </a:xfrm>
              <a:prstGeom prst="roundRect">
                <a:avLst>
                  <a:gd name="adj" fmla="val 9838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511" name="TextBox 510">
                <a:extLst>
                  <a:ext uri="{FF2B5EF4-FFF2-40B4-BE49-F238E27FC236}">
                    <a16:creationId xmlns:a16="http://schemas.microsoft.com/office/drawing/2014/main" id="{C5959F69-5CBA-DA80-CC35-FAC25684242D}"/>
                  </a:ext>
                </a:extLst>
              </p:cNvPr>
              <p:cNvSpPr txBox="1"/>
              <p:nvPr/>
            </p:nvSpPr>
            <p:spPr>
              <a:xfrm>
                <a:off x="9751086" y="7565733"/>
                <a:ext cx="393163" cy="6012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r>
                  <a:rPr kumimoji="0" lang="en-US" altLang="ko-KR" sz="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API</a:t>
                </a:r>
              </a:p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r>
                  <a:rPr kumimoji="0" lang="en-US" altLang="ko-KR" sz="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GW</a:t>
                </a:r>
              </a:p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r>
                  <a:rPr kumimoji="0" lang="en-US" altLang="ko-KR" sz="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DB</a:t>
                </a:r>
                <a:endParaRPr kumimoji="0" lang="ko-KR" altLang="en-US" sz="4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512" name="그룹 511">
              <a:extLst>
                <a:ext uri="{FF2B5EF4-FFF2-40B4-BE49-F238E27FC236}">
                  <a16:creationId xmlns:a16="http://schemas.microsoft.com/office/drawing/2014/main" id="{829C75C0-D7B5-94FC-A30C-9AB8E2A346D0}"/>
                </a:ext>
              </a:extLst>
            </p:cNvPr>
            <p:cNvGrpSpPr/>
            <p:nvPr/>
          </p:nvGrpSpPr>
          <p:grpSpPr>
            <a:xfrm>
              <a:off x="8281246" y="3491637"/>
              <a:ext cx="288908" cy="400111"/>
              <a:chOff x="10550923" y="7586094"/>
              <a:chExt cx="393128" cy="868411"/>
            </a:xfrm>
          </p:grpSpPr>
          <p:sp>
            <p:nvSpPr>
              <p:cNvPr id="513" name="직사각형 166">
                <a:extLst>
                  <a:ext uri="{FF2B5EF4-FFF2-40B4-BE49-F238E27FC236}">
                    <a16:creationId xmlns:a16="http://schemas.microsoft.com/office/drawing/2014/main" id="{FC4BC273-1348-974A-AA39-A25F61037CD4}"/>
                  </a:ext>
                </a:extLst>
              </p:cNvPr>
              <p:cNvSpPr/>
              <p:nvPr/>
            </p:nvSpPr>
            <p:spPr bwMode="auto">
              <a:xfrm>
                <a:off x="10639692" y="7610511"/>
                <a:ext cx="217532" cy="228154"/>
              </a:xfrm>
              <a:prstGeom prst="roundRect">
                <a:avLst>
                  <a:gd name="adj" fmla="val 9838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514" name="TextBox 513">
                <a:extLst>
                  <a:ext uri="{FF2B5EF4-FFF2-40B4-BE49-F238E27FC236}">
                    <a16:creationId xmlns:a16="http://schemas.microsoft.com/office/drawing/2014/main" id="{4064098A-F31F-EB1D-D642-5EE1306720C5}"/>
                  </a:ext>
                </a:extLst>
              </p:cNvPr>
              <p:cNvSpPr txBox="1"/>
              <p:nvPr/>
            </p:nvSpPr>
            <p:spPr>
              <a:xfrm>
                <a:off x="10550923" y="7586094"/>
                <a:ext cx="393128" cy="8684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r>
                  <a: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가명화</a:t>
                </a:r>
                <a:endPara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r>
                  <a:rPr kumimoji="0"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DB</a:t>
                </a: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515" name="그룹 514">
              <a:extLst>
                <a:ext uri="{FF2B5EF4-FFF2-40B4-BE49-F238E27FC236}">
                  <a16:creationId xmlns:a16="http://schemas.microsoft.com/office/drawing/2014/main" id="{BFF95521-CD6F-37B0-FD81-928CDC6895F7}"/>
                </a:ext>
              </a:extLst>
            </p:cNvPr>
            <p:cNvGrpSpPr/>
            <p:nvPr/>
          </p:nvGrpSpPr>
          <p:grpSpPr>
            <a:xfrm>
              <a:off x="8028977" y="3477254"/>
              <a:ext cx="289113" cy="338718"/>
              <a:chOff x="10038298" y="7554876"/>
              <a:chExt cx="393407" cy="735162"/>
            </a:xfrm>
          </p:grpSpPr>
          <p:sp>
            <p:nvSpPr>
              <p:cNvPr id="516" name="직사각형 166">
                <a:extLst>
                  <a:ext uri="{FF2B5EF4-FFF2-40B4-BE49-F238E27FC236}">
                    <a16:creationId xmlns:a16="http://schemas.microsoft.com/office/drawing/2014/main" id="{5E368131-619C-61D0-BEFF-16DF0D722596}"/>
                  </a:ext>
                </a:extLst>
              </p:cNvPr>
              <p:cNvSpPr/>
              <p:nvPr/>
            </p:nvSpPr>
            <p:spPr bwMode="auto">
              <a:xfrm>
                <a:off x="10119385" y="7610511"/>
                <a:ext cx="217532" cy="228154"/>
              </a:xfrm>
              <a:prstGeom prst="roundRect">
                <a:avLst>
                  <a:gd name="adj" fmla="val 9838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517" name="TextBox 516">
                <a:extLst>
                  <a:ext uri="{FF2B5EF4-FFF2-40B4-BE49-F238E27FC236}">
                    <a16:creationId xmlns:a16="http://schemas.microsoft.com/office/drawing/2014/main" id="{CBF15F0F-42A6-1BAD-A163-188951FA82F9}"/>
                  </a:ext>
                </a:extLst>
              </p:cNvPr>
              <p:cNvSpPr txBox="1"/>
              <p:nvPr/>
            </p:nvSpPr>
            <p:spPr>
              <a:xfrm>
                <a:off x="10038298" y="7555230"/>
                <a:ext cx="393163" cy="7348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r>
                  <a:rPr kumimoji="0" lang="en-US" altLang="ko-KR" sz="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API</a:t>
                </a:r>
              </a:p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r>
                  <a:rPr kumimoji="0" lang="en-US" altLang="ko-KR" sz="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GW</a:t>
                </a:r>
              </a:p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r>
                  <a:rPr kumimoji="0" lang="en-US" altLang="ko-KR" sz="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Cache</a:t>
                </a:r>
                <a:endParaRPr kumimoji="0" lang="ko-KR" altLang="en-US" sz="4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518" name="TextBox 517">
                <a:extLst>
                  <a:ext uri="{FF2B5EF4-FFF2-40B4-BE49-F238E27FC236}">
                    <a16:creationId xmlns:a16="http://schemas.microsoft.com/office/drawing/2014/main" id="{F122125D-295B-40A4-CD9F-EF97BEAB61A6}"/>
                  </a:ext>
                </a:extLst>
              </p:cNvPr>
              <p:cNvSpPr txBox="1"/>
              <p:nvPr/>
            </p:nvSpPr>
            <p:spPr>
              <a:xfrm>
                <a:off x="10038542" y="7554876"/>
                <a:ext cx="393163" cy="7348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r>
                  <a:rPr kumimoji="0" lang="en-US" altLang="ko-KR" sz="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API</a:t>
                </a:r>
              </a:p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r>
                  <a:rPr kumimoji="0" lang="en-US" altLang="ko-KR" sz="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GW</a:t>
                </a:r>
              </a:p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r>
                  <a:rPr kumimoji="0" lang="en-US" altLang="ko-KR" sz="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Cache</a:t>
                </a:r>
                <a:endParaRPr kumimoji="0" lang="ko-KR" altLang="en-US" sz="4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</p:grpSp>
        <p:sp>
          <p:nvSpPr>
            <p:cNvPr id="519" name="Rectangle 78">
              <a:extLst>
                <a:ext uri="{FF2B5EF4-FFF2-40B4-BE49-F238E27FC236}">
                  <a16:creationId xmlns:a16="http://schemas.microsoft.com/office/drawing/2014/main" id="{6D55D1BE-8E0B-F39D-5B9B-A48997B9F9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20771" y="4287408"/>
              <a:ext cx="280526" cy="774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96888" indent="-39688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95363" indent="-80963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492250" indent="-12065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990725" indent="-161925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algn="ctr" defTabSz="1042988" eaLnBrk="0" latinLnBrk="0" hangingPunct="0">
                <a:lnSpc>
                  <a:spcPct val="110000"/>
                </a:lnSpc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KoPub돋움체 Medium" panose="00000600000000000000" pitchFamily="2" charset="-127"/>
                  <a:sym typeface="KoPub돋움체 Medium"/>
                </a:rPr>
                <a:t>IaaS(CPU)</a:t>
              </a:r>
            </a:p>
          </p:txBody>
        </p:sp>
        <p:sp>
          <p:nvSpPr>
            <p:cNvPr id="520" name="Rectangle 78">
              <a:extLst>
                <a:ext uri="{FF2B5EF4-FFF2-40B4-BE49-F238E27FC236}">
                  <a16:creationId xmlns:a16="http://schemas.microsoft.com/office/drawing/2014/main" id="{BCA58DFE-3F6A-D911-190F-588F4BE9C9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15091" y="4288068"/>
              <a:ext cx="285335" cy="774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96888" indent="-39688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95363" indent="-80963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492250" indent="-12065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990725" indent="-161925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algn="ctr" defTabSz="1042988" eaLnBrk="0" latinLnBrk="0" hangingPunct="0">
                <a:lnSpc>
                  <a:spcPct val="110000"/>
                </a:lnSpc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KoPub돋움체 Medium" panose="00000600000000000000" pitchFamily="2" charset="-127"/>
                  <a:sym typeface="KoPub돋움체 Medium"/>
                </a:rPr>
                <a:t>IaaS(GPU)</a:t>
              </a:r>
            </a:p>
          </p:txBody>
        </p:sp>
        <p:grpSp>
          <p:nvGrpSpPr>
            <p:cNvPr id="521" name="그룹 520">
              <a:extLst>
                <a:ext uri="{FF2B5EF4-FFF2-40B4-BE49-F238E27FC236}">
                  <a16:creationId xmlns:a16="http://schemas.microsoft.com/office/drawing/2014/main" id="{FC7BC535-6BE9-5F88-6C39-FD67C3ED64E6}"/>
                </a:ext>
              </a:extLst>
            </p:cNvPr>
            <p:cNvGrpSpPr/>
            <p:nvPr/>
          </p:nvGrpSpPr>
          <p:grpSpPr>
            <a:xfrm>
              <a:off x="7400221" y="4201728"/>
              <a:ext cx="370294" cy="170823"/>
              <a:chOff x="6091389" y="9272192"/>
              <a:chExt cx="503874" cy="370760"/>
            </a:xfrm>
          </p:grpSpPr>
          <p:sp>
            <p:nvSpPr>
              <p:cNvPr id="522" name="모서리가 둥근 직사각형 399">
                <a:extLst>
                  <a:ext uri="{FF2B5EF4-FFF2-40B4-BE49-F238E27FC236}">
                    <a16:creationId xmlns:a16="http://schemas.microsoft.com/office/drawing/2014/main" id="{D8723088-C8DC-1A31-E8A3-78F6AF204D2E}"/>
                  </a:ext>
                </a:extLst>
              </p:cNvPr>
              <p:cNvSpPr/>
              <p:nvPr/>
            </p:nvSpPr>
            <p:spPr>
              <a:xfrm>
                <a:off x="6091389" y="9467183"/>
                <a:ext cx="503874" cy="175769"/>
              </a:xfrm>
              <a:prstGeom prst="roundRect">
                <a:avLst>
                  <a:gd name="adj" fmla="val 0"/>
                </a:avLst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1042988" eaLnBrk="0" latinLnBrk="0" hangingPunct="0">
                  <a:lnSpc>
                    <a:spcPct val="110000"/>
                  </a:lnSpc>
                  <a:buClr>
                    <a:srgbClr val="3271AA"/>
                  </a:buClr>
                  <a:buSzPct val="140000"/>
                  <a:tabLst>
                    <a:tab pos="5648325" algn="l"/>
                  </a:tabLst>
                </a:pPr>
                <a:r>
                  <a:rPr kumimoji="0"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0000600000000000000" pitchFamily="2" charset="-127"/>
                  </a:rPr>
                  <a:t>SAN </a:t>
                </a:r>
                <a:r>
                  <a: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0000600000000000000" pitchFamily="2" charset="-127"/>
                  </a:rPr>
                  <a:t>스토리지</a:t>
                </a:r>
                <a:endPara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0000600000000000000" pitchFamily="2" charset="-127"/>
                </a:endParaRPr>
              </a:p>
            </p:txBody>
          </p:sp>
          <p:pic>
            <p:nvPicPr>
              <p:cNvPr id="523" name="Picture 68" descr="DD-tower-front-2left">
                <a:extLst>
                  <a:ext uri="{FF2B5EF4-FFF2-40B4-BE49-F238E27FC236}">
                    <a16:creationId xmlns:a16="http://schemas.microsoft.com/office/drawing/2014/main" id="{14436CF3-A5DE-570F-B002-0E9DBE04EF5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duotone>
                  <a:prstClr val="black"/>
                  <a:srgbClr val="D9C3A5">
                    <a:tint val="50000"/>
                    <a:satMod val="18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182228" y="9272192"/>
                <a:ext cx="125240" cy="2154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24" name="Picture 68" descr="DD-tower-front-2left">
                <a:extLst>
                  <a:ext uri="{FF2B5EF4-FFF2-40B4-BE49-F238E27FC236}">
                    <a16:creationId xmlns:a16="http://schemas.microsoft.com/office/drawing/2014/main" id="{FFA1FD63-455A-0A6B-8787-028685467D8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duotone>
                  <a:prstClr val="black"/>
                  <a:srgbClr val="D9C3A5">
                    <a:tint val="50000"/>
                    <a:satMod val="18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362459" y="9272192"/>
                <a:ext cx="125240" cy="2154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525" name="그룹 524">
              <a:extLst>
                <a:ext uri="{FF2B5EF4-FFF2-40B4-BE49-F238E27FC236}">
                  <a16:creationId xmlns:a16="http://schemas.microsoft.com/office/drawing/2014/main" id="{BB1D2206-82D1-0740-A696-C0ACFD4CB9B9}"/>
                </a:ext>
              </a:extLst>
            </p:cNvPr>
            <p:cNvGrpSpPr/>
            <p:nvPr/>
          </p:nvGrpSpPr>
          <p:grpSpPr>
            <a:xfrm>
              <a:off x="7753976" y="4201728"/>
              <a:ext cx="370294" cy="170823"/>
              <a:chOff x="6639505" y="9272192"/>
              <a:chExt cx="503874" cy="370760"/>
            </a:xfrm>
          </p:grpSpPr>
          <p:sp>
            <p:nvSpPr>
              <p:cNvPr id="526" name="모서리가 둥근 직사각형 399">
                <a:extLst>
                  <a:ext uri="{FF2B5EF4-FFF2-40B4-BE49-F238E27FC236}">
                    <a16:creationId xmlns:a16="http://schemas.microsoft.com/office/drawing/2014/main" id="{3CC7E765-1F76-525A-AFF7-5A4E73CEDB38}"/>
                  </a:ext>
                </a:extLst>
              </p:cNvPr>
              <p:cNvSpPr/>
              <p:nvPr/>
            </p:nvSpPr>
            <p:spPr>
              <a:xfrm>
                <a:off x="6639505" y="9467183"/>
                <a:ext cx="503874" cy="175769"/>
              </a:xfrm>
              <a:prstGeom prst="roundRect">
                <a:avLst>
                  <a:gd name="adj" fmla="val 0"/>
                </a:avLst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1042988" eaLnBrk="0" latinLnBrk="0" hangingPunct="0">
                  <a:lnSpc>
                    <a:spcPct val="110000"/>
                  </a:lnSpc>
                  <a:buClr>
                    <a:srgbClr val="3271AA"/>
                  </a:buClr>
                  <a:buSzPct val="140000"/>
                  <a:tabLst>
                    <a:tab pos="5648325" algn="l"/>
                  </a:tabLst>
                </a:pPr>
                <a:r>
                  <a:rPr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0000600000000000000" pitchFamily="2" charset="-127"/>
                  </a:rPr>
                  <a:t>NAS</a:t>
                </a:r>
                <a:r>
                  <a:rPr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0000600000000000000" pitchFamily="2" charset="-127"/>
                  </a:rPr>
                  <a:t> </a:t>
                </a:r>
                <a:r>
                  <a: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0000600000000000000" pitchFamily="2" charset="-127"/>
                  </a:rPr>
                  <a:t>스토리지</a:t>
                </a:r>
                <a:endPara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0000600000000000000" pitchFamily="2" charset="-127"/>
                </a:endParaRPr>
              </a:p>
            </p:txBody>
          </p:sp>
          <p:pic>
            <p:nvPicPr>
              <p:cNvPr id="527" name="Picture 68" descr="DD-tower-front-2left">
                <a:extLst>
                  <a:ext uri="{FF2B5EF4-FFF2-40B4-BE49-F238E27FC236}">
                    <a16:creationId xmlns:a16="http://schemas.microsoft.com/office/drawing/2014/main" id="{97BC7CCF-17FB-85DB-0777-5B1AD4CC67A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duotone>
                  <a:prstClr val="black"/>
                  <a:srgbClr val="D9C3A5">
                    <a:tint val="50000"/>
                    <a:satMod val="18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716639" y="9272192"/>
                <a:ext cx="125240" cy="2154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28" name="Picture 68" descr="DD-tower-front-2left">
                <a:extLst>
                  <a:ext uri="{FF2B5EF4-FFF2-40B4-BE49-F238E27FC236}">
                    <a16:creationId xmlns:a16="http://schemas.microsoft.com/office/drawing/2014/main" id="{699D14EF-80BB-245D-3E25-BDA9B476272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duotone>
                  <a:prstClr val="black"/>
                  <a:srgbClr val="D9C3A5">
                    <a:tint val="50000"/>
                    <a:satMod val="18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906085" y="9272192"/>
                <a:ext cx="125240" cy="2154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529" name="그룹 528">
              <a:extLst>
                <a:ext uri="{FF2B5EF4-FFF2-40B4-BE49-F238E27FC236}">
                  <a16:creationId xmlns:a16="http://schemas.microsoft.com/office/drawing/2014/main" id="{40B042E6-BC6A-FD82-1EAF-FD5D9F30A1BA}"/>
                </a:ext>
              </a:extLst>
            </p:cNvPr>
            <p:cNvGrpSpPr/>
            <p:nvPr/>
          </p:nvGrpSpPr>
          <p:grpSpPr>
            <a:xfrm>
              <a:off x="8077761" y="4201728"/>
              <a:ext cx="540912" cy="170823"/>
              <a:chOff x="7318251" y="9272192"/>
              <a:chExt cx="736041" cy="370760"/>
            </a:xfrm>
          </p:grpSpPr>
          <p:sp>
            <p:nvSpPr>
              <p:cNvPr id="530" name="모서리가 둥근 직사각형 399">
                <a:extLst>
                  <a:ext uri="{FF2B5EF4-FFF2-40B4-BE49-F238E27FC236}">
                    <a16:creationId xmlns:a16="http://schemas.microsoft.com/office/drawing/2014/main" id="{1184D3AE-17DA-3D9B-0522-E393956D8363}"/>
                  </a:ext>
                </a:extLst>
              </p:cNvPr>
              <p:cNvSpPr/>
              <p:nvPr/>
            </p:nvSpPr>
            <p:spPr>
              <a:xfrm>
                <a:off x="7318251" y="9467183"/>
                <a:ext cx="736041" cy="175769"/>
              </a:xfrm>
              <a:prstGeom prst="roundRect">
                <a:avLst>
                  <a:gd name="adj" fmla="val 0"/>
                </a:avLst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 anchor="ctr">
                <a:spAutoFit/>
              </a:bodyPr>
              <a:lstStyle/>
              <a:p>
                <a:pPr algn="ctr" defTabSz="1042988" eaLnBrk="0" latinLnBrk="0" hangingPunct="0">
                  <a:lnSpc>
                    <a:spcPct val="110000"/>
                  </a:lnSpc>
                  <a:buClr>
                    <a:srgbClr val="3271AA"/>
                  </a:buClr>
                  <a:buSzPct val="140000"/>
                  <a:tabLst>
                    <a:tab pos="5648325" algn="l"/>
                  </a:tabLst>
                </a:pPr>
                <a:r>
                  <a:rPr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0000600000000000000" pitchFamily="2" charset="-127"/>
                  </a:rPr>
                  <a:t>오브젝트 </a:t>
                </a:r>
                <a:r>
                  <a: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0000600000000000000" pitchFamily="2" charset="-127"/>
                  </a:rPr>
                  <a:t>스토리지</a:t>
                </a:r>
                <a:endPara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0000600000000000000" pitchFamily="2" charset="-127"/>
                </a:endParaRPr>
              </a:p>
            </p:txBody>
          </p:sp>
          <p:pic>
            <p:nvPicPr>
              <p:cNvPr id="531" name="Picture 68" descr="DD-tower-front-2left">
                <a:extLst>
                  <a:ext uri="{FF2B5EF4-FFF2-40B4-BE49-F238E27FC236}">
                    <a16:creationId xmlns:a16="http://schemas.microsoft.com/office/drawing/2014/main" id="{FAEEDA63-25D3-C6CA-D84C-41C46C748CB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duotone>
                  <a:prstClr val="black"/>
                  <a:srgbClr val="D9C3A5">
                    <a:tint val="50000"/>
                    <a:satMod val="18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539272" y="9272192"/>
                <a:ext cx="125240" cy="2154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32" name="Picture 68" descr="DD-tower-front-2left">
                <a:extLst>
                  <a:ext uri="{FF2B5EF4-FFF2-40B4-BE49-F238E27FC236}">
                    <a16:creationId xmlns:a16="http://schemas.microsoft.com/office/drawing/2014/main" id="{0F37E3A7-74FC-C141-5259-86933A2E4A6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duotone>
                  <a:prstClr val="black"/>
                  <a:srgbClr val="D9C3A5">
                    <a:tint val="50000"/>
                    <a:satMod val="18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16531" y="9272192"/>
                <a:ext cx="125240" cy="2154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533" name="직사각형 532">
              <a:extLst>
                <a:ext uri="{FF2B5EF4-FFF2-40B4-BE49-F238E27FC236}">
                  <a16:creationId xmlns:a16="http://schemas.microsoft.com/office/drawing/2014/main" id="{1D4130A9-A3CB-D1E7-21AD-AA1B44BEB774}"/>
                </a:ext>
              </a:extLst>
            </p:cNvPr>
            <p:cNvSpPr/>
            <p:nvPr/>
          </p:nvSpPr>
          <p:spPr>
            <a:xfrm>
              <a:off x="2498581" y="2396227"/>
              <a:ext cx="158737" cy="1243555"/>
            </a:xfrm>
            <a:prstGeom prst="rect">
              <a:avLst/>
            </a:prstGeom>
            <a:solidFill>
              <a:schemeClr val="bg1"/>
            </a:solidFill>
            <a:ln w="12700" algn="ctr">
              <a:solidFill>
                <a:srgbClr val="0099FF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eaVert" wrap="square" lIns="0" tIns="0" rIns="0" bIns="0" anchor="ctr">
              <a:scene3d>
                <a:camera prst="orthographicFront">
                  <a:rot lat="0" lon="0" rev="0"/>
                </a:camera>
                <a:lightRig rig="threePt" dir="t"/>
              </a:scene3d>
            </a:bodyPr>
            <a:lstStyle/>
            <a:p>
              <a:pPr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en-US" altLang="ko-KR" sz="7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AI Agent </a:t>
              </a:r>
              <a:r>
                <a:rPr lang="ko-KR" altLang="en-US" sz="7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플랫폼</a:t>
              </a:r>
            </a:p>
          </p:txBody>
        </p:sp>
        <p:sp>
          <p:nvSpPr>
            <p:cNvPr id="534" name="직사각형 533">
              <a:extLst>
                <a:ext uri="{FF2B5EF4-FFF2-40B4-BE49-F238E27FC236}">
                  <a16:creationId xmlns:a16="http://schemas.microsoft.com/office/drawing/2014/main" id="{767854B2-1A79-55E2-2EE8-FC9F354EDF15}"/>
                </a:ext>
              </a:extLst>
            </p:cNvPr>
            <p:cNvSpPr/>
            <p:nvPr/>
          </p:nvSpPr>
          <p:spPr>
            <a:xfrm>
              <a:off x="2495470" y="3736806"/>
              <a:ext cx="158737" cy="381492"/>
            </a:xfrm>
            <a:prstGeom prst="rect">
              <a:avLst/>
            </a:prstGeom>
            <a:solidFill>
              <a:schemeClr val="bg1"/>
            </a:solidFill>
            <a:ln w="12700" algn="ctr">
              <a:solidFill>
                <a:srgbClr val="0099FF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eaVert" wrap="square" lIns="0" tIns="0" rIns="0" bIns="0" anchor="ctr">
              <a:scene3d>
                <a:camera prst="orthographicFront">
                  <a:rot lat="0" lon="0" rev="0"/>
                </a:camera>
                <a:lightRig rig="threePt" dir="t"/>
              </a:scene3d>
            </a:bodyPr>
            <a:lstStyle/>
            <a:p>
              <a:pPr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ko-KR" altLang="en-US" sz="6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공통</a:t>
              </a:r>
              <a:r>
                <a:rPr lang="ko-KR" altLang="en-US" sz="6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0000600000000000000" pitchFamily="2" charset="-127"/>
                </a:rPr>
                <a:t> </a:t>
              </a:r>
              <a:r>
                <a:rPr lang="ko-KR" altLang="en-US" sz="6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서비스</a:t>
              </a:r>
            </a:p>
          </p:txBody>
        </p:sp>
        <p:sp>
          <p:nvSpPr>
            <p:cNvPr id="535" name="직사각형 534">
              <a:extLst>
                <a:ext uri="{FF2B5EF4-FFF2-40B4-BE49-F238E27FC236}">
                  <a16:creationId xmlns:a16="http://schemas.microsoft.com/office/drawing/2014/main" id="{3C1C9D46-4B22-E629-CAEE-D40853D081B2}"/>
                </a:ext>
              </a:extLst>
            </p:cNvPr>
            <p:cNvSpPr/>
            <p:nvPr/>
          </p:nvSpPr>
          <p:spPr>
            <a:xfrm>
              <a:off x="5012201" y="3715332"/>
              <a:ext cx="582036" cy="99520"/>
            </a:xfrm>
            <a:prstGeom prst="rect">
              <a:avLst/>
            </a:prstGeom>
            <a:solidFill>
              <a:schemeClr val="bg1"/>
            </a:solidFill>
            <a:ln w="12700" algn="ctr">
              <a:solidFill>
                <a:srgbClr val="0099FF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0" tIns="0" rIns="0" bIns="0" anchor="ctr">
              <a:scene3d>
                <a:camera prst="orthographicFront">
                  <a:rot lat="0" lon="0" rev="0"/>
                </a:camera>
                <a:lightRig rig="threePt" dir="t"/>
              </a:scene3d>
            </a:bodyPr>
            <a:lstStyle/>
            <a:p>
              <a:pPr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ko-KR" altLang="en-US" sz="700" spc="-30" dirty="0" err="1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0000600000000000000" pitchFamily="2" charset="-127"/>
                </a:rPr>
                <a:t>빅데이터플랫폼</a:t>
              </a:r>
              <a:endParaRPr lang="ko-KR" altLang="en-US" sz="700" spc="-30" dirty="0">
                <a:ln>
                  <a:solidFill>
                    <a:srgbClr val="0099FF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0000600000000000000" pitchFamily="2" charset="-127"/>
              </a:endParaRPr>
            </a:p>
          </p:txBody>
        </p:sp>
        <p:sp>
          <p:nvSpPr>
            <p:cNvPr id="536" name="직사각형 535">
              <a:extLst>
                <a:ext uri="{FF2B5EF4-FFF2-40B4-BE49-F238E27FC236}">
                  <a16:creationId xmlns:a16="http://schemas.microsoft.com/office/drawing/2014/main" id="{58A1D7E0-50A7-06DF-B81C-E419FFF48805}"/>
                </a:ext>
              </a:extLst>
            </p:cNvPr>
            <p:cNvSpPr/>
            <p:nvPr/>
          </p:nvSpPr>
          <p:spPr>
            <a:xfrm>
              <a:off x="5738695" y="3715332"/>
              <a:ext cx="502668" cy="99520"/>
            </a:xfrm>
            <a:prstGeom prst="rect">
              <a:avLst/>
            </a:prstGeom>
            <a:solidFill>
              <a:schemeClr val="bg1"/>
            </a:solidFill>
            <a:ln w="12700" algn="ctr">
              <a:solidFill>
                <a:srgbClr val="0099FF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0" tIns="0" rIns="0" bIns="0" anchor="ctr">
              <a:scene3d>
                <a:camera prst="orthographicFront">
                  <a:rot lat="0" lon="0" rev="0"/>
                </a:camera>
                <a:lightRig rig="threePt" dir="t"/>
              </a:scene3d>
            </a:bodyPr>
            <a:lstStyle/>
            <a:p>
              <a:pPr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ko-KR" altLang="en-US" sz="6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0000600000000000000" pitchFamily="2" charset="-127"/>
                </a:rPr>
                <a:t>고객상담시스템</a:t>
              </a:r>
            </a:p>
          </p:txBody>
        </p:sp>
        <p:sp>
          <p:nvSpPr>
            <p:cNvPr id="537" name="직사각형 536">
              <a:extLst>
                <a:ext uri="{FF2B5EF4-FFF2-40B4-BE49-F238E27FC236}">
                  <a16:creationId xmlns:a16="http://schemas.microsoft.com/office/drawing/2014/main" id="{179129B5-AEAE-7F36-59BE-E83EF069C473}"/>
                </a:ext>
              </a:extLst>
            </p:cNvPr>
            <p:cNvSpPr/>
            <p:nvPr/>
          </p:nvSpPr>
          <p:spPr>
            <a:xfrm>
              <a:off x="2794342" y="2376554"/>
              <a:ext cx="555580" cy="99520"/>
            </a:xfrm>
            <a:prstGeom prst="rect">
              <a:avLst/>
            </a:prstGeom>
            <a:solidFill>
              <a:schemeClr val="bg1"/>
            </a:solidFill>
            <a:ln w="12700" algn="ctr">
              <a:solidFill>
                <a:srgbClr val="0099FF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0" tIns="0" rIns="0" bIns="0" anchor="ctr">
              <a:scene3d>
                <a:camera prst="orthographicFront">
                  <a:rot lat="0" lon="0" rev="0"/>
                </a:camera>
                <a:lightRig rig="threePt" dir="t"/>
              </a:scene3d>
            </a:bodyPr>
            <a:lstStyle/>
            <a:p>
              <a:pPr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ko-KR" altLang="en-US" sz="7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외부서비스</a:t>
              </a:r>
            </a:p>
          </p:txBody>
        </p:sp>
        <p:sp>
          <p:nvSpPr>
            <p:cNvPr id="538" name="직사각형 537">
              <a:extLst>
                <a:ext uri="{FF2B5EF4-FFF2-40B4-BE49-F238E27FC236}">
                  <a16:creationId xmlns:a16="http://schemas.microsoft.com/office/drawing/2014/main" id="{E37DC359-68C9-9A90-7F0F-878D00315EAD}"/>
                </a:ext>
              </a:extLst>
            </p:cNvPr>
            <p:cNvSpPr/>
            <p:nvPr/>
          </p:nvSpPr>
          <p:spPr>
            <a:xfrm>
              <a:off x="4431698" y="2370703"/>
              <a:ext cx="555580" cy="99520"/>
            </a:xfrm>
            <a:prstGeom prst="rect">
              <a:avLst/>
            </a:prstGeom>
            <a:solidFill>
              <a:schemeClr val="bg1"/>
            </a:solidFill>
            <a:ln w="12700" algn="ctr">
              <a:solidFill>
                <a:srgbClr val="0099FF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0" tIns="0" rIns="0" bIns="0" anchor="ctr">
              <a:scene3d>
                <a:camera prst="orthographicFront">
                  <a:rot lat="0" lon="0" rev="0"/>
                </a:camera>
                <a:lightRig rig="threePt" dir="t"/>
              </a:scene3d>
            </a:bodyPr>
            <a:lstStyle/>
            <a:p>
              <a:pPr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ko-KR" altLang="en-US" sz="7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내부서비스</a:t>
              </a:r>
            </a:p>
          </p:txBody>
        </p:sp>
        <p:grpSp>
          <p:nvGrpSpPr>
            <p:cNvPr id="539" name="그룹 538">
              <a:extLst>
                <a:ext uri="{FF2B5EF4-FFF2-40B4-BE49-F238E27FC236}">
                  <a16:creationId xmlns:a16="http://schemas.microsoft.com/office/drawing/2014/main" id="{6DFD7ADE-D392-C285-D26E-4F2FBBF804B4}"/>
                </a:ext>
              </a:extLst>
            </p:cNvPr>
            <p:cNvGrpSpPr/>
            <p:nvPr/>
          </p:nvGrpSpPr>
          <p:grpSpPr>
            <a:xfrm>
              <a:off x="2742182" y="1272246"/>
              <a:ext cx="635019" cy="161583"/>
              <a:chOff x="214860" y="5316164"/>
              <a:chExt cx="864095" cy="350704"/>
            </a:xfrm>
          </p:grpSpPr>
          <p:grpSp>
            <p:nvGrpSpPr>
              <p:cNvPr id="540" name="그룹 539">
                <a:extLst>
                  <a:ext uri="{FF2B5EF4-FFF2-40B4-BE49-F238E27FC236}">
                    <a16:creationId xmlns:a16="http://schemas.microsoft.com/office/drawing/2014/main" id="{BD6D2122-95EA-8472-D0B6-E98C954F1D4D}"/>
                  </a:ext>
                </a:extLst>
              </p:cNvPr>
              <p:cNvGrpSpPr/>
              <p:nvPr/>
            </p:nvGrpSpPr>
            <p:grpSpPr>
              <a:xfrm>
                <a:off x="214860" y="5374425"/>
                <a:ext cx="360560" cy="227564"/>
                <a:chOff x="-1249711" y="5207925"/>
                <a:chExt cx="723475" cy="456614"/>
              </a:xfrm>
            </p:grpSpPr>
            <p:grpSp>
              <p:nvGrpSpPr>
                <p:cNvPr id="552" name="그룹 551">
                  <a:extLst>
                    <a:ext uri="{FF2B5EF4-FFF2-40B4-BE49-F238E27FC236}">
                      <a16:creationId xmlns:a16="http://schemas.microsoft.com/office/drawing/2014/main" id="{F5B2C490-2714-2B46-0D10-ADFE9ACE4E94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-1249711" y="5207925"/>
                  <a:ext cx="331998" cy="456614"/>
                  <a:chOff x="11921385" y="4267725"/>
                  <a:chExt cx="916126" cy="1260000"/>
                </a:xfrm>
              </p:grpSpPr>
              <p:sp>
                <p:nvSpPr>
                  <p:cNvPr id="558" name="사각형: 둥근 모서리 288">
                    <a:extLst>
                      <a:ext uri="{FF2B5EF4-FFF2-40B4-BE49-F238E27FC236}">
                        <a16:creationId xmlns:a16="http://schemas.microsoft.com/office/drawing/2014/main" id="{913997AE-3F93-18B6-718E-13E4C7FA4D39}"/>
                      </a:ext>
                    </a:extLst>
                  </p:cNvPr>
                  <p:cNvSpPr/>
                  <p:nvPr/>
                </p:nvSpPr>
                <p:spPr>
                  <a:xfrm>
                    <a:off x="11923596" y="4271687"/>
                    <a:ext cx="911716" cy="1252078"/>
                  </a:xfrm>
                  <a:prstGeom prst="roundRect">
                    <a:avLst>
                      <a:gd name="adj" fmla="val 7097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-3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grpSp>
                <p:nvGrpSpPr>
                  <p:cNvPr id="559" name="그룹 558">
                    <a:extLst>
                      <a:ext uri="{FF2B5EF4-FFF2-40B4-BE49-F238E27FC236}">
                        <a16:creationId xmlns:a16="http://schemas.microsoft.com/office/drawing/2014/main" id="{0846BDBA-917A-6385-BDEE-8C979FB6E6D2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11921389" y="4267727"/>
                    <a:ext cx="916126" cy="1260000"/>
                    <a:chOff x="14485938" y="-2571751"/>
                    <a:chExt cx="554038" cy="762000"/>
                  </a:xfrm>
                  <a:solidFill>
                    <a:srgbClr val="262626"/>
                  </a:solidFill>
                </p:grpSpPr>
                <p:sp>
                  <p:nvSpPr>
                    <p:cNvPr id="560" name="Freeform 230">
                      <a:extLst>
                        <a:ext uri="{FF2B5EF4-FFF2-40B4-BE49-F238E27FC236}">
                          <a16:creationId xmlns:a16="http://schemas.microsoft.com/office/drawing/2014/main" id="{F71B2E6B-3CF3-A5A1-E7ED-86A184BDD6E9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4485938" y="-2571751"/>
                      <a:ext cx="554038" cy="762000"/>
                    </a:xfrm>
                    <a:custGeom>
                      <a:avLst/>
                      <a:gdLst>
                        <a:gd name="T0" fmla="*/ 137 w 147"/>
                        <a:gd name="T1" fmla="*/ 0 h 200"/>
                        <a:gd name="T2" fmla="*/ 10 w 147"/>
                        <a:gd name="T3" fmla="*/ 0 h 200"/>
                        <a:gd name="T4" fmla="*/ 0 w 147"/>
                        <a:gd name="T5" fmla="*/ 10 h 200"/>
                        <a:gd name="T6" fmla="*/ 0 w 147"/>
                        <a:gd name="T7" fmla="*/ 190 h 200"/>
                        <a:gd name="T8" fmla="*/ 10 w 147"/>
                        <a:gd name="T9" fmla="*/ 200 h 200"/>
                        <a:gd name="T10" fmla="*/ 137 w 147"/>
                        <a:gd name="T11" fmla="*/ 200 h 200"/>
                        <a:gd name="T12" fmla="*/ 140 w 147"/>
                        <a:gd name="T13" fmla="*/ 199 h 200"/>
                        <a:gd name="T14" fmla="*/ 146 w 147"/>
                        <a:gd name="T15" fmla="*/ 193 h 200"/>
                        <a:gd name="T16" fmla="*/ 147 w 147"/>
                        <a:gd name="T17" fmla="*/ 190 h 200"/>
                        <a:gd name="T18" fmla="*/ 147 w 147"/>
                        <a:gd name="T19" fmla="*/ 10 h 200"/>
                        <a:gd name="T20" fmla="*/ 137 w 147"/>
                        <a:gd name="T21" fmla="*/ 0 h 200"/>
                        <a:gd name="T22" fmla="*/ 139 w 147"/>
                        <a:gd name="T23" fmla="*/ 189 h 200"/>
                        <a:gd name="T24" fmla="*/ 135 w 147"/>
                        <a:gd name="T25" fmla="*/ 192 h 200"/>
                        <a:gd name="T26" fmla="*/ 10 w 147"/>
                        <a:gd name="T27" fmla="*/ 192 h 200"/>
                        <a:gd name="T28" fmla="*/ 8 w 147"/>
                        <a:gd name="T29" fmla="*/ 190 h 200"/>
                        <a:gd name="T30" fmla="*/ 8 w 147"/>
                        <a:gd name="T31" fmla="*/ 10 h 200"/>
                        <a:gd name="T32" fmla="*/ 10 w 147"/>
                        <a:gd name="T33" fmla="*/ 8 h 200"/>
                        <a:gd name="T34" fmla="*/ 137 w 147"/>
                        <a:gd name="T35" fmla="*/ 8 h 200"/>
                        <a:gd name="T36" fmla="*/ 139 w 147"/>
                        <a:gd name="T37" fmla="*/ 10 h 200"/>
                        <a:gd name="T38" fmla="*/ 139 w 147"/>
                        <a:gd name="T39" fmla="*/ 189 h 2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</a:cxnLst>
                      <a:rect l="0" t="0" r="r" b="b"/>
                      <a:pathLst>
                        <a:path w="147" h="200">
                          <a:moveTo>
                            <a:pt x="137" y="0"/>
                          </a:moveTo>
                          <a:cubicBezTo>
                            <a:pt x="10" y="0"/>
                            <a:pt x="10" y="0"/>
                            <a:pt x="10" y="0"/>
                          </a:cubicBezTo>
                          <a:cubicBezTo>
                            <a:pt x="4" y="0"/>
                            <a:pt x="0" y="5"/>
                            <a:pt x="0" y="10"/>
                          </a:cubicBezTo>
                          <a:cubicBezTo>
                            <a:pt x="0" y="190"/>
                            <a:pt x="0" y="190"/>
                            <a:pt x="0" y="190"/>
                          </a:cubicBezTo>
                          <a:cubicBezTo>
                            <a:pt x="0" y="196"/>
                            <a:pt x="4" y="200"/>
                            <a:pt x="10" y="200"/>
                          </a:cubicBezTo>
                          <a:cubicBezTo>
                            <a:pt x="137" y="200"/>
                            <a:pt x="137" y="200"/>
                            <a:pt x="137" y="200"/>
                          </a:cubicBezTo>
                          <a:cubicBezTo>
                            <a:pt x="138" y="200"/>
                            <a:pt x="139" y="200"/>
                            <a:pt x="140" y="199"/>
                          </a:cubicBezTo>
                          <a:cubicBezTo>
                            <a:pt x="146" y="193"/>
                            <a:pt x="146" y="193"/>
                            <a:pt x="146" y="193"/>
                          </a:cubicBezTo>
                          <a:cubicBezTo>
                            <a:pt x="146" y="192"/>
                            <a:pt x="147" y="191"/>
                            <a:pt x="147" y="190"/>
                          </a:cubicBezTo>
                          <a:cubicBezTo>
                            <a:pt x="147" y="10"/>
                            <a:pt x="147" y="10"/>
                            <a:pt x="147" y="10"/>
                          </a:cubicBezTo>
                          <a:cubicBezTo>
                            <a:pt x="147" y="5"/>
                            <a:pt x="142" y="0"/>
                            <a:pt x="137" y="0"/>
                          </a:cubicBezTo>
                          <a:close/>
                          <a:moveTo>
                            <a:pt x="139" y="189"/>
                          </a:moveTo>
                          <a:cubicBezTo>
                            <a:pt x="135" y="192"/>
                            <a:pt x="135" y="192"/>
                            <a:pt x="135" y="192"/>
                          </a:cubicBezTo>
                          <a:cubicBezTo>
                            <a:pt x="10" y="192"/>
                            <a:pt x="10" y="192"/>
                            <a:pt x="10" y="192"/>
                          </a:cubicBezTo>
                          <a:cubicBezTo>
                            <a:pt x="9" y="192"/>
                            <a:pt x="8" y="191"/>
                            <a:pt x="8" y="190"/>
                          </a:cubicBezTo>
                          <a:cubicBezTo>
                            <a:pt x="8" y="10"/>
                            <a:pt x="8" y="10"/>
                            <a:pt x="8" y="10"/>
                          </a:cubicBezTo>
                          <a:cubicBezTo>
                            <a:pt x="8" y="9"/>
                            <a:pt x="9" y="8"/>
                            <a:pt x="10" y="8"/>
                          </a:cubicBezTo>
                          <a:cubicBezTo>
                            <a:pt x="137" y="8"/>
                            <a:pt x="137" y="8"/>
                            <a:pt x="137" y="8"/>
                          </a:cubicBezTo>
                          <a:cubicBezTo>
                            <a:pt x="138" y="8"/>
                            <a:pt x="139" y="9"/>
                            <a:pt x="139" y="10"/>
                          </a:cubicBezTo>
                          <a:lnTo>
                            <a:pt x="139" y="189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  <p:sp>
                  <p:nvSpPr>
                    <p:cNvPr id="561" name="Freeform 231">
                      <a:extLst>
                        <a:ext uri="{FF2B5EF4-FFF2-40B4-BE49-F238E27FC236}">
                          <a16:creationId xmlns:a16="http://schemas.microsoft.com/office/drawing/2014/main" id="{C3109DAF-1449-CF48-A53A-ACF777498DC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4603413" y="-2403476"/>
                      <a:ext cx="315913" cy="30163"/>
                    </a:xfrm>
                    <a:custGeom>
                      <a:avLst/>
                      <a:gdLst>
                        <a:gd name="T0" fmla="*/ 80 w 84"/>
                        <a:gd name="T1" fmla="*/ 0 h 8"/>
                        <a:gd name="T2" fmla="*/ 4 w 84"/>
                        <a:gd name="T3" fmla="*/ 0 h 8"/>
                        <a:gd name="T4" fmla="*/ 0 w 84"/>
                        <a:gd name="T5" fmla="*/ 4 h 8"/>
                        <a:gd name="T6" fmla="*/ 4 w 84"/>
                        <a:gd name="T7" fmla="*/ 8 h 8"/>
                        <a:gd name="T8" fmla="*/ 80 w 84"/>
                        <a:gd name="T9" fmla="*/ 8 h 8"/>
                        <a:gd name="T10" fmla="*/ 84 w 84"/>
                        <a:gd name="T11" fmla="*/ 4 h 8"/>
                        <a:gd name="T12" fmla="*/ 80 w 84"/>
                        <a:gd name="T13" fmla="*/ 0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4" h="8">
                          <a:moveTo>
                            <a:pt x="80" y="0"/>
                          </a:moveTo>
                          <a:cubicBezTo>
                            <a:pt x="4" y="0"/>
                            <a:pt x="4" y="0"/>
                            <a:pt x="4" y="0"/>
                          </a:cubicBezTo>
                          <a:cubicBezTo>
                            <a:pt x="2" y="0"/>
                            <a:pt x="0" y="2"/>
                            <a:pt x="0" y="4"/>
                          </a:cubicBezTo>
                          <a:cubicBezTo>
                            <a:pt x="0" y="6"/>
                            <a:pt x="2" y="8"/>
                            <a:pt x="4" y="8"/>
                          </a:cubicBezTo>
                          <a:cubicBezTo>
                            <a:pt x="80" y="8"/>
                            <a:pt x="80" y="8"/>
                            <a:pt x="80" y="8"/>
                          </a:cubicBezTo>
                          <a:cubicBezTo>
                            <a:pt x="82" y="8"/>
                            <a:pt x="84" y="6"/>
                            <a:pt x="84" y="4"/>
                          </a:cubicBezTo>
                          <a:cubicBezTo>
                            <a:pt x="84" y="2"/>
                            <a:pt x="82" y="0"/>
                            <a:pt x="80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553" name="그룹 552">
                  <a:extLst>
                    <a:ext uri="{FF2B5EF4-FFF2-40B4-BE49-F238E27FC236}">
                      <a16:creationId xmlns:a16="http://schemas.microsoft.com/office/drawing/2014/main" id="{DB73EBFE-69C3-E8E5-9297-5E5AF0D12571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-858234" y="5207925"/>
                  <a:ext cx="331998" cy="456614"/>
                  <a:chOff x="11921385" y="4267725"/>
                  <a:chExt cx="916126" cy="1260000"/>
                </a:xfrm>
              </p:grpSpPr>
              <p:sp>
                <p:nvSpPr>
                  <p:cNvPr id="554" name="사각형: 둥근 모서리 284">
                    <a:extLst>
                      <a:ext uri="{FF2B5EF4-FFF2-40B4-BE49-F238E27FC236}">
                        <a16:creationId xmlns:a16="http://schemas.microsoft.com/office/drawing/2014/main" id="{E6A350B2-22D9-8C56-2BCF-0C7AA816479D}"/>
                      </a:ext>
                    </a:extLst>
                  </p:cNvPr>
                  <p:cNvSpPr/>
                  <p:nvPr/>
                </p:nvSpPr>
                <p:spPr>
                  <a:xfrm>
                    <a:off x="11923596" y="4271687"/>
                    <a:ext cx="911716" cy="1252078"/>
                  </a:xfrm>
                  <a:prstGeom prst="roundRect">
                    <a:avLst>
                      <a:gd name="adj" fmla="val 7097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-3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grpSp>
                <p:nvGrpSpPr>
                  <p:cNvPr id="555" name="그룹 554">
                    <a:extLst>
                      <a:ext uri="{FF2B5EF4-FFF2-40B4-BE49-F238E27FC236}">
                        <a16:creationId xmlns:a16="http://schemas.microsoft.com/office/drawing/2014/main" id="{F57FAAE9-820D-6C91-FE27-A943A3D08AEE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11921389" y="4267727"/>
                    <a:ext cx="916126" cy="1260000"/>
                    <a:chOff x="14485938" y="-2571751"/>
                    <a:chExt cx="554038" cy="762000"/>
                  </a:xfrm>
                  <a:solidFill>
                    <a:srgbClr val="262626"/>
                  </a:solidFill>
                </p:grpSpPr>
                <p:sp>
                  <p:nvSpPr>
                    <p:cNvPr id="556" name="Freeform 230">
                      <a:extLst>
                        <a:ext uri="{FF2B5EF4-FFF2-40B4-BE49-F238E27FC236}">
                          <a16:creationId xmlns:a16="http://schemas.microsoft.com/office/drawing/2014/main" id="{3F0547B5-B806-889D-E404-2F1C1793DD92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4485938" y="-2571751"/>
                      <a:ext cx="554038" cy="762000"/>
                    </a:xfrm>
                    <a:custGeom>
                      <a:avLst/>
                      <a:gdLst>
                        <a:gd name="T0" fmla="*/ 137 w 147"/>
                        <a:gd name="T1" fmla="*/ 0 h 200"/>
                        <a:gd name="T2" fmla="*/ 10 w 147"/>
                        <a:gd name="T3" fmla="*/ 0 h 200"/>
                        <a:gd name="T4" fmla="*/ 0 w 147"/>
                        <a:gd name="T5" fmla="*/ 10 h 200"/>
                        <a:gd name="T6" fmla="*/ 0 w 147"/>
                        <a:gd name="T7" fmla="*/ 190 h 200"/>
                        <a:gd name="T8" fmla="*/ 10 w 147"/>
                        <a:gd name="T9" fmla="*/ 200 h 200"/>
                        <a:gd name="T10" fmla="*/ 137 w 147"/>
                        <a:gd name="T11" fmla="*/ 200 h 200"/>
                        <a:gd name="T12" fmla="*/ 140 w 147"/>
                        <a:gd name="T13" fmla="*/ 199 h 200"/>
                        <a:gd name="T14" fmla="*/ 146 w 147"/>
                        <a:gd name="T15" fmla="*/ 193 h 200"/>
                        <a:gd name="T16" fmla="*/ 147 w 147"/>
                        <a:gd name="T17" fmla="*/ 190 h 200"/>
                        <a:gd name="T18" fmla="*/ 147 w 147"/>
                        <a:gd name="T19" fmla="*/ 10 h 200"/>
                        <a:gd name="T20" fmla="*/ 137 w 147"/>
                        <a:gd name="T21" fmla="*/ 0 h 200"/>
                        <a:gd name="T22" fmla="*/ 139 w 147"/>
                        <a:gd name="T23" fmla="*/ 189 h 200"/>
                        <a:gd name="T24" fmla="*/ 135 w 147"/>
                        <a:gd name="T25" fmla="*/ 192 h 200"/>
                        <a:gd name="T26" fmla="*/ 10 w 147"/>
                        <a:gd name="T27" fmla="*/ 192 h 200"/>
                        <a:gd name="T28" fmla="*/ 8 w 147"/>
                        <a:gd name="T29" fmla="*/ 190 h 200"/>
                        <a:gd name="T30" fmla="*/ 8 w 147"/>
                        <a:gd name="T31" fmla="*/ 10 h 200"/>
                        <a:gd name="T32" fmla="*/ 10 w 147"/>
                        <a:gd name="T33" fmla="*/ 8 h 200"/>
                        <a:gd name="T34" fmla="*/ 137 w 147"/>
                        <a:gd name="T35" fmla="*/ 8 h 200"/>
                        <a:gd name="T36" fmla="*/ 139 w 147"/>
                        <a:gd name="T37" fmla="*/ 10 h 200"/>
                        <a:gd name="T38" fmla="*/ 139 w 147"/>
                        <a:gd name="T39" fmla="*/ 189 h 2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</a:cxnLst>
                      <a:rect l="0" t="0" r="r" b="b"/>
                      <a:pathLst>
                        <a:path w="147" h="200">
                          <a:moveTo>
                            <a:pt x="137" y="0"/>
                          </a:moveTo>
                          <a:cubicBezTo>
                            <a:pt x="10" y="0"/>
                            <a:pt x="10" y="0"/>
                            <a:pt x="10" y="0"/>
                          </a:cubicBezTo>
                          <a:cubicBezTo>
                            <a:pt x="4" y="0"/>
                            <a:pt x="0" y="5"/>
                            <a:pt x="0" y="10"/>
                          </a:cubicBezTo>
                          <a:cubicBezTo>
                            <a:pt x="0" y="190"/>
                            <a:pt x="0" y="190"/>
                            <a:pt x="0" y="190"/>
                          </a:cubicBezTo>
                          <a:cubicBezTo>
                            <a:pt x="0" y="196"/>
                            <a:pt x="4" y="200"/>
                            <a:pt x="10" y="200"/>
                          </a:cubicBezTo>
                          <a:cubicBezTo>
                            <a:pt x="137" y="200"/>
                            <a:pt x="137" y="200"/>
                            <a:pt x="137" y="200"/>
                          </a:cubicBezTo>
                          <a:cubicBezTo>
                            <a:pt x="138" y="200"/>
                            <a:pt x="139" y="200"/>
                            <a:pt x="140" y="199"/>
                          </a:cubicBezTo>
                          <a:cubicBezTo>
                            <a:pt x="146" y="193"/>
                            <a:pt x="146" y="193"/>
                            <a:pt x="146" y="193"/>
                          </a:cubicBezTo>
                          <a:cubicBezTo>
                            <a:pt x="146" y="192"/>
                            <a:pt x="147" y="191"/>
                            <a:pt x="147" y="190"/>
                          </a:cubicBezTo>
                          <a:cubicBezTo>
                            <a:pt x="147" y="10"/>
                            <a:pt x="147" y="10"/>
                            <a:pt x="147" y="10"/>
                          </a:cubicBezTo>
                          <a:cubicBezTo>
                            <a:pt x="147" y="5"/>
                            <a:pt x="142" y="0"/>
                            <a:pt x="137" y="0"/>
                          </a:cubicBezTo>
                          <a:close/>
                          <a:moveTo>
                            <a:pt x="139" y="189"/>
                          </a:moveTo>
                          <a:cubicBezTo>
                            <a:pt x="135" y="192"/>
                            <a:pt x="135" y="192"/>
                            <a:pt x="135" y="192"/>
                          </a:cubicBezTo>
                          <a:cubicBezTo>
                            <a:pt x="10" y="192"/>
                            <a:pt x="10" y="192"/>
                            <a:pt x="10" y="192"/>
                          </a:cubicBezTo>
                          <a:cubicBezTo>
                            <a:pt x="9" y="192"/>
                            <a:pt x="8" y="191"/>
                            <a:pt x="8" y="190"/>
                          </a:cubicBezTo>
                          <a:cubicBezTo>
                            <a:pt x="8" y="10"/>
                            <a:pt x="8" y="10"/>
                            <a:pt x="8" y="10"/>
                          </a:cubicBezTo>
                          <a:cubicBezTo>
                            <a:pt x="8" y="9"/>
                            <a:pt x="9" y="8"/>
                            <a:pt x="10" y="8"/>
                          </a:cubicBezTo>
                          <a:cubicBezTo>
                            <a:pt x="137" y="8"/>
                            <a:pt x="137" y="8"/>
                            <a:pt x="137" y="8"/>
                          </a:cubicBezTo>
                          <a:cubicBezTo>
                            <a:pt x="138" y="8"/>
                            <a:pt x="139" y="9"/>
                            <a:pt x="139" y="10"/>
                          </a:cubicBezTo>
                          <a:lnTo>
                            <a:pt x="139" y="189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  <p:sp>
                  <p:nvSpPr>
                    <p:cNvPr id="557" name="Freeform 231">
                      <a:extLst>
                        <a:ext uri="{FF2B5EF4-FFF2-40B4-BE49-F238E27FC236}">
                          <a16:creationId xmlns:a16="http://schemas.microsoft.com/office/drawing/2014/main" id="{1EDE4D26-44E4-2D60-6FDC-C4332E62120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4603413" y="-2403476"/>
                      <a:ext cx="315913" cy="30163"/>
                    </a:xfrm>
                    <a:custGeom>
                      <a:avLst/>
                      <a:gdLst>
                        <a:gd name="T0" fmla="*/ 80 w 84"/>
                        <a:gd name="T1" fmla="*/ 0 h 8"/>
                        <a:gd name="T2" fmla="*/ 4 w 84"/>
                        <a:gd name="T3" fmla="*/ 0 h 8"/>
                        <a:gd name="T4" fmla="*/ 0 w 84"/>
                        <a:gd name="T5" fmla="*/ 4 h 8"/>
                        <a:gd name="T6" fmla="*/ 4 w 84"/>
                        <a:gd name="T7" fmla="*/ 8 h 8"/>
                        <a:gd name="T8" fmla="*/ 80 w 84"/>
                        <a:gd name="T9" fmla="*/ 8 h 8"/>
                        <a:gd name="T10" fmla="*/ 84 w 84"/>
                        <a:gd name="T11" fmla="*/ 4 h 8"/>
                        <a:gd name="T12" fmla="*/ 80 w 84"/>
                        <a:gd name="T13" fmla="*/ 0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4" h="8">
                          <a:moveTo>
                            <a:pt x="80" y="0"/>
                          </a:moveTo>
                          <a:cubicBezTo>
                            <a:pt x="4" y="0"/>
                            <a:pt x="4" y="0"/>
                            <a:pt x="4" y="0"/>
                          </a:cubicBezTo>
                          <a:cubicBezTo>
                            <a:pt x="2" y="0"/>
                            <a:pt x="0" y="2"/>
                            <a:pt x="0" y="4"/>
                          </a:cubicBezTo>
                          <a:cubicBezTo>
                            <a:pt x="0" y="6"/>
                            <a:pt x="2" y="8"/>
                            <a:pt x="4" y="8"/>
                          </a:cubicBezTo>
                          <a:cubicBezTo>
                            <a:pt x="80" y="8"/>
                            <a:pt x="80" y="8"/>
                            <a:pt x="80" y="8"/>
                          </a:cubicBezTo>
                          <a:cubicBezTo>
                            <a:pt x="82" y="8"/>
                            <a:pt x="84" y="6"/>
                            <a:pt x="84" y="4"/>
                          </a:cubicBezTo>
                          <a:cubicBezTo>
                            <a:pt x="84" y="2"/>
                            <a:pt x="82" y="0"/>
                            <a:pt x="80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</p:grpSp>
            </p:grpSp>
          </p:grpSp>
          <p:grpSp>
            <p:nvGrpSpPr>
              <p:cNvPr id="541" name="그룹 540">
                <a:extLst>
                  <a:ext uri="{FF2B5EF4-FFF2-40B4-BE49-F238E27FC236}">
                    <a16:creationId xmlns:a16="http://schemas.microsoft.com/office/drawing/2014/main" id="{AF9EA3A1-0AB8-0F05-DB95-E71194A36AC5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882885" y="5375461"/>
                <a:ext cx="196070" cy="227564"/>
                <a:chOff x="11751901" y="4267727"/>
                <a:chExt cx="1085614" cy="1260000"/>
              </a:xfrm>
            </p:grpSpPr>
            <p:sp>
              <p:nvSpPr>
                <p:cNvPr id="548" name="사각형: 둥근 모서리 226">
                  <a:extLst>
                    <a:ext uri="{FF2B5EF4-FFF2-40B4-BE49-F238E27FC236}">
                      <a16:creationId xmlns:a16="http://schemas.microsoft.com/office/drawing/2014/main" id="{D0574509-C940-714C-CAFC-E8BB5DA158CF}"/>
                    </a:ext>
                  </a:extLst>
                </p:cNvPr>
                <p:cNvSpPr/>
                <p:nvPr/>
              </p:nvSpPr>
              <p:spPr>
                <a:xfrm>
                  <a:off x="11751901" y="4271686"/>
                  <a:ext cx="911712" cy="1252077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  <p:grpSp>
              <p:nvGrpSpPr>
                <p:cNvPr id="549" name="그룹 548">
                  <a:extLst>
                    <a:ext uri="{FF2B5EF4-FFF2-40B4-BE49-F238E27FC236}">
                      <a16:creationId xmlns:a16="http://schemas.microsoft.com/office/drawing/2014/main" id="{46CD2A46-D511-695D-8B4A-84CB260826C3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550" name="Freeform 230">
                    <a:extLst>
                      <a:ext uri="{FF2B5EF4-FFF2-40B4-BE49-F238E27FC236}">
                        <a16:creationId xmlns:a16="http://schemas.microsoft.com/office/drawing/2014/main" id="{F31DB0F8-6885-0E9A-586D-87D7FC9756CC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sp>
                <p:nvSpPr>
                  <p:cNvPr id="551" name="Freeform 231">
                    <a:extLst>
                      <a:ext uri="{FF2B5EF4-FFF2-40B4-BE49-F238E27FC236}">
                        <a16:creationId xmlns:a16="http://schemas.microsoft.com/office/drawing/2014/main" id="{C290B45E-3423-8F30-4F7D-55A7291093B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</p:grpSp>
          </p:grpSp>
          <p:sp>
            <p:nvSpPr>
              <p:cNvPr id="542" name="직사각형 541">
                <a:extLst>
                  <a:ext uri="{FF2B5EF4-FFF2-40B4-BE49-F238E27FC236}">
                    <a16:creationId xmlns:a16="http://schemas.microsoft.com/office/drawing/2014/main" id="{6301A17F-06C0-B8B6-6F64-7BBFFCCB1B98}"/>
                  </a:ext>
                </a:extLst>
              </p:cNvPr>
              <p:cNvSpPr/>
              <p:nvPr/>
            </p:nvSpPr>
            <p:spPr>
              <a:xfrm>
                <a:off x="780265" y="5316164"/>
                <a:ext cx="130004" cy="350704"/>
              </a:xfrm>
              <a:prstGeom prst="rect">
                <a:avLst/>
              </a:prstGeom>
              <a:noFill/>
              <a:ln w="254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1" indent="0" algn="ctr" defTabSz="147490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prstClr val="black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0" lang="en-US" altLang="ko-KR" sz="1050" b="0" i="0" u="none" strike="noStrike" kern="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ea typeface="KoPub돋움체 Bold" panose="02020603020101020101" pitchFamily="18" charset="-127"/>
                    <a:cs typeface="Arial"/>
                  </a:rPr>
                  <a:t>…</a:t>
                </a:r>
                <a:endParaRPr kumimoji="0" lang="ko-KR" altLang="en-US" sz="1050" b="0" i="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ea typeface="KoPub돋움체 Bold" panose="02020603020101020101" pitchFamily="18" charset="-127"/>
                  <a:cs typeface="Arial"/>
                </a:endParaRPr>
              </a:p>
            </p:txBody>
          </p:sp>
          <p:grpSp>
            <p:nvGrpSpPr>
              <p:cNvPr id="543" name="그룹 542">
                <a:extLst>
                  <a:ext uri="{FF2B5EF4-FFF2-40B4-BE49-F238E27FC236}">
                    <a16:creationId xmlns:a16="http://schemas.microsoft.com/office/drawing/2014/main" id="{1B01C721-20FB-51A1-ABC6-4153D291D524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575469" y="5374425"/>
                <a:ext cx="196066" cy="227564"/>
                <a:chOff x="11751920" y="4267727"/>
                <a:chExt cx="1085595" cy="1260000"/>
              </a:xfrm>
            </p:grpSpPr>
            <p:sp>
              <p:nvSpPr>
                <p:cNvPr id="544" name="사각형: 둥근 모서리 226">
                  <a:extLst>
                    <a:ext uri="{FF2B5EF4-FFF2-40B4-BE49-F238E27FC236}">
                      <a16:creationId xmlns:a16="http://schemas.microsoft.com/office/drawing/2014/main" id="{BD0CB039-E54C-2143-CB7E-CAD15DD8D6D7}"/>
                    </a:ext>
                  </a:extLst>
                </p:cNvPr>
                <p:cNvSpPr/>
                <p:nvPr/>
              </p:nvSpPr>
              <p:spPr>
                <a:xfrm>
                  <a:off x="11751920" y="4271687"/>
                  <a:ext cx="911715" cy="1252078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  <p:grpSp>
              <p:nvGrpSpPr>
                <p:cNvPr id="545" name="그룹 544">
                  <a:extLst>
                    <a:ext uri="{FF2B5EF4-FFF2-40B4-BE49-F238E27FC236}">
                      <a16:creationId xmlns:a16="http://schemas.microsoft.com/office/drawing/2014/main" id="{9D401A90-8E2F-5438-F2ED-FAAE3D25D52D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546" name="Freeform 230">
                    <a:extLst>
                      <a:ext uri="{FF2B5EF4-FFF2-40B4-BE49-F238E27FC236}">
                        <a16:creationId xmlns:a16="http://schemas.microsoft.com/office/drawing/2014/main" id="{3B18D6B7-7BEF-2FDF-6D29-03BCC79AFB79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sp>
                <p:nvSpPr>
                  <p:cNvPr id="547" name="Freeform 231">
                    <a:extLst>
                      <a:ext uri="{FF2B5EF4-FFF2-40B4-BE49-F238E27FC236}">
                        <a16:creationId xmlns:a16="http://schemas.microsoft.com/office/drawing/2014/main" id="{812EB0E6-C9B1-C7BE-E0EA-6B1843353FA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</p:grpSp>
          </p:grpSp>
        </p:grpSp>
        <p:grpSp>
          <p:nvGrpSpPr>
            <p:cNvPr id="562" name="그룹 561">
              <a:extLst>
                <a:ext uri="{FF2B5EF4-FFF2-40B4-BE49-F238E27FC236}">
                  <a16:creationId xmlns:a16="http://schemas.microsoft.com/office/drawing/2014/main" id="{B8B6EFCD-C9D9-DF15-B40B-B101CCCF1583}"/>
                </a:ext>
              </a:extLst>
            </p:cNvPr>
            <p:cNvGrpSpPr/>
            <p:nvPr/>
          </p:nvGrpSpPr>
          <p:grpSpPr>
            <a:xfrm>
              <a:off x="2905121" y="1143386"/>
              <a:ext cx="635019" cy="161583"/>
              <a:chOff x="214860" y="5316164"/>
              <a:chExt cx="864095" cy="350704"/>
            </a:xfrm>
          </p:grpSpPr>
          <p:grpSp>
            <p:nvGrpSpPr>
              <p:cNvPr id="563" name="그룹 562">
                <a:extLst>
                  <a:ext uri="{FF2B5EF4-FFF2-40B4-BE49-F238E27FC236}">
                    <a16:creationId xmlns:a16="http://schemas.microsoft.com/office/drawing/2014/main" id="{64600E51-C1F1-CA4E-7C02-91B9753BE155}"/>
                  </a:ext>
                </a:extLst>
              </p:cNvPr>
              <p:cNvGrpSpPr/>
              <p:nvPr/>
            </p:nvGrpSpPr>
            <p:grpSpPr>
              <a:xfrm>
                <a:off x="214860" y="5374425"/>
                <a:ext cx="360560" cy="227564"/>
                <a:chOff x="-1249711" y="5207925"/>
                <a:chExt cx="723475" cy="456614"/>
              </a:xfrm>
            </p:grpSpPr>
            <p:grpSp>
              <p:nvGrpSpPr>
                <p:cNvPr id="575" name="그룹 574">
                  <a:extLst>
                    <a:ext uri="{FF2B5EF4-FFF2-40B4-BE49-F238E27FC236}">
                      <a16:creationId xmlns:a16="http://schemas.microsoft.com/office/drawing/2014/main" id="{C75399E5-DBB3-1346-33A5-D7ED2F6CF89F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-1249711" y="5207925"/>
                  <a:ext cx="331998" cy="456614"/>
                  <a:chOff x="11921385" y="4267725"/>
                  <a:chExt cx="916126" cy="1260000"/>
                </a:xfrm>
              </p:grpSpPr>
              <p:sp>
                <p:nvSpPr>
                  <p:cNvPr id="581" name="사각형: 둥근 모서리 288">
                    <a:extLst>
                      <a:ext uri="{FF2B5EF4-FFF2-40B4-BE49-F238E27FC236}">
                        <a16:creationId xmlns:a16="http://schemas.microsoft.com/office/drawing/2014/main" id="{C2B0FB73-CF18-16DC-E9E0-E239F50C7034}"/>
                      </a:ext>
                    </a:extLst>
                  </p:cNvPr>
                  <p:cNvSpPr/>
                  <p:nvPr/>
                </p:nvSpPr>
                <p:spPr>
                  <a:xfrm>
                    <a:off x="11923596" y="4271687"/>
                    <a:ext cx="911716" cy="1252078"/>
                  </a:xfrm>
                  <a:prstGeom prst="roundRect">
                    <a:avLst>
                      <a:gd name="adj" fmla="val 7097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-3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grpSp>
                <p:nvGrpSpPr>
                  <p:cNvPr id="582" name="그룹 581">
                    <a:extLst>
                      <a:ext uri="{FF2B5EF4-FFF2-40B4-BE49-F238E27FC236}">
                        <a16:creationId xmlns:a16="http://schemas.microsoft.com/office/drawing/2014/main" id="{ACE40432-2C23-B5A1-668C-CBA97105A3DC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11921389" y="4267727"/>
                    <a:ext cx="916126" cy="1260000"/>
                    <a:chOff x="14485938" y="-2571751"/>
                    <a:chExt cx="554038" cy="762000"/>
                  </a:xfrm>
                  <a:solidFill>
                    <a:srgbClr val="262626"/>
                  </a:solidFill>
                </p:grpSpPr>
                <p:sp>
                  <p:nvSpPr>
                    <p:cNvPr id="583" name="Freeform 230">
                      <a:extLst>
                        <a:ext uri="{FF2B5EF4-FFF2-40B4-BE49-F238E27FC236}">
                          <a16:creationId xmlns:a16="http://schemas.microsoft.com/office/drawing/2014/main" id="{2224E310-2210-9305-FE4F-C8BA231A9551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4485938" y="-2571751"/>
                      <a:ext cx="554038" cy="762000"/>
                    </a:xfrm>
                    <a:custGeom>
                      <a:avLst/>
                      <a:gdLst>
                        <a:gd name="T0" fmla="*/ 137 w 147"/>
                        <a:gd name="T1" fmla="*/ 0 h 200"/>
                        <a:gd name="T2" fmla="*/ 10 w 147"/>
                        <a:gd name="T3" fmla="*/ 0 h 200"/>
                        <a:gd name="T4" fmla="*/ 0 w 147"/>
                        <a:gd name="T5" fmla="*/ 10 h 200"/>
                        <a:gd name="T6" fmla="*/ 0 w 147"/>
                        <a:gd name="T7" fmla="*/ 190 h 200"/>
                        <a:gd name="T8" fmla="*/ 10 w 147"/>
                        <a:gd name="T9" fmla="*/ 200 h 200"/>
                        <a:gd name="T10" fmla="*/ 137 w 147"/>
                        <a:gd name="T11" fmla="*/ 200 h 200"/>
                        <a:gd name="T12" fmla="*/ 140 w 147"/>
                        <a:gd name="T13" fmla="*/ 199 h 200"/>
                        <a:gd name="T14" fmla="*/ 146 w 147"/>
                        <a:gd name="T15" fmla="*/ 193 h 200"/>
                        <a:gd name="T16" fmla="*/ 147 w 147"/>
                        <a:gd name="T17" fmla="*/ 190 h 200"/>
                        <a:gd name="T18" fmla="*/ 147 w 147"/>
                        <a:gd name="T19" fmla="*/ 10 h 200"/>
                        <a:gd name="T20" fmla="*/ 137 w 147"/>
                        <a:gd name="T21" fmla="*/ 0 h 200"/>
                        <a:gd name="T22" fmla="*/ 139 w 147"/>
                        <a:gd name="T23" fmla="*/ 189 h 200"/>
                        <a:gd name="T24" fmla="*/ 135 w 147"/>
                        <a:gd name="T25" fmla="*/ 192 h 200"/>
                        <a:gd name="T26" fmla="*/ 10 w 147"/>
                        <a:gd name="T27" fmla="*/ 192 h 200"/>
                        <a:gd name="T28" fmla="*/ 8 w 147"/>
                        <a:gd name="T29" fmla="*/ 190 h 200"/>
                        <a:gd name="T30" fmla="*/ 8 w 147"/>
                        <a:gd name="T31" fmla="*/ 10 h 200"/>
                        <a:gd name="T32" fmla="*/ 10 w 147"/>
                        <a:gd name="T33" fmla="*/ 8 h 200"/>
                        <a:gd name="T34" fmla="*/ 137 w 147"/>
                        <a:gd name="T35" fmla="*/ 8 h 200"/>
                        <a:gd name="T36" fmla="*/ 139 w 147"/>
                        <a:gd name="T37" fmla="*/ 10 h 200"/>
                        <a:gd name="T38" fmla="*/ 139 w 147"/>
                        <a:gd name="T39" fmla="*/ 189 h 2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</a:cxnLst>
                      <a:rect l="0" t="0" r="r" b="b"/>
                      <a:pathLst>
                        <a:path w="147" h="200">
                          <a:moveTo>
                            <a:pt x="137" y="0"/>
                          </a:moveTo>
                          <a:cubicBezTo>
                            <a:pt x="10" y="0"/>
                            <a:pt x="10" y="0"/>
                            <a:pt x="10" y="0"/>
                          </a:cubicBezTo>
                          <a:cubicBezTo>
                            <a:pt x="4" y="0"/>
                            <a:pt x="0" y="5"/>
                            <a:pt x="0" y="10"/>
                          </a:cubicBezTo>
                          <a:cubicBezTo>
                            <a:pt x="0" y="190"/>
                            <a:pt x="0" y="190"/>
                            <a:pt x="0" y="190"/>
                          </a:cubicBezTo>
                          <a:cubicBezTo>
                            <a:pt x="0" y="196"/>
                            <a:pt x="4" y="200"/>
                            <a:pt x="10" y="200"/>
                          </a:cubicBezTo>
                          <a:cubicBezTo>
                            <a:pt x="137" y="200"/>
                            <a:pt x="137" y="200"/>
                            <a:pt x="137" y="200"/>
                          </a:cubicBezTo>
                          <a:cubicBezTo>
                            <a:pt x="138" y="200"/>
                            <a:pt x="139" y="200"/>
                            <a:pt x="140" y="199"/>
                          </a:cubicBezTo>
                          <a:cubicBezTo>
                            <a:pt x="146" y="193"/>
                            <a:pt x="146" y="193"/>
                            <a:pt x="146" y="193"/>
                          </a:cubicBezTo>
                          <a:cubicBezTo>
                            <a:pt x="146" y="192"/>
                            <a:pt x="147" y="191"/>
                            <a:pt x="147" y="190"/>
                          </a:cubicBezTo>
                          <a:cubicBezTo>
                            <a:pt x="147" y="10"/>
                            <a:pt x="147" y="10"/>
                            <a:pt x="147" y="10"/>
                          </a:cubicBezTo>
                          <a:cubicBezTo>
                            <a:pt x="147" y="5"/>
                            <a:pt x="142" y="0"/>
                            <a:pt x="137" y="0"/>
                          </a:cubicBezTo>
                          <a:close/>
                          <a:moveTo>
                            <a:pt x="139" y="189"/>
                          </a:moveTo>
                          <a:cubicBezTo>
                            <a:pt x="135" y="192"/>
                            <a:pt x="135" y="192"/>
                            <a:pt x="135" y="192"/>
                          </a:cubicBezTo>
                          <a:cubicBezTo>
                            <a:pt x="10" y="192"/>
                            <a:pt x="10" y="192"/>
                            <a:pt x="10" y="192"/>
                          </a:cubicBezTo>
                          <a:cubicBezTo>
                            <a:pt x="9" y="192"/>
                            <a:pt x="8" y="191"/>
                            <a:pt x="8" y="190"/>
                          </a:cubicBezTo>
                          <a:cubicBezTo>
                            <a:pt x="8" y="10"/>
                            <a:pt x="8" y="10"/>
                            <a:pt x="8" y="10"/>
                          </a:cubicBezTo>
                          <a:cubicBezTo>
                            <a:pt x="8" y="9"/>
                            <a:pt x="9" y="8"/>
                            <a:pt x="10" y="8"/>
                          </a:cubicBezTo>
                          <a:cubicBezTo>
                            <a:pt x="137" y="8"/>
                            <a:pt x="137" y="8"/>
                            <a:pt x="137" y="8"/>
                          </a:cubicBezTo>
                          <a:cubicBezTo>
                            <a:pt x="138" y="8"/>
                            <a:pt x="139" y="9"/>
                            <a:pt x="139" y="10"/>
                          </a:cubicBezTo>
                          <a:lnTo>
                            <a:pt x="139" y="189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  <p:sp>
                  <p:nvSpPr>
                    <p:cNvPr id="584" name="Freeform 231">
                      <a:extLst>
                        <a:ext uri="{FF2B5EF4-FFF2-40B4-BE49-F238E27FC236}">
                          <a16:creationId xmlns:a16="http://schemas.microsoft.com/office/drawing/2014/main" id="{8557A632-8DEA-0080-2698-63E3596C2BD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4603413" y="-2403476"/>
                      <a:ext cx="315913" cy="30163"/>
                    </a:xfrm>
                    <a:custGeom>
                      <a:avLst/>
                      <a:gdLst>
                        <a:gd name="T0" fmla="*/ 80 w 84"/>
                        <a:gd name="T1" fmla="*/ 0 h 8"/>
                        <a:gd name="T2" fmla="*/ 4 w 84"/>
                        <a:gd name="T3" fmla="*/ 0 h 8"/>
                        <a:gd name="T4" fmla="*/ 0 w 84"/>
                        <a:gd name="T5" fmla="*/ 4 h 8"/>
                        <a:gd name="T6" fmla="*/ 4 w 84"/>
                        <a:gd name="T7" fmla="*/ 8 h 8"/>
                        <a:gd name="T8" fmla="*/ 80 w 84"/>
                        <a:gd name="T9" fmla="*/ 8 h 8"/>
                        <a:gd name="T10" fmla="*/ 84 w 84"/>
                        <a:gd name="T11" fmla="*/ 4 h 8"/>
                        <a:gd name="T12" fmla="*/ 80 w 84"/>
                        <a:gd name="T13" fmla="*/ 0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4" h="8">
                          <a:moveTo>
                            <a:pt x="80" y="0"/>
                          </a:moveTo>
                          <a:cubicBezTo>
                            <a:pt x="4" y="0"/>
                            <a:pt x="4" y="0"/>
                            <a:pt x="4" y="0"/>
                          </a:cubicBezTo>
                          <a:cubicBezTo>
                            <a:pt x="2" y="0"/>
                            <a:pt x="0" y="2"/>
                            <a:pt x="0" y="4"/>
                          </a:cubicBezTo>
                          <a:cubicBezTo>
                            <a:pt x="0" y="6"/>
                            <a:pt x="2" y="8"/>
                            <a:pt x="4" y="8"/>
                          </a:cubicBezTo>
                          <a:cubicBezTo>
                            <a:pt x="80" y="8"/>
                            <a:pt x="80" y="8"/>
                            <a:pt x="80" y="8"/>
                          </a:cubicBezTo>
                          <a:cubicBezTo>
                            <a:pt x="82" y="8"/>
                            <a:pt x="84" y="6"/>
                            <a:pt x="84" y="4"/>
                          </a:cubicBezTo>
                          <a:cubicBezTo>
                            <a:pt x="84" y="2"/>
                            <a:pt x="82" y="0"/>
                            <a:pt x="80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576" name="그룹 575">
                  <a:extLst>
                    <a:ext uri="{FF2B5EF4-FFF2-40B4-BE49-F238E27FC236}">
                      <a16:creationId xmlns:a16="http://schemas.microsoft.com/office/drawing/2014/main" id="{E06C0620-D2F8-9927-FE3E-AEABF5EF3C4F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-858234" y="5207925"/>
                  <a:ext cx="331998" cy="456614"/>
                  <a:chOff x="11921385" y="4267725"/>
                  <a:chExt cx="916126" cy="1260000"/>
                </a:xfrm>
              </p:grpSpPr>
              <p:sp>
                <p:nvSpPr>
                  <p:cNvPr id="577" name="사각형: 둥근 모서리 284">
                    <a:extLst>
                      <a:ext uri="{FF2B5EF4-FFF2-40B4-BE49-F238E27FC236}">
                        <a16:creationId xmlns:a16="http://schemas.microsoft.com/office/drawing/2014/main" id="{577CDE10-247E-8598-A76F-224C9FBE12BF}"/>
                      </a:ext>
                    </a:extLst>
                  </p:cNvPr>
                  <p:cNvSpPr/>
                  <p:nvPr/>
                </p:nvSpPr>
                <p:spPr>
                  <a:xfrm>
                    <a:off x="11923596" y="4271687"/>
                    <a:ext cx="911716" cy="1252078"/>
                  </a:xfrm>
                  <a:prstGeom prst="roundRect">
                    <a:avLst>
                      <a:gd name="adj" fmla="val 7097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-3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grpSp>
                <p:nvGrpSpPr>
                  <p:cNvPr id="578" name="그룹 577">
                    <a:extLst>
                      <a:ext uri="{FF2B5EF4-FFF2-40B4-BE49-F238E27FC236}">
                        <a16:creationId xmlns:a16="http://schemas.microsoft.com/office/drawing/2014/main" id="{30F38FEF-C8A4-0481-66BF-509241061AB4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11921389" y="4267727"/>
                    <a:ext cx="916126" cy="1260000"/>
                    <a:chOff x="14485938" y="-2571751"/>
                    <a:chExt cx="554038" cy="762000"/>
                  </a:xfrm>
                  <a:solidFill>
                    <a:srgbClr val="262626"/>
                  </a:solidFill>
                </p:grpSpPr>
                <p:sp>
                  <p:nvSpPr>
                    <p:cNvPr id="579" name="Freeform 230">
                      <a:extLst>
                        <a:ext uri="{FF2B5EF4-FFF2-40B4-BE49-F238E27FC236}">
                          <a16:creationId xmlns:a16="http://schemas.microsoft.com/office/drawing/2014/main" id="{0DB82BB6-ECE2-1008-AE26-86DB4A6B08B1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4485938" y="-2571751"/>
                      <a:ext cx="554038" cy="762000"/>
                    </a:xfrm>
                    <a:custGeom>
                      <a:avLst/>
                      <a:gdLst>
                        <a:gd name="T0" fmla="*/ 137 w 147"/>
                        <a:gd name="T1" fmla="*/ 0 h 200"/>
                        <a:gd name="T2" fmla="*/ 10 w 147"/>
                        <a:gd name="T3" fmla="*/ 0 h 200"/>
                        <a:gd name="T4" fmla="*/ 0 w 147"/>
                        <a:gd name="T5" fmla="*/ 10 h 200"/>
                        <a:gd name="T6" fmla="*/ 0 w 147"/>
                        <a:gd name="T7" fmla="*/ 190 h 200"/>
                        <a:gd name="T8" fmla="*/ 10 w 147"/>
                        <a:gd name="T9" fmla="*/ 200 h 200"/>
                        <a:gd name="T10" fmla="*/ 137 w 147"/>
                        <a:gd name="T11" fmla="*/ 200 h 200"/>
                        <a:gd name="T12" fmla="*/ 140 w 147"/>
                        <a:gd name="T13" fmla="*/ 199 h 200"/>
                        <a:gd name="T14" fmla="*/ 146 w 147"/>
                        <a:gd name="T15" fmla="*/ 193 h 200"/>
                        <a:gd name="T16" fmla="*/ 147 w 147"/>
                        <a:gd name="T17" fmla="*/ 190 h 200"/>
                        <a:gd name="T18" fmla="*/ 147 w 147"/>
                        <a:gd name="T19" fmla="*/ 10 h 200"/>
                        <a:gd name="T20" fmla="*/ 137 w 147"/>
                        <a:gd name="T21" fmla="*/ 0 h 200"/>
                        <a:gd name="T22" fmla="*/ 139 w 147"/>
                        <a:gd name="T23" fmla="*/ 189 h 200"/>
                        <a:gd name="T24" fmla="*/ 135 w 147"/>
                        <a:gd name="T25" fmla="*/ 192 h 200"/>
                        <a:gd name="T26" fmla="*/ 10 w 147"/>
                        <a:gd name="T27" fmla="*/ 192 h 200"/>
                        <a:gd name="T28" fmla="*/ 8 w 147"/>
                        <a:gd name="T29" fmla="*/ 190 h 200"/>
                        <a:gd name="T30" fmla="*/ 8 w 147"/>
                        <a:gd name="T31" fmla="*/ 10 h 200"/>
                        <a:gd name="T32" fmla="*/ 10 w 147"/>
                        <a:gd name="T33" fmla="*/ 8 h 200"/>
                        <a:gd name="T34" fmla="*/ 137 w 147"/>
                        <a:gd name="T35" fmla="*/ 8 h 200"/>
                        <a:gd name="T36" fmla="*/ 139 w 147"/>
                        <a:gd name="T37" fmla="*/ 10 h 200"/>
                        <a:gd name="T38" fmla="*/ 139 w 147"/>
                        <a:gd name="T39" fmla="*/ 189 h 2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</a:cxnLst>
                      <a:rect l="0" t="0" r="r" b="b"/>
                      <a:pathLst>
                        <a:path w="147" h="200">
                          <a:moveTo>
                            <a:pt x="137" y="0"/>
                          </a:moveTo>
                          <a:cubicBezTo>
                            <a:pt x="10" y="0"/>
                            <a:pt x="10" y="0"/>
                            <a:pt x="10" y="0"/>
                          </a:cubicBezTo>
                          <a:cubicBezTo>
                            <a:pt x="4" y="0"/>
                            <a:pt x="0" y="5"/>
                            <a:pt x="0" y="10"/>
                          </a:cubicBezTo>
                          <a:cubicBezTo>
                            <a:pt x="0" y="190"/>
                            <a:pt x="0" y="190"/>
                            <a:pt x="0" y="190"/>
                          </a:cubicBezTo>
                          <a:cubicBezTo>
                            <a:pt x="0" y="196"/>
                            <a:pt x="4" y="200"/>
                            <a:pt x="10" y="200"/>
                          </a:cubicBezTo>
                          <a:cubicBezTo>
                            <a:pt x="137" y="200"/>
                            <a:pt x="137" y="200"/>
                            <a:pt x="137" y="200"/>
                          </a:cubicBezTo>
                          <a:cubicBezTo>
                            <a:pt x="138" y="200"/>
                            <a:pt x="139" y="200"/>
                            <a:pt x="140" y="199"/>
                          </a:cubicBezTo>
                          <a:cubicBezTo>
                            <a:pt x="146" y="193"/>
                            <a:pt x="146" y="193"/>
                            <a:pt x="146" y="193"/>
                          </a:cubicBezTo>
                          <a:cubicBezTo>
                            <a:pt x="146" y="192"/>
                            <a:pt x="147" y="191"/>
                            <a:pt x="147" y="190"/>
                          </a:cubicBezTo>
                          <a:cubicBezTo>
                            <a:pt x="147" y="10"/>
                            <a:pt x="147" y="10"/>
                            <a:pt x="147" y="10"/>
                          </a:cubicBezTo>
                          <a:cubicBezTo>
                            <a:pt x="147" y="5"/>
                            <a:pt x="142" y="0"/>
                            <a:pt x="137" y="0"/>
                          </a:cubicBezTo>
                          <a:close/>
                          <a:moveTo>
                            <a:pt x="139" y="189"/>
                          </a:moveTo>
                          <a:cubicBezTo>
                            <a:pt x="135" y="192"/>
                            <a:pt x="135" y="192"/>
                            <a:pt x="135" y="192"/>
                          </a:cubicBezTo>
                          <a:cubicBezTo>
                            <a:pt x="10" y="192"/>
                            <a:pt x="10" y="192"/>
                            <a:pt x="10" y="192"/>
                          </a:cubicBezTo>
                          <a:cubicBezTo>
                            <a:pt x="9" y="192"/>
                            <a:pt x="8" y="191"/>
                            <a:pt x="8" y="190"/>
                          </a:cubicBezTo>
                          <a:cubicBezTo>
                            <a:pt x="8" y="10"/>
                            <a:pt x="8" y="10"/>
                            <a:pt x="8" y="10"/>
                          </a:cubicBezTo>
                          <a:cubicBezTo>
                            <a:pt x="8" y="9"/>
                            <a:pt x="9" y="8"/>
                            <a:pt x="10" y="8"/>
                          </a:cubicBezTo>
                          <a:cubicBezTo>
                            <a:pt x="137" y="8"/>
                            <a:pt x="137" y="8"/>
                            <a:pt x="137" y="8"/>
                          </a:cubicBezTo>
                          <a:cubicBezTo>
                            <a:pt x="138" y="8"/>
                            <a:pt x="139" y="9"/>
                            <a:pt x="139" y="10"/>
                          </a:cubicBezTo>
                          <a:lnTo>
                            <a:pt x="139" y="189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  <p:sp>
                  <p:nvSpPr>
                    <p:cNvPr id="580" name="Freeform 231">
                      <a:extLst>
                        <a:ext uri="{FF2B5EF4-FFF2-40B4-BE49-F238E27FC236}">
                          <a16:creationId xmlns:a16="http://schemas.microsoft.com/office/drawing/2014/main" id="{1B69B281-90B5-CD06-E040-3B22CACBDB6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4603413" y="-2403476"/>
                      <a:ext cx="315913" cy="30163"/>
                    </a:xfrm>
                    <a:custGeom>
                      <a:avLst/>
                      <a:gdLst>
                        <a:gd name="T0" fmla="*/ 80 w 84"/>
                        <a:gd name="T1" fmla="*/ 0 h 8"/>
                        <a:gd name="T2" fmla="*/ 4 w 84"/>
                        <a:gd name="T3" fmla="*/ 0 h 8"/>
                        <a:gd name="T4" fmla="*/ 0 w 84"/>
                        <a:gd name="T5" fmla="*/ 4 h 8"/>
                        <a:gd name="T6" fmla="*/ 4 w 84"/>
                        <a:gd name="T7" fmla="*/ 8 h 8"/>
                        <a:gd name="T8" fmla="*/ 80 w 84"/>
                        <a:gd name="T9" fmla="*/ 8 h 8"/>
                        <a:gd name="T10" fmla="*/ 84 w 84"/>
                        <a:gd name="T11" fmla="*/ 4 h 8"/>
                        <a:gd name="T12" fmla="*/ 80 w 84"/>
                        <a:gd name="T13" fmla="*/ 0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4" h="8">
                          <a:moveTo>
                            <a:pt x="80" y="0"/>
                          </a:moveTo>
                          <a:cubicBezTo>
                            <a:pt x="4" y="0"/>
                            <a:pt x="4" y="0"/>
                            <a:pt x="4" y="0"/>
                          </a:cubicBezTo>
                          <a:cubicBezTo>
                            <a:pt x="2" y="0"/>
                            <a:pt x="0" y="2"/>
                            <a:pt x="0" y="4"/>
                          </a:cubicBezTo>
                          <a:cubicBezTo>
                            <a:pt x="0" y="6"/>
                            <a:pt x="2" y="8"/>
                            <a:pt x="4" y="8"/>
                          </a:cubicBezTo>
                          <a:cubicBezTo>
                            <a:pt x="80" y="8"/>
                            <a:pt x="80" y="8"/>
                            <a:pt x="80" y="8"/>
                          </a:cubicBezTo>
                          <a:cubicBezTo>
                            <a:pt x="82" y="8"/>
                            <a:pt x="84" y="6"/>
                            <a:pt x="84" y="4"/>
                          </a:cubicBezTo>
                          <a:cubicBezTo>
                            <a:pt x="84" y="2"/>
                            <a:pt x="82" y="0"/>
                            <a:pt x="80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</p:grpSp>
            </p:grpSp>
          </p:grpSp>
          <p:grpSp>
            <p:nvGrpSpPr>
              <p:cNvPr id="564" name="그룹 563">
                <a:extLst>
                  <a:ext uri="{FF2B5EF4-FFF2-40B4-BE49-F238E27FC236}">
                    <a16:creationId xmlns:a16="http://schemas.microsoft.com/office/drawing/2014/main" id="{3648B942-D9E1-317F-697A-7F6EC3DCF77B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882885" y="5375461"/>
                <a:ext cx="196070" cy="227564"/>
                <a:chOff x="11751901" y="4267727"/>
                <a:chExt cx="1085614" cy="1260000"/>
              </a:xfrm>
            </p:grpSpPr>
            <p:sp>
              <p:nvSpPr>
                <p:cNvPr id="571" name="사각형: 둥근 모서리 226">
                  <a:extLst>
                    <a:ext uri="{FF2B5EF4-FFF2-40B4-BE49-F238E27FC236}">
                      <a16:creationId xmlns:a16="http://schemas.microsoft.com/office/drawing/2014/main" id="{357EE131-C3EC-EBF1-F910-C74CAFE080B7}"/>
                    </a:ext>
                  </a:extLst>
                </p:cNvPr>
                <p:cNvSpPr/>
                <p:nvPr/>
              </p:nvSpPr>
              <p:spPr>
                <a:xfrm>
                  <a:off x="11751901" y="4271686"/>
                  <a:ext cx="911712" cy="1252077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  <p:grpSp>
              <p:nvGrpSpPr>
                <p:cNvPr id="572" name="그룹 571">
                  <a:extLst>
                    <a:ext uri="{FF2B5EF4-FFF2-40B4-BE49-F238E27FC236}">
                      <a16:creationId xmlns:a16="http://schemas.microsoft.com/office/drawing/2014/main" id="{137A3092-DB04-0F04-F697-0B804FC1EFD8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573" name="Freeform 230">
                    <a:extLst>
                      <a:ext uri="{FF2B5EF4-FFF2-40B4-BE49-F238E27FC236}">
                        <a16:creationId xmlns:a16="http://schemas.microsoft.com/office/drawing/2014/main" id="{0F8A4376-58FC-6DD5-BD40-D512F6CFC98A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sp>
                <p:nvSpPr>
                  <p:cNvPr id="574" name="Freeform 231">
                    <a:extLst>
                      <a:ext uri="{FF2B5EF4-FFF2-40B4-BE49-F238E27FC236}">
                        <a16:creationId xmlns:a16="http://schemas.microsoft.com/office/drawing/2014/main" id="{320706A7-FA6A-9356-151D-01698484C29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</p:grpSp>
          </p:grpSp>
          <p:sp>
            <p:nvSpPr>
              <p:cNvPr id="565" name="직사각형 564">
                <a:extLst>
                  <a:ext uri="{FF2B5EF4-FFF2-40B4-BE49-F238E27FC236}">
                    <a16:creationId xmlns:a16="http://schemas.microsoft.com/office/drawing/2014/main" id="{F023F7D9-258D-9938-155F-A8275BD1A474}"/>
                  </a:ext>
                </a:extLst>
              </p:cNvPr>
              <p:cNvSpPr/>
              <p:nvPr/>
            </p:nvSpPr>
            <p:spPr>
              <a:xfrm>
                <a:off x="780265" y="5316164"/>
                <a:ext cx="130004" cy="350704"/>
              </a:xfrm>
              <a:prstGeom prst="rect">
                <a:avLst/>
              </a:prstGeom>
              <a:noFill/>
              <a:ln w="254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1" indent="0" algn="ctr" defTabSz="147490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prstClr val="black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0" lang="en-US" altLang="ko-KR" sz="1050" b="0" i="0" u="none" strike="noStrike" kern="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ea typeface="KoPub돋움체 Bold" panose="02020603020101020101" pitchFamily="18" charset="-127"/>
                    <a:cs typeface="Arial"/>
                  </a:rPr>
                  <a:t>…</a:t>
                </a:r>
                <a:endParaRPr kumimoji="0" lang="ko-KR" altLang="en-US" sz="1050" b="0" i="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ea typeface="KoPub돋움체 Bold" panose="02020603020101020101" pitchFamily="18" charset="-127"/>
                  <a:cs typeface="Arial"/>
                </a:endParaRPr>
              </a:p>
            </p:txBody>
          </p:sp>
          <p:grpSp>
            <p:nvGrpSpPr>
              <p:cNvPr id="566" name="그룹 565">
                <a:extLst>
                  <a:ext uri="{FF2B5EF4-FFF2-40B4-BE49-F238E27FC236}">
                    <a16:creationId xmlns:a16="http://schemas.microsoft.com/office/drawing/2014/main" id="{5038ADC2-8953-B700-00AE-87B45610D9E4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575469" y="5374425"/>
                <a:ext cx="196066" cy="227564"/>
                <a:chOff x="11751920" y="4267727"/>
                <a:chExt cx="1085595" cy="1260000"/>
              </a:xfrm>
            </p:grpSpPr>
            <p:sp>
              <p:nvSpPr>
                <p:cNvPr id="567" name="사각형: 둥근 모서리 226">
                  <a:extLst>
                    <a:ext uri="{FF2B5EF4-FFF2-40B4-BE49-F238E27FC236}">
                      <a16:creationId xmlns:a16="http://schemas.microsoft.com/office/drawing/2014/main" id="{F9679277-5C8E-610F-E21F-51298E3691F6}"/>
                    </a:ext>
                  </a:extLst>
                </p:cNvPr>
                <p:cNvSpPr/>
                <p:nvPr/>
              </p:nvSpPr>
              <p:spPr>
                <a:xfrm>
                  <a:off x="11751920" y="4271687"/>
                  <a:ext cx="911715" cy="1252078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  <p:grpSp>
              <p:nvGrpSpPr>
                <p:cNvPr id="568" name="그룹 567">
                  <a:extLst>
                    <a:ext uri="{FF2B5EF4-FFF2-40B4-BE49-F238E27FC236}">
                      <a16:creationId xmlns:a16="http://schemas.microsoft.com/office/drawing/2014/main" id="{15B5D42C-35B9-A11F-AE69-EA50F88CDC42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569" name="Freeform 230">
                    <a:extLst>
                      <a:ext uri="{FF2B5EF4-FFF2-40B4-BE49-F238E27FC236}">
                        <a16:creationId xmlns:a16="http://schemas.microsoft.com/office/drawing/2014/main" id="{D5973A52-FAF5-26D1-5D37-0F850F25F57B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sp>
                <p:nvSpPr>
                  <p:cNvPr id="570" name="Freeform 231">
                    <a:extLst>
                      <a:ext uri="{FF2B5EF4-FFF2-40B4-BE49-F238E27FC236}">
                        <a16:creationId xmlns:a16="http://schemas.microsoft.com/office/drawing/2014/main" id="{BEE30C28-0219-41DA-2AB6-F48295859C9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</p:grpSp>
          </p:grpSp>
        </p:grpSp>
        <p:sp>
          <p:nvSpPr>
            <p:cNvPr id="585" name="Rectangle 78">
              <a:extLst>
                <a:ext uri="{FF2B5EF4-FFF2-40B4-BE49-F238E27FC236}">
                  <a16:creationId xmlns:a16="http://schemas.microsoft.com/office/drawing/2014/main" id="{9FFDB921-63A0-3C77-6266-47A9BF12DD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6210" y="1407024"/>
              <a:ext cx="280526" cy="774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96888" indent="-39688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95363" indent="-80963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492250" indent="-12065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990725" indent="-161925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algn="ctr" defTabSz="1042988" eaLnBrk="0" latinLnBrk="0" hangingPunct="0">
                <a:lnSpc>
                  <a:spcPct val="110000"/>
                </a:lnSpc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KoPub돋움체 Medium" panose="00000600000000000000" pitchFamily="2" charset="-127"/>
                  <a:sym typeface="KoPub돋움체 Medium"/>
                </a:rPr>
                <a:t>IaaS(CPU)</a:t>
              </a:r>
            </a:p>
          </p:txBody>
        </p:sp>
        <p:sp>
          <p:nvSpPr>
            <p:cNvPr id="586" name="Rectangle 78">
              <a:extLst>
                <a:ext uri="{FF2B5EF4-FFF2-40B4-BE49-F238E27FC236}">
                  <a16:creationId xmlns:a16="http://schemas.microsoft.com/office/drawing/2014/main" id="{1C7AA968-F14F-EB1E-3429-BB395F8101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5653" y="1407069"/>
              <a:ext cx="280526" cy="774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96888" indent="-39688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95363" indent="-80963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492250" indent="-12065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990725" indent="-161925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algn="ctr" defTabSz="1042988" eaLnBrk="0" latinLnBrk="0" hangingPunct="0">
                <a:lnSpc>
                  <a:spcPct val="110000"/>
                </a:lnSpc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KoPub돋움체 Medium" panose="00000600000000000000" pitchFamily="2" charset="-127"/>
                  <a:sym typeface="KoPub돋움체 Medium"/>
                </a:rPr>
                <a:t>IaaS(CPU)</a:t>
              </a:r>
            </a:p>
          </p:txBody>
        </p:sp>
        <p:sp>
          <p:nvSpPr>
            <p:cNvPr id="587" name="Rectangle 78">
              <a:extLst>
                <a:ext uri="{FF2B5EF4-FFF2-40B4-BE49-F238E27FC236}">
                  <a16:creationId xmlns:a16="http://schemas.microsoft.com/office/drawing/2014/main" id="{F4BA3FF4-8882-133E-42D8-4F725EF2DC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5225" y="1407069"/>
              <a:ext cx="280526" cy="774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96888" indent="-39688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95363" indent="-80963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492250" indent="-12065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990725" indent="-161925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algn="ctr" defTabSz="1042988" eaLnBrk="0" latinLnBrk="0" hangingPunct="0">
                <a:lnSpc>
                  <a:spcPct val="110000"/>
                </a:lnSpc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KoPub돋움체 Medium" panose="00000600000000000000" pitchFamily="2" charset="-127"/>
                  <a:sym typeface="KoPub돋움체 Medium"/>
                </a:rPr>
                <a:t>IaaS(CPU)</a:t>
              </a:r>
            </a:p>
          </p:txBody>
        </p:sp>
        <p:sp>
          <p:nvSpPr>
            <p:cNvPr id="588" name="Rectangle 78">
              <a:extLst>
                <a:ext uri="{FF2B5EF4-FFF2-40B4-BE49-F238E27FC236}">
                  <a16:creationId xmlns:a16="http://schemas.microsoft.com/office/drawing/2014/main" id="{0E65E367-0C1B-4D92-A641-F35A43B62F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5225" y="1406970"/>
              <a:ext cx="280526" cy="774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96888" indent="-39688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95363" indent="-80963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492250" indent="-12065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990725" indent="-161925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algn="ctr" defTabSz="1042988" eaLnBrk="0" latinLnBrk="0" hangingPunct="0">
                <a:lnSpc>
                  <a:spcPct val="110000"/>
                </a:lnSpc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KoPub돋움체 Medium" panose="00000600000000000000" pitchFamily="2" charset="-127"/>
                  <a:sym typeface="KoPub돋움체 Medium"/>
                </a:rPr>
                <a:t>IaaS(CPU)</a:t>
              </a:r>
            </a:p>
          </p:txBody>
        </p:sp>
        <p:sp>
          <p:nvSpPr>
            <p:cNvPr id="589" name="Rectangle 78">
              <a:extLst>
                <a:ext uri="{FF2B5EF4-FFF2-40B4-BE49-F238E27FC236}">
                  <a16:creationId xmlns:a16="http://schemas.microsoft.com/office/drawing/2014/main" id="{A7933C35-0FCC-E19E-48F0-5605BA5022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5454" y="1406812"/>
              <a:ext cx="280526" cy="774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96888" indent="-39688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95363" indent="-80963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492250" indent="-12065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990725" indent="-161925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algn="ctr" defTabSz="1042988" eaLnBrk="0" latinLnBrk="0" hangingPunct="0">
                <a:lnSpc>
                  <a:spcPct val="110000"/>
                </a:lnSpc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KoPub돋움체 Medium" panose="00000600000000000000" pitchFamily="2" charset="-127"/>
                  <a:sym typeface="KoPub돋움체 Medium"/>
                </a:rPr>
                <a:t>IaaS(CPU)</a:t>
              </a:r>
            </a:p>
          </p:txBody>
        </p:sp>
        <p:grpSp>
          <p:nvGrpSpPr>
            <p:cNvPr id="590" name="그룹 589">
              <a:extLst>
                <a:ext uri="{FF2B5EF4-FFF2-40B4-BE49-F238E27FC236}">
                  <a16:creationId xmlns:a16="http://schemas.microsoft.com/office/drawing/2014/main" id="{655A00A6-BAD5-FA3D-4BA1-989B062E77AD}"/>
                </a:ext>
              </a:extLst>
            </p:cNvPr>
            <p:cNvGrpSpPr/>
            <p:nvPr/>
          </p:nvGrpSpPr>
          <p:grpSpPr>
            <a:xfrm>
              <a:off x="4466851" y="1304548"/>
              <a:ext cx="945655" cy="161583"/>
              <a:chOff x="9163809" y="4929330"/>
              <a:chExt cx="1286790" cy="350704"/>
            </a:xfrm>
          </p:grpSpPr>
          <p:grpSp>
            <p:nvGrpSpPr>
              <p:cNvPr id="591" name="그룹 590">
                <a:extLst>
                  <a:ext uri="{FF2B5EF4-FFF2-40B4-BE49-F238E27FC236}">
                    <a16:creationId xmlns:a16="http://schemas.microsoft.com/office/drawing/2014/main" id="{BAADB7CC-08B4-984C-A7EC-8949EA676363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0254529" y="4988627"/>
                <a:ext cx="196070" cy="227564"/>
                <a:chOff x="11751901" y="4267727"/>
                <a:chExt cx="1085614" cy="1260000"/>
              </a:xfrm>
            </p:grpSpPr>
            <p:sp>
              <p:nvSpPr>
                <p:cNvPr id="620" name="사각형: 둥근 모서리 226">
                  <a:extLst>
                    <a:ext uri="{FF2B5EF4-FFF2-40B4-BE49-F238E27FC236}">
                      <a16:creationId xmlns:a16="http://schemas.microsoft.com/office/drawing/2014/main" id="{57439F72-4992-CE6C-96AB-E21F1A433280}"/>
                    </a:ext>
                  </a:extLst>
                </p:cNvPr>
                <p:cNvSpPr/>
                <p:nvPr/>
              </p:nvSpPr>
              <p:spPr>
                <a:xfrm>
                  <a:off x="11751901" y="4271686"/>
                  <a:ext cx="911712" cy="1252077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  <p:grpSp>
              <p:nvGrpSpPr>
                <p:cNvPr id="621" name="그룹 620">
                  <a:extLst>
                    <a:ext uri="{FF2B5EF4-FFF2-40B4-BE49-F238E27FC236}">
                      <a16:creationId xmlns:a16="http://schemas.microsoft.com/office/drawing/2014/main" id="{E51EF332-D1BE-BE0D-B8C1-10EC2F5A9EC9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622" name="Freeform 230">
                    <a:extLst>
                      <a:ext uri="{FF2B5EF4-FFF2-40B4-BE49-F238E27FC236}">
                        <a16:creationId xmlns:a16="http://schemas.microsoft.com/office/drawing/2014/main" id="{5BBD8EE7-219A-5BB1-121A-C0DF47623F7D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sp>
                <p:nvSpPr>
                  <p:cNvPr id="623" name="Freeform 231">
                    <a:extLst>
                      <a:ext uri="{FF2B5EF4-FFF2-40B4-BE49-F238E27FC236}">
                        <a16:creationId xmlns:a16="http://schemas.microsoft.com/office/drawing/2014/main" id="{2A23F215-A1CF-1FB7-1395-343BE405653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</p:grpSp>
          </p:grpSp>
          <p:grpSp>
            <p:nvGrpSpPr>
              <p:cNvPr id="592" name="그룹 591">
                <a:extLst>
                  <a:ext uri="{FF2B5EF4-FFF2-40B4-BE49-F238E27FC236}">
                    <a16:creationId xmlns:a16="http://schemas.microsoft.com/office/drawing/2014/main" id="{F7FDF4BD-CF9F-D055-C94A-93A2DB864CF4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9163809" y="4987591"/>
                <a:ext cx="196066" cy="227564"/>
                <a:chOff x="11751920" y="4267727"/>
                <a:chExt cx="1085595" cy="1260000"/>
              </a:xfrm>
            </p:grpSpPr>
            <p:sp>
              <p:nvSpPr>
                <p:cNvPr id="616" name="사각형: 둥근 모서리 226">
                  <a:extLst>
                    <a:ext uri="{FF2B5EF4-FFF2-40B4-BE49-F238E27FC236}">
                      <a16:creationId xmlns:a16="http://schemas.microsoft.com/office/drawing/2014/main" id="{5E9BC043-6308-E0AD-E507-2AB72315E496}"/>
                    </a:ext>
                  </a:extLst>
                </p:cNvPr>
                <p:cNvSpPr/>
                <p:nvPr/>
              </p:nvSpPr>
              <p:spPr>
                <a:xfrm>
                  <a:off x="11751920" y="4271687"/>
                  <a:ext cx="911715" cy="1252078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  <p:grpSp>
              <p:nvGrpSpPr>
                <p:cNvPr id="617" name="그룹 616">
                  <a:extLst>
                    <a:ext uri="{FF2B5EF4-FFF2-40B4-BE49-F238E27FC236}">
                      <a16:creationId xmlns:a16="http://schemas.microsoft.com/office/drawing/2014/main" id="{174AAAB0-8FF8-06ED-F412-D50ADC8D5288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618" name="Freeform 230">
                    <a:extLst>
                      <a:ext uri="{FF2B5EF4-FFF2-40B4-BE49-F238E27FC236}">
                        <a16:creationId xmlns:a16="http://schemas.microsoft.com/office/drawing/2014/main" id="{D3C08049-A99E-2401-E0CC-C8A919773013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sp>
                <p:nvSpPr>
                  <p:cNvPr id="619" name="Freeform 231">
                    <a:extLst>
                      <a:ext uri="{FF2B5EF4-FFF2-40B4-BE49-F238E27FC236}">
                        <a16:creationId xmlns:a16="http://schemas.microsoft.com/office/drawing/2014/main" id="{6E3B558F-FBB4-A6C1-D6B1-5BADE2253C5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</p:grpSp>
          </p:grpSp>
          <p:grpSp>
            <p:nvGrpSpPr>
              <p:cNvPr id="593" name="그룹 592">
                <a:extLst>
                  <a:ext uri="{FF2B5EF4-FFF2-40B4-BE49-F238E27FC236}">
                    <a16:creationId xmlns:a16="http://schemas.microsoft.com/office/drawing/2014/main" id="{2241CD70-840E-BF93-F28A-E6E145382C01}"/>
                  </a:ext>
                </a:extLst>
              </p:cNvPr>
              <p:cNvGrpSpPr/>
              <p:nvPr/>
            </p:nvGrpSpPr>
            <p:grpSpPr>
              <a:xfrm>
                <a:off x="9396941" y="4929330"/>
                <a:ext cx="864095" cy="350704"/>
                <a:chOff x="214860" y="5316164"/>
                <a:chExt cx="864095" cy="350704"/>
              </a:xfrm>
            </p:grpSpPr>
            <p:grpSp>
              <p:nvGrpSpPr>
                <p:cNvPr id="594" name="그룹 593">
                  <a:extLst>
                    <a:ext uri="{FF2B5EF4-FFF2-40B4-BE49-F238E27FC236}">
                      <a16:creationId xmlns:a16="http://schemas.microsoft.com/office/drawing/2014/main" id="{26AA2B22-14D8-DA57-FD92-4982556C29AF}"/>
                    </a:ext>
                  </a:extLst>
                </p:cNvPr>
                <p:cNvGrpSpPr/>
                <p:nvPr/>
              </p:nvGrpSpPr>
              <p:grpSpPr>
                <a:xfrm>
                  <a:off x="214860" y="5374425"/>
                  <a:ext cx="360560" cy="227564"/>
                  <a:chOff x="-1249711" y="5207925"/>
                  <a:chExt cx="723475" cy="456614"/>
                </a:xfrm>
              </p:grpSpPr>
              <p:grpSp>
                <p:nvGrpSpPr>
                  <p:cNvPr id="606" name="그룹 605">
                    <a:extLst>
                      <a:ext uri="{FF2B5EF4-FFF2-40B4-BE49-F238E27FC236}">
                        <a16:creationId xmlns:a16="http://schemas.microsoft.com/office/drawing/2014/main" id="{84C1A2E9-487C-CA68-0B85-DF1F6C01868C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-1249711" y="5207925"/>
                    <a:ext cx="331998" cy="456614"/>
                    <a:chOff x="11921385" y="4267725"/>
                    <a:chExt cx="916126" cy="1260000"/>
                  </a:xfrm>
                </p:grpSpPr>
                <p:sp>
                  <p:nvSpPr>
                    <p:cNvPr id="612" name="사각형: 둥근 모서리 288">
                      <a:extLst>
                        <a:ext uri="{FF2B5EF4-FFF2-40B4-BE49-F238E27FC236}">
                          <a16:creationId xmlns:a16="http://schemas.microsoft.com/office/drawing/2014/main" id="{28C5D7B3-6C86-5164-890C-32E715EEC0D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923596" y="4271687"/>
                      <a:ext cx="911716" cy="1252078"/>
                    </a:xfrm>
                    <a:prstGeom prst="roundRect">
                      <a:avLst>
                        <a:gd name="adj" fmla="val 7097"/>
                      </a:avLst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-3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  <p:grpSp>
                  <p:nvGrpSpPr>
                    <p:cNvPr id="613" name="그룹 612">
                      <a:extLst>
                        <a:ext uri="{FF2B5EF4-FFF2-40B4-BE49-F238E27FC236}">
                          <a16:creationId xmlns:a16="http://schemas.microsoft.com/office/drawing/2014/main" id="{DF7033DC-4A5B-F467-8A9C-BAB80B101742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>
                    <a:xfrm>
                      <a:off x="11921389" y="4267727"/>
                      <a:ext cx="916126" cy="1260000"/>
                      <a:chOff x="14485938" y="-2571751"/>
                      <a:chExt cx="554038" cy="762000"/>
                    </a:xfrm>
                    <a:solidFill>
                      <a:srgbClr val="262626"/>
                    </a:solidFill>
                  </p:grpSpPr>
                  <p:sp>
                    <p:nvSpPr>
                      <p:cNvPr id="614" name="Freeform 230">
                        <a:extLst>
                          <a:ext uri="{FF2B5EF4-FFF2-40B4-BE49-F238E27FC236}">
                            <a16:creationId xmlns:a16="http://schemas.microsoft.com/office/drawing/2014/main" id="{7F742CE4-E5EC-8B5E-6D7E-EC0DC1416A67}"/>
                          </a:ext>
                        </a:extLst>
                      </p:cNvPr>
                      <p:cNvSpPr>
                        <a:spLocks noEditPoints="1"/>
                      </p:cNvSpPr>
                      <p:nvPr/>
                    </p:nvSpPr>
                    <p:spPr bwMode="auto">
                      <a:xfrm>
                        <a:off x="14485938" y="-2571751"/>
                        <a:ext cx="554038" cy="762000"/>
                      </a:xfrm>
                      <a:custGeom>
                        <a:avLst/>
                        <a:gdLst>
                          <a:gd name="T0" fmla="*/ 137 w 147"/>
                          <a:gd name="T1" fmla="*/ 0 h 200"/>
                          <a:gd name="T2" fmla="*/ 10 w 147"/>
                          <a:gd name="T3" fmla="*/ 0 h 200"/>
                          <a:gd name="T4" fmla="*/ 0 w 147"/>
                          <a:gd name="T5" fmla="*/ 10 h 200"/>
                          <a:gd name="T6" fmla="*/ 0 w 147"/>
                          <a:gd name="T7" fmla="*/ 190 h 200"/>
                          <a:gd name="T8" fmla="*/ 10 w 147"/>
                          <a:gd name="T9" fmla="*/ 200 h 200"/>
                          <a:gd name="T10" fmla="*/ 137 w 147"/>
                          <a:gd name="T11" fmla="*/ 200 h 200"/>
                          <a:gd name="T12" fmla="*/ 140 w 147"/>
                          <a:gd name="T13" fmla="*/ 199 h 200"/>
                          <a:gd name="T14" fmla="*/ 146 w 147"/>
                          <a:gd name="T15" fmla="*/ 193 h 200"/>
                          <a:gd name="T16" fmla="*/ 147 w 147"/>
                          <a:gd name="T17" fmla="*/ 190 h 200"/>
                          <a:gd name="T18" fmla="*/ 147 w 147"/>
                          <a:gd name="T19" fmla="*/ 10 h 200"/>
                          <a:gd name="T20" fmla="*/ 137 w 147"/>
                          <a:gd name="T21" fmla="*/ 0 h 200"/>
                          <a:gd name="T22" fmla="*/ 139 w 147"/>
                          <a:gd name="T23" fmla="*/ 189 h 200"/>
                          <a:gd name="T24" fmla="*/ 135 w 147"/>
                          <a:gd name="T25" fmla="*/ 192 h 200"/>
                          <a:gd name="T26" fmla="*/ 10 w 147"/>
                          <a:gd name="T27" fmla="*/ 192 h 200"/>
                          <a:gd name="T28" fmla="*/ 8 w 147"/>
                          <a:gd name="T29" fmla="*/ 190 h 200"/>
                          <a:gd name="T30" fmla="*/ 8 w 147"/>
                          <a:gd name="T31" fmla="*/ 10 h 200"/>
                          <a:gd name="T32" fmla="*/ 10 w 147"/>
                          <a:gd name="T33" fmla="*/ 8 h 200"/>
                          <a:gd name="T34" fmla="*/ 137 w 147"/>
                          <a:gd name="T35" fmla="*/ 8 h 200"/>
                          <a:gd name="T36" fmla="*/ 139 w 147"/>
                          <a:gd name="T37" fmla="*/ 10 h 200"/>
                          <a:gd name="T38" fmla="*/ 139 w 147"/>
                          <a:gd name="T39" fmla="*/ 189 h 200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</a:cxnLst>
                        <a:rect l="0" t="0" r="r" b="b"/>
                        <a:pathLst>
                          <a:path w="147" h="200">
                            <a:moveTo>
                              <a:pt x="137" y="0"/>
                            </a:moveTo>
                            <a:cubicBezTo>
                              <a:pt x="10" y="0"/>
                              <a:pt x="10" y="0"/>
                              <a:pt x="10" y="0"/>
                            </a:cubicBezTo>
                            <a:cubicBezTo>
                              <a:pt x="4" y="0"/>
                              <a:pt x="0" y="5"/>
                              <a:pt x="0" y="10"/>
                            </a:cubicBezTo>
                            <a:cubicBezTo>
                              <a:pt x="0" y="190"/>
                              <a:pt x="0" y="190"/>
                              <a:pt x="0" y="190"/>
                            </a:cubicBezTo>
                            <a:cubicBezTo>
                              <a:pt x="0" y="196"/>
                              <a:pt x="4" y="200"/>
                              <a:pt x="10" y="200"/>
                            </a:cubicBezTo>
                            <a:cubicBezTo>
                              <a:pt x="137" y="200"/>
                              <a:pt x="137" y="200"/>
                              <a:pt x="137" y="200"/>
                            </a:cubicBezTo>
                            <a:cubicBezTo>
                              <a:pt x="138" y="200"/>
                              <a:pt x="139" y="200"/>
                              <a:pt x="140" y="199"/>
                            </a:cubicBezTo>
                            <a:cubicBezTo>
                              <a:pt x="146" y="193"/>
                              <a:pt x="146" y="193"/>
                              <a:pt x="146" y="193"/>
                            </a:cubicBezTo>
                            <a:cubicBezTo>
                              <a:pt x="146" y="192"/>
                              <a:pt x="147" y="191"/>
                              <a:pt x="147" y="190"/>
                            </a:cubicBezTo>
                            <a:cubicBezTo>
                              <a:pt x="147" y="10"/>
                              <a:pt x="147" y="10"/>
                              <a:pt x="147" y="10"/>
                            </a:cubicBezTo>
                            <a:cubicBezTo>
                              <a:pt x="147" y="5"/>
                              <a:pt x="142" y="0"/>
                              <a:pt x="137" y="0"/>
                            </a:cubicBezTo>
                            <a:close/>
                            <a:moveTo>
                              <a:pt x="139" y="189"/>
                            </a:moveTo>
                            <a:cubicBezTo>
                              <a:pt x="135" y="192"/>
                              <a:pt x="135" y="192"/>
                              <a:pt x="135" y="192"/>
                            </a:cubicBezTo>
                            <a:cubicBezTo>
                              <a:pt x="10" y="192"/>
                              <a:pt x="10" y="192"/>
                              <a:pt x="10" y="192"/>
                            </a:cubicBezTo>
                            <a:cubicBezTo>
                              <a:pt x="9" y="192"/>
                              <a:pt x="8" y="191"/>
                              <a:pt x="8" y="190"/>
                            </a:cubicBezTo>
                            <a:cubicBezTo>
                              <a:pt x="8" y="10"/>
                              <a:pt x="8" y="10"/>
                              <a:pt x="8" y="10"/>
                            </a:cubicBezTo>
                            <a:cubicBezTo>
                              <a:pt x="8" y="9"/>
                              <a:pt x="9" y="8"/>
                              <a:pt x="10" y="8"/>
                            </a:cubicBezTo>
                            <a:cubicBezTo>
                              <a:pt x="137" y="8"/>
                              <a:pt x="137" y="8"/>
                              <a:pt x="137" y="8"/>
                            </a:cubicBezTo>
                            <a:cubicBezTo>
                              <a:pt x="138" y="8"/>
                              <a:pt x="139" y="9"/>
                              <a:pt x="139" y="10"/>
                            </a:cubicBezTo>
                            <a:lnTo>
                              <a:pt x="139" y="189"/>
                            </a:lnTo>
                            <a:close/>
                          </a:path>
                        </a:pathLst>
                      </a:custGeom>
                      <a:grpFill/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ko-KR" altLang="en-US" sz="1600" b="0" i="0" u="none" strike="noStrike" kern="1200" cap="none" spc="0" normalizeH="0" baseline="0" noProof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ea typeface="KoPub돋움체 Medium"/>
                          <a:cs typeface="Arial"/>
                        </a:endParaRPr>
                      </a:p>
                    </p:txBody>
                  </p:sp>
                  <p:sp>
                    <p:nvSpPr>
                      <p:cNvPr id="615" name="Freeform 231">
                        <a:extLst>
                          <a:ext uri="{FF2B5EF4-FFF2-40B4-BE49-F238E27FC236}">
                            <a16:creationId xmlns:a16="http://schemas.microsoft.com/office/drawing/2014/main" id="{95C80215-F114-2886-E0CC-7B0A08D6093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4603413" y="-2403476"/>
                        <a:ext cx="315913" cy="30163"/>
                      </a:xfrm>
                      <a:custGeom>
                        <a:avLst/>
                        <a:gdLst>
                          <a:gd name="T0" fmla="*/ 80 w 84"/>
                          <a:gd name="T1" fmla="*/ 0 h 8"/>
                          <a:gd name="T2" fmla="*/ 4 w 84"/>
                          <a:gd name="T3" fmla="*/ 0 h 8"/>
                          <a:gd name="T4" fmla="*/ 0 w 84"/>
                          <a:gd name="T5" fmla="*/ 4 h 8"/>
                          <a:gd name="T6" fmla="*/ 4 w 84"/>
                          <a:gd name="T7" fmla="*/ 8 h 8"/>
                          <a:gd name="T8" fmla="*/ 80 w 84"/>
                          <a:gd name="T9" fmla="*/ 8 h 8"/>
                          <a:gd name="T10" fmla="*/ 84 w 84"/>
                          <a:gd name="T11" fmla="*/ 4 h 8"/>
                          <a:gd name="T12" fmla="*/ 80 w 84"/>
                          <a:gd name="T13" fmla="*/ 0 h 8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84" h="8">
                            <a:moveTo>
                              <a:pt x="80" y="0"/>
                            </a:moveTo>
                            <a:cubicBezTo>
                              <a:pt x="4" y="0"/>
                              <a:pt x="4" y="0"/>
                              <a:pt x="4" y="0"/>
                            </a:cubicBezTo>
                            <a:cubicBezTo>
                              <a:pt x="2" y="0"/>
                              <a:pt x="0" y="2"/>
                              <a:pt x="0" y="4"/>
                            </a:cubicBezTo>
                            <a:cubicBezTo>
                              <a:pt x="0" y="6"/>
                              <a:pt x="2" y="8"/>
                              <a:pt x="4" y="8"/>
                            </a:cubicBezTo>
                            <a:cubicBezTo>
                              <a:pt x="80" y="8"/>
                              <a:pt x="80" y="8"/>
                              <a:pt x="80" y="8"/>
                            </a:cubicBezTo>
                            <a:cubicBezTo>
                              <a:pt x="82" y="8"/>
                              <a:pt x="84" y="6"/>
                              <a:pt x="84" y="4"/>
                            </a:cubicBezTo>
                            <a:cubicBezTo>
                              <a:pt x="84" y="2"/>
                              <a:pt x="82" y="0"/>
                              <a:pt x="80" y="0"/>
                            </a:cubicBezTo>
                            <a:close/>
                          </a:path>
                        </a:pathLst>
                      </a:custGeom>
                      <a:grpFill/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ko-KR" altLang="en-US" sz="1600" b="0" i="0" u="none" strike="noStrike" kern="1200" cap="none" spc="0" normalizeH="0" baseline="0" noProof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ea typeface="KoPub돋움체 Medium"/>
                          <a:cs typeface="Arial"/>
                        </a:endParaRPr>
                      </a:p>
                    </p:txBody>
                  </p:sp>
                </p:grpSp>
              </p:grpSp>
              <p:grpSp>
                <p:nvGrpSpPr>
                  <p:cNvPr id="607" name="그룹 606">
                    <a:extLst>
                      <a:ext uri="{FF2B5EF4-FFF2-40B4-BE49-F238E27FC236}">
                        <a16:creationId xmlns:a16="http://schemas.microsoft.com/office/drawing/2014/main" id="{50818919-7E0F-F05F-5B76-269B7F4937D4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-858234" y="5207925"/>
                    <a:ext cx="331998" cy="456614"/>
                    <a:chOff x="11921385" y="4267725"/>
                    <a:chExt cx="916126" cy="1260000"/>
                  </a:xfrm>
                </p:grpSpPr>
                <p:sp>
                  <p:nvSpPr>
                    <p:cNvPr id="608" name="사각형: 둥근 모서리 284">
                      <a:extLst>
                        <a:ext uri="{FF2B5EF4-FFF2-40B4-BE49-F238E27FC236}">
                          <a16:creationId xmlns:a16="http://schemas.microsoft.com/office/drawing/2014/main" id="{1F9EBEEE-F9C2-CC3E-A709-F06C8C28452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923596" y="4271687"/>
                      <a:ext cx="911716" cy="1252078"/>
                    </a:xfrm>
                    <a:prstGeom prst="roundRect">
                      <a:avLst>
                        <a:gd name="adj" fmla="val 7097"/>
                      </a:avLst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-3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  <p:grpSp>
                  <p:nvGrpSpPr>
                    <p:cNvPr id="609" name="그룹 608">
                      <a:extLst>
                        <a:ext uri="{FF2B5EF4-FFF2-40B4-BE49-F238E27FC236}">
                          <a16:creationId xmlns:a16="http://schemas.microsoft.com/office/drawing/2014/main" id="{DB304EAB-CF59-820C-9C0A-3695231CD7D7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>
                    <a:xfrm>
                      <a:off x="11921389" y="4267727"/>
                      <a:ext cx="916126" cy="1260000"/>
                      <a:chOff x="14485938" y="-2571751"/>
                      <a:chExt cx="554038" cy="762000"/>
                    </a:xfrm>
                    <a:solidFill>
                      <a:srgbClr val="262626"/>
                    </a:solidFill>
                  </p:grpSpPr>
                  <p:sp>
                    <p:nvSpPr>
                      <p:cNvPr id="610" name="Freeform 230">
                        <a:extLst>
                          <a:ext uri="{FF2B5EF4-FFF2-40B4-BE49-F238E27FC236}">
                            <a16:creationId xmlns:a16="http://schemas.microsoft.com/office/drawing/2014/main" id="{B5636E2E-F2EC-B10F-DC5F-D55FFE937332}"/>
                          </a:ext>
                        </a:extLst>
                      </p:cNvPr>
                      <p:cNvSpPr>
                        <a:spLocks noEditPoints="1"/>
                      </p:cNvSpPr>
                      <p:nvPr/>
                    </p:nvSpPr>
                    <p:spPr bwMode="auto">
                      <a:xfrm>
                        <a:off x="14485938" y="-2571751"/>
                        <a:ext cx="554038" cy="762000"/>
                      </a:xfrm>
                      <a:custGeom>
                        <a:avLst/>
                        <a:gdLst>
                          <a:gd name="T0" fmla="*/ 137 w 147"/>
                          <a:gd name="T1" fmla="*/ 0 h 200"/>
                          <a:gd name="T2" fmla="*/ 10 w 147"/>
                          <a:gd name="T3" fmla="*/ 0 h 200"/>
                          <a:gd name="T4" fmla="*/ 0 w 147"/>
                          <a:gd name="T5" fmla="*/ 10 h 200"/>
                          <a:gd name="T6" fmla="*/ 0 w 147"/>
                          <a:gd name="T7" fmla="*/ 190 h 200"/>
                          <a:gd name="T8" fmla="*/ 10 w 147"/>
                          <a:gd name="T9" fmla="*/ 200 h 200"/>
                          <a:gd name="T10" fmla="*/ 137 w 147"/>
                          <a:gd name="T11" fmla="*/ 200 h 200"/>
                          <a:gd name="T12" fmla="*/ 140 w 147"/>
                          <a:gd name="T13" fmla="*/ 199 h 200"/>
                          <a:gd name="T14" fmla="*/ 146 w 147"/>
                          <a:gd name="T15" fmla="*/ 193 h 200"/>
                          <a:gd name="T16" fmla="*/ 147 w 147"/>
                          <a:gd name="T17" fmla="*/ 190 h 200"/>
                          <a:gd name="T18" fmla="*/ 147 w 147"/>
                          <a:gd name="T19" fmla="*/ 10 h 200"/>
                          <a:gd name="T20" fmla="*/ 137 w 147"/>
                          <a:gd name="T21" fmla="*/ 0 h 200"/>
                          <a:gd name="T22" fmla="*/ 139 w 147"/>
                          <a:gd name="T23" fmla="*/ 189 h 200"/>
                          <a:gd name="T24" fmla="*/ 135 w 147"/>
                          <a:gd name="T25" fmla="*/ 192 h 200"/>
                          <a:gd name="T26" fmla="*/ 10 w 147"/>
                          <a:gd name="T27" fmla="*/ 192 h 200"/>
                          <a:gd name="T28" fmla="*/ 8 w 147"/>
                          <a:gd name="T29" fmla="*/ 190 h 200"/>
                          <a:gd name="T30" fmla="*/ 8 w 147"/>
                          <a:gd name="T31" fmla="*/ 10 h 200"/>
                          <a:gd name="T32" fmla="*/ 10 w 147"/>
                          <a:gd name="T33" fmla="*/ 8 h 200"/>
                          <a:gd name="T34" fmla="*/ 137 w 147"/>
                          <a:gd name="T35" fmla="*/ 8 h 200"/>
                          <a:gd name="T36" fmla="*/ 139 w 147"/>
                          <a:gd name="T37" fmla="*/ 10 h 200"/>
                          <a:gd name="T38" fmla="*/ 139 w 147"/>
                          <a:gd name="T39" fmla="*/ 189 h 200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</a:cxnLst>
                        <a:rect l="0" t="0" r="r" b="b"/>
                        <a:pathLst>
                          <a:path w="147" h="200">
                            <a:moveTo>
                              <a:pt x="137" y="0"/>
                            </a:moveTo>
                            <a:cubicBezTo>
                              <a:pt x="10" y="0"/>
                              <a:pt x="10" y="0"/>
                              <a:pt x="10" y="0"/>
                            </a:cubicBezTo>
                            <a:cubicBezTo>
                              <a:pt x="4" y="0"/>
                              <a:pt x="0" y="5"/>
                              <a:pt x="0" y="10"/>
                            </a:cubicBezTo>
                            <a:cubicBezTo>
                              <a:pt x="0" y="190"/>
                              <a:pt x="0" y="190"/>
                              <a:pt x="0" y="190"/>
                            </a:cubicBezTo>
                            <a:cubicBezTo>
                              <a:pt x="0" y="196"/>
                              <a:pt x="4" y="200"/>
                              <a:pt x="10" y="200"/>
                            </a:cubicBezTo>
                            <a:cubicBezTo>
                              <a:pt x="137" y="200"/>
                              <a:pt x="137" y="200"/>
                              <a:pt x="137" y="200"/>
                            </a:cubicBezTo>
                            <a:cubicBezTo>
                              <a:pt x="138" y="200"/>
                              <a:pt x="139" y="200"/>
                              <a:pt x="140" y="199"/>
                            </a:cubicBezTo>
                            <a:cubicBezTo>
                              <a:pt x="146" y="193"/>
                              <a:pt x="146" y="193"/>
                              <a:pt x="146" y="193"/>
                            </a:cubicBezTo>
                            <a:cubicBezTo>
                              <a:pt x="146" y="192"/>
                              <a:pt x="147" y="191"/>
                              <a:pt x="147" y="190"/>
                            </a:cubicBezTo>
                            <a:cubicBezTo>
                              <a:pt x="147" y="10"/>
                              <a:pt x="147" y="10"/>
                              <a:pt x="147" y="10"/>
                            </a:cubicBezTo>
                            <a:cubicBezTo>
                              <a:pt x="147" y="5"/>
                              <a:pt x="142" y="0"/>
                              <a:pt x="137" y="0"/>
                            </a:cubicBezTo>
                            <a:close/>
                            <a:moveTo>
                              <a:pt x="139" y="189"/>
                            </a:moveTo>
                            <a:cubicBezTo>
                              <a:pt x="135" y="192"/>
                              <a:pt x="135" y="192"/>
                              <a:pt x="135" y="192"/>
                            </a:cubicBezTo>
                            <a:cubicBezTo>
                              <a:pt x="10" y="192"/>
                              <a:pt x="10" y="192"/>
                              <a:pt x="10" y="192"/>
                            </a:cubicBezTo>
                            <a:cubicBezTo>
                              <a:pt x="9" y="192"/>
                              <a:pt x="8" y="191"/>
                              <a:pt x="8" y="190"/>
                            </a:cubicBezTo>
                            <a:cubicBezTo>
                              <a:pt x="8" y="10"/>
                              <a:pt x="8" y="10"/>
                              <a:pt x="8" y="10"/>
                            </a:cubicBezTo>
                            <a:cubicBezTo>
                              <a:pt x="8" y="9"/>
                              <a:pt x="9" y="8"/>
                              <a:pt x="10" y="8"/>
                            </a:cubicBezTo>
                            <a:cubicBezTo>
                              <a:pt x="137" y="8"/>
                              <a:pt x="137" y="8"/>
                              <a:pt x="137" y="8"/>
                            </a:cubicBezTo>
                            <a:cubicBezTo>
                              <a:pt x="138" y="8"/>
                              <a:pt x="139" y="9"/>
                              <a:pt x="139" y="10"/>
                            </a:cubicBezTo>
                            <a:lnTo>
                              <a:pt x="139" y="189"/>
                            </a:lnTo>
                            <a:close/>
                          </a:path>
                        </a:pathLst>
                      </a:custGeom>
                      <a:grpFill/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ko-KR" altLang="en-US" sz="1600" b="0" i="0" u="none" strike="noStrike" kern="1200" cap="none" spc="0" normalizeH="0" baseline="0" noProof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ea typeface="KoPub돋움체 Medium"/>
                          <a:cs typeface="Arial"/>
                        </a:endParaRPr>
                      </a:p>
                    </p:txBody>
                  </p:sp>
                  <p:sp>
                    <p:nvSpPr>
                      <p:cNvPr id="611" name="Freeform 231">
                        <a:extLst>
                          <a:ext uri="{FF2B5EF4-FFF2-40B4-BE49-F238E27FC236}">
                            <a16:creationId xmlns:a16="http://schemas.microsoft.com/office/drawing/2014/main" id="{0B74875E-779C-3166-20DF-AEA043A7261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4603413" y="-2403476"/>
                        <a:ext cx="315913" cy="30163"/>
                      </a:xfrm>
                      <a:custGeom>
                        <a:avLst/>
                        <a:gdLst>
                          <a:gd name="T0" fmla="*/ 80 w 84"/>
                          <a:gd name="T1" fmla="*/ 0 h 8"/>
                          <a:gd name="T2" fmla="*/ 4 w 84"/>
                          <a:gd name="T3" fmla="*/ 0 h 8"/>
                          <a:gd name="T4" fmla="*/ 0 w 84"/>
                          <a:gd name="T5" fmla="*/ 4 h 8"/>
                          <a:gd name="T6" fmla="*/ 4 w 84"/>
                          <a:gd name="T7" fmla="*/ 8 h 8"/>
                          <a:gd name="T8" fmla="*/ 80 w 84"/>
                          <a:gd name="T9" fmla="*/ 8 h 8"/>
                          <a:gd name="T10" fmla="*/ 84 w 84"/>
                          <a:gd name="T11" fmla="*/ 4 h 8"/>
                          <a:gd name="T12" fmla="*/ 80 w 84"/>
                          <a:gd name="T13" fmla="*/ 0 h 8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84" h="8">
                            <a:moveTo>
                              <a:pt x="80" y="0"/>
                            </a:moveTo>
                            <a:cubicBezTo>
                              <a:pt x="4" y="0"/>
                              <a:pt x="4" y="0"/>
                              <a:pt x="4" y="0"/>
                            </a:cubicBezTo>
                            <a:cubicBezTo>
                              <a:pt x="2" y="0"/>
                              <a:pt x="0" y="2"/>
                              <a:pt x="0" y="4"/>
                            </a:cubicBezTo>
                            <a:cubicBezTo>
                              <a:pt x="0" y="6"/>
                              <a:pt x="2" y="8"/>
                              <a:pt x="4" y="8"/>
                            </a:cubicBezTo>
                            <a:cubicBezTo>
                              <a:pt x="80" y="8"/>
                              <a:pt x="80" y="8"/>
                              <a:pt x="80" y="8"/>
                            </a:cubicBezTo>
                            <a:cubicBezTo>
                              <a:pt x="82" y="8"/>
                              <a:pt x="84" y="6"/>
                              <a:pt x="84" y="4"/>
                            </a:cubicBezTo>
                            <a:cubicBezTo>
                              <a:pt x="84" y="2"/>
                              <a:pt x="82" y="0"/>
                              <a:pt x="80" y="0"/>
                            </a:cubicBezTo>
                            <a:close/>
                          </a:path>
                        </a:pathLst>
                      </a:custGeom>
                      <a:grpFill/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ko-KR" altLang="en-US" sz="1600" b="0" i="0" u="none" strike="noStrike" kern="1200" cap="none" spc="0" normalizeH="0" baseline="0" noProof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ea typeface="KoPub돋움체 Medium"/>
                          <a:cs typeface="Arial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595" name="그룹 594">
                  <a:extLst>
                    <a:ext uri="{FF2B5EF4-FFF2-40B4-BE49-F238E27FC236}">
                      <a16:creationId xmlns:a16="http://schemas.microsoft.com/office/drawing/2014/main" id="{FA97BC53-D35E-B46E-F30F-3D260DA5DB90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882885" y="5375461"/>
                  <a:ext cx="196070" cy="227564"/>
                  <a:chOff x="11751901" y="4267727"/>
                  <a:chExt cx="1085614" cy="1260000"/>
                </a:xfrm>
              </p:grpSpPr>
              <p:sp>
                <p:nvSpPr>
                  <p:cNvPr id="602" name="사각형: 둥근 모서리 226">
                    <a:extLst>
                      <a:ext uri="{FF2B5EF4-FFF2-40B4-BE49-F238E27FC236}">
                        <a16:creationId xmlns:a16="http://schemas.microsoft.com/office/drawing/2014/main" id="{8A4CBF95-10D8-32AC-81D5-D877D4BF266A}"/>
                      </a:ext>
                    </a:extLst>
                  </p:cNvPr>
                  <p:cNvSpPr/>
                  <p:nvPr/>
                </p:nvSpPr>
                <p:spPr>
                  <a:xfrm>
                    <a:off x="11751901" y="4271686"/>
                    <a:ext cx="911712" cy="1252077"/>
                  </a:xfrm>
                  <a:prstGeom prst="roundRect">
                    <a:avLst>
                      <a:gd name="adj" fmla="val 7097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-30" normalizeH="0" baseline="0" noProof="0" dirty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grpSp>
                <p:nvGrpSpPr>
                  <p:cNvPr id="603" name="그룹 602">
                    <a:extLst>
                      <a:ext uri="{FF2B5EF4-FFF2-40B4-BE49-F238E27FC236}">
                        <a16:creationId xmlns:a16="http://schemas.microsoft.com/office/drawing/2014/main" id="{2D47365D-8727-38B9-10BC-F2CC2EEAF0D4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11921389" y="4267727"/>
                    <a:ext cx="916126" cy="1260000"/>
                    <a:chOff x="14485938" y="-2571751"/>
                    <a:chExt cx="554038" cy="762000"/>
                  </a:xfrm>
                  <a:solidFill>
                    <a:srgbClr val="262626"/>
                  </a:solidFill>
                </p:grpSpPr>
                <p:sp>
                  <p:nvSpPr>
                    <p:cNvPr id="604" name="Freeform 230">
                      <a:extLst>
                        <a:ext uri="{FF2B5EF4-FFF2-40B4-BE49-F238E27FC236}">
                          <a16:creationId xmlns:a16="http://schemas.microsoft.com/office/drawing/2014/main" id="{443D5472-8A79-B747-C1B1-F36F62F4F4FF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4485938" y="-2571751"/>
                      <a:ext cx="554038" cy="762000"/>
                    </a:xfrm>
                    <a:custGeom>
                      <a:avLst/>
                      <a:gdLst>
                        <a:gd name="T0" fmla="*/ 137 w 147"/>
                        <a:gd name="T1" fmla="*/ 0 h 200"/>
                        <a:gd name="T2" fmla="*/ 10 w 147"/>
                        <a:gd name="T3" fmla="*/ 0 h 200"/>
                        <a:gd name="T4" fmla="*/ 0 w 147"/>
                        <a:gd name="T5" fmla="*/ 10 h 200"/>
                        <a:gd name="T6" fmla="*/ 0 w 147"/>
                        <a:gd name="T7" fmla="*/ 190 h 200"/>
                        <a:gd name="T8" fmla="*/ 10 w 147"/>
                        <a:gd name="T9" fmla="*/ 200 h 200"/>
                        <a:gd name="T10" fmla="*/ 137 w 147"/>
                        <a:gd name="T11" fmla="*/ 200 h 200"/>
                        <a:gd name="T12" fmla="*/ 140 w 147"/>
                        <a:gd name="T13" fmla="*/ 199 h 200"/>
                        <a:gd name="T14" fmla="*/ 146 w 147"/>
                        <a:gd name="T15" fmla="*/ 193 h 200"/>
                        <a:gd name="T16" fmla="*/ 147 w 147"/>
                        <a:gd name="T17" fmla="*/ 190 h 200"/>
                        <a:gd name="T18" fmla="*/ 147 w 147"/>
                        <a:gd name="T19" fmla="*/ 10 h 200"/>
                        <a:gd name="T20" fmla="*/ 137 w 147"/>
                        <a:gd name="T21" fmla="*/ 0 h 200"/>
                        <a:gd name="T22" fmla="*/ 139 w 147"/>
                        <a:gd name="T23" fmla="*/ 189 h 200"/>
                        <a:gd name="T24" fmla="*/ 135 w 147"/>
                        <a:gd name="T25" fmla="*/ 192 h 200"/>
                        <a:gd name="T26" fmla="*/ 10 w 147"/>
                        <a:gd name="T27" fmla="*/ 192 h 200"/>
                        <a:gd name="T28" fmla="*/ 8 w 147"/>
                        <a:gd name="T29" fmla="*/ 190 h 200"/>
                        <a:gd name="T30" fmla="*/ 8 w 147"/>
                        <a:gd name="T31" fmla="*/ 10 h 200"/>
                        <a:gd name="T32" fmla="*/ 10 w 147"/>
                        <a:gd name="T33" fmla="*/ 8 h 200"/>
                        <a:gd name="T34" fmla="*/ 137 w 147"/>
                        <a:gd name="T35" fmla="*/ 8 h 200"/>
                        <a:gd name="T36" fmla="*/ 139 w 147"/>
                        <a:gd name="T37" fmla="*/ 10 h 200"/>
                        <a:gd name="T38" fmla="*/ 139 w 147"/>
                        <a:gd name="T39" fmla="*/ 189 h 2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</a:cxnLst>
                      <a:rect l="0" t="0" r="r" b="b"/>
                      <a:pathLst>
                        <a:path w="147" h="200">
                          <a:moveTo>
                            <a:pt x="137" y="0"/>
                          </a:moveTo>
                          <a:cubicBezTo>
                            <a:pt x="10" y="0"/>
                            <a:pt x="10" y="0"/>
                            <a:pt x="10" y="0"/>
                          </a:cubicBezTo>
                          <a:cubicBezTo>
                            <a:pt x="4" y="0"/>
                            <a:pt x="0" y="5"/>
                            <a:pt x="0" y="10"/>
                          </a:cubicBezTo>
                          <a:cubicBezTo>
                            <a:pt x="0" y="190"/>
                            <a:pt x="0" y="190"/>
                            <a:pt x="0" y="190"/>
                          </a:cubicBezTo>
                          <a:cubicBezTo>
                            <a:pt x="0" y="196"/>
                            <a:pt x="4" y="200"/>
                            <a:pt x="10" y="200"/>
                          </a:cubicBezTo>
                          <a:cubicBezTo>
                            <a:pt x="137" y="200"/>
                            <a:pt x="137" y="200"/>
                            <a:pt x="137" y="200"/>
                          </a:cubicBezTo>
                          <a:cubicBezTo>
                            <a:pt x="138" y="200"/>
                            <a:pt x="139" y="200"/>
                            <a:pt x="140" y="199"/>
                          </a:cubicBezTo>
                          <a:cubicBezTo>
                            <a:pt x="146" y="193"/>
                            <a:pt x="146" y="193"/>
                            <a:pt x="146" y="193"/>
                          </a:cubicBezTo>
                          <a:cubicBezTo>
                            <a:pt x="146" y="192"/>
                            <a:pt x="147" y="191"/>
                            <a:pt x="147" y="190"/>
                          </a:cubicBezTo>
                          <a:cubicBezTo>
                            <a:pt x="147" y="10"/>
                            <a:pt x="147" y="10"/>
                            <a:pt x="147" y="10"/>
                          </a:cubicBezTo>
                          <a:cubicBezTo>
                            <a:pt x="147" y="5"/>
                            <a:pt x="142" y="0"/>
                            <a:pt x="137" y="0"/>
                          </a:cubicBezTo>
                          <a:close/>
                          <a:moveTo>
                            <a:pt x="139" y="189"/>
                          </a:moveTo>
                          <a:cubicBezTo>
                            <a:pt x="135" y="192"/>
                            <a:pt x="135" y="192"/>
                            <a:pt x="135" y="192"/>
                          </a:cubicBezTo>
                          <a:cubicBezTo>
                            <a:pt x="10" y="192"/>
                            <a:pt x="10" y="192"/>
                            <a:pt x="10" y="192"/>
                          </a:cubicBezTo>
                          <a:cubicBezTo>
                            <a:pt x="9" y="192"/>
                            <a:pt x="8" y="191"/>
                            <a:pt x="8" y="190"/>
                          </a:cubicBezTo>
                          <a:cubicBezTo>
                            <a:pt x="8" y="10"/>
                            <a:pt x="8" y="10"/>
                            <a:pt x="8" y="10"/>
                          </a:cubicBezTo>
                          <a:cubicBezTo>
                            <a:pt x="8" y="9"/>
                            <a:pt x="9" y="8"/>
                            <a:pt x="10" y="8"/>
                          </a:cubicBezTo>
                          <a:cubicBezTo>
                            <a:pt x="137" y="8"/>
                            <a:pt x="137" y="8"/>
                            <a:pt x="137" y="8"/>
                          </a:cubicBezTo>
                          <a:cubicBezTo>
                            <a:pt x="138" y="8"/>
                            <a:pt x="139" y="9"/>
                            <a:pt x="139" y="10"/>
                          </a:cubicBezTo>
                          <a:lnTo>
                            <a:pt x="139" y="189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  <p:sp>
                  <p:nvSpPr>
                    <p:cNvPr id="605" name="Freeform 231">
                      <a:extLst>
                        <a:ext uri="{FF2B5EF4-FFF2-40B4-BE49-F238E27FC236}">
                          <a16:creationId xmlns:a16="http://schemas.microsoft.com/office/drawing/2014/main" id="{F9BC5DDE-0274-110D-6FA8-703E7CAF487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4603413" y="-2403476"/>
                      <a:ext cx="315913" cy="30163"/>
                    </a:xfrm>
                    <a:custGeom>
                      <a:avLst/>
                      <a:gdLst>
                        <a:gd name="T0" fmla="*/ 80 w 84"/>
                        <a:gd name="T1" fmla="*/ 0 h 8"/>
                        <a:gd name="T2" fmla="*/ 4 w 84"/>
                        <a:gd name="T3" fmla="*/ 0 h 8"/>
                        <a:gd name="T4" fmla="*/ 0 w 84"/>
                        <a:gd name="T5" fmla="*/ 4 h 8"/>
                        <a:gd name="T6" fmla="*/ 4 w 84"/>
                        <a:gd name="T7" fmla="*/ 8 h 8"/>
                        <a:gd name="T8" fmla="*/ 80 w 84"/>
                        <a:gd name="T9" fmla="*/ 8 h 8"/>
                        <a:gd name="T10" fmla="*/ 84 w 84"/>
                        <a:gd name="T11" fmla="*/ 4 h 8"/>
                        <a:gd name="T12" fmla="*/ 80 w 84"/>
                        <a:gd name="T13" fmla="*/ 0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4" h="8">
                          <a:moveTo>
                            <a:pt x="80" y="0"/>
                          </a:moveTo>
                          <a:cubicBezTo>
                            <a:pt x="4" y="0"/>
                            <a:pt x="4" y="0"/>
                            <a:pt x="4" y="0"/>
                          </a:cubicBezTo>
                          <a:cubicBezTo>
                            <a:pt x="2" y="0"/>
                            <a:pt x="0" y="2"/>
                            <a:pt x="0" y="4"/>
                          </a:cubicBezTo>
                          <a:cubicBezTo>
                            <a:pt x="0" y="6"/>
                            <a:pt x="2" y="8"/>
                            <a:pt x="4" y="8"/>
                          </a:cubicBezTo>
                          <a:cubicBezTo>
                            <a:pt x="80" y="8"/>
                            <a:pt x="80" y="8"/>
                            <a:pt x="80" y="8"/>
                          </a:cubicBezTo>
                          <a:cubicBezTo>
                            <a:pt x="82" y="8"/>
                            <a:pt x="84" y="6"/>
                            <a:pt x="84" y="4"/>
                          </a:cubicBezTo>
                          <a:cubicBezTo>
                            <a:pt x="84" y="2"/>
                            <a:pt x="82" y="0"/>
                            <a:pt x="80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</p:grpSp>
            </p:grpSp>
            <p:sp>
              <p:nvSpPr>
                <p:cNvPr id="596" name="직사각형 595">
                  <a:extLst>
                    <a:ext uri="{FF2B5EF4-FFF2-40B4-BE49-F238E27FC236}">
                      <a16:creationId xmlns:a16="http://schemas.microsoft.com/office/drawing/2014/main" id="{E8902020-CA37-60FF-9C18-EBF0026609E9}"/>
                    </a:ext>
                  </a:extLst>
                </p:cNvPr>
                <p:cNvSpPr/>
                <p:nvPr/>
              </p:nvSpPr>
              <p:spPr>
                <a:xfrm>
                  <a:off x="780265" y="5316164"/>
                  <a:ext cx="130004" cy="350704"/>
                </a:xfrm>
                <a:prstGeom prst="rect">
                  <a:avLst/>
                </a:prstGeom>
                <a:noFill/>
                <a:ln w="25400" algn="ctr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 anchor="ctr">
                  <a:spAutoFit/>
                </a:bodyPr>
                <a:lstStyle/>
                <a:p>
                  <a:pPr marL="0" marR="0" lvl="1" indent="0" algn="ctr" defTabSz="147490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prstClr val="black"/>
                    </a:buClr>
                    <a:buSzPct val="140000"/>
                    <a:buFontTx/>
                    <a:buNone/>
                    <a:tabLst>
                      <a:tab pos="5648325" algn="l"/>
                    </a:tabLst>
                    <a:defRPr/>
                  </a:pPr>
                  <a:r>
                    <a:rPr kumimoji="0" lang="en-US" altLang="ko-KR" sz="1050" b="0" i="0" u="none" strike="noStrike" kern="0" cap="none" spc="-30" normalizeH="0" baseline="0" noProof="0" dirty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ea typeface="KoPub돋움체 Bold" panose="02020603020101020101" pitchFamily="18" charset="-127"/>
                      <a:cs typeface="Arial"/>
                    </a:rPr>
                    <a:t>…</a:t>
                  </a:r>
                  <a:endParaRPr kumimoji="0" lang="ko-KR" altLang="en-US" sz="1050" b="0" i="0" u="none" strike="noStrike" kern="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ea typeface="KoPub돋움체 Bold" panose="02020603020101020101" pitchFamily="18" charset="-127"/>
                    <a:cs typeface="Arial"/>
                  </a:endParaRPr>
                </a:p>
              </p:txBody>
            </p:sp>
            <p:grpSp>
              <p:nvGrpSpPr>
                <p:cNvPr id="597" name="그룹 596">
                  <a:extLst>
                    <a:ext uri="{FF2B5EF4-FFF2-40B4-BE49-F238E27FC236}">
                      <a16:creationId xmlns:a16="http://schemas.microsoft.com/office/drawing/2014/main" id="{DCED8C38-E6C1-10AA-CF92-A4DDDA469E29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575469" y="5374425"/>
                  <a:ext cx="196066" cy="227564"/>
                  <a:chOff x="11751920" y="4267727"/>
                  <a:chExt cx="1085595" cy="1260000"/>
                </a:xfrm>
              </p:grpSpPr>
              <p:sp>
                <p:nvSpPr>
                  <p:cNvPr id="598" name="사각형: 둥근 모서리 226">
                    <a:extLst>
                      <a:ext uri="{FF2B5EF4-FFF2-40B4-BE49-F238E27FC236}">
                        <a16:creationId xmlns:a16="http://schemas.microsoft.com/office/drawing/2014/main" id="{1BCC13CE-FEEB-4D55-239E-DDB5A486EE8D}"/>
                      </a:ext>
                    </a:extLst>
                  </p:cNvPr>
                  <p:cNvSpPr/>
                  <p:nvPr/>
                </p:nvSpPr>
                <p:spPr>
                  <a:xfrm>
                    <a:off x="11751920" y="4271687"/>
                    <a:ext cx="911715" cy="1252078"/>
                  </a:xfrm>
                  <a:prstGeom prst="roundRect">
                    <a:avLst>
                      <a:gd name="adj" fmla="val 7097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-30" normalizeH="0" baseline="0" noProof="0" dirty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grpSp>
                <p:nvGrpSpPr>
                  <p:cNvPr id="599" name="그룹 598">
                    <a:extLst>
                      <a:ext uri="{FF2B5EF4-FFF2-40B4-BE49-F238E27FC236}">
                        <a16:creationId xmlns:a16="http://schemas.microsoft.com/office/drawing/2014/main" id="{A5C72FDC-515C-26FD-CB06-DB4E0390E578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11921389" y="4267727"/>
                    <a:ext cx="916126" cy="1260000"/>
                    <a:chOff x="14485938" y="-2571751"/>
                    <a:chExt cx="554038" cy="762000"/>
                  </a:xfrm>
                  <a:solidFill>
                    <a:srgbClr val="262626"/>
                  </a:solidFill>
                </p:grpSpPr>
                <p:sp>
                  <p:nvSpPr>
                    <p:cNvPr id="600" name="Freeform 230">
                      <a:extLst>
                        <a:ext uri="{FF2B5EF4-FFF2-40B4-BE49-F238E27FC236}">
                          <a16:creationId xmlns:a16="http://schemas.microsoft.com/office/drawing/2014/main" id="{3BD093C1-B5ED-78AA-E201-F47685FFF820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4485938" y="-2571751"/>
                      <a:ext cx="554038" cy="762000"/>
                    </a:xfrm>
                    <a:custGeom>
                      <a:avLst/>
                      <a:gdLst>
                        <a:gd name="T0" fmla="*/ 137 w 147"/>
                        <a:gd name="T1" fmla="*/ 0 h 200"/>
                        <a:gd name="T2" fmla="*/ 10 w 147"/>
                        <a:gd name="T3" fmla="*/ 0 h 200"/>
                        <a:gd name="T4" fmla="*/ 0 w 147"/>
                        <a:gd name="T5" fmla="*/ 10 h 200"/>
                        <a:gd name="T6" fmla="*/ 0 w 147"/>
                        <a:gd name="T7" fmla="*/ 190 h 200"/>
                        <a:gd name="T8" fmla="*/ 10 w 147"/>
                        <a:gd name="T9" fmla="*/ 200 h 200"/>
                        <a:gd name="T10" fmla="*/ 137 w 147"/>
                        <a:gd name="T11" fmla="*/ 200 h 200"/>
                        <a:gd name="T12" fmla="*/ 140 w 147"/>
                        <a:gd name="T13" fmla="*/ 199 h 200"/>
                        <a:gd name="T14" fmla="*/ 146 w 147"/>
                        <a:gd name="T15" fmla="*/ 193 h 200"/>
                        <a:gd name="T16" fmla="*/ 147 w 147"/>
                        <a:gd name="T17" fmla="*/ 190 h 200"/>
                        <a:gd name="T18" fmla="*/ 147 w 147"/>
                        <a:gd name="T19" fmla="*/ 10 h 200"/>
                        <a:gd name="T20" fmla="*/ 137 w 147"/>
                        <a:gd name="T21" fmla="*/ 0 h 200"/>
                        <a:gd name="T22" fmla="*/ 139 w 147"/>
                        <a:gd name="T23" fmla="*/ 189 h 200"/>
                        <a:gd name="T24" fmla="*/ 135 w 147"/>
                        <a:gd name="T25" fmla="*/ 192 h 200"/>
                        <a:gd name="T26" fmla="*/ 10 w 147"/>
                        <a:gd name="T27" fmla="*/ 192 h 200"/>
                        <a:gd name="T28" fmla="*/ 8 w 147"/>
                        <a:gd name="T29" fmla="*/ 190 h 200"/>
                        <a:gd name="T30" fmla="*/ 8 w 147"/>
                        <a:gd name="T31" fmla="*/ 10 h 200"/>
                        <a:gd name="T32" fmla="*/ 10 w 147"/>
                        <a:gd name="T33" fmla="*/ 8 h 200"/>
                        <a:gd name="T34" fmla="*/ 137 w 147"/>
                        <a:gd name="T35" fmla="*/ 8 h 200"/>
                        <a:gd name="T36" fmla="*/ 139 w 147"/>
                        <a:gd name="T37" fmla="*/ 10 h 200"/>
                        <a:gd name="T38" fmla="*/ 139 w 147"/>
                        <a:gd name="T39" fmla="*/ 189 h 2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</a:cxnLst>
                      <a:rect l="0" t="0" r="r" b="b"/>
                      <a:pathLst>
                        <a:path w="147" h="200">
                          <a:moveTo>
                            <a:pt x="137" y="0"/>
                          </a:moveTo>
                          <a:cubicBezTo>
                            <a:pt x="10" y="0"/>
                            <a:pt x="10" y="0"/>
                            <a:pt x="10" y="0"/>
                          </a:cubicBezTo>
                          <a:cubicBezTo>
                            <a:pt x="4" y="0"/>
                            <a:pt x="0" y="5"/>
                            <a:pt x="0" y="10"/>
                          </a:cubicBezTo>
                          <a:cubicBezTo>
                            <a:pt x="0" y="190"/>
                            <a:pt x="0" y="190"/>
                            <a:pt x="0" y="190"/>
                          </a:cubicBezTo>
                          <a:cubicBezTo>
                            <a:pt x="0" y="196"/>
                            <a:pt x="4" y="200"/>
                            <a:pt x="10" y="200"/>
                          </a:cubicBezTo>
                          <a:cubicBezTo>
                            <a:pt x="137" y="200"/>
                            <a:pt x="137" y="200"/>
                            <a:pt x="137" y="200"/>
                          </a:cubicBezTo>
                          <a:cubicBezTo>
                            <a:pt x="138" y="200"/>
                            <a:pt x="139" y="200"/>
                            <a:pt x="140" y="199"/>
                          </a:cubicBezTo>
                          <a:cubicBezTo>
                            <a:pt x="146" y="193"/>
                            <a:pt x="146" y="193"/>
                            <a:pt x="146" y="193"/>
                          </a:cubicBezTo>
                          <a:cubicBezTo>
                            <a:pt x="146" y="192"/>
                            <a:pt x="147" y="191"/>
                            <a:pt x="147" y="190"/>
                          </a:cubicBezTo>
                          <a:cubicBezTo>
                            <a:pt x="147" y="10"/>
                            <a:pt x="147" y="10"/>
                            <a:pt x="147" y="10"/>
                          </a:cubicBezTo>
                          <a:cubicBezTo>
                            <a:pt x="147" y="5"/>
                            <a:pt x="142" y="0"/>
                            <a:pt x="137" y="0"/>
                          </a:cubicBezTo>
                          <a:close/>
                          <a:moveTo>
                            <a:pt x="139" y="189"/>
                          </a:moveTo>
                          <a:cubicBezTo>
                            <a:pt x="135" y="192"/>
                            <a:pt x="135" y="192"/>
                            <a:pt x="135" y="192"/>
                          </a:cubicBezTo>
                          <a:cubicBezTo>
                            <a:pt x="10" y="192"/>
                            <a:pt x="10" y="192"/>
                            <a:pt x="10" y="192"/>
                          </a:cubicBezTo>
                          <a:cubicBezTo>
                            <a:pt x="9" y="192"/>
                            <a:pt x="8" y="191"/>
                            <a:pt x="8" y="190"/>
                          </a:cubicBezTo>
                          <a:cubicBezTo>
                            <a:pt x="8" y="10"/>
                            <a:pt x="8" y="10"/>
                            <a:pt x="8" y="10"/>
                          </a:cubicBezTo>
                          <a:cubicBezTo>
                            <a:pt x="8" y="9"/>
                            <a:pt x="9" y="8"/>
                            <a:pt x="10" y="8"/>
                          </a:cubicBezTo>
                          <a:cubicBezTo>
                            <a:pt x="137" y="8"/>
                            <a:pt x="137" y="8"/>
                            <a:pt x="137" y="8"/>
                          </a:cubicBezTo>
                          <a:cubicBezTo>
                            <a:pt x="138" y="8"/>
                            <a:pt x="139" y="9"/>
                            <a:pt x="139" y="10"/>
                          </a:cubicBezTo>
                          <a:lnTo>
                            <a:pt x="139" y="189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  <p:sp>
                  <p:nvSpPr>
                    <p:cNvPr id="601" name="Freeform 231">
                      <a:extLst>
                        <a:ext uri="{FF2B5EF4-FFF2-40B4-BE49-F238E27FC236}">
                          <a16:creationId xmlns:a16="http://schemas.microsoft.com/office/drawing/2014/main" id="{76C24066-7357-DB5B-95FC-F5511EA5D2C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4603413" y="-2403476"/>
                      <a:ext cx="315913" cy="30163"/>
                    </a:xfrm>
                    <a:custGeom>
                      <a:avLst/>
                      <a:gdLst>
                        <a:gd name="T0" fmla="*/ 80 w 84"/>
                        <a:gd name="T1" fmla="*/ 0 h 8"/>
                        <a:gd name="T2" fmla="*/ 4 w 84"/>
                        <a:gd name="T3" fmla="*/ 0 h 8"/>
                        <a:gd name="T4" fmla="*/ 0 w 84"/>
                        <a:gd name="T5" fmla="*/ 4 h 8"/>
                        <a:gd name="T6" fmla="*/ 4 w 84"/>
                        <a:gd name="T7" fmla="*/ 8 h 8"/>
                        <a:gd name="T8" fmla="*/ 80 w 84"/>
                        <a:gd name="T9" fmla="*/ 8 h 8"/>
                        <a:gd name="T10" fmla="*/ 84 w 84"/>
                        <a:gd name="T11" fmla="*/ 4 h 8"/>
                        <a:gd name="T12" fmla="*/ 80 w 84"/>
                        <a:gd name="T13" fmla="*/ 0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4" h="8">
                          <a:moveTo>
                            <a:pt x="80" y="0"/>
                          </a:moveTo>
                          <a:cubicBezTo>
                            <a:pt x="4" y="0"/>
                            <a:pt x="4" y="0"/>
                            <a:pt x="4" y="0"/>
                          </a:cubicBezTo>
                          <a:cubicBezTo>
                            <a:pt x="2" y="0"/>
                            <a:pt x="0" y="2"/>
                            <a:pt x="0" y="4"/>
                          </a:cubicBezTo>
                          <a:cubicBezTo>
                            <a:pt x="0" y="6"/>
                            <a:pt x="2" y="8"/>
                            <a:pt x="4" y="8"/>
                          </a:cubicBezTo>
                          <a:cubicBezTo>
                            <a:pt x="80" y="8"/>
                            <a:pt x="80" y="8"/>
                            <a:pt x="80" y="8"/>
                          </a:cubicBezTo>
                          <a:cubicBezTo>
                            <a:pt x="82" y="8"/>
                            <a:pt x="84" y="6"/>
                            <a:pt x="84" y="4"/>
                          </a:cubicBezTo>
                          <a:cubicBezTo>
                            <a:pt x="84" y="2"/>
                            <a:pt x="82" y="0"/>
                            <a:pt x="80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</p:grpSp>
            </p:grpSp>
          </p:grpSp>
        </p:grpSp>
        <p:sp>
          <p:nvSpPr>
            <p:cNvPr id="624" name="타원 623">
              <a:extLst>
                <a:ext uri="{FF2B5EF4-FFF2-40B4-BE49-F238E27FC236}">
                  <a16:creationId xmlns:a16="http://schemas.microsoft.com/office/drawing/2014/main" id="{BC5565BC-178C-06B8-B026-C5C95B055BC0}"/>
                </a:ext>
              </a:extLst>
            </p:cNvPr>
            <p:cNvSpPr/>
            <p:nvPr/>
          </p:nvSpPr>
          <p:spPr bwMode="auto">
            <a:xfrm>
              <a:off x="4212266" y="1307331"/>
              <a:ext cx="1481547" cy="37116"/>
            </a:xfrm>
            <a:prstGeom prst="ellipse">
              <a:avLst/>
            </a:prstGeom>
            <a:solidFill>
              <a:schemeClr val="bg1">
                <a:lumMod val="50000"/>
                <a:alpha val="50000"/>
              </a:schemeClr>
            </a:solidFill>
            <a:ln w="19050">
              <a:solidFill>
                <a:schemeClr val="tx1">
                  <a:lumMod val="75000"/>
                  <a:lumOff val="25000"/>
                </a:schemeClr>
              </a:solidFill>
              <a:prstDash val="solid"/>
            </a:ln>
            <a:effectLst>
              <a:outerShdw dist="12700" dir="1980000" algn="t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anchor="ctr"/>
            <a:lstStyle/>
            <a:p>
              <a:endParaRPr lang="ko-KR" altLang="en-US" sz="1100" dirty="0">
                <a:solidFill>
                  <a:schemeClr val="lt1"/>
                </a:solidFill>
                <a:ea typeface="KoPub돋움체 Medium" panose="00000600000000000000" pitchFamily="2" charset="-127"/>
              </a:endParaRPr>
            </a:p>
          </p:txBody>
        </p:sp>
        <p:sp>
          <p:nvSpPr>
            <p:cNvPr id="625" name="직사각형 166">
              <a:extLst>
                <a:ext uri="{FF2B5EF4-FFF2-40B4-BE49-F238E27FC236}">
                  <a16:creationId xmlns:a16="http://schemas.microsoft.com/office/drawing/2014/main" id="{6B4245E4-E86A-EB4A-E1B7-9A1FA1AFF03A}"/>
                </a:ext>
              </a:extLst>
            </p:cNvPr>
            <p:cNvSpPr/>
            <p:nvPr/>
          </p:nvSpPr>
          <p:spPr bwMode="auto">
            <a:xfrm>
              <a:off x="4820834" y="1221176"/>
              <a:ext cx="159863" cy="105119"/>
            </a:xfrm>
            <a:prstGeom prst="roundRect">
              <a:avLst>
                <a:gd name="adj" fmla="val 9838"/>
              </a:avLst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0" tIns="0" rIns="0" b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WEB</a:t>
              </a:r>
              <a:endParaRPr kumimoji="0" lang="ko-KR" altLang="en-US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2020603020101020101" pitchFamily="18" charset="-127"/>
              </a:endParaRPr>
            </a:p>
          </p:txBody>
        </p:sp>
        <p:sp>
          <p:nvSpPr>
            <p:cNvPr id="626" name="직사각형 166">
              <a:extLst>
                <a:ext uri="{FF2B5EF4-FFF2-40B4-BE49-F238E27FC236}">
                  <a16:creationId xmlns:a16="http://schemas.microsoft.com/office/drawing/2014/main" id="{33BB05FF-55E9-86F4-A2B6-F45F5D669C5A}"/>
                </a:ext>
              </a:extLst>
            </p:cNvPr>
            <p:cNvSpPr/>
            <p:nvPr/>
          </p:nvSpPr>
          <p:spPr bwMode="auto">
            <a:xfrm>
              <a:off x="5054642" y="1221176"/>
              <a:ext cx="159863" cy="105119"/>
            </a:xfrm>
            <a:prstGeom prst="roundRect">
              <a:avLst>
                <a:gd name="adj" fmla="val 9838"/>
              </a:avLst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0" tIns="0" rIns="0" b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WEB</a:t>
              </a:r>
              <a:endParaRPr kumimoji="0" lang="ko-KR" altLang="en-US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2020603020101020101" pitchFamily="18" charset="-127"/>
              </a:endParaRPr>
            </a:p>
          </p:txBody>
        </p:sp>
        <p:sp>
          <p:nvSpPr>
            <p:cNvPr id="627" name="직사각형 166">
              <a:extLst>
                <a:ext uri="{FF2B5EF4-FFF2-40B4-BE49-F238E27FC236}">
                  <a16:creationId xmlns:a16="http://schemas.microsoft.com/office/drawing/2014/main" id="{4983927B-E6AB-7A4B-EF80-CC8A02045B6F}"/>
                </a:ext>
              </a:extLst>
            </p:cNvPr>
            <p:cNvSpPr/>
            <p:nvPr/>
          </p:nvSpPr>
          <p:spPr bwMode="auto">
            <a:xfrm>
              <a:off x="5442021" y="1221176"/>
              <a:ext cx="159863" cy="105119"/>
            </a:xfrm>
            <a:prstGeom prst="roundRect">
              <a:avLst>
                <a:gd name="adj" fmla="val 9838"/>
              </a:avLst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no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r>
                <a:rPr kumimoji="0" lang="en-US" altLang="ko-KR" sz="4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WEB</a:t>
              </a:r>
              <a:endParaRPr kumimoji="0" lang="ko-KR" altLang="en-US" sz="4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2020603020101020101" pitchFamily="18" charset="-127"/>
              </a:endParaRPr>
            </a:p>
          </p:txBody>
        </p:sp>
        <p:sp>
          <p:nvSpPr>
            <p:cNvPr id="628" name="직사각형 627">
              <a:extLst>
                <a:ext uri="{FF2B5EF4-FFF2-40B4-BE49-F238E27FC236}">
                  <a16:creationId xmlns:a16="http://schemas.microsoft.com/office/drawing/2014/main" id="{308FC5E7-964C-B15D-B81D-90069E83D669}"/>
                </a:ext>
              </a:extLst>
            </p:cNvPr>
            <p:cNvSpPr/>
            <p:nvPr/>
          </p:nvSpPr>
          <p:spPr>
            <a:xfrm>
              <a:off x="5181898" y="1144910"/>
              <a:ext cx="264677" cy="24622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0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…</a:t>
              </a:r>
            </a:p>
          </p:txBody>
        </p:sp>
        <p:sp>
          <p:nvSpPr>
            <p:cNvPr id="629" name="직사각형 166">
              <a:extLst>
                <a:ext uri="{FF2B5EF4-FFF2-40B4-BE49-F238E27FC236}">
                  <a16:creationId xmlns:a16="http://schemas.microsoft.com/office/drawing/2014/main" id="{45842F86-DA43-5986-BE70-87E4933A8433}"/>
                </a:ext>
              </a:extLst>
            </p:cNvPr>
            <p:cNvSpPr/>
            <p:nvPr/>
          </p:nvSpPr>
          <p:spPr bwMode="auto">
            <a:xfrm>
              <a:off x="4366284" y="1223352"/>
              <a:ext cx="159863" cy="105119"/>
            </a:xfrm>
            <a:prstGeom prst="roundRect">
              <a:avLst>
                <a:gd name="adj" fmla="val 9838"/>
              </a:avLst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0" tIns="0" rIns="0" b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WEB</a:t>
              </a:r>
              <a:endParaRPr kumimoji="0" lang="ko-KR" altLang="en-US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2020603020101020101" pitchFamily="18" charset="-127"/>
              </a:endParaRPr>
            </a:p>
          </p:txBody>
        </p:sp>
        <p:sp>
          <p:nvSpPr>
            <p:cNvPr id="630" name="직사각형 166">
              <a:extLst>
                <a:ext uri="{FF2B5EF4-FFF2-40B4-BE49-F238E27FC236}">
                  <a16:creationId xmlns:a16="http://schemas.microsoft.com/office/drawing/2014/main" id="{DEDD058D-3EBA-F9FD-5E90-B3401AE69318}"/>
                </a:ext>
              </a:extLst>
            </p:cNvPr>
            <p:cNvSpPr/>
            <p:nvPr/>
          </p:nvSpPr>
          <p:spPr bwMode="auto">
            <a:xfrm>
              <a:off x="4600091" y="1223352"/>
              <a:ext cx="159863" cy="105119"/>
            </a:xfrm>
            <a:prstGeom prst="roundRect">
              <a:avLst>
                <a:gd name="adj" fmla="val 9838"/>
              </a:avLst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0" tIns="0" rIns="0" b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WEB</a:t>
              </a:r>
              <a:endParaRPr kumimoji="0" lang="ko-KR" altLang="en-US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2020603020101020101" pitchFamily="18" charset="-127"/>
              </a:endParaRPr>
            </a:p>
          </p:txBody>
        </p:sp>
        <p:grpSp>
          <p:nvGrpSpPr>
            <p:cNvPr id="631" name="그룹 630">
              <a:extLst>
                <a:ext uri="{FF2B5EF4-FFF2-40B4-BE49-F238E27FC236}">
                  <a16:creationId xmlns:a16="http://schemas.microsoft.com/office/drawing/2014/main" id="{BE099A09-24A5-9773-5AA8-CA4310E4EBE1}"/>
                </a:ext>
              </a:extLst>
            </p:cNvPr>
            <p:cNvGrpSpPr/>
            <p:nvPr/>
          </p:nvGrpSpPr>
          <p:grpSpPr>
            <a:xfrm>
              <a:off x="7228015" y="1303167"/>
              <a:ext cx="487529" cy="161583"/>
              <a:chOff x="6559489" y="6619793"/>
              <a:chExt cx="663400" cy="350704"/>
            </a:xfrm>
          </p:grpSpPr>
          <p:grpSp>
            <p:nvGrpSpPr>
              <p:cNvPr id="632" name="그룹 631">
                <a:extLst>
                  <a:ext uri="{FF2B5EF4-FFF2-40B4-BE49-F238E27FC236}">
                    <a16:creationId xmlns:a16="http://schemas.microsoft.com/office/drawing/2014/main" id="{7CDEB318-F26E-4B16-98F6-9E8E130BC738}"/>
                  </a:ext>
                </a:extLst>
              </p:cNvPr>
              <p:cNvGrpSpPr/>
              <p:nvPr/>
            </p:nvGrpSpPr>
            <p:grpSpPr>
              <a:xfrm>
                <a:off x="6559489" y="6678054"/>
                <a:ext cx="360560" cy="227564"/>
                <a:chOff x="-1249711" y="5207925"/>
                <a:chExt cx="723475" cy="456614"/>
              </a:xfrm>
            </p:grpSpPr>
            <p:grpSp>
              <p:nvGrpSpPr>
                <p:cNvPr id="639" name="그룹 638">
                  <a:extLst>
                    <a:ext uri="{FF2B5EF4-FFF2-40B4-BE49-F238E27FC236}">
                      <a16:creationId xmlns:a16="http://schemas.microsoft.com/office/drawing/2014/main" id="{12E5DF18-96F5-73D5-6C4C-74A1B4824725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-1249711" y="5207925"/>
                  <a:ext cx="331998" cy="456614"/>
                  <a:chOff x="11921385" y="4267725"/>
                  <a:chExt cx="916126" cy="1260000"/>
                </a:xfrm>
              </p:grpSpPr>
              <p:sp>
                <p:nvSpPr>
                  <p:cNvPr id="645" name="사각형: 둥근 모서리 288">
                    <a:extLst>
                      <a:ext uri="{FF2B5EF4-FFF2-40B4-BE49-F238E27FC236}">
                        <a16:creationId xmlns:a16="http://schemas.microsoft.com/office/drawing/2014/main" id="{6EF53AFE-11BD-2CFC-3F52-3485B6828D3A}"/>
                      </a:ext>
                    </a:extLst>
                  </p:cNvPr>
                  <p:cNvSpPr/>
                  <p:nvPr/>
                </p:nvSpPr>
                <p:spPr>
                  <a:xfrm>
                    <a:off x="11923596" y="4271687"/>
                    <a:ext cx="911716" cy="1252078"/>
                  </a:xfrm>
                  <a:prstGeom prst="roundRect">
                    <a:avLst>
                      <a:gd name="adj" fmla="val 7097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-3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grpSp>
                <p:nvGrpSpPr>
                  <p:cNvPr id="646" name="그룹 645">
                    <a:extLst>
                      <a:ext uri="{FF2B5EF4-FFF2-40B4-BE49-F238E27FC236}">
                        <a16:creationId xmlns:a16="http://schemas.microsoft.com/office/drawing/2014/main" id="{2B42A9E1-3782-8129-F37B-1F9AB02D895D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11921389" y="4267727"/>
                    <a:ext cx="916126" cy="1260000"/>
                    <a:chOff x="14485938" y="-2571751"/>
                    <a:chExt cx="554038" cy="762000"/>
                  </a:xfrm>
                  <a:solidFill>
                    <a:srgbClr val="262626"/>
                  </a:solidFill>
                </p:grpSpPr>
                <p:sp>
                  <p:nvSpPr>
                    <p:cNvPr id="647" name="Freeform 230">
                      <a:extLst>
                        <a:ext uri="{FF2B5EF4-FFF2-40B4-BE49-F238E27FC236}">
                          <a16:creationId xmlns:a16="http://schemas.microsoft.com/office/drawing/2014/main" id="{D69C454C-E311-5A27-3C32-449DE6AA2D36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4485938" y="-2571751"/>
                      <a:ext cx="554038" cy="762000"/>
                    </a:xfrm>
                    <a:custGeom>
                      <a:avLst/>
                      <a:gdLst>
                        <a:gd name="T0" fmla="*/ 137 w 147"/>
                        <a:gd name="T1" fmla="*/ 0 h 200"/>
                        <a:gd name="T2" fmla="*/ 10 w 147"/>
                        <a:gd name="T3" fmla="*/ 0 h 200"/>
                        <a:gd name="T4" fmla="*/ 0 w 147"/>
                        <a:gd name="T5" fmla="*/ 10 h 200"/>
                        <a:gd name="T6" fmla="*/ 0 w 147"/>
                        <a:gd name="T7" fmla="*/ 190 h 200"/>
                        <a:gd name="T8" fmla="*/ 10 w 147"/>
                        <a:gd name="T9" fmla="*/ 200 h 200"/>
                        <a:gd name="T10" fmla="*/ 137 w 147"/>
                        <a:gd name="T11" fmla="*/ 200 h 200"/>
                        <a:gd name="T12" fmla="*/ 140 w 147"/>
                        <a:gd name="T13" fmla="*/ 199 h 200"/>
                        <a:gd name="T14" fmla="*/ 146 w 147"/>
                        <a:gd name="T15" fmla="*/ 193 h 200"/>
                        <a:gd name="T16" fmla="*/ 147 w 147"/>
                        <a:gd name="T17" fmla="*/ 190 h 200"/>
                        <a:gd name="T18" fmla="*/ 147 w 147"/>
                        <a:gd name="T19" fmla="*/ 10 h 200"/>
                        <a:gd name="T20" fmla="*/ 137 w 147"/>
                        <a:gd name="T21" fmla="*/ 0 h 200"/>
                        <a:gd name="T22" fmla="*/ 139 w 147"/>
                        <a:gd name="T23" fmla="*/ 189 h 200"/>
                        <a:gd name="T24" fmla="*/ 135 w 147"/>
                        <a:gd name="T25" fmla="*/ 192 h 200"/>
                        <a:gd name="T26" fmla="*/ 10 w 147"/>
                        <a:gd name="T27" fmla="*/ 192 h 200"/>
                        <a:gd name="T28" fmla="*/ 8 w 147"/>
                        <a:gd name="T29" fmla="*/ 190 h 200"/>
                        <a:gd name="T30" fmla="*/ 8 w 147"/>
                        <a:gd name="T31" fmla="*/ 10 h 200"/>
                        <a:gd name="T32" fmla="*/ 10 w 147"/>
                        <a:gd name="T33" fmla="*/ 8 h 200"/>
                        <a:gd name="T34" fmla="*/ 137 w 147"/>
                        <a:gd name="T35" fmla="*/ 8 h 200"/>
                        <a:gd name="T36" fmla="*/ 139 w 147"/>
                        <a:gd name="T37" fmla="*/ 10 h 200"/>
                        <a:gd name="T38" fmla="*/ 139 w 147"/>
                        <a:gd name="T39" fmla="*/ 189 h 2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</a:cxnLst>
                      <a:rect l="0" t="0" r="r" b="b"/>
                      <a:pathLst>
                        <a:path w="147" h="200">
                          <a:moveTo>
                            <a:pt x="137" y="0"/>
                          </a:moveTo>
                          <a:cubicBezTo>
                            <a:pt x="10" y="0"/>
                            <a:pt x="10" y="0"/>
                            <a:pt x="10" y="0"/>
                          </a:cubicBezTo>
                          <a:cubicBezTo>
                            <a:pt x="4" y="0"/>
                            <a:pt x="0" y="5"/>
                            <a:pt x="0" y="10"/>
                          </a:cubicBezTo>
                          <a:cubicBezTo>
                            <a:pt x="0" y="190"/>
                            <a:pt x="0" y="190"/>
                            <a:pt x="0" y="190"/>
                          </a:cubicBezTo>
                          <a:cubicBezTo>
                            <a:pt x="0" y="196"/>
                            <a:pt x="4" y="200"/>
                            <a:pt x="10" y="200"/>
                          </a:cubicBezTo>
                          <a:cubicBezTo>
                            <a:pt x="137" y="200"/>
                            <a:pt x="137" y="200"/>
                            <a:pt x="137" y="200"/>
                          </a:cubicBezTo>
                          <a:cubicBezTo>
                            <a:pt x="138" y="200"/>
                            <a:pt x="139" y="200"/>
                            <a:pt x="140" y="199"/>
                          </a:cubicBezTo>
                          <a:cubicBezTo>
                            <a:pt x="146" y="193"/>
                            <a:pt x="146" y="193"/>
                            <a:pt x="146" y="193"/>
                          </a:cubicBezTo>
                          <a:cubicBezTo>
                            <a:pt x="146" y="192"/>
                            <a:pt x="147" y="191"/>
                            <a:pt x="147" y="190"/>
                          </a:cubicBezTo>
                          <a:cubicBezTo>
                            <a:pt x="147" y="10"/>
                            <a:pt x="147" y="10"/>
                            <a:pt x="147" y="10"/>
                          </a:cubicBezTo>
                          <a:cubicBezTo>
                            <a:pt x="147" y="5"/>
                            <a:pt x="142" y="0"/>
                            <a:pt x="137" y="0"/>
                          </a:cubicBezTo>
                          <a:close/>
                          <a:moveTo>
                            <a:pt x="139" y="189"/>
                          </a:moveTo>
                          <a:cubicBezTo>
                            <a:pt x="135" y="192"/>
                            <a:pt x="135" y="192"/>
                            <a:pt x="135" y="192"/>
                          </a:cubicBezTo>
                          <a:cubicBezTo>
                            <a:pt x="10" y="192"/>
                            <a:pt x="10" y="192"/>
                            <a:pt x="10" y="192"/>
                          </a:cubicBezTo>
                          <a:cubicBezTo>
                            <a:pt x="9" y="192"/>
                            <a:pt x="8" y="191"/>
                            <a:pt x="8" y="190"/>
                          </a:cubicBezTo>
                          <a:cubicBezTo>
                            <a:pt x="8" y="10"/>
                            <a:pt x="8" y="10"/>
                            <a:pt x="8" y="10"/>
                          </a:cubicBezTo>
                          <a:cubicBezTo>
                            <a:pt x="8" y="9"/>
                            <a:pt x="9" y="8"/>
                            <a:pt x="10" y="8"/>
                          </a:cubicBezTo>
                          <a:cubicBezTo>
                            <a:pt x="137" y="8"/>
                            <a:pt x="137" y="8"/>
                            <a:pt x="137" y="8"/>
                          </a:cubicBezTo>
                          <a:cubicBezTo>
                            <a:pt x="138" y="8"/>
                            <a:pt x="139" y="9"/>
                            <a:pt x="139" y="10"/>
                          </a:cubicBezTo>
                          <a:lnTo>
                            <a:pt x="139" y="189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  <p:sp>
                  <p:nvSpPr>
                    <p:cNvPr id="648" name="Freeform 231">
                      <a:extLst>
                        <a:ext uri="{FF2B5EF4-FFF2-40B4-BE49-F238E27FC236}">
                          <a16:creationId xmlns:a16="http://schemas.microsoft.com/office/drawing/2014/main" id="{E33DB63F-D7D2-E86D-CB8A-80C63AFB386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4603413" y="-2403476"/>
                      <a:ext cx="315913" cy="30163"/>
                    </a:xfrm>
                    <a:custGeom>
                      <a:avLst/>
                      <a:gdLst>
                        <a:gd name="T0" fmla="*/ 80 w 84"/>
                        <a:gd name="T1" fmla="*/ 0 h 8"/>
                        <a:gd name="T2" fmla="*/ 4 w 84"/>
                        <a:gd name="T3" fmla="*/ 0 h 8"/>
                        <a:gd name="T4" fmla="*/ 0 w 84"/>
                        <a:gd name="T5" fmla="*/ 4 h 8"/>
                        <a:gd name="T6" fmla="*/ 4 w 84"/>
                        <a:gd name="T7" fmla="*/ 8 h 8"/>
                        <a:gd name="T8" fmla="*/ 80 w 84"/>
                        <a:gd name="T9" fmla="*/ 8 h 8"/>
                        <a:gd name="T10" fmla="*/ 84 w 84"/>
                        <a:gd name="T11" fmla="*/ 4 h 8"/>
                        <a:gd name="T12" fmla="*/ 80 w 84"/>
                        <a:gd name="T13" fmla="*/ 0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4" h="8">
                          <a:moveTo>
                            <a:pt x="80" y="0"/>
                          </a:moveTo>
                          <a:cubicBezTo>
                            <a:pt x="4" y="0"/>
                            <a:pt x="4" y="0"/>
                            <a:pt x="4" y="0"/>
                          </a:cubicBezTo>
                          <a:cubicBezTo>
                            <a:pt x="2" y="0"/>
                            <a:pt x="0" y="2"/>
                            <a:pt x="0" y="4"/>
                          </a:cubicBezTo>
                          <a:cubicBezTo>
                            <a:pt x="0" y="6"/>
                            <a:pt x="2" y="8"/>
                            <a:pt x="4" y="8"/>
                          </a:cubicBezTo>
                          <a:cubicBezTo>
                            <a:pt x="80" y="8"/>
                            <a:pt x="80" y="8"/>
                            <a:pt x="80" y="8"/>
                          </a:cubicBezTo>
                          <a:cubicBezTo>
                            <a:pt x="82" y="8"/>
                            <a:pt x="84" y="6"/>
                            <a:pt x="84" y="4"/>
                          </a:cubicBezTo>
                          <a:cubicBezTo>
                            <a:pt x="84" y="2"/>
                            <a:pt x="82" y="0"/>
                            <a:pt x="80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640" name="그룹 639">
                  <a:extLst>
                    <a:ext uri="{FF2B5EF4-FFF2-40B4-BE49-F238E27FC236}">
                      <a16:creationId xmlns:a16="http://schemas.microsoft.com/office/drawing/2014/main" id="{00084B0D-AD13-74C6-DE58-15DC92C1BC89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-858234" y="5207925"/>
                  <a:ext cx="331998" cy="456614"/>
                  <a:chOff x="11921385" y="4267725"/>
                  <a:chExt cx="916126" cy="1260000"/>
                </a:xfrm>
              </p:grpSpPr>
              <p:sp>
                <p:nvSpPr>
                  <p:cNvPr id="641" name="사각형: 둥근 모서리 284">
                    <a:extLst>
                      <a:ext uri="{FF2B5EF4-FFF2-40B4-BE49-F238E27FC236}">
                        <a16:creationId xmlns:a16="http://schemas.microsoft.com/office/drawing/2014/main" id="{FEEB2B0D-3687-D05C-CD45-A4DC144AB838}"/>
                      </a:ext>
                    </a:extLst>
                  </p:cNvPr>
                  <p:cNvSpPr/>
                  <p:nvPr/>
                </p:nvSpPr>
                <p:spPr>
                  <a:xfrm>
                    <a:off x="11923596" y="4271687"/>
                    <a:ext cx="911716" cy="1252078"/>
                  </a:xfrm>
                  <a:prstGeom prst="roundRect">
                    <a:avLst>
                      <a:gd name="adj" fmla="val 7097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-3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grpSp>
                <p:nvGrpSpPr>
                  <p:cNvPr id="642" name="그룹 641">
                    <a:extLst>
                      <a:ext uri="{FF2B5EF4-FFF2-40B4-BE49-F238E27FC236}">
                        <a16:creationId xmlns:a16="http://schemas.microsoft.com/office/drawing/2014/main" id="{923454EB-EFBB-EE23-0DFE-F53602474C48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11921389" y="4267727"/>
                    <a:ext cx="916126" cy="1260000"/>
                    <a:chOff x="14485938" y="-2571751"/>
                    <a:chExt cx="554038" cy="762000"/>
                  </a:xfrm>
                  <a:solidFill>
                    <a:srgbClr val="262626"/>
                  </a:solidFill>
                </p:grpSpPr>
                <p:sp>
                  <p:nvSpPr>
                    <p:cNvPr id="643" name="Freeform 230">
                      <a:extLst>
                        <a:ext uri="{FF2B5EF4-FFF2-40B4-BE49-F238E27FC236}">
                          <a16:creationId xmlns:a16="http://schemas.microsoft.com/office/drawing/2014/main" id="{FB1324A2-6074-7CFB-6D48-CFAB6FA97519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4485938" y="-2571751"/>
                      <a:ext cx="554038" cy="762000"/>
                    </a:xfrm>
                    <a:custGeom>
                      <a:avLst/>
                      <a:gdLst>
                        <a:gd name="T0" fmla="*/ 137 w 147"/>
                        <a:gd name="T1" fmla="*/ 0 h 200"/>
                        <a:gd name="T2" fmla="*/ 10 w 147"/>
                        <a:gd name="T3" fmla="*/ 0 h 200"/>
                        <a:gd name="T4" fmla="*/ 0 w 147"/>
                        <a:gd name="T5" fmla="*/ 10 h 200"/>
                        <a:gd name="T6" fmla="*/ 0 w 147"/>
                        <a:gd name="T7" fmla="*/ 190 h 200"/>
                        <a:gd name="T8" fmla="*/ 10 w 147"/>
                        <a:gd name="T9" fmla="*/ 200 h 200"/>
                        <a:gd name="T10" fmla="*/ 137 w 147"/>
                        <a:gd name="T11" fmla="*/ 200 h 200"/>
                        <a:gd name="T12" fmla="*/ 140 w 147"/>
                        <a:gd name="T13" fmla="*/ 199 h 200"/>
                        <a:gd name="T14" fmla="*/ 146 w 147"/>
                        <a:gd name="T15" fmla="*/ 193 h 200"/>
                        <a:gd name="T16" fmla="*/ 147 w 147"/>
                        <a:gd name="T17" fmla="*/ 190 h 200"/>
                        <a:gd name="T18" fmla="*/ 147 w 147"/>
                        <a:gd name="T19" fmla="*/ 10 h 200"/>
                        <a:gd name="T20" fmla="*/ 137 w 147"/>
                        <a:gd name="T21" fmla="*/ 0 h 200"/>
                        <a:gd name="T22" fmla="*/ 139 w 147"/>
                        <a:gd name="T23" fmla="*/ 189 h 200"/>
                        <a:gd name="T24" fmla="*/ 135 w 147"/>
                        <a:gd name="T25" fmla="*/ 192 h 200"/>
                        <a:gd name="T26" fmla="*/ 10 w 147"/>
                        <a:gd name="T27" fmla="*/ 192 h 200"/>
                        <a:gd name="T28" fmla="*/ 8 w 147"/>
                        <a:gd name="T29" fmla="*/ 190 h 200"/>
                        <a:gd name="T30" fmla="*/ 8 w 147"/>
                        <a:gd name="T31" fmla="*/ 10 h 200"/>
                        <a:gd name="T32" fmla="*/ 10 w 147"/>
                        <a:gd name="T33" fmla="*/ 8 h 200"/>
                        <a:gd name="T34" fmla="*/ 137 w 147"/>
                        <a:gd name="T35" fmla="*/ 8 h 200"/>
                        <a:gd name="T36" fmla="*/ 139 w 147"/>
                        <a:gd name="T37" fmla="*/ 10 h 200"/>
                        <a:gd name="T38" fmla="*/ 139 w 147"/>
                        <a:gd name="T39" fmla="*/ 189 h 2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</a:cxnLst>
                      <a:rect l="0" t="0" r="r" b="b"/>
                      <a:pathLst>
                        <a:path w="147" h="200">
                          <a:moveTo>
                            <a:pt x="137" y="0"/>
                          </a:moveTo>
                          <a:cubicBezTo>
                            <a:pt x="10" y="0"/>
                            <a:pt x="10" y="0"/>
                            <a:pt x="10" y="0"/>
                          </a:cubicBezTo>
                          <a:cubicBezTo>
                            <a:pt x="4" y="0"/>
                            <a:pt x="0" y="5"/>
                            <a:pt x="0" y="10"/>
                          </a:cubicBezTo>
                          <a:cubicBezTo>
                            <a:pt x="0" y="190"/>
                            <a:pt x="0" y="190"/>
                            <a:pt x="0" y="190"/>
                          </a:cubicBezTo>
                          <a:cubicBezTo>
                            <a:pt x="0" y="196"/>
                            <a:pt x="4" y="200"/>
                            <a:pt x="10" y="200"/>
                          </a:cubicBezTo>
                          <a:cubicBezTo>
                            <a:pt x="137" y="200"/>
                            <a:pt x="137" y="200"/>
                            <a:pt x="137" y="200"/>
                          </a:cubicBezTo>
                          <a:cubicBezTo>
                            <a:pt x="138" y="200"/>
                            <a:pt x="139" y="200"/>
                            <a:pt x="140" y="199"/>
                          </a:cubicBezTo>
                          <a:cubicBezTo>
                            <a:pt x="146" y="193"/>
                            <a:pt x="146" y="193"/>
                            <a:pt x="146" y="193"/>
                          </a:cubicBezTo>
                          <a:cubicBezTo>
                            <a:pt x="146" y="192"/>
                            <a:pt x="147" y="191"/>
                            <a:pt x="147" y="190"/>
                          </a:cubicBezTo>
                          <a:cubicBezTo>
                            <a:pt x="147" y="10"/>
                            <a:pt x="147" y="10"/>
                            <a:pt x="147" y="10"/>
                          </a:cubicBezTo>
                          <a:cubicBezTo>
                            <a:pt x="147" y="5"/>
                            <a:pt x="142" y="0"/>
                            <a:pt x="137" y="0"/>
                          </a:cubicBezTo>
                          <a:close/>
                          <a:moveTo>
                            <a:pt x="139" y="189"/>
                          </a:moveTo>
                          <a:cubicBezTo>
                            <a:pt x="135" y="192"/>
                            <a:pt x="135" y="192"/>
                            <a:pt x="135" y="192"/>
                          </a:cubicBezTo>
                          <a:cubicBezTo>
                            <a:pt x="10" y="192"/>
                            <a:pt x="10" y="192"/>
                            <a:pt x="10" y="192"/>
                          </a:cubicBezTo>
                          <a:cubicBezTo>
                            <a:pt x="9" y="192"/>
                            <a:pt x="8" y="191"/>
                            <a:pt x="8" y="190"/>
                          </a:cubicBezTo>
                          <a:cubicBezTo>
                            <a:pt x="8" y="10"/>
                            <a:pt x="8" y="10"/>
                            <a:pt x="8" y="10"/>
                          </a:cubicBezTo>
                          <a:cubicBezTo>
                            <a:pt x="8" y="9"/>
                            <a:pt x="9" y="8"/>
                            <a:pt x="10" y="8"/>
                          </a:cubicBezTo>
                          <a:cubicBezTo>
                            <a:pt x="137" y="8"/>
                            <a:pt x="137" y="8"/>
                            <a:pt x="137" y="8"/>
                          </a:cubicBezTo>
                          <a:cubicBezTo>
                            <a:pt x="138" y="8"/>
                            <a:pt x="139" y="9"/>
                            <a:pt x="139" y="10"/>
                          </a:cubicBezTo>
                          <a:lnTo>
                            <a:pt x="139" y="189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  <p:sp>
                  <p:nvSpPr>
                    <p:cNvPr id="644" name="Freeform 231">
                      <a:extLst>
                        <a:ext uri="{FF2B5EF4-FFF2-40B4-BE49-F238E27FC236}">
                          <a16:creationId xmlns:a16="http://schemas.microsoft.com/office/drawing/2014/main" id="{E3360277-8A34-3331-F0D6-5AD5DC677EB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4603413" y="-2403476"/>
                      <a:ext cx="315913" cy="30163"/>
                    </a:xfrm>
                    <a:custGeom>
                      <a:avLst/>
                      <a:gdLst>
                        <a:gd name="T0" fmla="*/ 80 w 84"/>
                        <a:gd name="T1" fmla="*/ 0 h 8"/>
                        <a:gd name="T2" fmla="*/ 4 w 84"/>
                        <a:gd name="T3" fmla="*/ 0 h 8"/>
                        <a:gd name="T4" fmla="*/ 0 w 84"/>
                        <a:gd name="T5" fmla="*/ 4 h 8"/>
                        <a:gd name="T6" fmla="*/ 4 w 84"/>
                        <a:gd name="T7" fmla="*/ 8 h 8"/>
                        <a:gd name="T8" fmla="*/ 80 w 84"/>
                        <a:gd name="T9" fmla="*/ 8 h 8"/>
                        <a:gd name="T10" fmla="*/ 84 w 84"/>
                        <a:gd name="T11" fmla="*/ 4 h 8"/>
                        <a:gd name="T12" fmla="*/ 80 w 84"/>
                        <a:gd name="T13" fmla="*/ 0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4" h="8">
                          <a:moveTo>
                            <a:pt x="80" y="0"/>
                          </a:moveTo>
                          <a:cubicBezTo>
                            <a:pt x="4" y="0"/>
                            <a:pt x="4" y="0"/>
                            <a:pt x="4" y="0"/>
                          </a:cubicBezTo>
                          <a:cubicBezTo>
                            <a:pt x="2" y="0"/>
                            <a:pt x="0" y="2"/>
                            <a:pt x="0" y="4"/>
                          </a:cubicBezTo>
                          <a:cubicBezTo>
                            <a:pt x="0" y="6"/>
                            <a:pt x="2" y="8"/>
                            <a:pt x="4" y="8"/>
                          </a:cubicBezTo>
                          <a:cubicBezTo>
                            <a:pt x="80" y="8"/>
                            <a:pt x="80" y="8"/>
                            <a:pt x="80" y="8"/>
                          </a:cubicBezTo>
                          <a:cubicBezTo>
                            <a:pt x="82" y="8"/>
                            <a:pt x="84" y="6"/>
                            <a:pt x="84" y="4"/>
                          </a:cubicBezTo>
                          <a:cubicBezTo>
                            <a:pt x="84" y="2"/>
                            <a:pt x="82" y="0"/>
                            <a:pt x="80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</p:grpSp>
            </p:grpSp>
          </p:grpSp>
          <p:grpSp>
            <p:nvGrpSpPr>
              <p:cNvPr id="633" name="그룹 632">
                <a:extLst>
                  <a:ext uri="{FF2B5EF4-FFF2-40B4-BE49-F238E27FC236}">
                    <a16:creationId xmlns:a16="http://schemas.microsoft.com/office/drawing/2014/main" id="{75E3EE1A-9074-FBFF-9F8E-1CDA1903E89A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026819" y="6679090"/>
                <a:ext cx="196070" cy="227564"/>
                <a:chOff x="11751901" y="4267727"/>
                <a:chExt cx="1085614" cy="1260000"/>
              </a:xfrm>
            </p:grpSpPr>
            <p:sp>
              <p:nvSpPr>
                <p:cNvPr id="635" name="사각형: 둥근 모서리 226">
                  <a:extLst>
                    <a:ext uri="{FF2B5EF4-FFF2-40B4-BE49-F238E27FC236}">
                      <a16:creationId xmlns:a16="http://schemas.microsoft.com/office/drawing/2014/main" id="{69A41F66-56D2-DE21-03BB-B3BBBB375D5C}"/>
                    </a:ext>
                  </a:extLst>
                </p:cNvPr>
                <p:cNvSpPr/>
                <p:nvPr/>
              </p:nvSpPr>
              <p:spPr>
                <a:xfrm>
                  <a:off x="11751901" y="4271686"/>
                  <a:ext cx="911712" cy="1252077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  <p:grpSp>
              <p:nvGrpSpPr>
                <p:cNvPr id="636" name="그룹 635">
                  <a:extLst>
                    <a:ext uri="{FF2B5EF4-FFF2-40B4-BE49-F238E27FC236}">
                      <a16:creationId xmlns:a16="http://schemas.microsoft.com/office/drawing/2014/main" id="{00A94A46-6D41-24CE-53D3-D26045602E0E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637" name="Freeform 230">
                    <a:extLst>
                      <a:ext uri="{FF2B5EF4-FFF2-40B4-BE49-F238E27FC236}">
                        <a16:creationId xmlns:a16="http://schemas.microsoft.com/office/drawing/2014/main" id="{ED9D067B-1FC8-B3A4-788C-914451614229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sp>
                <p:nvSpPr>
                  <p:cNvPr id="638" name="Freeform 231">
                    <a:extLst>
                      <a:ext uri="{FF2B5EF4-FFF2-40B4-BE49-F238E27FC236}">
                        <a16:creationId xmlns:a16="http://schemas.microsoft.com/office/drawing/2014/main" id="{5D12FD2A-B55C-D62F-D295-C1E5D9DF96F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</p:grpSp>
          </p:grpSp>
          <p:sp>
            <p:nvSpPr>
              <p:cNvPr id="634" name="직사각형 633">
                <a:extLst>
                  <a:ext uri="{FF2B5EF4-FFF2-40B4-BE49-F238E27FC236}">
                    <a16:creationId xmlns:a16="http://schemas.microsoft.com/office/drawing/2014/main" id="{AC1A1B30-ACFE-A8B6-1D9A-E612615C3FAE}"/>
                  </a:ext>
                </a:extLst>
              </p:cNvPr>
              <p:cNvSpPr/>
              <p:nvPr/>
            </p:nvSpPr>
            <p:spPr>
              <a:xfrm>
                <a:off x="6924199" y="6619793"/>
                <a:ext cx="130004" cy="350704"/>
              </a:xfrm>
              <a:prstGeom prst="rect">
                <a:avLst/>
              </a:prstGeom>
              <a:noFill/>
              <a:ln w="254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1" indent="0" algn="ctr" defTabSz="147490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prstClr val="black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0" lang="en-US" altLang="ko-KR" sz="1050" b="0" i="0" u="none" strike="noStrike" kern="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ea typeface="KoPub돋움체 Bold" panose="02020603020101020101" pitchFamily="18" charset="-127"/>
                    <a:cs typeface="Arial"/>
                  </a:rPr>
                  <a:t>…</a:t>
                </a:r>
                <a:endParaRPr kumimoji="0" lang="ko-KR" altLang="en-US" sz="1050" b="0" i="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ea typeface="KoPub돋움체 Bold" panose="02020603020101020101" pitchFamily="18" charset="-127"/>
                  <a:cs typeface="Arial"/>
                </a:endParaRPr>
              </a:p>
            </p:txBody>
          </p:sp>
        </p:grpSp>
        <p:grpSp>
          <p:nvGrpSpPr>
            <p:cNvPr id="649" name="그룹 648">
              <a:extLst>
                <a:ext uri="{FF2B5EF4-FFF2-40B4-BE49-F238E27FC236}">
                  <a16:creationId xmlns:a16="http://schemas.microsoft.com/office/drawing/2014/main" id="{8915874A-C117-229E-1B33-0E95C314D3A6}"/>
                </a:ext>
              </a:extLst>
            </p:cNvPr>
            <p:cNvGrpSpPr/>
            <p:nvPr/>
          </p:nvGrpSpPr>
          <p:grpSpPr>
            <a:xfrm>
              <a:off x="7990663" y="1231285"/>
              <a:ext cx="635019" cy="203773"/>
              <a:chOff x="8706724" y="2680162"/>
              <a:chExt cx="864095" cy="442275"/>
            </a:xfrm>
          </p:grpSpPr>
          <p:sp>
            <p:nvSpPr>
              <p:cNvPr id="650" name="Rectangle 78">
                <a:extLst>
                  <a:ext uri="{FF2B5EF4-FFF2-40B4-BE49-F238E27FC236}">
                    <a16:creationId xmlns:a16="http://schemas.microsoft.com/office/drawing/2014/main" id="{22679831-4632-22B7-5FD8-5E57543B8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43114" y="2954322"/>
                <a:ext cx="381723" cy="16811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  <a:cs typeface="+mn-cs"/>
                  </a:defRPr>
                </a:lvl1pPr>
                <a:lvl2pPr marL="496888" indent="-39688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  <a:cs typeface="+mn-cs"/>
                  </a:defRPr>
                </a:lvl2pPr>
                <a:lvl3pPr marL="995363" indent="-80963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  <a:cs typeface="+mn-cs"/>
                  </a:defRPr>
                </a:lvl3pPr>
                <a:lvl4pPr marL="1492250" indent="-12065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  <a:cs typeface="+mn-cs"/>
                  </a:defRPr>
                </a:lvl4pPr>
                <a:lvl5pPr marL="1990725" indent="-161925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  <a:cs typeface="+mn-cs"/>
                  </a:defRPr>
                </a:lvl9pPr>
              </a:lstStyle>
              <a:p>
                <a:pPr algn="ctr" defTabSz="1042988" eaLnBrk="0" latinLnBrk="0" hangingPunct="0">
                  <a:lnSpc>
                    <a:spcPct val="110000"/>
                  </a:lnSpc>
                  <a:buClr>
                    <a:srgbClr val="3271AA"/>
                  </a:buClr>
                  <a:buSzPct val="140000"/>
                  <a:tabLst>
                    <a:tab pos="5648325" algn="l"/>
                  </a:tabLst>
                </a:pPr>
                <a:r>
                  <a:rPr kumimoji="0"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KoPub돋움체 Medium" panose="00000600000000000000" pitchFamily="2" charset="-127"/>
                    <a:sym typeface="KoPub돋움체 Medium"/>
                  </a:rPr>
                  <a:t>IaaS(CPU)</a:t>
                </a:r>
              </a:p>
            </p:txBody>
          </p:sp>
          <p:grpSp>
            <p:nvGrpSpPr>
              <p:cNvPr id="651" name="그룹 650">
                <a:extLst>
                  <a:ext uri="{FF2B5EF4-FFF2-40B4-BE49-F238E27FC236}">
                    <a16:creationId xmlns:a16="http://schemas.microsoft.com/office/drawing/2014/main" id="{F3A73BE1-1E58-5923-3BE2-EEB9CA9DCD76}"/>
                  </a:ext>
                </a:extLst>
              </p:cNvPr>
              <p:cNvGrpSpPr/>
              <p:nvPr/>
            </p:nvGrpSpPr>
            <p:grpSpPr>
              <a:xfrm>
                <a:off x="8706724" y="2680162"/>
                <a:ext cx="864095" cy="350704"/>
                <a:chOff x="214860" y="5316164"/>
                <a:chExt cx="864095" cy="350704"/>
              </a:xfrm>
            </p:grpSpPr>
            <p:grpSp>
              <p:nvGrpSpPr>
                <p:cNvPr id="652" name="그룹 651">
                  <a:extLst>
                    <a:ext uri="{FF2B5EF4-FFF2-40B4-BE49-F238E27FC236}">
                      <a16:creationId xmlns:a16="http://schemas.microsoft.com/office/drawing/2014/main" id="{2B81E601-A4DE-3A24-ECB7-A450D08C1180}"/>
                    </a:ext>
                  </a:extLst>
                </p:cNvPr>
                <p:cNvGrpSpPr/>
                <p:nvPr/>
              </p:nvGrpSpPr>
              <p:grpSpPr>
                <a:xfrm>
                  <a:off x="214860" y="5374425"/>
                  <a:ext cx="360560" cy="227564"/>
                  <a:chOff x="-1249711" y="5207925"/>
                  <a:chExt cx="723475" cy="456614"/>
                </a:xfrm>
              </p:grpSpPr>
              <p:grpSp>
                <p:nvGrpSpPr>
                  <p:cNvPr id="664" name="그룹 663">
                    <a:extLst>
                      <a:ext uri="{FF2B5EF4-FFF2-40B4-BE49-F238E27FC236}">
                        <a16:creationId xmlns:a16="http://schemas.microsoft.com/office/drawing/2014/main" id="{D8914D58-5CD0-1AAB-56A1-A6BD1DF0A739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-1249711" y="5207925"/>
                    <a:ext cx="331998" cy="456614"/>
                    <a:chOff x="11921385" y="4267725"/>
                    <a:chExt cx="916126" cy="1260000"/>
                  </a:xfrm>
                </p:grpSpPr>
                <p:sp>
                  <p:nvSpPr>
                    <p:cNvPr id="670" name="사각형: 둥근 모서리 288">
                      <a:extLst>
                        <a:ext uri="{FF2B5EF4-FFF2-40B4-BE49-F238E27FC236}">
                          <a16:creationId xmlns:a16="http://schemas.microsoft.com/office/drawing/2014/main" id="{916E8346-A792-0BE1-EC0A-B8772BB37E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923596" y="4271687"/>
                      <a:ext cx="911716" cy="1252078"/>
                    </a:xfrm>
                    <a:prstGeom prst="roundRect">
                      <a:avLst>
                        <a:gd name="adj" fmla="val 7097"/>
                      </a:avLst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-3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  <p:grpSp>
                  <p:nvGrpSpPr>
                    <p:cNvPr id="671" name="그룹 670">
                      <a:extLst>
                        <a:ext uri="{FF2B5EF4-FFF2-40B4-BE49-F238E27FC236}">
                          <a16:creationId xmlns:a16="http://schemas.microsoft.com/office/drawing/2014/main" id="{CCD73AF5-FAF1-C49E-6A5A-94438C23BAFB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>
                    <a:xfrm>
                      <a:off x="11921389" y="4267727"/>
                      <a:ext cx="916126" cy="1260000"/>
                      <a:chOff x="14485938" y="-2571751"/>
                      <a:chExt cx="554038" cy="762000"/>
                    </a:xfrm>
                    <a:solidFill>
                      <a:srgbClr val="262626"/>
                    </a:solidFill>
                  </p:grpSpPr>
                  <p:sp>
                    <p:nvSpPr>
                      <p:cNvPr id="672" name="Freeform 230">
                        <a:extLst>
                          <a:ext uri="{FF2B5EF4-FFF2-40B4-BE49-F238E27FC236}">
                            <a16:creationId xmlns:a16="http://schemas.microsoft.com/office/drawing/2014/main" id="{F8FE5DEB-7378-BF45-8288-01ED04CE32BF}"/>
                          </a:ext>
                        </a:extLst>
                      </p:cNvPr>
                      <p:cNvSpPr>
                        <a:spLocks noEditPoints="1"/>
                      </p:cNvSpPr>
                      <p:nvPr/>
                    </p:nvSpPr>
                    <p:spPr bwMode="auto">
                      <a:xfrm>
                        <a:off x="14485938" y="-2571751"/>
                        <a:ext cx="554038" cy="762000"/>
                      </a:xfrm>
                      <a:custGeom>
                        <a:avLst/>
                        <a:gdLst>
                          <a:gd name="T0" fmla="*/ 137 w 147"/>
                          <a:gd name="T1" fmla="*/ 0 h 200"/>
                          <a:gd name="T2" fmla="*/ 10 w 147"/>
                          <a:gd name="T3" fmla="*/ 0 h 200"/>
                          <a:gd name="T4" fmla="*/ 0 w 147"/>
                          <a:gd name="T5" fmla="*/ 10 h 200"/>
                          <a:gd name="T6" fmla="*/ 0 w 147"/>
                          <a:gd name="T7" fmla="*/ 190 h 200"/>
                          <a:gd name="T8" fmla="*/ 10 w 147"/>
                          <a:gd name="T9" fmla="*/ 200 h 200"/>
                          <a:gd name="T10" fmla="*/ 137 w 147"/>
                          <a:gd name="T11" fmla="*/ 200 h 200"/>
                          <a:gd name="T12" fmla="*/ 140 w 147"/>
                          <a:gd name="T13" fmla="*/ 199 h 200"/>
                          <a:gd name="T14" fmla="*/ 146 w 147"/>
                          <a:gd name="T15" fmla="*/ 193 h 200"/>
                          <a:gd name="T16" fmla="*/ 147 w 147"/>
                          <a:gd name="T17" fmla="*/ 190 h 200"/>
                          <a:gd name="T18" fmla="*/ 147 w 147"/>
                          <a:gd name="T19" fmla="*/ 10 h 200"/>
                          <a:gd name="T20" fmla="*/ 137 w 147"/>
                          <a:gd name="T21" fmla="*/ 0 h 200"/>
                          <a:gd name="T22" fmla="*/ 139 w 147"/>
                          <a:gd name="T23" fmla="*/ 189 h 200"/>
                          <a:gd name="T24" fmla="*/ 135 w 147"/>
                          <a:gd name="T25" fmla="*/ 192 h 200"/>
                          <a:gd name="T26" fmla="*/ 10 w 147"/>
                          <a:gd name="T27" fmla="*/ 192 h 200"/>
                          <a:gd name="T28" fmla="*/ 8 w 147"/>
                          <a:gd name="T29" fmla="*/ 190 h 200"/>
                          <a:gd name="T30" fmla="*/ 8 w 147"/>
                          <a:gd name="T31" fmla="*/ 10 h 200"/>
                          <a:gd name="T32" fmla="*/ 10 w 147"/>
                          <a:gd name="T33" fmla="*/ 8 h 200"/>
                          <a:gd name="T34" fmla="*/ 137 w 147"/>
                          <a:gd name="T35" fmla="*/ 8 h 200"/>
                          <a:gd name="T36" fmla="*/ 139 w 147"/>
                          <a:gd name="T37" fmla="*/ 10 h 200"/>
                          <a:gd name="T38" fmla="*/ 139 w 147"/>
                          <a:gd name="T39" fmla="*/ 189 h 200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</a:cxnLst>
                        <a:rect l="0" t="0" r="r" b="b"/>
                        <a:pathLst>
                          <a:path w="147" h="200">
                            <a:moveTo>
                              <a:pt x="137" y="0"/>
                            </a:moveTo>
                            <a:cubicBezTo>
                              <a:pt x="10" y="0"/>
                              <a:pt x="10" y="0"/>
                              <a:pt x="10" y="0"/>
                            </a:cubicBezTo>
                            <a:cubicBezTo>
                              <a:pt x="4" y="0"/>
                              <a:pt x="0" y="5"/>
                              <a:pt x="0" y="10"/>
                            </a:cubicBezTo>
                            <a:cubicBezTo>
                              <a:pt x="0" y="190"/>
                              <a:pt x="0" y="190"/>
                              <a:pt x="0" y="190"/>
                            </a:cubicBezTo>
                            <a:cubicBezTo>
                              <a:pt x="0" y="196"/>
                              <a:pt x="4" y="200"/>
                              <a:pt x="10" y="200"/>
                            </a:cubicBezTo>
                            <a:cubicBezTo>
                              <a:pt x="137" y="200"/>
                              <a:pt x="137" y="200"/>
                              <a:pt x="137" y="200"/>
                            </a:cubicBezTo>
                            <a:cubicBezTo>
                              <a:pt x="138" y="200"/>
                              <a:pt x="139" y="200"/>
                              <a:pt x="140" y="199"/>
                            </a:cubicBezTo>
                            <a:cubicBezTo>
                              <a:pt x="146" y="193"/>
                              <a:pt x="146" y="193"/>
                              <a:pt x="146" y="193"/>
                            </a:cubicBezTo>
                            <a:cubicBezTo>
                              <a:pt x="146" y="192"/>
                              <a:pt x="147" y="191"/>
                              <a:pt x="147" y="190"/>
                            </a:cubicBezTo>
                            <a:cubicBezTo>
                              <a:pt x="147" y="10"/>
                              <a:pt x="147" y="10"/>
                              <a:pt x="147" y="10"/>
                            </a:cubicBezTo>
                            <a:cubicBezTo>
                              <a:pt x="147" y="5"/>
                              <a:pt x="142" y="0"/>
                              <a:pt x="137" y="0"/>
                            </a:cubicBezTo>
                            <a:close/>
                            <a:moveTo>
                              <a:pt x="139" y="189"/>
                            </a:moveTo>
                            <a:cubicBezTo>
                              <a:pt x="135" y="192"/>
                              <a:pt x="135" y="192"/>
                              <a:pt x="135" y="192"/>
                            </a:cubicBezTo>
                            <a:cubicBezTo>
                              <a:pt x="10" y="192"/>
                              <a:pt x="10" y="192"/>
                              <a:pt x="10" y="192"/>
                            </a:cubicBezTo>
                            <a:cubicBezTo>
                              <a:pt x="9" y="192"/>
                              <a:pt x="8" y="191"/>
                              <a:pt x="8" y="190"/>
                            </a:cubicBezTo>
                            <a:cubicBezTo>
                              <a:pt x="8" y="10"/>
                              <a:pt x="8" y="10"/>
                              <a:pt x="8" y="10"/>
                            </a:cubicBezTo>
                            <a:cubicBezTo>
                              <a:pt x="8" y="9"/>
                              <a:pt x="9" y="8"/>
                              <a:pt x="10" y="8"/>
                            </a:cubicBezTo>
                            <a:cubicBezTo>
                              <a:pt x="137" y="8"/>
                              <a:pt x="137" y="8"/>
                              <a:pt x="137" y="8"/>
                            </a:cubicBezTo>
                            <a:cubicBezTo>
                              <a:pt x="138" y="8"/>
                              <a:pt x="139" y="9"/>
                              <a:pt x="139" y="10"/>
                            </a:cubicBezTo>
                            <a:lnTo>
                              <a:pt x="139" y="189"/>
                            </a:lnTo>
                            <a:close/>
                          </a:path>
                        </a:pathLst>
                      </a:custGeom>
                      <a:grpFill/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ko-KR" altLang="en-US" sz="1600" b="0" i="0" u="none" strike="noStrike" kern="1200" cap="none" spc="0" normalizeH="0" baseline="0" noProof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ea typeface="KoPub돋움체 Medium"/>
                          <a:cs typeface="Arial"/>
                        </a:endParaRPr>
                      </a:p>
                    </p:txBody>
                  </p:sp>
                  <p:sp>
                    <p:nvSpPr>
                      <p:cNvPr id="673" name="Freeform 231">
                        <a:extLst>
                          <a:ext uri="{FF2B5EF4-FFF2-40B4-BE49-F238E27FC236}">
                            <a16:creationId xmlns:a16="http://schemas.microsoft.com/office/drawing/2014/main" id="{C3A67506-988A-F4D2-6256-027D16F0A8E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4603413" y="-2403476"/>
                        <a:ext cx="315913" cy="30163"/>
                      </a:xfrm>
                      <a:custGeom>
                        <a:avLst/>
                        <a:gdLst>
                          <a:gd name="T0" fmla="*/ 80 w 84"/>
                          <a:gd name="T1" fmla="*/ 0 h 8"/>
                          <a:gd name="T2" fmla="*/ 4 w 84"/>
                          <a:gd name="T3" fmla="*/ 0 h 8"/>
                          <a:gd name="T4" fmla="*/ 0 w 84"/>
                          <a:gd name="T5" fmla="*/ 4 h 8"/>
                          <a:gd name="T6" fmla="*/ 4 w 84"/>
                          <a:gd name="T7" fmla="*/ 8 h 8"/>
                          <a:gd name="T8" fmla="*/ 80 w 84"/>
                          <a:gd name="T9" fmla="*/ 8 h 8"/>
                          <a:gd name="T10" fmla="*/ 84 w 84"/>
                          <a:gd name="T11" fmla="*/ 4 h 8"/>
                          <a:gd name="T12" fmla="*/ 80 w 84"/>
                          <a:gd name="T13" fmla="*/ 0 h 8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84" h="8">
                            <a:moveTo>
                              <a:pt x="80" y="0"/>
                            </a:moveTo>
                            <a:cubicBezTo>
                              <a:pt x="4" y="0"/>
                              <a:pt x="4" y="0"/>
                              <a:pt x="4" y="0"/>
                            </a:cubicBezTo>
                            <a:cubicBezTo>
                              <a:pt x="2" y="0"/>
                              <a:pt x="0" y="2"/>
                              <a:pt x="0" y="4"/>
                            </a:cubicBezTo>
                            <a:cubicBezTo>
                              <a:pt x="0" y="6"/>
                              <a:pt x="2" y="8"/>
                              <a:pt x="4" y="8"/>
                            </a:cubicBezTo>
                            <a:cubicBezTo>
                              <a:pt x="80" y="8"/>
                              <a:pt x="80" y="8"/>
                              <a:pt x="80" y="8"/>
                            </a:cubicBezTo>
                            <a:cubicBezTo>
                              <a:pt x="82" y="8"/>
                              <a:pt x="84" y="6"/>
                              <a:pt x="84" y="4"/>
                            </a:cubicBezTo>
                            <a:cubicBezTo>
                              <a:pt x="84" y="2"/>
                              <a:pt x="82" y="0"/>
                              <a:pt x="80" y="0"/>
                            </a:cubicBezTo>
                            <a:close/>
                          </a:path>
                        </a:pathLst>
                      </a:custGeom>
                      <a:grpFill/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ko-KR" altLang="en-US" sz="1600" b="0" i="0" u="none" strike="noStrike" kern="1200" cap="none" spc="0" normalizeH="0" baseline="0" noProof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ea typeface="KoPub돋움체 Medium"/>
                          <a:cs typeface="Arial"/>
                        </a:endParaRPr>
                      </a:p>
                    </p:txBody>
                  </p:sp>
                </p:grpSp>
              </p:grpSp>
              <p:grpSp>
                <p:nvGrpSpPr>
                  <p:cNvPr id="665" name="그룹 664">
                    <a:extLst>
                      <a:ext uri="{FF2B5EF4-FFF2-40B4-BE49-F238E27FC236}">
                        <a16:creationId xmlns:a16="http://schemas.microsoft.com/office/drawing/2014/main" id="{7D1EDD9D-8138-DB91-A2B9-5DA46C14E2DD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-858234" y="5207925"/>
                    <a:ext cx="331998" cy="456614"/>
                    <a:chOff x="11921385" y="4267725"/>
                    <a:chExt cx="916126" cy="1260000"/>
                  </a:xfrm>
                </p:grpSpPr>
                <p:sp>
                  <p:nvSpPr>
                    <p:cNvPr id="666" name="사각형: 둥근 모서리 284">
                      <a:extLst>
                        <a:ext uri="{FF2B5EF4-FFF2-40B4-BE49-F238E27FC236}">
                          <a16:creationId xmlns:a16="http://schemas.microsoft.com/office/drawing/2014/main" id="{2AFD3AC5-E985-A3F5-17AE-46FFD0D50B6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923596" y="4271687"/>
                      <a:ext cx="911716" cy="1252078"/>
                    </a:xfrm>
                    <a:prstGeom prst="roundRect">
                      <a:avLst>
                        <a:gd name="adj" fmla="val 7097"/>
                      </a:avLst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-3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  <p:grpSp>
                  <p:nvGrpSpPr>
                    <p:cNvPr id="667" name="그룹 666">
                      <a:extLst>
                        <a:ext uri="{FF2B5EF4-FFF2-40B4-BE49-F238E27FC236}">
                          <a16:creationId xmlns:a16="http://schemas.microsoft.com/office/drawing/2014/main" id="{EB3AA316-2B24-7FD9-9A5D-41283609E0B7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>
                    <a:xfrm>
                      <a:off x="11921389" y="4267727"/>
                      <a:ext cx="916126" cy="1260000"/>
                      <a:chOff x="14485938" y="-2571751"/>
                      <a:chExt cx="554038" cy="762000"/>
                    </a:xfrm>
                    <a:solidFill>
                      <a:srgbClr val="262626"/>
                    </a:solidFill>
                  </p:grpSpPr>
                  <p:sp>
                    <p:nvSpPr>
                      <p:cNvPr id="668" name="Freeform 230">
                        <a:extLst>
                          <a:ext uri="{FF2B5EF4-FFF2-40B4-BE49-F238E27FC236}">
                            <a16:creationId xmlns:a16="http://schemas.microsoft.com/office/drawing/2014/main" id="{F50DC3B7-6654-9631-A38E-DE41DCD271EC}"/>
                          </a:ext>
                        </a:extLst>
                      </p:cNvPr>
                      <p:cNvSpPr>
                        <a:spLocks noEditPoints="1"/>
                      </p:cNvSpPr>
                      <p:nvPr/>
                    </p:nvSpPr>
                    <p:spPr bwMode="auto">
                      <a:xfrm>
                        <a:off x="14485938" y="-2571751"/>
                        <a:ext cx="554038" cy="762000"/>
                      </a:xfrm>
                      <a:custGeom>
                        <a:avLst/>
                        <a:gdLst>
                          <a:gd name="T0" fmla="*/ 137 w 147"/>
                          <a:gd name="T1" fmla="*/ 0 h 200"/>
                          <a:gd name="T2" fmla="*/ 10 w 147"/>
                          <a:gd name="T3" fmla="*/ 0 h 200"/>
                          <a:gd name="T4" fmla="*/ 0 w 147"/>
                          <a:gd name="T5" fmla="*/ 10 h 200"/>
                          <a:gd name="T6" fmla="*/ 0 w 147"/>
                          <a:gd name="T7" fmla="*/ 190 h 200"/>
                          <a:gd name="T8" fmla="*/ 10 w 147"/>
                          <a:gd name="T9" fmla="*/ 200 h 200"/>
                          <a:gd name="T10" fmla="*/ 137 w 147"/>
                          <a:gd name="T11" fmla="*/ 200 h 200"/>
                          <a:gd name="T12" fmla="*/ 140 w 147"/>
                          <a:gd name="T13" fmla="*/ 199 h 200"/>
                          <a:gd name="T14" fmla="*/ 146 w 147"/>
                          <a:gd name="T15" fmla="*/ 193 h 200"/>
                          <a:gd name="T16" fmla="*/ 147 w 147"/>
                          <a:gd name="T17" fmla="*/ 190 h 200"/>
                          <a:gd name="T18" fmla="*/ 147 w 147"/>
                          <a:gd name="T19" fmla="*/ 10 h 200"/>
                          <a:gd name="T20" fmla="*/ 137 w 147"/>
                          <a:gd name="T21" fmla="*/ 0 h 200"/>
                          <a:gd name="T22" fmla="*/ 139 w 147"/>
                          <a:gd name="T23" fmla="*/ 189 h 200"/>
                          <a:gd name="T24" fmla="*/ 135 w 147"/>
                          <a:gd name="T25" fmla="*/ 192 h 200"/>
                          <a:gd name="T26" fmla="*/ 10 w 147"/>
                          <a:gd name="T27" fmla="*/ 192 h 200"/>
                          <a:gd name="T28" fmla="*/ 8 w 147"/>
                          <a:gd name="T29" fmla="*/ 190 h 200"/>
                          <a:gd name="T30" fmla="*/ 8 w 147"/>
                          <a:gd name="T31" fmla="*/ 10 h 200"/>
                          <a:gd name="T32" fmla="*/ 10 w 147"/>
                          <a:gd name="T33" fmla="*/ 8 h 200"/>
                          <a:gd name="T34" fmla="*/ 137 w 147"/>
                          <a:gd name="T35" fmla="*/ 8 h 200"/>
                          <a:gd name="T36" fmla="*/ 139 w 147"/>
                          <a:gd name="T37" fmla="*/ 10 h 200"/>
                          <a:gd name="T38" fmla="*/ 139 w 147"/>
                          <a:gd name="T39" fmla="*/ 189 h 200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</a:cxnLst>
                        <a:rect l="0" t="0" r="r" b="b"/>
                        <a:pathLst>
                          <a:path w="147" h="200">
                            <a:moveTo>
                              <a:pt x="137" y="0"/>
                            </a:moveTo>
                            <a:cubicBezTo>
                              <a:pt x="10" y="0"/>
                              <a:pt x="10" y="0"/>
                              <a:pt x="10" y="0"/>
                            </a:cubicBezTo>
                            <a:cubicBezTo>
                              <a:pt x="4" y="0"/>
                              <a:pt x="0" y="5"/>
                              <a:pt x="0" y="10"/>
                            </a:cubicBezTo>
                            <a:cubicBezTo>
                              <a:pt x="0" y="190"/>
                              <a:pt x="0" y="190"/>
                              <a:pt x="0" y="190"/>
                            </a:cubicBezTo>
                            <a:cubicBezTo>
                              <a:pt x="0" y="196"/>
                              <a:pt x="4" y="200"/>
                              <a:pt x="10" y="200"/>
                            </a:cubicBezTo>
                            <a:cubicBezTo>
                              <a:pt x="137" y="200"/>
                              <a:pt x="137" y="200"/>
                              <a:pt x="137" y="200"/>
                            </a:cubicBezTo>
                            <a:cubicBezTo>
                              <a:pt x="138" y="200"/>
                              <a:pt x="139" y="200"/>
                              <a:pt x="140" y="199"/>
                            </a:cubicBezTo>
                            <a:cubicBezTo>
                              <a:pt x="146" y="193"/>
                              <a:pt x="146" y="193"/>
                              <a:pt x="146" y="193"/>
                            </a:cubicBezTo>
                            <a:cubicBezTo>
                              <a:pt x="146" y="192"/>
                              <a:pt x="147" y="191"/>
                              <a:pt x="147" y="190"/>
                            </a:cubicBezTo>
                            <a:cubicBezTo>
                              <a:pt x="147" y="10"/>
                              <a:pt x="147" y="10"/>
                              <a:pt x="147" y="10"/>
                            </a:cubicBezTo>
                            <a:cubicBezTo>
                              <a:pt x="147" y="5"/>
                              <a:pt x="142" y="0"/>
                              <a:pt x="137" y="0"/>
                            </a:cubicBezTo>
                            <a:close/>
                            <a:moveTo>
                              <a:pt x="139" y="189"/>
                            </a:moveTo>
                            <a:cubicBezTo>
                              <a:pt x="135" y="192"/>
                              <a:pt x="135" y="192"/>
                              <a:pt x="135" y="192"/>
                            </a:cubicBezTo>
                            <a:cubicBezTo>
                              <a:pt x="10" y="192"/>
                              <a:pt x="10" y="192"/>
                              <a:pt x="10" y="192"/>
                            </a:cubicBezTo>
                            <a:cubicBezTo>
                              <a:pt x="9" y="192"/>
                              <a:pt x="8" y="191"/>
                              <a:pt x="8" y="190"/>
                            </a:cubicBezTo>
                            <a:cubicBezTo>
                              <a:pt x="8" y="10"/>
                              <a:pt x="8" y="10"/>
                              <a:pt x="8" y="10"/>
                            </a:cubicBezTo>
                            <a:cubicBezTo>
                              <a:pt x="8" y="9"/>
                              <a:pt x="9" y="8"/>
                              <a:pt x="10" y="8"/>
                            </a:cubicBezTo>
                            <a:cubicBezTo>
                              <a:pt x="137" y="8"/>
                              <a:pt x="137" y="8"/>
                              <a:pt x="137" y="8"/>
                            </a:cubicBezTo>
                            <a:cubicBezTo>
                              <a:pt x="138" y="8"/>
                              <a:pt x="139" y="9"/>
                              <a:pt x="139" y="10"/>
                            </a:cubicBezTo>
                            <a:lnTo>
                              <a:pt x="139" y="189"/>
                            </a:lnTo>
                            <a:close/>
                          </a:path>
                        </a:pathLst>
                      </a:custGeom>
                      <a:grpFill/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ko-KR" altLang="en-US" sz="1600" b="0" i="0" u="none" strike="noStrike" kern="1200" cap="none" spc="0" normalizeH="0" baseline="0" noProof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ea typeface="KoPub돋움체 Medium"/>
                          <a:cs typeface="Arial"/>
                        </a:endParaRPr>
                      </a:p>
                    </p:txBody>
                  </p:sp>
                  <p:sp>
                    <p:nvSpPr>
                      <p:cNvPr id="669" name="Freeform 231">
                        <a:extLst>
                          <a:ext uri="{FF2B5EF4-FFF2-40B4-BE49-F238E27FC236}">
                            <a16:creationId xmlns:a16="http://schemas.microsoft.com/office/drawing/2014/main" id="{CD5F4558-D82C-2D7A-4747-64EE12C1716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4603413" y="-2403476"/>
                        <a:ext cx="315913" cy="30163"/>
                      </a:xfrm>
                      <a:custGeom>
                        <a:avLst/>
                        <a:gdLst>
                          <a:gd name="T0" fmla="*/ 80 w 84"/>
                          <a:gd name="T1" fmla="*/ 0 h 8"/>
                          <a:gd name="T2" fmla="*/ 4 w 84"/>
                          <a:gd name="T3" fmla="*/ 0 h 8"/>
                          <a:gd name="T4" fmla="*/ 0 w 84"/>
                          <a:gd name="T5" fmla="*/ 4 h 8"/>
                          <a:gd name="T6" fmla="*/ 4 w 84"/>
                          <a:gd name="T7" fmla="*/ 8 h 8"/>
                          <a:gd name="T8" fmla="*/ 80 w 84"/>
                          <a:gd name="T9" fmla="*/ 8 h 8"/>
                          <a:gd name="T10" fmla="*/ 84 w 84"/>
                          <a:gd name="T11" fmla="*/ 4 h 8"/>
                          <a:gd name="T12" fmla="*/ 80 w 84"/>
                          <a:gd name="T13" fmla="*/ 0 h 8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84" h="8">
                            <a:moveTo>
                              <a:pt x="80" y="0"/>
                            </a:moveTo>
                            <a:cubicBezTo>
                              <a:pt x="4" y="0"/>
                              <a:pt x="4" y="0"/>
                              <a:pt x="4" y="0"/>
                            </a:cubicBezTo>
                            <a:cubicBezTo>
                              <a:pt x="2" y="0"/>
                              <a:pt x="0" y="2"/>
                              <a:pt x="0" y="4"/>
                            </a:cubicBezTo>
                            <a:cubicBezTo>
                              <a:pt x="0" y="6"/>
                              <a:pt x="2" y="8"/>
                              <a:pt x="4" y="8"/>
                            </a:cubicBezTo>
                            <a:cubicBezTo>
                              <a:pt x="80" y="8"/>
                              <a:pt x="80" y="8"/>
                              <a:pt x="80" y="8"/>
                            </a:cubicBezTo>
                            <a:cubicBezTo>
                              <a:pt x="82" y="8"/>
                              <a:pt x="84" y="6"/>
                              <a:pt x="84" y="4"/>
                            </a:cubicBezTo>
                            <a:cubicBezTo>
                              <a:pt x="84" y="2"/>
                              <a:pt x="82" y="0"/>
                              <a:pt x="80" y="0"/>
                            </a:cubicBezTo>
                            <a:close/>
                          </a:path>
                        </a:pathLst>
                      </a:custGeom>
                      <a:grpFill/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ko-KR" altLang="en-US" sz="1600" b="0" i="0" u="none" strike="noStrike" kern="1200" cap="none" spc="0" normalizeH="0" baseline="0" noProof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ea typeface="KoPub돋움체 Medium"/>
                          <a:cs typeface="Arial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653" name="그룹 652">
                  <a:extLst>
                    <a:ext uri="{FF2B5EF4-FFF2-40B4-BE49-F238E27FC236}">
                      <a16:creationId xmlns:a16="http://schemas.microsoft.com/office/drawing/2014/main" id="{8511F31C-6EBB-6A92-7AFF-F56A941F47C9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882885" y="5375461"/>
                  <a:ext cx="196070" cy="227564"/>
                  <a:chOff x="11751901" y="4267727"/>
                  <a:chExt cx="1085614" cy="1260000"/>
                </a:xfrm>
              </p:grpSpPr>
              <p:sp>
                <p:nvSpPr>
                  <p:cNvPr id="660" name="사각형: 둥근 모서리 226">
                    <a:extLst>
                      <a:ext uri="{FF2B5EF4-FFF2-40B4-BE49-F238E27FC236}">
                        <a16:creationId xmlns:a16="http://schemas.microsoft.com/office/drawing/2014/main" id="{C7204C30-BD73-68BF-418F-47A7EBD5CF77}"/>
                      </a:ext>
                    </a:extLst>
                  </p:cNvPr>
                  <p:cNvSpPr/>
                  <p:nvPr/>
                </p:nvSpPr>
                <p:spPr>
                  <a:xfrm>
                    <a:off x="11751901" y="4271686"/>
                    <a:ext cx="911712" cy="1252077"/>
                  </a:xfrm>
                  <a:prstGeom prst="roundRect">
                    <a:avLst>
                      <a:gd name="adj" fmla="val 7097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-30" normalizeH="0" baseline="0" noProof="0" dirty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grpSp>
                <p:nvGrpSpPr>
                  <p:cNvPr id="661" name="그룹 660">
                    <a:extLst>
                      <a:ext uri="{FF2B5EF4-FFF2-40B4-BE49-F238E27FC236}">
                        <a16:creationId xmlns:a16="http://schemas.microsoft.com/office/drawing/2014/main" id="{D9179171-E6AD-6CA6-8348-3CC826715841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11921389" y="4267727"/>
                    <a:ext cx="916126" cy="1260000"/>
                    <a:chOff x="14485938" y="-2571751"/>
                    <a:chExt cx="554038" cy="762000"/>
                  </a:xfrm>
                  <a:solidFill>
                    <a:srgbClr val="262626"/>
                  </a:solidFill>
                </p:grpSpPr>
                <p:sp>
                  <p:nvSpPr>
                    <p:cNvPr id="662" name="Freeform 230">
                      <a:extLst>
                        <a:ext uri="{FF2B5EF4-FFF2-40B4-BE49-F238E27FC236}">
                          <a16:creationId xmlns:a16="http://schemas.microsoft.com/office/drawing/2014/main" id="{A0B6290C-37BA-91D5-DDE8-A337034D481D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4485938" y="-2571751"/>
                      <a:ext cx="554038" cy="762000"/>
                    </a:xfrm>
                    <a:custGeom>
                      <a:avLst/>
                      <a:gdLst>
                        <a:gd name="T0" fmla="*/ 137 w 147"/>
                        <a:gd name="T1" fmla="*/ 0 h 200"/>
                        <a:gd name="T2" fmla="*/ 10 w 147"/>
                        <a:gd name="T3" fmla="*/ 0 h 200"/>
                        <a:gd name="T4" fmla="*/ 0 w 147"/>
                        <a:gd name="T5" fmla="*/ 10 h 200"/>
                        <a:gd name="T6" fmla="*/ 0 w 147"/>
                        <a:gd name="T7" fmla="*/ 190 h 200"/>
                        <a:gd name="T8" fmla="*/ 10 w 147"/>
                        <a:gd name="T9" fmla="*/ 200 h 200"/>
                        <a:gd name="T10" fmla="*/ 137 w 147"/>
                        <a:gd name="T11" fmla="*/ 200 h 200"/>
                        <a:gd name="T12" fmla="*/ 140 w 147"/>
                        <a:gd name="T13" fmla="*/ 199 h 200"/>
                        <a:gd name="T14" fmla="*/ 146 w 147"/>
                        <a:gd name="T15" fmla="*/ 193 h 200"/>
                        <a:gd name="T16" fmla="*/ 147 w 147"/>
                        <a:gd name="T17" fmla="*/ 190 h 200"/>
                        <a:gd name="T18" fmla="*/ 147 w 147"/>
                        <a:gd name="T19" fmla="*/ 10 h 200"/>
                        <a:gd name="T20" fmla="*/ 137 w 147"/>
                        <a:gd name="T21" fmla="*/ 0 h 200"/>
                        <a:gd name="T22" fmla="*/ 139 w 147"/>
                        <a:gd name="T23" fmla="*/ 189 h 200"/>
                        <a:gd name="T24" fmla="*/ 135 w 147"/>
                        <a:gd name="T25" fmla="*/ 192 h 200"/>
                        <a:gd name="T26" fmla="*/ 10 w 147"/>
                        <a:gd name="T27" fmla="*/ 192 h 200"/>
                        <a:gd name="T28" fmla="*/ 8 w 147"/>
                        <a:gd name="T29" fmla="*/ 190 h 200"/>
                        <a:gd name="T30" fmla="*/ 8 w 147"/>
                        <a:gd name="T31" fmla="*/ 10 h 200"/>
                        <a:gd name="T32" fmla="*/ 10 w 147"/>
                        <a:gd name="T33" fmla="*/ 8 h 200"/>
                        <a:gd name="T34" fmla="*/ 137 w 147"/>
                        <a:gd name="T35" fmla="*/ 8 h 200"/>
                        <a:gd name="T36" fmla="*/ 139 w 147"/>
                        <a:gd name="T37" fmla="*/ 10 h 200"/>
                        <a:gd name="T38" fmla="*/ 139 w 147"/>
                        <a:gd name="T39" fmla="*/ 189 h 2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</a:cxnLst>
                      <a:rect l="0" t="0" r="r" b="b"/>
                      <a:pathLst>
                        <a:path w="147" h="200">
                          <a:moveTo>
                            <a:pt x="137" y="0"/>
                          </a:moveTo>
                          <a:cubicBezTo>
                            <a:pt x="10" y="0"/>
                            <a:pt x="10" y="0"/>
                            <a:pt x="10" y="0"/>
                          </a:cubicBezTo>
                          <a:cubicBezTo>
                            <a:pt x="4" y="0"/>
                            <a:pt x="0" y="5"/>
                            <a:pt x="0" y="10"/>
                          </a:cubicBezTo>
                          <a:cubicBezTo>
                            <a:pt x="0" y="190"/>
                            <a:pt x="0" y="190"/>
                            <a:pt x="0" y="190"/>
                          </a:cubicBezTo>
                          <a:cubicBezTo>
                            <a:pt x="0" y="196"/>
                            <a:pt x="4" y="200"/>
                            <a:pt x="10" y="200"/>
                          </a:cubicBezTo>
                          <a:cubicBezTo>
                            <a:pt x="137" y="200"/>
                            <a:pt x="137" y="200"/>
                            <a:pt x="137" y="200"/>
                          </a:cubicBezTo>
                          <a:cubicBezTo>
                            <a:pt x="138" y="200"/>
                            <a:pt x="139" y="200"/>
                            <a:pt x="140" y="199"/>
                          </a:cubicBezTo>
                          <a:cubicBezTo>
                            <a:pt x="146" y="193"/>
                            <a:pt x="146" y="193"/>
                            <a:pt x="146" y="193"/>
                          </a:cubicBezTo>
                          <a:cubicBezTo>
                            <a:pt x="146" y="192"/>
                            <a:pt x="147" y="191"/>
                            <a:pt x="147" y="190"/>
                          </a:cubicBezTo>
                          <a:cubicBezTo>
                            <a:pt x="147" y="10"/>
                            <a:pt x="147" y="10"/>
                            <a:pt x="147" y="10"/>
                          </a:cubicBezTo>
                          <a:cubicBezTo>
                            <a:pt x="147" y="5"/>
                            <a:pt x="142" y="0"/>
                            <a:pt x="137" y="0"/>
                          </a:cubicBezTo>
                          <a:close/>
                          <a:moveTo>
                            <a:pt x="139" y="189"/>
                          </a:moveTo>
                          <a:cubicBezTo>
                            <a:pt x="135" y="192"/>
                            <a:pt x="135" y="192"/>
                            <a:pt x="135" y="192"/>
                          </a:cubicBezTo>
                          <a:cubicBezTo>
                            <a:pt x="10" y="192"/>
                            <a:pt x="10" y="192"/>
                            <a:pt x="10" y="192"/>
                          </a:cubicBezTo>
                          <a:cubicBezTo>
                            <a:pt x="9" y="192"/>
                            <a:pt x="8" y="191"/>
                            <a:pt x="8" y="190"/>
                          </a:cubicBezTo>
                          <a:cubicBezTo>
                            <a:pt x="8" y="10"/>
                            <a:pt x="8" y="10"/>
                            <a:pt x="8" y="10"/>
                          </a:cubicBezTo>
                          <a:cubicBezTo>
                            <a:pt x="8" y="9"/>
                            <a:pt x="9" y="8"/>
                            <a:pt x="10" y="8"/>
                          </a:cubicBezTo>
                          <a:cubicBezTo>
                            <a:pt x="137" y="8"/>
                            <a:pt x="137" y="8"/>
                            <a:pt x="137" y="8"/>
                          </a:cubicBezTo>
                          <a:cubicBezTo>
                            <a:pt x="138" y="8"/>
                            <a:pt x="139" y="9"/>
                            <a:pt x="139" y="10"/>
                          </a:cubicBezTo>
                          <a:lnTo>
                            <a:pt x="139" y="189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  <p:sp>
                  <p:nvSpPr>
                    <p:cNvPr id="663" name="Freeform 231">
                      <a:extLst>
                        <a:ext uri="{FF2B5EF4-FFF2-40B4-BE49-F238E27FC236}">
                          <a16:creationId xmlns:a16="http://schemas.microsoft.com/office/drawing/2014/main" id="{54BB7E1D-AC94-F6AB-8AAB-46255863EE4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4603413" y="-2403476"/>
                      <a:ext cx="315913" cy="30163"/>
                    </a:xfrm>
                    <a:custGeom>
                      <a:avLst/>
                      <a:gdLst>
                        <a:gd name="T0" fmla="*/ 80 w 84"/>
                        <a:gd name="T1" fmla="*/ 0 h 8"/>
                        <a:gd name="T2" fmla="*/ 4 w 84"/>
                        <a:gd name="T3" fmla="*/ 0 h 8"/>
                        <a:gd name="T4" fmla="*/ 0 w 84"/>
                        <a:gd name="T5" fmla="*/ 4 h 8"/>
                        <a:gd name="T6" fmla="*/ 4 w 84"/>
                        <a:gd name="T7" fmla="*/ 8 h 8"/>
                        <a:gd name="T8" fmla="*/ 80 w 84"/>
                        <a:gd name="T9" fmla="*/ 8 h 8"/>
                        <a:gd name="T10" fmla="*/ 84 w 84"/>
                        <a:gd name="T11" fmla="*/ 4 h 8"/>
                        <a:gd name="T12" fmla="*/ 80 w 84"/>
                        <a:gd name="T13" fmla="*/ 0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4" h="8">
                          <a:moveTo>
                            <a:pt x="80" y="0"/>
                          </a:moveTo>
                          <a:cubicBezTo>
                            <a:pt x="4" y="0"/>
                            <a:pt x="4" y="0"/>
                            <a:pt x="4" y="0"/>
                          </a:cubicBezTo>
                          <a:cubicBezTo>
                            <a:pt x="2" y="0"/>
                            <a:pt x="0" y="2"/>
                            <a:pt x="0" y="4"/>
                          </a:cubicBezTo>
                          <a:cubicBezTo>
                            <a:pt x="0" y="6"/>
                            <a:pt x="2" y="8"/>
                            <a:pt x="4" y="8"/>
                          </a:cubicBezTo>
                          <a:cubicBezTo>
                            <a:pt x="80" y="8"/>
                            <a:pt x="80" y="8"/>
                            <a:pt x="80" y="8"/>
                          </a:cubicBezTo>
                          <a:cubicBezTo>
                            <a:pt x="82" y="8"/>
                            <a:pt x="84" y="6"/>
                            <a:pt x="84" y="4"/>
                          </a:cubicBezTo>
                          <a:cubicBezTo>
                            <a:pt x="84" y="2"/>
                            <a:pt x="82" y="0"/>
                            <a:pt x="80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</p:grpSp>
            </p:grpSp>
            <p:sp>
              <p:nvSpPr>
                <p:cNvPr id="654" name="직사각형 653">
                  <a:extLst>
                    <a:ext uri="{FF2B5EF4-FFF2-40B4-BE49-F238E27FC236}">
                      <a16:creationId xmlns:a16="http://schemas.microsoft.com/office/drawing/2014/main" id="{2FE2D491-4B60-06CB-5E7A-BEFEB5DDFD00}"/>
                    </a:ext>
                  </a:extLst>
                </p:cNvPr>
                <p:cNvSpPr/>
                <p:nvPr/>
              </p:nvSpPr>
              <p:spPr>
                <a:xfrm>
                  <a:off x="780265" y="5316164"/>
                  <a:ext cx="130004" cy="350704"/>
                </a:xfrm>
                <a:prstGeom prst="rect">
                  <a:avLst/>
                </a:prstGeom>
                <a:noFill/>
                <a:ln w="25400" algn="ctr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 anchor="ctr">
                  <a:spAutoFit/>
                </a:bodyPr>
                <a:lstStyle/>
                <a:p>
                  <a:pPr marL="0" marR="0" lvl="1" indent="0" algn="ctr" defTabSz="147490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prstClr val="black"/>
                    </a:buClr>
                    <a:buSzPct val="140000"/>
                    <a:buFontTx/>
                    <a:buNone/>
                    <a:tabLst>
                      <a:tab pos="5648325" algn="l"/>
                    </a:tabLst>
                    <a:defRPr/>
                  </a:pPr>
                  <a:r>
                    <a:rPr kumimoji="0" lang="en-US" altLang="ko-KR" sz="1050" b="0" i="0" u="none" strike="noStrike" kern="0" cap="none" spc="-30" normalizeH="0" baseline="0" noProof="0" dirty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ea typeface="KoPub돋움체 Bold" panose="02020603020101020101" pitchFamily="18" charset="-127"/>
                      <a:cs typeface="Arial"/>
                    </a:rPr>
                    <a:t>…</a:t>
                  </a:r>
                  <a:endParaRPr kumimoji="0" lang="ko-KR" altLang="en-US" sz="1050" b="0" i="0" u="none" strike="noStrike" kern="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ea typeface="KoPub돋움체 Bold" panose="02020603020101020101" pitchFamily="18" charset="-127"/>
                    <a:cs typeface="Arial"/>
                  </a:endParaRPr>
                </a:p>
              </p:txBody>
            </p:sp>
            <p:grpSp>
              <p:nvGrpSpPr>
                <p:cNvPr id="655" name="그룹 654">
                  <a:extLst>
                    <a:ext uri="{FF2B5EF4-FFF2-40B4-BE49-F238E27FC236}">
                      <a16:creationId xmlns:a16="http://schemas.microsoft.com/office/drawing/2014/main" id="{706B36D7-1FE4-3FFB-E6B5-774ABF3FB36F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575469" y="5374425"/>
                  <a:ext cx="196066" cy="227564"/>
                  <a:chOff x="11751920" y="4267727"/>
                  <a:chExt cx="1085595" cy="1260000"/>
                </a:xfrm>
              </p:grpSpPr>
              <p:sp>
                <p:nvSpPr>
                  <p:cNvPr id="656" name="사각형: 둥근 모서리 226">
                    <a:extLst>
                      <a:ext uri="{FF2B5EF4-FFF2-40B4-BE49-F238E27FC236}">
                        <a16:creationId xmlns:a16="http://schemas.microsoft.com/office/drawing/2014/main" id="{F63EABB7-22C4-7231-50D5-8DB176A0BFB7}"/>
                      </a:ext>
                    </a:extLst>
                  </p:cNvPr>
                  <p:cNvSpPr/>
                  <p:nvPr/>
                </p:nvSpPr>
                <p:spPr>
                  <a:xfrm>
                    <a:off x="11751920" y="4271687"/>
                    <a:ext cx="911715" cy="1252078"/>
                  </a:xfrm>
                  <a:prstGeom prst="roundRect">
                    <a:avLst>
                      <a:gd name="adj" fmla="val 7097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-30" normalizeH="0" baseline="0" noProof="0" dirty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grpSp>
                <p:nvGrpSpPr>
                  <p:cNvPr id="657" name="그룹 656">
                    <a:extLst>
                      <a:ext uri="{FF2B5EF4-FFF2-40B4-BE49-F238E27FC236}">
                        <a16:creationId xmlns:a16="http://schemas.microsoft.com/office/drawing/2014/main" id="{0CA92C99-93F4-3161-A5BA-42A4A4271654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11921389" y="4267727"/>
                    <a:ext cx="916126" cy="1260000"/>
                    <a:chOff x="14485938" y="-2571751"/>
                    <a:chExt cx="554038" cy="762000"/>
                  </a:xfrm>
                  <a:solidFill>
                    <a:srgbClr val="262626"/>
                  </a:solidFill>
                </p:grpSpPr>
                <p:sp>
                  <p:nvSpPr>
                    <p:cNvPr id="658" name="Freeform 230">
                      <a:extLst>
                        <a:ext uri="{FF2B5EF4-FFF2-40B4-BE49-F238E27FC236}">
                          <a16:creationId xmlns:a16="http://schemas.microsoft.com/office/drawing/2014/main" id="{3701A35F-0670-8BAA-72E9-59B299617B06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4485938" y="-2571751"/>
                      <a:ext cx="554038" cy="762000"/>
                    </a:xfrm>
                    <a:custGeom>
                      <a:avLst/>
                      <a:gdLst>
                        <a:gd name="T0" fmla="*/ 137 w 147"/>
                        <a:gd name="T1" fmla="*/ 0 h 200"/>
                        <a:gd name="T2" fmla="*/ 10 w 147"/>
                        <a:gd name="T3" fmla="*/ 0 h 200"/>
                        <a:gd name="T4" fmla="*/ 0 w 147"/>
                        <a:gd name="T5" fmla="*/ 10 h 200"/>
                        <a:gd name="T6" fmla="*/ 0 w 147"/>
                        <a:gd name="T7" fmla="*/ 190 h 200"/>
                        <a:gd name="T8" fmla="*/ 10 w 147"/>
                        <a:gd name="T9" fmla="*/ 200 h 200"/>
                        <a:gd name="T10" fmla="*/ 137 w 147"/>
                        <a:gd name="T11" fmla="*/ 200 h 200"/>
                        <a:gd name="T12" fmla="*/ 140 w 147"/>
                        <a:gd name="T13" fmla="*/ 199 h 200"/>
                        <a:gd name="T14" fmla="*/ 146 w 147"/>
                        <a:gd name="T15" fmla="*/ 193 h 200"/>
                        <a:gd name="T16" fmla="*/ 147 w 147"/>
                        <a:gd name="T17" fmla="*/ 190 h 200"/>
                        <a:gd name="T18" fmla="*/ 147 w 147"/>
                        <a:gd name="T19" fmla="*/ 10 h 200"/>
                        <a:gd name="T20" fmla="*/ 137 w 147"/>
                        <a:gd name="T21" fmla="*/ 0 h 200"/>
                        <a:gd name="T22" fmla="*/ 139 w 147"/>
                        <a:gd name="T23" fmla="*/ 189 h 200"/>
                        <a:gd name="T24" fmla="*/ 135 w 147"/>
                        <a:gd name="T25" fmla="*/ 192 h 200"/>
                        <a:gd name="T26" fmla="*/ 10 w 147"/>
                        <a:gd name="T27" fmla="*/ 192 h 200"/>
                        <a:gd name="T28" fmla="*/ 8 w 147"/>
                        <a:gd name="T29" fmla="*/ 190 h 200"/>
                        <a:gd name="T30" fmla="*/ 8 w 147"/>
                        <a:gd name="T31" fmla="*/ 10 h 200"/>
                        <a:gd name="T32" fmla="*/ 10 w 147"/>
                        <a:gd name="T33" fmla="*/ 8 h 200"/>
                        <a:gd name="T34" fmla="*/ 137 w 147"/>
                        <a:gd name="T35" fmla="*/ 8 h 200"/>
                        <a:gd name="T36" fmla="*/ 139 w 147"/>
                        <a:gd name="T37" fmla="*/ 10 h 200"/>
                        <a:gd name="T38" fmla="*/ 139 w 147"/>
                        <a:gd name="T39" fmla="*/ 189 h 2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</a:cxnLst>
                      <a:rect l="0" t="0" r="r" b="b"/>
                      <a:pathLst>
                        <a:path w="147" h="200">
                          <a:moveTo>
                            <a:pt x="137" y="0"/>
                          </a:moveTo>
                          <a:cubicBezTo>
                            <a:pt x="10" y="0"/>
                            <a:pt x="10" y="0"/>
                            <a:pt x="10" y="0"/>
                          </a:cubicBezTo>
                          <a:cubicBezTo>
                            <a:pt x="4" y="0"/>
                            <a:pt x="0" y="5"/>
                            <a:pt x="0" y="10"/>
                          </a:cubicBezTo>
                          <a:cubicBezTo>
                            <a:pt x="0" y="190"/>
                            <a:pt x="0" y="190"/>
                            <a:pt x="0" y="190"/>
                          </a:cubicBezTo>
                          <a:cubicBezTo>
                            <a:pt x="0" y="196"/>
                            <a:pt x="4" y="200"/>
                            <a:pt x="10" y="200"/>
                          </a:cubicBezTo>
                          <a:cubicBezTo>
                            <a:pt x="137" y="200"/>
                            <a:pt x="137" y="200"/>
                            <a:pt x="137" y="200"/>
                          </a:cubicBezTo>
                          <a:cubicBezTo>
                            <a:pt x="138" y="200"/>
                            <a:pt x="139" y="200"/>
                            <a:pt x="140" y="199"/>
                          </a:cubicBezTo>
                          <a:cubicBezTo>
                            <a:pt x="146" y="193"/>
                            <a:pt x="146" y="193"/>
                            <a:pt x="146" y="193"/>
                          </a:cubicBezTo>
                          <a:cubicBezTo>
                            <a:pt x="146" y="192"/>
                            <a:pt x="147" y="191"/>
                            <a:pt x="147" y="190"/>
                          </a:cubicBezTo>
                          <a:cubicBezTo>
                            <a:pt x="147" y="10"/>
                            <a:pt x="147" y="10"/>
                            <a:pt x="147" y="10"/>
                          </a:cubicBezTo>
                          <a:cubicBezTo>
                            <a:pt x="147" y="5"/>
                            <a:pt x="142" y="0"/>
                            <a:pt x="137" y="0"/>
                          </a:cubicBezTo>
                          <a:close/>
                          <a:moveTo>
                            <a:pt x="139" y="189"/>
                          </a:moveTo>
                          <a:cubicBezTo>
                            <a:pt x="135" y="192"/>
                            <a:pt x="135" y="192"/>
                            <a:pt x="135" y="192"/>
                          </a:cubicBezTo>
                          <a:cubicBezTo>
                            <a:pt x="10" y="192"/>
                            <a:pt x="10" y="192"/>
                            <a:pt x="10" y="192"/>
                          </a:cubicBezTo>
                          <a:cubicBezTo>
                            <a:pt x="9" y="192"/>
                            <a:pt x="8" y="191"/>
                            <a:pt x="8" y="190"/>
                          </a:cubicBezTo>
                          <a:cubicBezTo>
                            <a:pt x="8" y="10"/>
                            <a:pt x="8" y="10"/>
                            <a:pt x="8" y="10"/>
                          </a:cubicBezTo>
                          <a:cubicBezTo>
                            <a:pt x="8" y="9"/>
                            <a:pt x="9" y="8"/>
                            <a:pt x="10" y="8"/>
                          </a:cubicBezTo>
                          <a:cubicBezTo>
                            <a:pt x="137" y="8"/>
                            <a:pt x="137" y="8"/>
                            <a:pt x="137" y="8"/>
                          </a:cubicBezTo>
                          <a:cubicBezTo>
                            <a:pt x="138" y="8"/>
                            <a:pt x="139" y="9"/>
                            <a:pt x="139" y="10"/>
                          </a:cubicBezTo>
                          <a:lnTo>
                            <a:pt x="139" y="189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  <p:sp>
                  <p:nvSpPr>
                    <p:cNvPr id="659" name="Freeform 231">
                      <a:extLst>
                        <a:ext uri="{FF2B5EF4-FFF2-40B4-BE49-F238E27FC236}">
                          <a16:creationId xmlns:a16="http://schemas.microsoft.com/office/drawing/2014/main" id="{5C530F16-C9E6-6F1A-7417-9216782C56D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4603413" y="-2403476"/>
                      <a:ext cx="315913" cy="30163"/>
                    </a:xfrm>
                    <a:custGeom>
                      <a:avLst/>
                      <a:gdLst>
                        <a:gd name="T0" fmla="*/ 80 w 84"/>
                        <a:gd name="T1" fmla="*/ 0 h 8"/>
                        <a:gd name="T2" fmla="*/ 4 w 84"/>
                        <a:gd name="T3" fmla="*/ 0 h 8"/>
                        <a:gd name="T4" fmla="*/ 0 w 84"/>
                        <a:gd name="T5" fmla="*/ 4 h 8"/>
                        <a:gd name="T6" fmla="*/ 4 w 84"/>
                        <a:gd name="T7" fmla="*/ 8 h 8"/>
                        <a:gd name="T8" fmla="*/ 80 w 84"/>
                        <a:gd name="T9" fmla="*/ 8 h 8"/>
                        <a:gd name="T10" fmla="*/ 84 w 84"/>
                        <a:gd name="T11" fmla="*/ 4 h 8"/>
                        <a:gd name="T12" fmla="*/ 80 w 84"/>
                        <a:gd name="T13" fmla="*/ 0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4" h="8">
                          <a:moveTo>
                            <a:pt x="80" y="0"/>
                          </a:moveTo>
                          <a:cubicBezTo>
                            <a:pt x="4" y="0"/>
                            <a:pt x="4" y="0"/>
                            <a:pt x="4" y="0"/>
                          </a:cubicBezTo>
                          <a:cubicBezTo>
                            <a:pt x="2" y="0"/>
                            <a:pt x="0" y="2"/>
                            <a:pt x="0" y="4"/>
                          </a:cubicBezTo>
                          <a:cubicBezTo>
                            <a:pt x="0" y="6"/>
                            <a:pt x="2" y="8"/>
                            <a:pt x="4" y="8"/>
                          </a:cubicBezTo>
                          <a:cubicBezTo>
                            <a:pt x="80" y="8"/>
                            <a:pt x="80" y="8"/>
                            <a:pt x="80" y="8"/>
                          </a:cubicBezTo>
                          <a:cubicBezTo>
                            <a:pt x="82" y="8"/>
                            <a:pt x="84" y="6"/>
                            <a:pt x="84" y="4"/>
                          </a:cubicBezTo>
                          <a:cubicBezTo>
                            <a:pt x="84" y="2"/>
                            <a:pt x="82" y="0"/>
                            <a:pt x="80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</p:grpSp>
            </p:grpSp>
          </p:grpSp>
        </p:grpSp>
        <p:sp>
          <p:nvSpPr>
            <p:cNvPr id="674" name="타원 673">
              <a:extLst>
                <a:ext uri="{FF2B5EF4-FFF2-40B4-BE49-F238E27FC236}">
                  <a16:creationId xmlns:a16="http://schemas.microsoft.com/office/drawing/2014/main" id="{F2850FC5-CFCE-EFD0-B076-E7278F540E94}"/>
                </a:ext>
              </a:extLst>
            </p:cNvPr>
            <p:cNvSpPr/>
            <p:nvPr/>
          </p:nvSpPr>
          <p:spPr bwMode="auto">
            <a:xfrm>
              <a:off x="7024134" y="1304975"/>
              <a:ext cx="873055" cy="37116"/>
            </a:xfrm>
            <a:prstGeom prst="ellipse">
              <a:avLst/>
            </a:prstGeom>
            <a:solidFill>
              <a:schemeClr val="bg1">
                <a:lumMod val="50000"/>
                <a:alpha val="50000"/>
              </a:schemeClr>
            </a:solidFill>
            <a:ln w="19050">
              <a:solidFill>
                <a:schemeClr val="tx1">
                  <a:lumMod val="75000"/>
                  <a:lumOff val="25000"/>
                </a:schemeClr>
              </a:solidFill>
              <a:prstDash val="solid"/>
            </a:ln>
            <a:effectLst>
              <a:outerShdw dist="12700" dir="1980000" algn="t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anchor="ctr"/>
            <a:lstStyle/>
            <a:p>
              <a:endParaRPr lang="ko-KR" altLang="en-US" sz="1100" dirty="0">
                <a:solidFill>
                  <a:schemeClr val="lt1"/>
                </a:solidFill>
                <a:ea typeface="KoPub돋움체 Medium" panose="00000600000000000000" pitchFamily="2" charset="-127"/>
              </a:endParaRPr>
            </a:p>
          </p:txBody>
        </p:sp>
        <p:sp>
          <p:nvSpPr>
            <p:cNvPr id="675" name="직사각형 166">
              <a:extLst>
                <a:ext uri="{FF2B5EF4-FFF2-40B4-BE49-F238E27FC236}">
                  <a16:creationId xmlns:a16="http://schemas.microsoft.com/office/drawing/2014/main" id="{B766E6C1-31C7-ABFB-428A-27BCCC25D6C1}"/>
                </a:ext>
              </a:extLst>
            </p:cNvPr>
            <p:cNvSpPr/>
            <p:nvPr/>
          </p:nvSpPr>
          <p:spPr bwMode="auto">
            <a:xfrm>
              <a:off x="7077325" y="1218819"/>
              <a:ext cx="159863" cy="105119"/>
            </a:xfrm>
            <a:prstGeom prst="roundRect">
              <a:avLst>
                <a:gd name="adj" fmla="val 9838"/>
              </a:avLst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0" tIns="0" rIns="0" b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WEB</a:t>
              </a:r>
              <a:endParaRPr kumimoji="0" lang="ko-KR" altLang="en-US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2020603020101020101" pitchFamily="18" charset="-127"/>
              </a:endParaRPr>
            </a:p>
          </p:txBody>
        </p:sp>
        <p:sp>
          <p:nvSpPr>
            <p:cNvPr id="676" name="직사각형 166">
              <a:extLst>
                <a:ext uri="{FF2B5EF4-FFF2-40B4-BE49-F238E27FC236}">
                  <a16:creationId xmlns:a16="http://schemas.microsoft.com/office/drawing/2014/main" id="{3F7F81BC-0FF9-4B67-0B0A-609D46AF449D}"/>
                </a:ext>
              </a:extLst>
            </p:cNvPr>
            <p:cNvSpPr/>
            <p:nvPr/>
          </p:nvSpPr>
          <p:spPr bwMode="auto">
            <a:xfrm>
              <a:off x="7311133" y="1218819"/>
              <a:ext cx="159863" cy="105119"/>
            </a:xfrm>
            <a:prstGeom prst="roundRect">
              <a:avLst>
                <a:gd name="adj" fmla="val 9838"/>
              </a:avLst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0" tIns="0" rIns="0" b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WEB</a:t>
              </a:r>
              <a:endParaRPr kumimoji="0" lang="ko-KR" altLang="en-US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2020603020101020101" pitchFamily="18" charset="-127"/>
              </a:endParaRPr>
            </a:p>
          </p:txBody>
        </p:sp>
        <p:sp>
          <p:nvSpPr>
            <p:cNvPr id="677" name="직사각형 166">
              <a:extLst>
                <a:ext uri="{FF2B5EF4-FFF2-40B4-BE49-F238E27FC236}">
                  <a16:creationId xmlns:a16="http://schemas.microsoft.com/office/drawing/2014/main" id="{8CA51429-773A-3BA0-64F3-B8195EDCABFC}"/>
                </a:ext>
              </a:extLst>
            </p:cNvPr>
            <p:cNvSpPr/>
            <p:nvPr/>
          </p:nvSpPr>
          <p:spPr bwMode="auto">
            <a:xfrm>
              <a:off x="7698512" y="1218819"/>
              <a:ext cx="159863" cy="105119"/>
            </a:xfrm>
            <a:prstGeom prst="roundRect">
              <a:avLst>
                <a:gd name="adj" fmla="val 9838"/>
              </a:avLst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no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r>
                <a:rPr kumimoji="0" lang="en-US" altLang="ko-KR" sz="4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WEB</a:t>
              </a:r>
              <a:endParaRPr kumimoji="0" lang="ko-KR" altLang="en-US" sz="4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2020603020101020101" pitchFamily="18" charset="-127"/>
              </a:endParaRPr>
            </a:p>
          </p:txBody>
        </p:sp>
        <p:sp>
          <p:nvSpPr>
            <p:cNvPr id="678" name="직사각형 677">
              <a:extLst>
                <a:ext uri="{FF2B5EF4-FFF2-40B4-BE49-F238E27FC236}">
                  <a16:creationId xmlns:a16="http://schemas.microsoft.com/office/drawing/2014/main" id="{4AD36356-9ED6-17FB-EF0D-65AA6D1C7745}"/>
                </a:ext>
              </a:extLst>
            </p:cNvPr>
            <p:cNvSpPr/>
            <p:nvPr/>
          </p:nvSpPr>
          <p:spPr>
            <a:xfrm>
              <a:off x="7438389" y="1142553"/>
              <a:ext cx="264677" cy="24622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0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…</a:t>
              </a:r>
            </a:p>
          </p:txBody>
        </p:sp>
        <p:grpSp>
          <p:nvGrpSpPr>
            <p:cNvPr id="679" name="그룹 678">
              <a:extLst>
                <a:ext uri="{FF2B5EF4-FFF2-40B4-BE49-F238E27FC236}">
                  <a16:creationId xmlns:a16="http://schemas.microsoft.com/office/drawing/2014/main" id="{7984DEB9-99D1-8438-B15F-CC1138F8627E}"/>
                </a:ext>
              </a:extLst>
            </p:cNvPr>
            <p:cNvGrpSpPr/>
            <p:nvPr/>
          </p:nvGrpSpPr>
          <p:grpSpPr>
            <a:xfrm>
              <a:off x="7753014" y="2510671"/>
              <a:ext cx="635019" cy="161583"/>
              <a:chOff x="214860" y="5316164"/>
              <a:chExt cx="864095" cy="350704"/>
            </a:xfrm>
          </p:grpSpPr>
          <p:grpSp>
            <p:nvGrpSpPr>
              <p:cNvPr id="680" name="그룹 679">
                <a:extLst>
                  <a:ext uri="{FF2B5EF4-FFF2-40B4-BE49-F238E27FC236}">
                    <a16:creationId xmlns:a16="http://schemas.microsoft.com/office/drawing/2014/main" id="{8354A568-8F25-E633-0871-64DD679852B0}"/>
                  </a:ext>
                </a:extLst>
              </p:cNvPr>
              <p:cNvGrpSpPr/>
              <p:nvPr/>
            </p:nvGrpSpPr>
            <p:grpSpPr>
              <a:xfrm>
                <a:off x="214860" y="5374425"/>
                <a:ext cx="360560" cy="227564"/>
                <a:chOff x="-1249711" y="5207925"/>
                <a:chExt cx="723475" cy="456614"/>
              </a:xfrm>
            </p:grpSpPr>
            <p:grpSp>
              <p:nvGrpSpPr>
                <p:cNvPr id="692" name="그룹 691">
                  <a:extLst>
                    <a:ext uri="{FF2B5EF4-FFF2-40B4-BE49-F238E27FC236}">
                      <a16:creationId xmlns:a16="http://schemas.microsoft.com/office/drawing/2014/main" id="{027C814E-3E51-4572-ED5B-ACBA94E766A9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-1249711" y="5207925"/>
                  <a:ext cx="331998" cy="456614"/>
                  <a:chOff x="11921385" y="4267725"/>
                  <a:chExt cx="916126" cy="1260000"/>
                </a:xfrm>
              </p:grpSpPr>
              <p:sp>
                <p:nvSpPr>
                  <p:cNvPr id="698" name="사각형: 둥근 모서리 288">
                    <a:extLst>
                      <a:ext uri="{FF2B5EF4-FFF2-40B4-BE49-F238E27FC236}">
                        <a16:creationId xmlns:a16="http://schemas.microsoft.com/office/drawing/2014/main" id="{E2232CB5-7E52-CC74-296E-B8679F777982}"/>
                      </a:ext>
                    </a:extLst>
                  </p:cNvPr>
                  <p:cNvSpPr/>
                  <p:nvPr/>
                </p:nvSpPr>
                <p:spPr>
                  <a:xfrm>
                    <a:off x="11923596" y="4271687"/>
                    <a:ext cx="911716" cy="1252078"/>
                  </a:xfrm>
                  <a:prstGeom prst="roundRect">
                    <a:avLst>
                      <a:gd name="adj" fmla="val 7097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-3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grpSp>
                <p:nvGrpSpPr>
                  <p:cNvPr id="699" name="그룹 698">
                    <a:extLst>
                      <a:ext uri="{FF2B5EF4-FFF2-40B4-BE49-F238E27FC236}">
                        <a16:creationId xmlns:a16="http://schemas.microsoft.com/office/drawing/2014/main" id="{D652BDE3-71C5-8AC9-D18B-4908B655FD3B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11921389" y="4267727"/>
                    <a:ext cx="916126" cy="1260000"/>
                    <a:chOff x="14485938" y="-2571751"/>
                    <a:chExt cx="554038" cy="762000"/>
                  </a:xfrm>
                  <a:solidFill>
                    <a:srgbClr val="262626"/>
                  </a:solidFill>
                </p:grpSpPr>
                <p:sp>
                  <p:nvSpPr>
                    <p:cNvPr id="700" name="Freeform 230">
                      <a:extLst>
                        <a:ext uri="{FF2B5EF4-FFF2-40B4-BE49-F238E27FC236}">
                          <a16:creationId xmlns:a16="http://schemas.microsoft.com/office/drawing/2014/main" id="{44A7A56B-C701-98F6-8453-FF38BB9DF5AA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4485938" y="-2571751"/>
                      <a:ext cx="554038" cy="762000"/>
                    </a:xfrm>
                    <a:custGeom>
                      <a:avLst/>
                      <a:gdLst>
                        <a:gd name="T0" fmla="*/ 137 w 147"/>
                        <a:gd name="T1" fmla="*/ 0 h 200"/>
                        <a:gd name="T2" fmla="*/ 10 w 147"/>
                        <a:gd name="T3" fmla="*/ 0 h 200"/>
                        <a:gd name="T4" fmla="*/ 0 w 147"/>
                        <a:gd name="T5" fmla="*/ 10 h 200"/>
                        <a:gd name="T6" fmla="*/ 0 w 147"/>
                        <a:gd name="T7" fmla="*/ 190 h 200"/>
                        <a:gd name="T8" fmla="*/ 10 w 147"/>
                        <a:gd name="T9" fmla="*/ 200 h 200"/>
                        <a:gd name="T10" fmla="*/ 137 w 147"/>
                        <a:gd name="T11" fmla="*/ 200 h 200"/>
                        <a:gd name="T12" fmla="*/ 140 w 147"/>
                        <a:gd name="T13" fmla="*/ 199 h 200"/>
                        <a:gd name="T14" fmla="*/ 146 w 147"/>
                        <a:gd name="T15" fmla="*/ 193 h 200"/>
                        <a:gd name="T16" fmla="*/ 147 w 147"/>
                        <a:gd name="T17" fmla="*/ 190 h 200"/>
                        <a:gd name="T18" fmla="*/ 147 w 147"/>
                        <a:gd name="T19" fmla="*/ 10 h 200"/>
                        <a:gd name="T20" fmla="*/ 137 w 147"/>
                        <a:gd name="T21" fmla="*/ 0 h 200"/>
                        <a:gd name="T22" fmla="*/ 139 w 147"/>
                        <a:gd name="T23" fmla="*/ 189 h 200"/>
                        <a:gd name="T24" fmla="*/ 135 w 147"/>
                        <a:gd name="T25" fmla="*/ 192 h 200"/>
                        <a:gd name="T26" fmla="*/ 10 w 147"/>
                        <a:gd name="T27" fmla="*/ 192 h 200"/>
                        <a:gd name="T28" fmla="*/ 8 w 147"/>
                        <a:gd name="T29" fmla="*/ 190 h 200"/>
                        <a:gd name="T30" fmla="*/ 8 w 147"/>
                        <a:gd name="T31" fmla="*/ 10 h 200"/>
                        <a:gd name="T32" fmla="*/ 10 w 147"/>
                        <a:gd name="T33" fmla="*/ 8 h 200"/>
                        <a:gd name="T34" fmla="*/ 137 w 147"/>
                        <a:gd name="T35" fmla="*/ 8 h 200"/>
                        <a:gd name="T36" fmla="*/ 139 w 147"/>
                        <a:gd name="T37" fmla="*/ 10 h 200"/>
                        <a:gd name="T38" fmla="*/ 139 w 147"/>
                        <a:gd name="T39" fmla="*/ 189 h 2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</a:cxnLst>
                      <a:rect l="0" t="0" r="r" b="b"/>
                      <a:pathLst>
                        <a:path w="147" h="200">
                          <a:moveTo>
                            <a:pt x="137" y="0"/>
                          </a:moveTo>
                          <a:cubicBezTo>
                            <a:pt x="10" y="0"/>
                            <a:pt x="10" y="0"/>
                            <a:pt x="10" y="0"/>
                          </a:cubicBezTo>
                          <a:cubicBezTo>
                            <a:pt x="4" y="0"/>
                            <a:pt x="0" y="5"/>
                            <a:pt x="0" y="10"/>
                          </a:cubicBezTo>
                          <a:cubicBezTo>
                            <a:pt x="0" y="190"/>
                            <a:pt x="0" y="190"/>
                            <a:pt x="0" y="190"/>
                          </a:cubicBezTo>
                          <a:cubicBezTo>
                            <a:pt x="0" y="196"/>
                            <a:pt x="4" y="200"/>
                            <a:pt x="10" y="200"/>
                          </a:cubicBezTo>
                          <a:cubicBezTo>
                            <a:pt x="137" y="200"/>
                            <a:pt x="137" y="200"/>
                            <a:pt x="137" y="200"/>
                          </a:cubicBezTo>
                          <a:cubicBezTo>
                            <a:pt x="138" y="200"/>
                            <a:pt x="139" y="200"/>
                            <a:pt x="140" y="199"/>
                          </a:cubicBezTo>
                          <a:cubicBezTo>
                            <a:pt x="146" y="193"/>
                            <a:pt x="146" y="193"/>
                            <a:pt x="146" y="193"/>
                          </a:cubicBezTo>
                          <a:cubicBezTo>
                            <a:pt x="146" y="192"/>
                            <a:pt x="147" y="191"/>
                            <a:pt x="147" y="190"/>
                          </a:cubicBezTo>
                          <a:cubicBezTo>
                            <a:pt x="147" y="10"/>
                            <a:pt x="147" y="10"/>
                            <a:pt x="147" y="10"/>
                          </a:cubicBezTo>
                          <a:cubicBezTo>
                            <a:pt x="147" y="5"/>
                            <a:pt x="142" y="0"/>
                            <a:pt x="137" y="0"/>
                          </a:cubicBezTo>
                          <a:close/>
                          <a:moveTo>
                            <a:pt x="139" y="189"/>
                          </a:moveTo>
                          <a:cubicBezTo>
                            <a:pt x="135" y="192"/>
                            <a:pt x="135" y="192"/>
                            <a:pt x="135" y="192"/>
                          </a:cubicBezTo>
                          <a:cubicBezTo>
                            <a:pt x="10" y="192"/>
                            <a:pt x="10" y="192"/>
                            <a:pt x="10" y="192"/>
                          </a:cubicBezTo>
                          <a:cubicBezTo>
                            <a:pt x="9" y="192"/>
                            <a:pt x="8" y="191"/>
                            <a:pt x="8" y="190"/>
                          </a:cubicBezTo>
                          <a:cubicBezTo>
                            <a:pt x="8" y="10"/>
                            <a:pt x="8" y="10"/>
                            <a:pt x="8" y="10"/>
                          </a:cubicBezTo>
                          <a:cubicBezTo>
                            <a:pt x="8" y="9"/>
                            <a:pt x="9" y="8"/>
                            <a:pt x="10" y="8"/>
                          </a:cubicBezTo>
                          <a:cubicBezTo>
                            <a:pt x="137" y="8"/>
                            <a:pt x="137" y="8"/>
                            <a:pt x="137" y="8"/>
                          </a:cubicBezTo>
                          <a:cubicBezTo>
                            <a:pt x="138" y="8"/>
                            <a:pt x="139" y="9"/>
                            <a:pt x="139" y="10"/>
                          </a:cubicBezTo>
                          <a:lnTo>
                            <a:pt x="139" y="189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  <p:sp>
                  <p:nvSpPr>
                    <p:cNvPr id="701" name="Freeform 231">
                      <a:extLst>
                        <a:ext uri="{FF2B5EF4-FFF2-40B4-BE49-F238E27FC236}">
                          <a16:creationId xmlns:a16="http://schemas.microsoft.com/office/drawing/2014/main" id="{DB44BB49-476B-E89D-65DD-BB2D7077F2E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4603413" y="-2403476"/>
                      <a:ext cx="315913" cy="30163"/>
                    </a:xfrm>
                    <a:custGeom>
                      <a:avLst/>
                      <a:gdLst>
                        <a:gd name="T0" fmla="*/ 80 w 84"/>
                        <a:gd name="T1" fmla="*/ 0 h 8"/>
                        <a:gd name="T2" fmla="*/ 4 w 84"/>
                        <a:gd name="T3" fmla="*/ 0 h 8"/>
                        <a:gd name="T4" fmla="*/ 0 w 84"/>
                        <a:gd name="T5" fmla="*/ 4 h 8"/>
                        <a:gd name="T6" fmla="*/ 4 w 84"/>
                        <a:gd name="T7" fmla="*/ 8 h 8"/>
                        <a:gd name="T8" fmla="*/ 80 w 84"/>
                        <a:gd name="T9" fmla="*/ 8 h 8"/>
                        <a:gd name="T10" fmla="*/ 84 w 84"/>
                        <a:gd name="T11" fmla="*/ 4 h 8"/>
                        <a:gd name="T12" fmla="*/ 80 w 84"/>
                        <a:gd name="T13" fmla="*/ 0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4" h="8">
                          <a:moveTo>
                            <a:pt x="80" y="0"/>
                          </a:moveTo>
                          <a:cubicBezTo>
                            <a:pt x="4" y="0"/>
                            <a:pt x="4" y="0"/>
                            <a:pt x="4" y="0"/>
                          </a:cubicBezTo>
                          <a:cubicBezTo>
                            <a:pt x="2" y="0"/>
                            <a:pt x="0" y="2"/>
                            <a:pt x="0" y="4"/>
                          </a:cubicBezTo>
                          <a:cubicBezTo>
                            <a:pt x="0" y="6"/>
                            <a:pt x="2" y="8"/>
                            <a:pt x="4" y="8"/>
                          </a:cubicBezTo>
                          <a:cubicBezTo>
                            <a:pt x="80" y="8"/>
                            <a:pt x="80" y="8"/>
                            <a:pt x="80" y="8"/>
                          </a:cubicBezTo>
                          <a:cubicBezTo>
                            <a:pt x="82" y="8"/>
                            <a:pt x="84" y="6"/>
                            <a:pt x="84" y="4"/>
                          </a:cubicBezTo>
                          <a:cubicBezTo>
                            <a:pt x="84" y="2"/>
                            <a:pt x="82" y="0"/>
                            <a:pt x="80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693" name="그룹 692">
                  <a:extLst>
                    <a:ext uri="{FF2B5EF4-FFF2-40B4-BE49-F238E27FC236}">
                      <a16:creationId xmlns:a16="http://schemas.microsoft.com/office/drawing/2014/main" id="{2969850D-E4C8-CF4B-50A1-83326B951519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-858234" y="5207925"/>
                  <a:ext cx="331998" cy="456614"/>
                  <a:chOff x="11921385" y="4267725"/>
                  <a:chExt cx="916126" cy="1260000"/>
                </a:xfrm>
              </p:grpSpPr>
              <p:sp>
                <p:nvSpPr>
                  <p:cNvPr id="694" name="사각형: 둥근 모서리 284">
                    <a:extLst>
                      <a:ext uri="{FF2B5EF4-FFF2-40B4-BE49-F238E27FC236}">
                        <a16:creationId xmlns:a16="http://schemas.microsoft.com/office/drawing/2014/main" id="{1011BA51-16BB-F41C-AC8D-30817A0B2AD1}"/>
                      </a:ext>
                    </a:extLst>
                  </p:cNvPr>
                  <p:cNvSpPr/>
                  <p:nvPr/>
                </p:nvSpPr>
                <p:spPr>
                  <a:xfrm>
                    <a:off x="11923596" y="4271687"/>
                    <a:ext cx="911716" cy="1252078"/>
                  </a:xfrm>
                  <a:prstGeom prst="roundRect">
                    <a:avLst>
                      <a:gd name="adj" fmla="val 7097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-3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grpSp>
                <p:nvGrpSpPr>
                  <p:cNvPr id="695" name="그룹 694">
                    <a:extLst>
                      <a:ext uri="{FF2B5EF4-FFF2-40B4-BE49-F238E27FC236}">
                        <a16:creationId xmlns:a16="http://schemas.microsoft.com/office/drawing/2014/main" id="{E5E0C438-B33E-1DA2-908D-6E462EDB44AC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11921389" y="4267727"/>
                    <a:ext cx="916126" cy="1260000"/>
                    <a:chOff x="14485938" y="-2571751"/>
                    <a:chExt cx="554038" cy="762000"/>
                  </a:xfrm>
                  <a:solidFill>
                    <a:srgbClr val="262626"/>
                  </a:solidFill>
                </p:grpSpPr>
                <p:sp>
                  <p:nvSpPr>
                    <p:cNvPr id="696" name="Freeform 230">
                      <a:extLst>
                        <a:ext uri="{FF2B5EF4-FFF2-40B4-BE49-F238E27FC236}">
                          <a16:creationId xmlns:a16="http://schemas.microsoft.com/office/drawing/2014/main" id="{F5A7200C-488B-2DEC-AFB0-613247BF4103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4485938" y="-2571751"/>
                      <a:ext cx="554038" cy="762000"/>
                    </a:xfrm>
                    <a:custGeom>
                      <a:avLst/>
                      <a:gdLst>
                        <a:gd name="T0" fmla="*/ 137 w 147"/>
                        <a:gd name="T1" fmla="*/ 0 h 200"/>
                        <a:gd name="T2" fmla="*/ 10 w 147"/>
                        <a:gd name="T3" fmla="*/ 0 h 200"/>
                        <a:gd name="T4" fmla="*/ 0 w 147"/>
                        <a:gd name="T5" fmla="*/ 10 h 200"/>
                        <a:gd name="T6" fmla="*/ 0 w 147"/>
                        <a:gd name="T7" fmla="*/ 190 h 200"/>
                        <a:gd name="T8" fmla="*/ 10 w 147"/>
                        <a:gd name="T9" fmla="*/ 200 h 200"/>
                        <a:gd name="T10" fmla="*/ 137 w 147"/>
                        <a:gd name="T11" fmla="*/ 200 h 200"/>
                        <a:gd name="T12" fmla="*/ 140 w 147"/>
                        <a:gd name="T13" fmla="*/ 199 h 200"/>
                        <a:gd name="T14" fmla="*/ 146 w 147"/>
                        <a:gd name="T15" fmla="*/ 193 h 200"/>
                        <a:gd name="T16" fmla="*/ 147 w 147"/>
                        <a:gd name="T17" fmla="*/ 190 h 200"/>
                        <a:gd name="T18" fmla="*/ 147 w 147"/>
                        <a:gd name="T19" fmla="*/ 10 h 200"/>
                        <a:gd name="T20" fmla="*/ 137 w 147"/>
                        <a:gd name="T21" fmla="*/ 0 h 200"/>
                        <a:gd name="T22" fmla="*/ 139 w 147"/>
                        <a:gd name="T23" fmla="*/ 189 h 200"/>
                        <a:gd name="T24" fmla="*/ 135 w 147"/>
                        <a:gd name="T25" fmla="*/ 192 h 200"/>
                        <a:gd name="T26" fmla="*/ 10 w 147"/>
                        <a:gd name="T27" fmla="*/ 192 h 200"/>
                        <a:gd name="T28" fmla="*/ 8 w 147"/>
                        <a:gd name="T29" fmla="*/ 190 h 200"/>
                        <a:gd name="T30" fmla="*/ 8 w 147"/>
                        <a:gd name="T31" fmla="*/ 10 h 200"/>
                        <a:gd name="T32" fmla="*/ 10 w 147"/>
                        <a:gd name="T33" fmla="*/ 8 h 200"/>
                        <a:gd name="T34" fmla="*/ 137 w 147"/>
                        <a:gd name="T35" fmla="*/ 8 h 200"/>
                        <a:gd name="T36" fmla="*/ 139 w 147"/>
                        <a:gd name="T37" fmla="*/ 10 h 200"/>
                        <a:gd name="T38" fmla="*/ 139 w 147"/>
                        <a:gd name="T39" fmla="*/ 189 h 2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</a:cxnLst>
                      <a:rect l="0" t="0" r="r" b="b"/>
                      <a:pathLst>
                        <a:path w="147" h="200">
                          <a:moveTo>
                            <a:pt x="137" y="0"/>
                          </a:moveTo>
                          <a:cubicBezTo>
                            <a:pt x="10" y="0"/>
                            <a:pt x="10" y="0"/>
                            <a:pt x="10" y="0"/>
                          </a:cubicBezTo>
                          <a:cubicBezTo>
                            <a:pt x="4" y="0"/>
                            <a:pt x="0" y="5"/>
                            <a:pt x="0" y="10"/>
                          </a:cubicBezTo>
                          <a:cubicBezTo>
                            <a:pt x="0" y="190"/>
                            <a:pt x="0" y="190"/>
                            <a:pt x="0" y="190"/>
                          </a:cubicBezTo>
                          <a:cubicBezTo>
                            <a:pt x="0" y="196"/>
                            <a:pt x="4" y="200"/>
                            <a:pt x="10" y="200"/>
                          </a:cubicBezTo>
                          <a:cubicBezTo>
                            <a:pt x="137" y="200"/>
                            <a:pt x="137" y="200"/>
                            <a:pt x="137" y="200"/>
                          </a:cubicBezTo>
                          <a:cubicBezTo>
                            <a:pt x="138" y="200"/>
                            <a:pt x="139" y="200"/>
                            <a:pt x="140" y="199"/>
                          </a:cubicBezTo>
                          <a:cubicBezTo>
                            <a:pt x="146" y="193"/>
                            <a:pt x="146" y="193"/>
                            <a:pt x="146" y="193"/>
                          </a:cubicBezTo>
                          <a:cubicBezTo>
                            <a:pt x="146" y="192"/>
                            <a:pt x="147" y="191"/>
                            <a:pt x="147" y="190"/>
                          </a:cubicBezTo>
                          <a:cubicBezTo>
                            <a:pt x="147" y="10"/>
                            <a:pt x="147" y="10"/>
                            <a:pt x="147" y="10"/>
                          </a:cubicBezTo>
                          <a:cubicBezTo>
                            <a:pt x="147" y="5"/>
                            <a:pt x="142" y="0"/>
                            <a:pt x="137" y="0"/>
                          </a:cubicBezTo>
                          <a:close/>
                          <a:moveTo>
                            <a:pt x="139" y="189"/>
                          </a:moveTo>
                          <a:cubicBezTo>
                            <a:pt x="135" y="192"/>
                            <a:pt x="135" y="192"/>
                            <a:pt x="135" y="192"/>
                          </a:cubicBezTo>
                          <a:cubicBezTo>
                            <a:pt x="10" y="192"/>
                            <a:pt x="10" y="192"/>
                            <a:pt x="10" y="192"/>
                          </a:cubicBezTo>
                          <a:cubicBezTo>
                            <a:pt x="9" y="192"/>
                            <a:pt x="8" y="191"/>
                            <a:pt x="8" y="190"/>
                          </a:cubicBezTo>
                          <a:cubicBezTo>
                            <a:pt x="8" y="10"/>
                            <a:pt x="8" y="10"/>
                            <a:pt x="8" y="10"/>
                          </a:cubicBezTo>
                          <a:cubicBezTo>
                            <a:pt x="8" y="9"/>
                            <a:pt x="9" y="8"/>
                            <a:pt x="10" y="8"/>
                          </a:cubicBezTo>
                          <a:cubicBezTo>
                            <a:pt x="137" y="8"/>
                            <a:pt x="137" y="8"/>
                            <a:pt x="137" y="8"/>
                          </a:cubicBezTo>
                          <a:cubicBezTo>
                            <a:pt x="138" y="8"/>
                            <a:pt x="139" y="9"/>
                            <a:pt x="139" y="10"/>
                          </a:cubicBezTo>
                          <a:lnTo>
                            <a:pt x="139" y="189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  <p:sp>
                  <p:nvSpPr>
                    <p:cNvPr id="697" name="Freeform 231">
                      <a:extLst>
                        <a:ext uri="{FF2B5EF4-FFF2-40B4-BE49-F238E27FC236}">
                          <a16:creationId xmlns:a16="http://schemas.microsoft.com/office/drawing/2014/main" id="{71DA8075-D4C0-7545-AD64-824CC0BCB34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4603413" y="-2403476"/>
                      <a:ext cx="315913" cy="30163"/>
                    </a:xfrm>
                    <a:custGeom>
                      <a:avLst/>
                      <a:gdLst>
                        <a:gd name="T0" fmla="*/ 80 w 84"/>
                        <a:gd name="T1" fmla="*/ 0 h 8"/>
                        <a:gd name="T2" fmla="*/ 4 w 84"/>
                        <a:gd name="T3" fmla="*/ 0 h 8"/>
                        <a:gd name="T4" fmla="*/ 0 w 84"/>
                        <a:gd name="T5" fmla="*/ 4 h 8"/>
                        <a:gd name="T6" fmla="*/ 4 w 84"/>
                        <a:gd name="T7" fmla="*/ 8 h 8"/>
                        <a:gd name="T8" fmla="*/ 80 w 84"/>
                        <a:gd name="T9" fmla="*/ 8 h 8"/>
                        <a:gd name="T10" fmla="*/ 84 w 84"/>
                        <a:gd name="T11" fmla="*/ 4 h 8"/>
                        <a:gd name="T12" fmla="*/ 80 w 84"/>
                        <a:gd name="T13" fmla="*/ 0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4" h="8">
                          <a:moveTo>
                            <a:pt x="80" y="0"/>
                          </a:moveTo>
                          <a:cubicBezTo>
                            <a:pt x="4" y="0"/>
                            <a:pt x="4" y="0"/>
                            <a:pt x="4" y="0"/>
                          </a:cubicBezTo>
                          <a:cubicBezTo>
                            <a:pt x="2" y="0"/>
                            <a:pt x="0" y="2"/>
                            <a:pt x="0" y="4"/>
                          </a:cubicBezTo>
                          <a:cubicBezTo>
                            <a:pt x="0" y="6"/>
                            <a:pt x="2" y="8"/>
                            <a:pt x="4" y="8"/>
                          </a:cubicBezTo>
                          <a:cubicBezTo>
                            <a:pt x="80" y="8"/>
                            <a:pt x="80" y="8"/>
                            <a:pt x="80" y="8"/>
                          </a:cubicBezTo>
                          <a:cubicBezTo>
                            <a:pt x="82" y="8"/>
                            <a:pt x="84" y="6"/>
                            <a:pt x="84" y="4"/>
                          </a:cubicBezTo>
                          <a:cubicBezTo>
                            <a:pt x="84" y="2"/>
                            <a:pt x="82" y="0"/>
                            <a:pt x="80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</p:grpSp>
            </p:grpSp>
          </p:grpSp>
          <p:grpSp>
            <p:nvGrpSpPr>
              <p:cNvPr id="681" name="그룹 680">
                <a:extLst>
                  <a:ext uri="{FF2B5EF4-FFF2-40B4-BE49-F238E27FC236}">
                    <a16:creationId xmlns:a16="http://schemas.microsoft.com/office/drawing/2014/main" id="{93E06236-B195-3311-F873-CE8275ABD7A2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882885" y="5375461"/>
                <a:ext cx="196070" cy="227564"/>
                <a:chOff x="11751901" y="4267727"/>
                <a:chExt cx="1085614" cy="1260000"/>
              </a:xfrm>
            </p:grpSpPr>
            <p:sp>
              <p:nvSpPr>
                <p:cNvPr id="688" name="사각형: 둥근 모서리 226">
                  <a:extLst>
                    <a:ext uri="{FF2B5EF4-FFF2-40B4-BE49-F238E27FC236}">
                      <a16:creationId xmlns:a16="http://schemas.microsoft.com/office/drawing/2014/main" id="{411656FB-F8C6-0A41-FBC6-66F42863FC89}"/>
                    </a:ext>
                  </a:extLst>
                </p:cNvPr>
                <p:cNvSpPr/>
                <p:nvPr/>
              </p:nvSpPr>
              <p:spPr>
                <a:xfrm>
                  <a:off x="11751901" y="4271686"/>
                  <a:ext cx="911712" cy="1252077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  <p:grpSp>
              <p:nvGrpSpPr>
                <p:cNvPr id="689" name="그룹 688">
                  <a:extLst>
                    <a:ext uri="{FF2B5EF4-FFF2-40B4-BE49-F238E27FC236}">
                      <a16:creationId xmlns:a16="http://schemas.microsoft.com/office/drawing/2014/main" id="{C86C067D-9896-235E-6424-46995BFF004F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690" name="Freeform 230">
                    <a:extLst>
                      <a:ext uri="{FF2B5EF4-FFF2-40B4-BE49-F238E27FC236}">
                        <a16:creationId xmlns:a16="http://schemas.microsoft.com/office/drawing/2014/main" id="{3044D2A0-4B10-D03F-BC54-80A8297B31C0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sp>
                <p:nvSpPr>
                  <p:cNvPr id="691" name="Freeform 231">
                    <a:extLst>
                      <a:ext uri="{FF2B5EF4-FFF2-40B4-BE49-F238E27FC236}">
                        <a16:creationId xmlns:a16="http://schemas.microsoft.com/office/drawing/2014/main" id="{51BA6CC6-9A51-4DEE-2F24-2A6677A7852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</p:grpSp>
          </p:grpSp>
          <p:sp>
            <p:nvSpPr>
              <p:cNvPr id="682" name="직사각형 681">
                <a:extLst>
                  <a:ext uri="{FF2B5EF4-FFF2-40B4-BE49-F238E27FC236}">
                    <a16:creationId xmlns:a16="http://schemas.microsoft.com/office/drawing/2014/main" id="{BAA3F758-5CF3-D8C1-CADF-138686F5EFFC}"/>
                  </a:ext>
                </a:extLst>
              </p:cNvPr>
              <p:cNvSpPr/>
              <p:nvPr/>
            </p:nvSpPr>
            <p:spPr>
              <a:xfrm>
                <a:off x="780265" y="5316164"/>
                <a:ext cx="130004" cy="350704"/>
              </a:xfrm>
              <a:prstGeom prst="rect">
                <a:avLst/>
              </a:prstGeom>
              <a:noFill/>
              <a:ln w="254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1" indent="0" algn="ctr" defTabSz="147490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prstClr val="black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0" lang="en-US" altLang="ko-KR" sz="1050" b="0" i="0" u="none" strike="noStrike" kern="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ea typeface="KoPub돋움체 Bold" panose="02020603020101020101" pitchFamily="18" charset="-127"/>
                    <a:cs typeface="Arial"/>
                  </a:rPr>
                  <a:t>…</a:t>
                </a:r>
                <a:endParaRPr kumimoji="0" lang="ko-KR" altLang="en-US" sz="1050" b="0" i="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ea typeface="KoPub돋움체 Bold" panose="02020603020101020101" pitchFamily="18" charset="-127"/>
                  <a:cs typeface="Arial"/>
                </a:endParaRPr>
              </a:p>
            </p:txBody>
          </p:sp>
          <p:grpSp>
            <p:nvGrpSpPr>
              <p:cNvPr id="683" name="그룹 682">
                <a:extLst>
                  <a:ext uri="{FF2B5EF4-FFF2-40B4-BE49-F238E27FC236}">
                    <a16:creationId xmlns:a16="http://schemas.microsoft.com/office/drawing/2014/main" id="{6EA16050-EBFF-27B6-2018-F56A5380D2AE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575469" y="5374425"/>
                <a:ext cx="196066" cy="227564"/>
                <a:chOff x="11751920" y="4267727"/>
                <a:chExt cx="1085595" cy="1260000"/>
              </a:xfrm>
            </p:grpSpPr>
            <p:sp>
              <p:nvSpPr>
                <p:cNvPr id="684" name="사각형: 둥근 모서리 226">
                  <a:extLst>
                    <a:ext uri="{FF2B5EF4-FFF2-40B4-BE49-F238E27FC236}">
                      <a16:creationId xmlns:a16="http://schemas.microsoft.com/office/drawing/2014/main" id="{447F65ED-EA3A-9216-20E6-12E7A01A63E2}"/>
                    </a:ext>
                  </a:extLst>
                </p:cNvPr>
                <p:cNvSpPr/>
                <p:nvPr/>
              </p:nvSpPr>
              <p:spPr>
                <a:xfrm>
                  <a:off x="11751920" y="4271687"/>
                  <a:ext cx="911715" cy="1252078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  <p:grpSp>
              <p:nvGrpSpPr>
                <p:cNvPr id="685" name="그룹 684">
                  <a:extLst>
                    <a:ext uri="{FF2B5EF4-FFF2-40B4-BE49-F238E27FC236}">
                      <a16:creationId xmlns:a16="http://schemas.microsoft.com/office/drawing/2014/main" id="{C72888A8-5513-4FB1-B0C0-29F647B8D790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686" name="Freeform 230">
                    <a:extLst>
                      <a:ext uri="{FF2B5EF4-FFF2-40B4-BE49-F238E27FC236}">
                        <a16:creationId xmlns:a16="http://schemas.microsoft.com/office/drawing/2014/main" id="{0F4563EE-7F8B-5745-CF93-2291AB0D2018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sp>
                <p:nvSpPr>
                  <p:cNvPr id="687" name="Freeform 231">
                    <a:extLst>
                      <a:ext uri="{FF2B5EF4-FFF2-40B4-BE49-F238E27FC236}">
                        <a16:creationId xmlns:a16="http://schemas.microsoft.com/office/drawing/2014/main" id="{5DB44984-889F-7432-E5BD-72D2692713C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</p:grpSp>
          </p:grpSp>
        </p:grpSp>
        <p:sp>
          <p:nvSpPr>
            <p:cNvPr id="702" name="타원 701">
              <a:extLst>
                <a:ext uri="{FF2B5EF4-FFF2-40B4-BE49-F238E27FC236}">
                  <a16:creationId xmlns:a16="http://schemas.microsoft.com/office/drawing/2014/main" id="{6B5BC9A4-D73A-B619-8C57-B17D8E550D76}"/>
                </a:ext>
              </a:extLst>
            </p:cNvPr>
            <p:cNvSpPr/>
            <p:nvPr/>
          </p:nvSpPr>
          <p:spPr bwMode="auto">
            <a:xfrm>
              <a:off x="7545433" y="2522245"/>
              <a:ext cx="1058248" cy="37116"/>
            </a:xfrm>
            <a:prstGeom prst="ellipse">
              <a:avLst/>
            </a:prstGeom>
            <a:solidFill>
              <a:schemeClr val="bg1">
                <a:lumMod val="50000"/>
                <a:alpha val="50000"/>
              </a:schemeClr>
            </a:solidFill>
            <a:ln w="19050">
              <a:solidFill>
                <a:schemeClr val="tx1">
                  <a:lumMod val="75000"/>
                  <a:lumOff val="25000"/>
                </a:schemeClr>
              </a:solidFill>
              <a:prstDash val="solid"/>
            </a:ln>
            <a:effectLst>
              <a:outerShdw dist="12700" dir="1980000" algn="t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anchor="ctr"/>
            <a:lstStyle/>
            <a:p>
              <a:endParaRPr lang="ko-KR" altLang="en-US" sz="1100" dirty="0">
                <a:solidFill>
                  <a:schemeClr val="lt1"/>
                </a:solidFill>
                <a:ea typeface="KoPub돋움체 Medium" panose="00000600000000000000" pitchFamily="2" charset="-127"/>
              </a:endParaRPr>
            </a:p>
          </p:txBody>
        </p:sp>
        <p:sp>
          <p:nvSpPr>
            <p:cNvPr id="703" name="직사각형 166">
              <a:extLst>
                <a:ext uri="{FF2B5EF4-FFF2-40B4-BE49-F238E27FC236}">
                  <a16:creationId xmlns:a16="http://schemas.microsoft.com/office/drawing/2014/main" id="{5A1ABF65-2CE1-4A73-16D5-4CB56E48AB5F}"/>
                </a:ext>
              </a:extLst>
            </p:cNvPr>
            <p:cNvSpPr/>
            <p:nvPr/>
          </p:nvSpPr>
          <p:spPr bwMode="auto">
            <a:xfrm>
              <a:off x="7603416" y="2436090"/>
              <a:ext cx="159863" cy="105119"/>
            </a:xfrm>
            <a:prstGeom prst="roundRect">
              <a:avLst>
                <a:gd name="adj" fmla="val 9838"/>
              </a:avLst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0" tIns="0" rIns="0" b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WEB</a:t>
              </a:r>
              <a:endParaRPr kumimoji="0" lang="ko-KR" altLang="en-US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2020603020101020101" pitchFamily="18" charset="-127"/>
              </a:endParaRPr>
            </a:p>
          </p:txBody>
        </p:sp>
        <p:sp>
          <p:nvSpPr>
            <p:cNvPr id="704" name="직사각형 166">
              <a:extLst>
                <a:ext uri="{FF2B5EF4-FFF2-40B4-BE49-F238E27FC236}">
                  <a16:creationId xmlns:a16="http://schemas.microsoft.com/office/drawing/2014/main" id="{D7F20D58-4210-2E38-9491-020AF071D0CF}"/>
                </a:ext>
              </a:extLst>
            </p:cNvPr>
            <p:cNvSpPr/>
            <p:nvPr/>
          </p:nvSpPr>
          <p:spPr bwMode="auto">
            <a:xfrm>
              <a:off x="7850060" y="2436925"/>
              <a:ext cx="159863" cy="105119"/>
            </a:xfrm>
            <a:prstGeom prst="roundRect">
              <a:avLst>
                <a:gd name="adj" fmla="val 9838"/>
              </a:avLst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0" tIns="0" rIns="0" b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WAS</a:t>
              </a:r>
              <a:endParaRPr kumimoji="0" lang="ko-KR" altLang="en-US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2020603020101020101" pitchFamily="18" charset="-127"/>
              </a:endParaRPr>
            </a:p>
          </p:txBody>
        </p:sp>
        <p:sp>
          <p:nvSpPr>
            <p:cNvPr id="705" name="직사각형 166">
              <a:extLst>
                <a:ext uri="{FF2B5EF4-FFF2-40B4-BE49-F238E27FC236}">
                  <a16:creationId xmlns:a16="http://schemas.microsoft.com/office/drawing/2014/main" id="{EA7E7C7D-6EA1-56F6-2DD5-804FAACE8987}"/>
                </a:ext>
              </a:extLst>
            </p:cNvPr>
            <p:cNvSpPr/>
            <p:nvPr/>
          </p:nvSpPr>
          <p:spPr bwMode="auto">
            <a:xfrm>
              <a:off x="8096704" y="2436824"/>
              <a:ext cx="159863" cy="105119"/>
            </a:xfrm>
            <a:prstGeom prst="roundRect">
              <a:avLst>
                <a:gd name="adj" fmla="val 9838"/>
              </a:avLst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0" tIns="0" rIns="0" b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DB</a:t>
              </a:r>
              <a:endParaRPr kumimoji="0" lang="ko-KR" altLang="en-US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2020603020101020101" pitchFamily="18" charset="-127"/>
              </a:endParaRPr>
            </a:p>
          </p:txBody>
        </p:sp>
        <p:sp>
          <p:nvSpPr>
            <p:cNvPr id="706" name="직사각형 166">
              <a:extLst>
                <a:ext uri="{FF2B5EF4-FFF2-40B4-BE49-F238E27FC236}">
                  <a16:creationId xmlns:a16="http://schemas.microsoft.com/office/drawing/2014/main" id="{D29D9BAE-1DA0-B0F4-EEB0-EF89484F98F9}"/>
                </a:ext>
              </a:extLst>
            </p:cNvPr>
            <p:cNvSpPr/>
            <p:nvPr/>
          </p:nvSpPr>
          <p:spPr bwMode="auto">
            <a:xfrm>
              <a:off x="8343349" y="2439636"/>
              <a:ext cx="159863" cy="105119"/>
            </a:xfrm>
            <a:prstGeom prst="roundRect">
              <a:avLst>
                <a:gd name="adj" fmla="val 9838"/>
              </a:avLst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0" tIns="0" rIns="0" b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Cache</a:t>
              </a:r>
              <a:endParaRPr kumimoji="0" lang="ko-KR" altLang="en-US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2020603020101020101" pitchFamily="18" charset="-127"/>
              </a:endParaRPr>
            </a:p>
          </p:txBody>
        </p:sp>
        <p:grpSp>
          <p:nvGrpSpPr>
            <p:cNvPr id="707" name="그룹 706">
              <a:extLst>
                <a:ext uri="{FF2B5EF4-FFF2-40B4-BE49-F238E27FC236}">
                  <a16:creationId xmlns:a16="http://schemas.microsoft.com/office/drawing/2014/main" id="{2199F65E-4A7F-A8FA-FEA5-CDB2CD1A9E0A}"/>
                </a:ext>
              </a:extLst>
            </p:cNvPr>
            <p:cNvGrpSpPr/>
            <p:nvPr/>
          </p:nvGrpSpPr>
          <p:grpSpPr>
            <a:xfrm>
              <a:off x="6801694" y="2511646"/>
              <a:ext cx="487529" cy="161583"/>
              <a:chOff x="6559489" y="6619793"/>
              <a:chExt cx="663400" cy="350704"/>
            </a:xfrm>
          </p:grpSpPr>
          <p:grpSp>
            <p:nvGrpSpPr>
              <p:cNvPr id="708" name="그룹 707">
                <a:extLst>
                  <a:ext uri="{FF2B5EF4-FFF2-40B4-BE49-F238E27FC236}">
                    <a16:creationId xmlns:a16="http://schemas.microsoft.com/office/drawing/2014/main" id="{CC7D38DA-DE3F-F552-0906-34D860767BFD}"/>
                  </a:ext>
                </a:extLst>
              </p:cNvPr>
              <p:cNvGrpSpPr/>
              <p:nvPr/>
            </p:nvGrpSpPr>
            <p:grpSpPr>
              <a:xfrm>
                <a:off x="6559489" y="6678054"/>
                <a:ext cx="360560" cy="227564"/>
                <a:chOff x="-1249711" y="5207925"/>
                <a:chExt cx="723475" cy="456614"/>
              </a:xfrm>
            </p:grpSpPr>
            <p:grpSp>
              <p:nvGrpSpPr>
                <p:cNvPr id="715" name="그룹 714">
                  <a:extLst>
                    <a:ext uri="{FF2B5EF4-FFF2-40B4-BE49-F238E27FC236}">
                      <a16:creationId xmlns:a16="http://schemas.microsoft.com/office/drawing/2014/main" id="{AF1D6492-6074-4AC6-CC04-B110F9D9CD5F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-1249711" y="5207925"/>
                  <a:ext cx="331998" cy="456614"/>
                  <a:chOff x="11921385" y="4267725"/>
                  <a:chExt cx="916126" cy="1260000"/>
                </a:xfrm>
              </p:grpSpPr>
              <p:sp>
                <p:nvSpPr>
                  <p:cNvPr id="721" name="사각형: 둥근 모서리 288">
                    <a:extLst>
                      <a:ext uri="{FF2B5EF4-FFF2-40B4-BE49-F238E27FC236}">
                        <a16:creationId xmlns:a16="http://schemas.microsoft.com/office/drawing/2014/main" id="{E63A3E5B-4B76-DF88-27C4-1A1F94911121}"/>
                      </a:ext>
                    </a:extLst>
                  </p:cNvPr>
                  <p:cNvSpPr/>
                  <p:nvPr/>
                </p:nvSpPr>
                <p:spPr>
                  <a:xfrm>
                    <a:off x="11923596" y="4271687"/>
                    <a:ext cx="911716" cy="1252078"/>
                  </a:xfrm>
                  <a:prstGeom prst="roundRect">
                    <a:avLst>
                      <a:gd name="adj" fmla="val 7097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-3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grpSp>
                <p:nvGrpSpPr>
                  <p:cNvPr id="722" name="그룹 721">
                    <a:extLst>
                      <a:ext uri="{FF2B5EF4-FFF2-40B4-BE49-F238E27FC236}">
                        <a16:creationId xmlns:a16="http://schemas.microsoft.com/office/drawing/2014/main" id="{1397BB03-D5C9-A497-608D-1A9709861578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11921389" y="4267727"/>
                    <a:ext cx="916126" cy="1260000"/>
                    <a:chOff x="14485938" y="-2571751"/>
                    <a:chExt cx="554038" cy="762000"/>
                  </a:xfrm>
                  <a:solidFill>
                    <a:srgbClr val="262626"/>
                  </a:solidFill>
                </p:grpSpPr>
                <p:sp>
                  <p:nvSpPr>
                    <p:cNvPr id="723" name="Freeform 230">
                      <a:extLst>
                        <a:ext uri="{FF2B5EF4-FFF2-40B4-BE49-F238E27FC236}">
                          <a16:creationId xmlns:a16="http://schemas.microsoft.com/office/drawing/2014/main" id="{AC7CD6F6-868C-BA48-330A-3A39188ED59B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4485938" y="-2571751"/>
                      <a:ext cx="554038" cy="762000"/>
                    </a:xfrm>
                    <a:custGeom>
                      <a:avLst/>
                      <a:gdLst>
                        <a:gd name="T0" fmla="*/ 137 w 147"/>
                        <a:gd name="T1" fmla="*/ 0 h 200"/>
                        <a:gd name="T2" fmla="*/ 10 w 147"/>
                        <a:gd name="T3" fmla="*/ 0 h 200"/>
                        <a:gd name="T4" fmla="*/ 0 w 147"/>
                        <a:gd name="T5" fmla="*/ 10 h 200"/>
                        <a:gd name="T6" fmla="*/ 0 w 147"/>
                        <a:gd name="T7" fmla="*/ 190 h 200"/>
                        <a:gd name="T8" fmla="*/ 10 w 147"/>
                        <a:gd name="T9" fmla="*/ 200 h 200"/>
                        <a:gd name="T10" fmla="*/ 137 w 147"/>
                        <a:gd name="T11" fmla="*/ 200 h 200"/>
                        <a:gd name="T12" fmla="*/ 140 w 147"/>
                        <a:gd name="T13" fmla="*/ 199 h 200"/>
                        <a:gd name="T14" fmla="*/ 146 w 147"/>
                        <a:gd name="T15" fmla="*/ 193 h 200"/>
                        <a:gd name="T16" fmla="*/ 147 w 147"/>
                        <a:gd name="T17" fmla="*/ 190 h 200"/>
                        <a:gd name="T18" fmla="*/ 147 w 147"/>
                        <a:gd name="T19" fmla="*/ 10 h 200"/>
                        <a:gd name="T20" fmla="*/ 137 w 147"/>
                        <a:gd name="T21" fmla="*/ 0 h 200"/>
                        <a:gd name="T22" fmla="*/ 139 w 147"/>
                        <a:gd name="T23" fmla="*/ 189 h 200"/>
                        <a:gd name="T24" fmla="*/ 135 w 147"/>
                        <a:gd name="T25" fmla="*/ 192 h 200"/>
                        <a:gd name="T26" fmla="*/ 10 w 147"/>
                        <a:gd name="T27" fmla="*/ 192 h 200"/>
                        <a:gd name="T28" fmla="*/ 8 w 147"/>
                        <a:gd name="T29" fmla="*/ 190 h 200"/>
                        <a:gd name="T30" fmla="*/ 8 w 147"/>
                        <a:gd name="T31" fmla="*/ 10 h 200"/>
                        <a:gd name="T32" fmla="*/ 10 w 147"/>
                        <a:gd name="T33" fmla="*/ 8 h 200"/>
                        <a:gd name="T34" fmla="*/ 137 w 147"/>
                        <a:gd name="T35" fmla="*/ 8 h 200"/>
                        <a:gd name="T36" fmla="*/ 139 w 147"/>
                        <a:gd name="T37" fmla="*/ 10 h 200"/>
                        <a:gd name="T38" fmla="*/ 139 w 147"/>
                        <a:gd name="T39" fmla="*/ 189 h 2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</a:cxnLst>
                      <a:rect l="0" t="0" r="r" b="b"/>
                      <a:pathLst>
                        <a:path w="147" h="200">
                          <a:moveTo>
                            <a:pt x="137" y="0"/>
                          </a:moveTo>
                          <a:cubicBezTo>
                            <a:pt x="10" y="0"/>
                            <a:pt x="10" y="0"/>
                            <a:pt x="10" y="0"/>
                          </a:cubicBezTo>
                          <a:cubicBezTo>
                            <a:pt x="4" y="0"/>
                            <a:pt x="0" y="5"/>
                            <a:pt x="0" y="10"/>
                          </a:cubicBezTo>
                          <a:cubicBezTo>
                            <a:pt x="0" y="190"/>
                            <a:pt x="0" y="190"/>
                            <a:pt x="0" y="190"/>
                          </a:cubicBezTo>
                          <a:cubicBezTo>
                            <a:pt x="0" y="196"/>
                            <a:pt x="4" y="200"/>
                            <a:pt x="10" y="200"/>
                          </a:cubicBezTo>
                          <a:cubicBezTo>
                            <a:pt x="137" y="200"/>
                            <a:pt x="137" y="200"/>
                            <a:pt x="137" y="200"/>
                          </a:cubicBezTo>
                          <a:cubicBezTo>
                            <a:pt x="138" y="200"/>
                            <a:pt x="139" y="200"/>
                            <a:pt x="140" y="199"/>
                          </a:cubicBezTo>
                          <a:cubicBezTo>
                            <a:pt x="146" y="193"/>
                            <a:pt x="146" y="193"/>
                            <a:pt x="146" y="193"/>
                          </a:cubicBezTo>
                          <a:cubicBezTo>
                            <a:pt x="146" y="192"/>
                            <a:pt x="147" y="191"/>
                            <a:pt x="147" y="190"/>
                          </a:cubicBezTo>
                          <a:cubicBezTo>
                            <a:pt x="147" y="10"/>
                            <a:pt x="147" y="10"/>
                            <a:pt x="147" y="10"/>
                          </a:cubicBezTo>
                          <a:cubicBezTo>
                            <a:pt x="147" y="5"/>
                            <a:pt x="142" y="0"/>
                            <a:pt x="137" y="0"/>
                          </a:cubicBezTo>
                          <a:close/>
                          <a:moveTo>
                            <a:pt x="139" y="189"/>
                          </a:moveTo>
                          <a:cubicBezTo>
                            <a:pt x="135" y="192"/>
                            <a:pt x="135" y="192"/>
                            <a:pt x="135" y="192"/>
                          </a:cubicBezTo>
                          <a:cubicBezTo>
                            <a:pt x="10" y="192"/>
                            <a:pt x="10" y="192"/>
                            <a:pt x="10" y="192"/>
                          </a:cubicBezTo>
                          <a:cubicBezTo>
                            <a:pt x="9" y="192"/>
                            <a:pt x="8" y="191"/>
                            <a:pt x="8" y="190"/>
                          </a:cubicBezTo>
                          <a:cubicBezTo>
                            <a:pt x="8" y="10"/>
                            <a:pt x="8" y="10"/>
                            <a:pt x="8" y="10"/>
                          </a:cubicBezTo>
                          <a:cubicBezTo>
                            <a:pt x="8" y="9"/>
                            <a:pt x="9" y="8"/>
                            <a:pt x="10" y="8"/>
                          </a:cubicBezTo>
                          <a:cubicBezTo>
                            <a:pt x="137" y="8"/>
                            <a:pt x="137" y="8"/>
                            <a:pt x="137" y="8"/>
                          </a:cubicBezTo>
                          <a:cubicBezTo>
                            <a:pt x="138" y="8"/>
                            <a:pt x="139" y="9"/>
                            <a:pt x="139" y="10"/>
                          </a:cubicBezTo>
                          <a:lnTo>
                            <a:pt x="139" y="189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  <p:sp>
                  <p:nvSpPr>
                    <p:cNvPr id="724" name="Freeform 231">
                      <a:extLst>
                        <a:ext uri="{FF2B5EF4-FFF2-40B4-BE49-F238E27FC236}">
                          <a16:creationId xmlns:a16="http://schemas.microsoft.com/office/drawing/2014/main" id="{B84E7F73-9E47-94F6-BDBA-7A823B13C99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4603413" y="-2403476"/>
                      <a:ext cx="315913" cy="30163"/>
                    </a:xfrm>
                    <a:custGeom>
                      <a:avLst/>
                      <a:gdLst>
                        <a:gd name="T0" fmla="*/ 80 w 84"/>
                        <a:gd name="T1" fmla="*/ 0 h 8"/>
                        <a:gd name="T2" fmla="*/ 4 w 84"/>
                        <a:gd name="T3" fmla="*/ 0 h 8"/>
                        <a:gd name="T4" fmla="*/ 0 w 84"/>
                        <a:gd name="T5" fmla="*/ 4 h 8"/>
                        <a:gd name="T6" fmla="*/ 4 w 84"/>
                        <a:gd name="T7" fmla="*/ 8 h 8"/>
                        <a:gd name="T8" fmla="*/ 80 w 84"/>
                        <a:gd name="T9" fmla="*/ 8 h 8"/>
                        <a:gd name="T10" fmla="*/ 84 w 84"/>
                        <a:gd name="T11" fmla="*/ 4 h 8"/>
                        <a:gd name="T12" fmla="*/ 80 w 84"/>
                        <a:gd name="T13" fmla="*/ 0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4" h="8">
                          <a:moveTo>
                            <a:pt x="80" y="0"/>
                          </a:moveTo>
                          <a:cubicBezTo>
                            <a:pt x="4" y="0"/>
                            <a:pt x="4" y="0"/>
                            <a:pt x="4" y="0"/>
                          </a:cubicBezTo>
                          <a:cubicBezTo>
                            <a:pt x="2" y="0"/>
                            <a:pt x="0" y="2"/>
                            <a:pt x="0" y="4"/>
                          </a:cubicBezTo>
                          <a:cubicBezTo>
                            <a:pt x="0" y="6"/>
                            <a:pt x="2" y="8"/>
                            <a:pt x="4" y="8"/>
                          </a:cubicBezTo>
                          <a:cubicBezTo>
                            <a:pt x="80" y="8"/>
                            <a:pt x="80" y="8"/>
                            <a:pt x="80" y="8"/>
                          </a:cubicBezTo>
                          <a:cubicBezTo>
                            <a:pt x="82" y="8"/>
                            <a:pt x="84" y="6"/>
                            <a:pt x="84" y="4"/>
                          </a:cubicBezTo>
                          <a:cubicBezTo>
                            <a:pt x="84" y="2"/>
                            <a:pt x="82" y="0"/>
                            <a:pt x="80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716" name="그룹 715">
                  <a:extLst>
                    <a:ext uri="{FF2B5EF4-FFF2-40B4-BE49-F238E27FC236}">
                      <a16:creationId xmlns:a16="http://schemas.microsoft.com/office/drawing/2014/main" id="{D2F09DF3-5660-BFD7-185F-2387792E5165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-858234" y="5207925"/>
                  <a:ext cx="331998" cy="456614"/>
                  <a:chOff x="11921385" y="4267725"/>
                  <a:chExt cx="916126" cy="1260000"/>
                </a:xfrm>
              </p:grpSpPr>
              <p:sp>
                <p:nvSpPr>
                  <p:cNvPr id="717" name="사각형: 둥근 모서리 284">
                    <a:extLst>
                      <a:ext uri="{FF2B5EF4-FFF2-40B4-BE49-F238E27FC236}">
                        <a16:creationId xmlns:a16="http://schemas.microsoft.com/office/drawing/2014/main" id="{39CFAEA1-0A84-B918-BE5D-57CA81D93F56}"/>
                      </a:ext>
                    </a:extLst>
                  </p:cNvPr>
                  <p:cNvSpPr/>
                  <p:nvPr/>
                </p:nvSpPr>
                <p:spPr>
                  <a:xfrm>
                    <a:off x="11923596" y="4271687"/>
                    <a:ext cx="911716" cy="1252078"/>
                  </a:xfrm>
                  <a:prstGeom prst="roundRect">
                    <a:avLst>
                      <a:gd name="adj" fmla="val 7097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-3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grpSp>
                <p:nvGrpSpPr>
                  <p:cNvPr id="718" name="그룹 717">
                    <a:extLst>
                      <a:ext uri="{FF2B5EF4-FFF2-40B4-BE49-F238E27FC236}">
                        <a16:creationId xmlns:a16="http://schemas.microsoft.com/office/drawing/2014/main" id="{754FF61D-1F91-8AB1-6491-D438AFDE430C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11921389" y="4267727"/>
                    <a:ext cx="916126" cy="1260000"/>
                    <a:chOff x="14485938" y="-2571751"/>
                    <a:chExt cx="554038" cy="762000"/>
                  </a:xfrm>
                  <a:solidFill>
                    <a:srgbClr val="262626"/>
                  </a:solidFill>
                </p:grpSpPr>
                <p:sp>
                  <p:nvSpPr>
                    <p:cNvPr id="719" name="Freeform 230">
                      <a:extLst>
                        <a:ext uri="{FF2B5EF4-FFF2-40B4-BE49-F238E27FC236}">
                          <a16:creationId xmlns:a16="http://schemas.microsoft.com/office/drawing/2014/main" id="{2091EAA0-C58A-4CE8-BDCF-05403CCAF053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4485938" y="-2571751"/>
                      <a:ext cx="554038" cy="762000"/>
                    </a:xfrm>
                    <a:custGeom>
                      <a:avLst/>
                      <a:gdLst>
                        <a:gd name="T0" fmla="*/ 137 w 147"/>
                        <a:gd name="T1" fmla="*/ 0 h 200"/>
                        <a:gd name="T2" fmla="*/ 10 w 147"/>
                        <a:gd name="T3" fmla="*/ 0 h 200"/>
                        <a:gd name="T4" fmla="*/ 0 w 147"/>
                        <a:gd name="T5" fmla="*/ 10 h 200"/>
                        <a:gd name="T6" fmla="*/ 0 w 147"/>
                        <a:gd name="T7" fmla="*/ 190 h 200"/>
                        <a:gd name="T8" fmla="*/ 10 w 147"/>
                        <a:gd name="T9" fmla="*/ 200 h 200"/>
                        <a:gd name="T10" fmla="*/ 137 w 147"/>
                        <a:gd name="T11" fmla="*/ 200 h 200"/>
                        <a:gd name="T12" fmla="*/ 140 w 147"/>
                        <a:gd name="T13" fmla="*/ 199 h 200"/>
                        <a:gd name="T14" fmla="*/ 146 w 147"/>
                        <a:gd name="T15" fmla="*/ 193 h 200"/>
                        <a:gd name="T16" fmla="*/ 147 w 147"/>
                        <a:gd name="T17" fmla="*/ 190 h 200"/>
                        <a:gd name="T18" fmla="*/ 147 w 147"/>
                        <a:gd name="T19" fmla="*/ 10 h 200"/>
                        <a:gd name="T20" fmla="*/ 137 w 147"/>
                        <a:gd name="T21" fmla="*/ 0 h 200"/>
                        <a:gd name="T22" fmla="*/ 139 w 147"/>
                        <a:gd name="T23" fmla="*/ 189 h 200"/>
                        <a:gd name="T24" fmla="*/ 135 w 147"/>
                        <a:gd name="T25" fmla="*/ 192 h 200"/>
                        <a:gd name="T26" fmla="*/ 10 w 147"/>
                        <a:gd name="T27" fmla="*/ 192 h 200"/>
                        <a:gd name="T28" fmla="*/ 8 w 147"/>
                        <a:gd name="T29" fmla="*/ 190 h 200"/>
                        <a:gd name="T30" fmla="*/ 8 w 147"/>
                        <a:gd name="T31" fmla="*/ 10 h 200"/>
                        <a:gd name="T32" fmla="*/ 10 w 147"/>
                        <a:gd name="T33" fmla="*/ 8 h 200"/>
                        <a:gd name="T34" fmla="*/ 137 w 147"/>
                        <a:gd name="T35" fmla="*/ 8 h 200"/>
                        <a:gd name="T36" fmla="*/ 139 w 147"/>
                        <a:gd name="T37" fmla="*/ 10 h 200"/>
                        <a:gd name="T38" fmla="*/ 139 w 147"/>
                        <a:gd name="T39" fmla="*/ 189 h 2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</a:cxnLst>
                      <a:rect l="0" t="0" r="r" b="b"/>
                      <a:pathLst>
                        <a:path w="147" h="200">
                          <a:moveTo>
                            <a:pt x="137" y="0"/>
                          </a:moveTo>
                          <a:cubicBezTo>
                            <a:pt x="10" y="0"/>
                            <a:pt x="10" y="0"/>
                            <a:pt x="10" y="0"/>
                          </a:cubicBezTo>
                          <a:cubicBezTo>
                            <a:pt x="4" y="0"/>
                            <a:pt x="0" y="5"/>
                            <a:pt x="0" y="10"/>
                          </a:cubicBezTo>
                          <a:cubicBezTo>
                            <a:pt x="0" y="190"/>
                            <a:pt x="0" y="190"/>
                            <a:pt x="0" y="190"/>
                          </a:cubicBezTo>
                          <a:cubicBezTo>
                            <a:pt x="0" y="196"/>
                            <a:pt x="4" y="200"/>
                            <a:pt x="10" y="200"/>
                          </a:cubicBezTo>
                          <a:cubicBezTo>
                            <a:pt x="137" y="200"/>
                            <a:pt x="137" y="200"/>
                            <a:pt x="137" y="200"/>
                          </a:cubicBezTo>
                          <a:cubicBezTo>
                            <a:pt x="138" y="200"/>
                            <a:pt x="139" y="200"/>
                            <a:pt x="140" y="199"/>
                          </a:cubicBezTo>
                          <a:cubicBezTo>
                            <a:pt x="146" y="193"/>
                            <a:pt x="146" y="193"/>
                            <a:pt x="146" y="193"/>
                          </a:cubicBezTo>
                          <a:cubicBezTo>
                            <a:pt x="146" y="192"/>
                            <a:pt x="147" y="191"/>
                            <a:pt x="147" y="190"/>
                          </a:cubicBezTo>
                          <a:cubicBezTo>
                            <a:pt x="147" y="10"/>
                            <a:pt x="147" y="10"/>
                            <a:pt x="147" y="10"/>
                          </a:cubicBezTo>
                          <a:cubicBezTo>
                            <a:pt x="147" y="5"/>
                            <a:pt x="142" y="0"/>
                            <a:pt x="137" y="0"/>
                          </a:cubicBezTo>
                          <a:close/>
                          <a:moveTo>
                            <a:pt x="139" y="189"/>
                          </a:moveTo>
                          <a:cubicBezTo>
                            <a:pt x="135" y="192"/>
                            <a:pt x="135" y="192"/>
                            <a:pt x="135" y="192"/>
                          </a:cubicBezTo>
                          <a:cubicBezTo>
                            <a:pt x="10" y="192"/>
                            <a:pt x="10" y="192"/>
                            <a:pt x="10" y="192"/>
                          </a:cubicBezTo>
                          <a:cubicBezTo>
                            <a:pt x="9" y="192"/>
                            <a:pt x="8" y="191"/>
                            <a:pt x="8" y="190"/>
                          </a:cubicBezTo>
                          <a:cubicBezTo>
                            <a:pt x="8" y="10"/>
                            <a:pt x="8" y="10"/>
                            <a:pt x="8" y="10"/>
                          </a:cubicBezTo>
                          <a:cubicBezTo>
                            <a:pt x="8" y="9"/>
                            <a:pt x="9" y="8"/>
                            <a:pt x="10" y="8"/>
                          </a:cubicBezTo>
                          <a:cubicBezTo>
                            <a:pt x="137" y="8"/>
                            <a:pt x="137" y="8"/>
                            <a:pt x="137" y="8"/>
                          </a:cubicBezTo>
                          <a:cubicBezTo>
                            <a:pt x="138" y="8"/>
                            <a:pt x="139" y="9"/>
                            <a:pt x="139" y="10"/>
                          </a:cubicBezTo>
                          <a:lnTo>
                            <a:pt x="139" y="189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  <p:sp>
                  <p:nvSpPr>
                    <p:cNvPr id="720" name="Freeform 231">
                      <a:extLst>
                        <a:ext uri="{FF2B5EF4-FFF2-40B4-BE49-F238E27FC236}">
                          <a16:creationId xmlns:a16="http://schemas.microsoft.com/office/drawing/2014/main" id="{68B588D0-507F-BD65-2C52-CFC470A1F05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4603413" y="-2403476"/>
                      <a:ext cx="315913" cy="30163"/>
                    </a:xfrm>
                    <a:custGeom>
                      <a:avLst/>
                      <a:gdLst>
                        <a:gd name="T0" fmla="*/ 80 w 84"/>
                        <a:gd name="T1" fmla="*/ 0 h 8"/>
                        <a:gd name="T2" fmla="*/ 4 w 84"/>
                        <a:gd name="T3" fmla="*/ 0 h 8"/>
                        <a:gd name="T4" fmla="*/ 0 w 84"/>
                        <a:gd name="T5" fmla="*/ 4 h 8"/>
                        <a:gd name="T6" fmla="*/ 4 w 84"/>
                        <a:gd name="T7" fmla="*/ 8 h 8"/>
                        <a:gd name="T8" fmla="*/ 80 w 84"/>
                        <a:gd name="T9" fmla="*/ 8 h 8"/>
                        <a:gd name="T10" fmla="*/ 84 w 84"/>
                        <a:gd name="T11" fmla="*/ 4 h 8"/>
                        <a:gd name="T12" fmla="*/ 80 w 84"/>
                        <a:gd name="T13" fmla="*/ 0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4" h="8">
                          <a:moveTo>
                            <a:pt x="80" y="0"/>
                          </a:moveTo>
                          <a:cubicBezTo>
                            <a:pt x="4" y="0"/>
                            <a:pt x="4" y="0"/>
                            <a:pt x="4" y="0"/>
                          </a:cubicBezTo>
                          <a:cubicBezTo>
                            <a:pt x="2" y="0"/>
                            <a:pt x="0" y="2"/>
                            <a:pt x="0" y="4"/>
                          </a:cubicBezTo>
                          <a:cubicBezTo>
                            <a:pt x="0" y="6"/>
                            <a:pt x="2" y="8"/>
                            <a:pt x="4" y="8"/>
                          </a:cubicBezTo>
                          <a:cubicBezTo>
                            <a:pt x="80" y="8"/>
                            <a:pt x="80" y="8"/>
                            <a:pt x="80" y="8"/>
                          </a:cubicBezTo>
                          <a:cubicBezTo>
                            <a:pt x="82" y="8"/>
                            <a:pt x="84" y="6"/>
                            <a:pt x="84" y="4"/>
                          </a:cubicBezTo>
                          <a:cubicBezTo>
                            <a:pt x="84" y="2"/>
                            <a:pt x="82" y="0"/>
                            <a:pt x="80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</p:grpSp>
            </p:grpSp>
          </p:grpSp>
          <p:grpSp>
            <p:nvGrpSpPr>
              <p:cNvPr id="709" name="그룹 708">
                <a:extLst>
                  <a:ext uri="{FF2B5EF4-FFF2-40B4-BE49-F238E27FC236}">
                    <a16:creationId xmlns:a16="http://schemas.microsoft.com/office/drawing/2014/main" id="{73671A6C-9F19-359E-0578-10DB61B2C5FD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026819" y="6679090"/>
                <a:ext cx="196070" cy="227564"/>
                <a:chOff x="11751901" y="4267727"/>
                <a:chExt cx="1085614" cy="1260000"/>
              </a:xfrm>
            </p:grpSpPr>
            <p:sp>
              <p:nvSpPr>
                <p:cNvPr id="711" name="사각형: 둥근 모서리 226">
                  <a:extLst>
                    <a:ext uri="{FF2B5EF4-FFF2-40B4-BE49-F238E27FC236}">
                      <a16:creationId xmlns:a16="http://schemas.microsoft.com/office/drawing/2014/main" id="{56055A30-A780-EFAC-FD08-6149C7667064}"/>
                    </a:ext>
                  </a:extLst>
                </p:cNvPr>
                <p:cNvSpPr/>
                <p:nvPr/>
              </p:nvSpPr>
              <p:spPr>
                <a:xfrm>
                  <a:off x="11751901" y="4271686"/>
                  <a:ext cx="911712" cy="1252077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  <p:grpSp>
              <p:nvGrpSpPr>
                <p:cNvPr id="712" name="그룹 711">
                  <a:extLst>
                    <a:ext uri="{FF2B5EF4-FFF2-40B4-BE49-F238E27FC236}">
                      <a16:creationId xmlns:a16="http://schemas.microsoft.com/office/drawing/2014/main" id="{880C7B0C-A478-2BCE-2522-5CB7FFCF4018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713" name="Freeform 230">
                    <a:extLst>
                      <a:ext uri="{FF2B5EF4-FFF2-40B4-BE49-F238E27FC236}">
                        <a16:creationId xmlns:a16="http://schemas.microsoft.com/office/drawing/2014/main" id="{02A7DBCB-E28A-CD74-A244-F41351BD287E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sp>
                <p:nvSpPr>
                  <p:cNvPr id="714" name="Freeform 231">
                    <a:extLst>
                      <a:ext uri="{FF2B5EF4-FFF2-40B4-BE49-F238E27FC236}">
                        <a16:creationId xmlns:a16="http://schemas.microsoft.com/office/drawing/2014/main" id="{CB161C67-DEBF-4C89-CE3A-F110F1A8D5B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</p:grpSp>
          </p:grpSp>
          <p:sp>
            <p:nvSpPr>
              <p:cNvPr id="710" name="직사각형 709">
                <a:extLst>
                  <a:ext uri="{FF2B5EF4-FFF2-40B4-BE49-F238E27FC236}">
                    <a16:creationId xmlns:a16="http://schemas.microsoft.com/office/drawing/2014/main" id="{55A71856-05B0-82F3-AAB8-51D1D28EC65F}"/>
                  </a:ext>
                </a:extLst>
              </p:cNvPr>
              <p:cNvSpPr/>
              <p:nvPr/>
            </p:nvSpPr>
            <p:spPr>
              <a:xfrm>
                <a:off x="6924199" y="6619793"/>
                <a:ext cx="130004" cy="350704"/>
              </a:xfrm>
              <a:prstGeom prst="rect">
                <a:avLst/>
              </a:prstGeom>
              <a:noFill/>
              <a:ln w="254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1" indent="0" algn="ctr" defTabSz="147490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prstClr val="black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0" lang="en-US" altLang="ko-KR" sz="1050" b="0" i="0" u="none" strike="noStrike" kern="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ea typeface="KoPub돋움체 Bold" panose="02020603020101020101" pitchFamily="18" charset="-127"/>
                    <a:cs typeface="Arial"/>
                  </a:rPr>
                  <a:t>…</a:t>
                </a:r>
                <a:endParaRPr kumimoji="0" lang="ko-KR" altLang="en-US" sz="1050" b="0" i="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ea typeface="KoPub돋움체 Bold" panose="02020603020101020101" pitchFamily="18" charset="-127"/>
                  <a:cs typeface="Arial"/>
                </a:endParaRPr>
              </a:p>
            </p:txBody>
          </p:sp>
        </p:grpSp>
        <p:sp>
          <p:nvSpPr>
            <p:cNvPr id="725" name="타원 724">
              <a:extLst>
                <a:ext uri="{FF2B5EF4-FFF2-40B4-BE49-F238E27FC236}">
                  <a16:creationId xmlns:a16="http://schemas.microsoft.com/office/drawing/2014/main" id="{433ABA30-32DA-B8AA-A7EB-2783C57E8AFB}"/>
                </a:ext>
              </a:extLst>
            </p:cNvPr>
            <p:cNvSpPr/>
            <p:nvPr/>
          </p:nvSpPr>
          <p:spPr bwMode="auto">
            <a:xfrm>
              <a:off x="6659669" y="2526459"/>
              <a:ext cx="735378" cy="37116"/>
            </a:xfrm>
            <a:prstGeom prst="ellipse">
              <a:avLst/>
            </a:prstGeom>
            <a:solidFill>
              <a:schemeClr val="bg1">
                <a:lumMod val="50000"/>
                <a:alpha val="50000"/>
              </a:schemeClr>
            </a:solidFill>
            <a:ln w="19050">
              <a:solidFill>
                <a:schemeClr val="tx1">
                  <a:lumMod val="75000"/>
                  <a:lumOff val="25000"/>
                </a:schemeClr>
              </a:solidFill>
              <a:prstDash val="solid"/>
            </a:ln>
            <a:effectLst>
              <a:outerShdw dist="12700" dir="1980000" algn="t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anchor="ctr"/>
            <a:lstStyle/>
            <a:p>
              <a:endParaRPr lang="ko-KR" altLang="en-US" sz="1100" dirty="0">
                <a:solidFill>
                  <a:schemeClr val="lt1"/>
                </a:solidFill>
                <a:ea typeface="KoPub돋움체 Medium" panose="00000600000000000000" pitchFamily="2" charset="-127"/>
              </a:endParaRPr>
            </a:p>
          </p:txBody>
        </p:sp>
        <p:sp>
          <p:nvSpPr>
            <p:cNvPr id="726" name="직사각형 166">
              <a:extLst>
                <a:ext uri="{FF2B5EF4-FFF2-40B4-BE49-F238E27FC236}">
                  <a16:creationId xmlns:a16="http://schemas.microsoft.com/office/drawing/2014/main" id="{8EF03DDE-FC66-0233-E3E1-65DDF111192A}"/>
                </a:ext>
              </a:extLst>
            </p:cNvPr>
            <p:cNvSpPr/>
            <p:nvPr/>
          </p:nvSpPr>
          <p:spPr bwMode="auto">
            <a:xfrm>
              <a:off x="6712860" y="2440304"/>
              <a:ext cx="159863" cy="105119"/>
            </a:xfrm>
            <a:prstGeom prst="roundRect">
              <a:avLst>
                <a:gd name="adj" fmla="val 9838"/>
              </a:avLst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0" tIns="0" rIns="0" b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WAS</a:t>
              </a:r>
              <a:endParaRPr kumimoji="0" lang="ko-KR" altLang="en-US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2020603020101020101" pitchFamily="18" charset="-127"/>
              </a:endParaRPr>
            </a:p>
          </p:txBody>
        </p:sp>
        <p:sp>
          <p:nvSpPr>
            <p:cNvPr id="727" name="직사각형 166">
              <a:extLst>
                <a:ext uri="{FF2B5EF4-FFF2-40B4-BE49-F238E27FC236}">
                  <a16:creationId xmlns:a16="http://schemas.microsoft.com/office/drawing/2014/main" id="{52FA44C6-7D8F-850F-CCB5-934810046378}"/>
                </a:ext>
              </a:extLst>
            </p:cNvPr>
            <p:cNvSpPr/>
            <p:nvPr/>
          </p:nvSpPr>
          <p:spPr bwMode="auto">
            <a:xfrm>
              <a:off x="6946668" y="2440304"/>
              <a:ext cx="159863" cy="105119"/>
            </a:xfrm>
            <a:prstGeom prst="roundRect">
              <a:avLst>
                <a:gd name="adj" fmla="val 9838"/>
              </a:avLst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0" tIns="0" rIns="0" b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DB</a:t>
              </a:r>
              <a:endParaRPr kumimoji="0" lang="ko-KR" altLang="en-US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2020603020101020101" pitchFamily="18" charset="-127"/>
              </a:endParaRPr>
            </a:p>
          </p:txBody>
        </p:sp>
        <p:sp>
          <p:nvSpPr>
            <p:cNvPr id="728" name="직사각형 166">
              <a:extLst>
                <a:ext uri="{FF2B5EF4-FFF2-40B4-BE49-F238E27FC236}">
                  <a16:creationId xmlns:a16="http://schemas.microsoft.com/office/drawing/2014/main" id="{09079597-A238-1BA5-9F4E-52D1C8DD4793}"/>
                </a:ext>
              </a:extLst>
            </p:cNvPr>
            <p:cNvSpPr/>
            <p:nvPr/>
          </p:nvSpPr>
          <p:spPr bwMode="auto">
            <a:xfrm>
              <a:off x="7180475" y="2440304"/>
              <a:ext cx="159863" cy="105119"/>
            </a:xfrm>
            <a:prstGeom prst="roundRect">
              <a:avLst>
                <a:gd name="adj" fmla="val 9838"/>
              </a:avLst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no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r>
                <a:rPr kumimoji="0" lang="en-US" altLang="ko-KR" sz="4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Cache</a:t>
              </a:r>
              <a:endParaRPr kumimoji="0" lang="ko-KR" altLang="en-US" sz="4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2020603020101020101" pitchFamily="18" charset="-127"/>
              </a:endParaRPr>
            </a:p>
          </p:txBody>
        </p:sp>
        <p:grpSp>
          <p:nvGrpSpPr>
            <p:cNvPr id="729" name="그룹 728">
              <a:extLst>
                <a:ext uri="{FF2B5EF4-FFF2-40B4-BE49-F238E27FC236}">
                  <a16:creationId xmlns:a16="http://schemas.microsoft.com/office/drawing/2014/main" id="{FCE3D49F-FE76-C4D0-BA77-F5121DAF1AEB}"/>
                </a:ext>
              </a:extLst>
            </p:cNvPr>
            <p:cNvGrpSpPr/>
            <p:nvPr/>
          </p:nvGrpSpPr>
          <p:grpSpPr>
            <a:xfrm>
              <a:off x="7455771" y="3170345"/>
              <a:ext cx="487529" cy="161583"/>
              <a:chOff x="6559489" y="6619793"/>
              <a:chExt cx="663400" cy="350704"/>
            </a:xfrm>
          </p:grpSpPr>
          <p:grpSp>
            <p:nvGrpSpPr>
              <p:cNvPr id="730" name="그룹 729">
                <a:extLst>
                  <a:ext uri="{FF2B5EF4-FFF2-40B4-BE49-F238E27FC236}">
                    <a16:creationId xmlns:a16="http://schemas.microsoft.com/office/drawing/2014/main" id="{A2565F9E-6467-E0BA-B984-80B1D472DFE9}"/>
                  </a:ext>
                </a:extLst>
              </p:cNvPr>
              <p:cNvGrpSpPr/>
              <p:nvPr/>
            </p:nvGrpSpPr>
            <p:grpSpPr>
              <a:xfrm>
                <a:off x="6559489" y="6678054"/>
                <a:ext cx="360560" cy="227564"/>
                <a:chOff x="-1249711" y="5207925"/>
                <a:chExt cx="723475" cy="456614"/>
              </a:xfrm>
            </p:grpSpPr>
            <p:grpSp>
              <p:nvGrpSpPr>
                <p:cNvPr id="737" name="그룹 736">
                  <a:extLst>
                    <a:ext uri="{FF2B5EF4-FFF2-40B4-BE49-F238E27FC236}">
                      <a16:creationId xmlns:a16="http://schemas.microsoft.com/office/drawing/2014/main" id="{71E345C6-6351-412E-1E15-85EBEFEF7ED7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-1249711" y="5207925"/>
                  <a:ext cx="331998" cy="456614"/>
                  <a:chOff x="11921385" y="4267725"/>
                  <a:chExt cx="916126" cy="1260000"/>
                </a:xfrm>
              </p:grpSpPr>
              <p:sp>
                <p:nvSpPr>
                  <p:cNvPr id="743" name="사각형: 둥근 모서리 288">
                    <a:extLst>
                      <a:ext uri="{FF2B5EF4-FFF2-40B4-BE49-F238E27FC236}">
                        <a16:creationId xmlns:a16="http://schemas.microsoft.com/office/drawing/2014/main" id="{8269890C-14D3-A1FD-7C59-4B71EA4A3A18}"/>
                      </a:ext>
                    </a:extLst>
                  </p:cNvPr>
                  <p:cNvSpPr/>
                  <p:nvPr/>
                </p:nvSpPr>
                <p:spPr>
                  <a:xfrm>
                    <a:off x="11923596" y="4271687"/>
                    <a:ext cx="911716" cy="1252078"/>
                  </a:xfrm>
                  <a:prstGeom prst="roundRect">
                    <a:avLst>
                      <a:gd name="adj" fmla="val 7097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-3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grpSp>
                <p:nvGrpSpPr>
                  <p:cNvPr id="744" name="그룹 743">
                    <a:extLst>
                      <a:ext uri="{FF2B5EF4-FFF2-40B4-BE49-F238E27FC236}">
                        <a16:creationId xmlns:a16="http://schemas.microsoft.com/office/drawing/2014/main" id="{B00F3D4B-38EE-A01F-35F6-F78BE36AF791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11921389" y="4267727"/>
                    <a:ext cx="916126" cy="1260000"/>
                    <a:chOff x="14485938" y="-2571751"/>
                    <a:chExt cx="554038" cy="762000"/>
                  </a:xfrm>
                  <a:solidFill>
                    <a:srgbClr val="262626"/>
                  </a:solidFill>
                </p:grpSpPr>
                <p:sp>
                  <p:nvSpPr>
                    <p:cNvPr id="745" name="Freeform 230">
                      <a:extLst>
                        <a:ext uri="{FF2B5EF4-FFF2-40B4-BE49-F238E27FC236}">
                          <a16:creationId xmlns:a16="http://schemas.microsoft.com/office/drawing/2014/main" id="{EFC00C05-F0D9-F398-BC1E-7C82EA063305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4485938" y="-2571751"/>
                      <a:ext cx="554038" cy="762000"/>
                    </a:xfrm>
                    <a:custGeom>
                      <a:avLst/>
                      <a:gdLst>
                        <a:gd name="T0" fmla="*/ 137 w 147"/>
                        <a:gd name="T1" fmla="*/ 0 h 200"/>
                        <a:gd name="T2" fmla="*/ 10 w 147"/>
                        <a:gd name="T3" fmla="*/ 0 h 200"/>
                        <a:gd name="T4" fmla="*/ 0 w 147"/>
                        <a:gd name="T5" fmla="*/ 10 h 200"/>
                        <a:gd name="T6" fmla="*/ 0 w 147"/>
                        <a:gd name="T7" fmla="*/ 190 h 200"/>
                        <a:gd name="T8" fmla="*/ 10 w 147"/>
                        <a:gd name="T9" fmla="*/ 200 h 200"/>
                        <a:gd name="T10" fmla="*/ 137 w 147"/>
                        <a:gd name="T11" fmla="*/ 200 h 200"/>
                        <a:gd name="T12" fmla="*/ 140 w 147"/>
                        <a:gd name="T13" fmla="*/ 199 h 200"/>
                        <a:gd name="T14" fmla="*/ 146 w 147"/>
                        <a:gd name="T15" fmla="*/ 193 h 200"/>
                        <a:gd name="T16" fmla="*/ 147 w 147"/>
                        <a:gd name="T17" fmla="*/ 190 h 200"/>
                        <a:gd name="T18" fmla="*/ 147 w 147"/>
                        <a:gd name="T19" fmla="*/ 10 h 200"/>
                        <a:gd name="T20" fmla="*/ 137 w 147"/>
                        <a:gd name="T21" fmla="*/ 0 h 200"/>
                        <a:gd name="T22" fmla="*/ 139 w 147"/>
                        <a:gd name="T23" fmla="*/ 189 h 200"/>
                        <a:gd name="T24" fmla="*/ 135 w 147"/>
                        <a:gd name="T25" fmla="*/ 192 h 200"/>
                        <a:gd name="T26" fmla="*/ 10 w 147"/>
                        <a:gd name="T27" fmla="*/ 192 h 200"/>
                        <a:gd name="T28" fmla="*/ 8 w 147"/>
                        <a:gd name="T29" fmla="*/ 190 h 200"/>
                        <a:gd name="T30" fmla="*/ 8 w 147"/>
                        <a:gd name="T31" fmla="*/ 10 h 200"/>
                        <a:gd name="T32" fmla="*/ 10 w 147"/>
                        <a:gd name="T33" fmla="*/ 8 h 200"/>
                        <a:gd name="T34" fmla="*/ 137 w 147"/>
                        <a:gd name="T35" fmla="*/ 8 h 200"/>
                        <a:gd name="T36" fmla="*/ 139 w 147"/>
                        <a:gd name="T37" fmla="*/ 10 h 200"/>
                        <a:gd name="T38" fmla="*/ 139 w 147"/>
                        <a:gd name="T39" fmla="*/ 189 h 2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</a:cxnLst>
                      <a:rect l="0" t="0" r="r" b="b"/>
                      <a:pathLst>
                        <a:path w="147" h="200">
                          <a:moveTo>
                            <a:pt x="137" y="0"/>
                          </a:moveTo>
                          <a:cubicBezTo>
                            <a:pt x="10" y="0"/>
                            <a:pt x="10" y="0"/>
                            <a:pt x="10" y="0"/>
                          </a:cubicBezTo>
                          <a:cubicBezTo>
                            <a:pt x="4" y="0"/>
                            <a:pt x="0" y="5"/>
                            <a:pt x="0" y="10"/>
                          </a:cubicBezTo>
                          <a:cubicBezTo>
                            <a:pt x="0" y="190"/>
                            <a:pt x="0" y="190"/>
                            <a:pt x="0" y="190"/>
                          </a:cubicBezTo>
                          <a:cubicBezTo>
                            <a:pt x="0" y="196"/>
                            <a:pt x="4" y="200"/>
                            <a:pt x="10" y="200"/>
                          </a:cubicBezTo>
                          <a:cubicBezTo>
                            <a:pt x="137" y="200"/>
                            <a:pt x="137" y="200"/>
                            <a:pt x="137" y="200"/>
                          </a:cubicBezTo>
                          <a:cubicBezTo>
                            <a:pt x="138" y="200"/>
                            <a:pt x="139" y="200"/>
                            <a:pt x="140" y="199"/>
                          </a:cubicBezTo>
                          <a:cubicBezTo>
                            <a:pt x="146" y="193"/>
                            <a:pt x="146" y="193"/>
                            <a:pt x="146" y="193"/>
                          </a:cubicBezTo>
                          <a:cubicBezTo>
                            <a:pt x="146" y="192"/>
                            <a:pt x="147" y="191"/>
                            <a:pt x="147" y="190"/>
                          </a:cubicBezTo>
                          <a:cubicBezTo>
                            <a:pt x="147" y="10"/>
                            <a:pt x="147" y="10"/>
                            <a:pt x="147" y="10"/>
                          </a:cubicBezTo>
                          <a:cubicBezTo>
                            <a:pt x="147" y="5"/>
                            <a:pt x="142" y="0"/>
                            <a:pt x="137" y="0"/>
                          </a:cubicBezTo>
                          <a:close/>
                          <a:moveTo>
                            <a:pt x="139" y="189"/>
                          </a:moveTo>
                          <a:cubicBezTo>
                            <a:pt x="135" y="192"/>
                            <a:pt x="135" y="192"/>
                            <a:pt x="135" y="192"/>
                          </a:cubicBezTo>
                          <a:cubicBezTo>
                            <a:pt x="10" y="192"/>
                            <a:pt x="10" y="192"/>
                            <a:pt x="10" y="192"/>
                          </a:cubicBezTo>
                          <a:cubicBezTo>
                            <a:pt x="9" y="192"/>
                            <a:pt x="8" y="191"/>
                            <a:pt x="8" y="190"/>
                          </a:cubicBezTo>
                          <a:cubicBezTo>
                            <a:pt x="8" y="10"/>
                            <a:pt x="8" y="10"/>
                            <a:pt x="8" y="10"/>
                          </a:cubicBezTo>
                          <a:cubicBezTo>
                            <a:pt x="8" y="9"/>
                            <a:pt x="9" y="8"/>
                            <a:pt x="10" y="8"/>
                          </a:cubicBezTo>
                          <a:cubicBezTo>
                            <a:pt x="137" y="8"/>
                            <a:pt x="137" y="8"/>
                            <a:pt x="137" y="8"/>
                          </a:cubicBezTo>
                          <a:cubicBezTo>
                            <a:pt x="138" y="8"/>
                            <a:pt x="139" y="9"/>
                            <a:pt x="139" y="10"/>
                          </a:cubicBezTo>
                          <a:lnTo>
                            <a:pt x="139" y="189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  <p:sp>
                  <p:nvSpPr>
                    <p:cNvPr id="746" name="Freeform 231">
                      <a:extLst>
                        <a:ext uri="{FF2B5EF4-FFF2-40B4-BE49-F238E27FC236}">
                          <a16:creationId xmlns:a16="http://schemas.microsoft.com/office/drawing/2014/main" id="{48F80B8A-5F04-58A5-9F47-FCE65992DC7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4603413" y="-2403476"/>
                      <a:ext cx="315913" cy="30163"/>
                    </a:xfrm>
                    <a:custGeom>
                      <a:avLst/>
                      <a:gdLst>
                        <a:gd name="T0" fmla="*/ 80 w 84"/>
                        <a:gd name="T1" fmla="*/ 0 h 8"/>
                        <a:gd name="T2" fmla="*/ 4 w 84"/>
                        <a:gd name="T3" fmla="*/ 0 h 8"/>
                        <a:gd name="T4" fmla="*/ 0 w 84"/>
                        <a:gd name="T5" fmla="*/ 4 h 8"/>
                        <a:gd name="T6" fmla="*/ 4 w 84"/>
                        <a:gd name="T7" fmla="*/ 8 h 8"/>
                        <a:gd name="T8" fmla="*/ 80 w 84"/>
                        <a:gd name="T9" fmla="*/ 8 h 8"/>
                        <a:gd name="T10" fmla="*/ 84 w 84"/>
                        <a:gd name="T11" fmla="*/ 4 h 8"/>
                        <a:gd name="T12" fmla="*/ 80 w 84"/>
                        <a:gd name="T13" fmla="*/ 0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4" h="8">
                          <a:moveTo>
                            <a:pt x="80" y="0"/>
                          </a:moveTo>
                          <a:cubicBezTo>
                            <a:pt x="4" y="0"/>
                            <a:pt x="4" y="0"/>
                            <a:pt x="4" y="0"/>
                          </a:cubicBezTo>
                          <a:cubicBezTo>
                            <a:pt x="2" y="0"/>
                            <a:pt x="0" y="2"/>
                            <a:pt x="0" y="4"/>
                          </a:cubicBezTo>
                          <a:cubicBezTo>
                            <a:pt x="0" y="6"/>
                            <a:pt x="2" y="8"/>
                            <a:pt x="4" y="8"/>
                          </a:cubicBezTo>
                          <a:cubicBezTo>
                            <a:pt x="80" y="8"/>
                            <a:pt x="80" y="8"/>
                            <a:pt x="80" y="8"/>
                          </a:cubicBezTo>
                          <a:cubicBezTo>
                            <a:pt x="82" y="8"/>
                            <a:pt x="84" y="6"/>
                            <a:pt x="84" y="4"/>
                          </a:cubicBezTo>
                          <a:cubicBezTo>
                            <a:pt x="84" y="2"/>
                            <a:pt x="82" y="0"/>
                            <a:pt x="80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738" name="그룹 737">
                  <a:extLst>
                    <a:ext uri="{FF2B5EF4-FFF2-40B4-BE49-F238E27FC236}">
                      <a16:creationId xmlns:a16="http://schemas.microsoft.com/office/drawing/2014/main" id="{9CD761F3-AAF1-A268-1E7C-26B9295D747F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-858234" y="5207925"/>
                  <a:ext cx="331998" cy="456614"/>
                  <a:chOff x="11921385" y="4267725"/>
                  <a:chExt cx="916126" cy="1260000"/>
                </a:xfrm>
              </p:grpSpPr>
              <p:sp>
                <p:nvSpPr>
                  <p:cNvPr id="739" name="사각형: 둥근 모서리 284">
                    <a:extLst>
                      <a:ext uri="{FF2B5EF4-FFF2-40B4-BE49-F238E27FC236}">
                        <a16:creationId xmlns:a16="http://schemas.microsoft.com/office/drawing/2014/main" id="{93B569BA-A797-6192-D924-678E38311FB6}"/>
                      </a:ext>
                    </a:extLst>
                  </p:cNvPr>
                  <p:cNvSpPr/>
                  <p:nvPr/>
                </p:nvSpPr>
                <p:spPr>
                  <a:xfrm>
                    <a:off x="11923596" y="4271687"/>
                    <a:ext cx="911716" cy="1252078"/>
                  </a:xfrm>
                  <a:prstGeom prst="roundRect">
                    <a:avLst>
                      <a:gd name="adj" fmla="val 7097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-3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grpSp>
                <p:nvGrpSpPr>
                  <p:cNvPr id="740" name="그룹 739">
                    <a:extLst>
                      <a:ext uri="{FF2B5EF4-FFF2-40B4-BE49-F238E27FC236}">
                        <a16:creationId xmlns:a16="http://schemas.microsoft.com/office/drawing/2014/main" id="{133F90FE-008E-C31A-62E9-CEBEACD7CB23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11921389" y="4267727"/>
                    <a:ext cx="916126" cy="1260000"/>
                    <a:chOff x="14485938" y="-2571751"/>
                    <a:chExt cx="554038" cy="762000"/>
                  </a:xfrm>
                  <a:solidFill>
                    <a:srgbClr val="262626"/>
                  </a:solidFill>
                </p:grpSpPr>
                <p:sp>
                  <p:nvSpPr>
                    <p:cNvPr id="741" name="Freeform 230">
                      <a:extLst>
                        <a:ext uri="{FF2B5EF4-FFF2-40B4-BE49-F238E27FC236}">
                          <a16:creationId xmlns:a16="http://schemas.microsoft.com/office/drawing/2014/main" id="{E09732D6-1086-6B35-B85E-E77307622E72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4485938" y="-2571751"/>
                      <a:ext cx="554038" cy="762000"/>
                    </a:xfrm>
                    <a:custGeom>
                      <a:avLst/>
                      <a:gdLst>
                        <a:gd name="T0" fmla="*/ 137 w 147"/>
                        <a:gd name="T1" fmla="*/ 0 h 200"/>
                        <a:gd name="T2" fmla="*/ 10 w 147"/>
                        <a:gd name="T3" fmla="*/ 0 h 200"/>
                        <a:gd name="T4" fmla="*/ 0 w 147"/>
                        <a:gd name="T5" fmla="*/ 10 h 200"/>
                        <a:gd name="T6" fmla="*/ 0 w 147"/>
                        <a:gd name="T7" fmla="*/ 190 h 200"/>
                        <a:gd name="T8" fmla="*/ 10 w 147"/>
                        <a:gd name="T9" fmla="*/ 200 h 200"/>
                        <a:gd name="T10" fmla="*/ 137 w 147"/>
                        <a:gd name="T11" fmla="*/ 200 h 200"/>
                        <a:gd name="T12" fmla="*/ 140 w 147"/>
                        <a:gd name="T13" fmla="*/ 199 h 200"/>
                        <a:gd name="T14" fmla="*/ 146 w 147"/>
                        <a:gd name="T15" fmla="*/ 193 h 200"/>
                        <a:gd name="T16" fmla="*/ 147 w 147"/>
                        <a:gd name="T17" fmla="*/ 190 h 200"/>
                        <a:gd name="T18" fmla="*/ 147 w 147"/>
                        <a:gd name="T19" fmla="*/ 10 h 200"/>
                        <a:gd name="T20" fmla="*/ 137 w 147"/>
                        <a:gd name="T21" fmla="*/ 0 h 200"/>
                        <a:gd name="T22" fmla="*/ 139 w 147"/>
                        <a:gd name="T23" fmla="*/ 189 h 200"/>
                        <a:gd name="T24" fmla="*/ 135 w 147"/>
                        <a:gd name="T25" fmla="*/ 192 h 200"/>
                        <a:gd name="T26" fmla="*/ 10 w 147"/>
                        <a:gd name="T27" fmla="*/ 192 h 200"/>
                        <a:gd name="T28" fmla="*/ 8 w 147"/>
                        <a:gd name="T29" fmla="*/ 190 h 200"/>
                        <a:gd name="T30" fmla="*/ 8 w 147"/>
                        <a:gd name="T31" fmla="*/ 10 h 200"/>
                        <a:gd name="T32" fmla="*/ 10 w 147"/>
                        <a:gd name="T33" fmla="*/ 8 h 200"/>
                        <a:gd name="T34" fmla="*/ 137 w 147"/>
                        <a:gd name="T35" fmla="*/ 8 h 200"/>
                        <a:gd name="T36" fmla="*/ 139 w 147"/>
                        <a:gd name="T37" fmla="*/ 10 h 200"/>
                        <a:gd name="T38" fmla="*/ 139 w 147"/>
                        <a:gd name="T39" fmla="*/ 189 h 2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</a:cxnLst>
                      <a:rect l="0" t="0" r="r" b="b"/>
                      <a:pathLst>
                        <a:path w="147" h="200">
                          <a:moveTo>
                            <a:pt x="137" y="0"/>
                          </a:moveTo>
                          <a:cubicBezTo>
                            <a:pt x="10" y="0"/>
                            <a:pt x="10" y="0"/>
                            <a:pt x="10" y="0"/>
                          </a:cubicBezTo>
                          <a:cubicBezTo>
                            <a:pt x="4" y="0"/>
                            <a:pt x="0" y="5"/>
                            <a:pt x="0" y="10"/>
                          </a:cubicBezTo>
                          <a:cubicBezTo>
                            <a:pt x="0" y="190"/>
                            <a:pt x="0" y="190"/>
                            <a:pt x="0" y="190"/>
                          </a:cubicBezTo>
                          <a:cubicBezTo>
                            <a:pt x="0" y="196"/>
                            <a:pt x="4" y="200"/>
                            <a:pt x="10" y="200"/>
                          </a:cubicBezTo>
                          <a:cubicBezTo>
                            <a:pt x="137" y="200"/>
                            <a:pt x="137" y="200"/>
                            <a:pt x="137" y="200"/>
                          </a:cubicBezTo>
                          <a:cubicBezTo>
                            <a:pt x="138" y="200"/>
                            <a:pt x="139" y="200"/>
                            <a:pt x="140" y="199"/>
                          </a:cubicBezTo>
                          <a:cubicBezTo>
                            <a:pt x="146" y="193"/>
                            <a:pt x="146" y="193"/>
                            <a:pt x="146" y="193"/>
                          </a:cubicBezTo>
                          <a:cubicBezTo>
                            <a:pt x="146" y="192"/>
                            <a:pt x="147" y="191"/>
                            <a:pt x="147" y="190"/>
                          </a:cubicBezTo>
                          <a:cubicBezTo>
                            <a:pt x="147" y="10"/>
                            <a:pt x="147" y="10"/>
                            <a:pt x="147" y="10"/>
                          </a:cubicBezTo>
                          <a:cubicBezTo>
                            <a:pt x="147" y="5"/>
                            <a:pt x="142" y="0"/>
                            <a:pt x="137" y="0"/>
                          </a:cubicBezTo>
                          <a:close/>
                          <a:moveTo>
                            <a:pt x="139" y="189"/>
                          </a:moveTo>
                          <a:cubicBezTo>
                            <a:pt x="135" y="192"/>
                            <a:pt x="135" y="192"/>
                            <a:pt x="135" y="192"/>
                          </a:cubicBezTo>
                          <a:cubicBezTo>
                            <a:pt x="10" y="192"/>
                            <a:pt x="10" y="192"/>
                            <a:pt x="10" y="192"/>
                          </a:cubicBezTo>
                          <a:cubicBezTo>
                            <a:pt x="9" y="192"/>
                            <a:pt x="8" y="191"/>
                            <a:pt x="8" y="190"/>
                          </a:cubicBezTo>
                          <a:cubicBezTo>
                            <a:pt x="8" y="10"/>
                            <a:pt x="8" y="10"/>
                            <a:pt x="8" y="10"/>
                          </a:cubicBezTo>
                          <a:cubicBezTo>
                            <a:pt x="8" y="9"/>
                            <a:pt x="9" y="8"/>
                            <a:pt x="10" y="8"/>
                          </a:cubicBezTo>
                          <a:cubicBezTo>
                            <a:pt x="137" y="8"/>
                            <a:pt x="137" y="8"/>
                            <a:pt x="137" y="8"/>
                          </a:cubicBezTo>
                          <a:cubicBezTo>
                            <a:pt x="138" y="8"/>
                            <a:pt x="139" y="9"/>
                            <a:pt x="139" y="10"/>
                          </a:cubicBezTo>
                          <a:lnTo>
                            <a:pt x="139" y="189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  <p:sp>
                  <p:nvSpPr>
                    <p:cNvPr id="742" name="Freeform 231">
                      <a:extLst>
                        <a:ext uri="{FF2B5EF4-FFF2-40B4-BE49-F238E27FC236}">
                          <a16:creationId xmlns:a16="http://schemas.microsoft.com/office/drawing/2014/main" id="{FD84D3E8-0226-82C8-836D-583DBD56400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4603413" y="-2403476"/>
                      <a:ext cx="315913" cy="30163"/>
                    </a:xfrm>
                    <a:custGeom>
                      <a:avLst/>
                      <a:gdLst>
                        <a:gd name="T0" fmla="*/ 80 w 84"/>
                        <a:gd name="T1" fmla="*/ 0 h 8"/>
                        <a:gd name="T2" fmla="*/ 4 w 84"/>
                        <a:gd name="T3" fmla="*/ 0 h 8"/>
                        <a:gd name="T4" fmla="*/ 0 w 84"/>
                        <a:gd name="T5" fmla="*/ 4 h 8"/>
                        <a:gd name="T6" fmla="*/ 4 w 84"/>
                        <a:gd name="T7" fmla="*/ 8 h 8"/>
                        <a:gd name="T8" fmla="*/ 80 w 84"/>
                        <a:gd name="T9" fmla="*/ 8 h 8"/>
                        <a:gd name="T10" fmla="*/ 84 w 84"/>
                        <a:gd name="T11" fmla="*/ 4 h 8"/>
                        <a:gd name="T12" fmla="*/ 80 w 84"/>
                        <a:gd name="T13" fmla="*/ 0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4" h="8">
                          <a:moveTo>
                            <a:pt x="80" y="0"/>
                          </a:moveTo>
                          <a:cubicBezTo>
                            <a:pt x="4" y="0"/>
                            <a:pt x="4" y="0"/>
                            <a:pt x="4" y="0"/>
                          </a:cubicBezTo>
                          <a:cubicBezTo>
                            <a:pt x="2" y="0"/>
                            <a:pt x="0" y="2"/>
                            <a:pt x="0" y="4"/>
                          </a:cubicBezTo>
                          <a:cubicBezTo>
                            <a:pt x="0" y="6"/>
                            <a:pt x="2" y="8"/>
                            <a:pt x="4" y="8"/>
                          </a:cubicBezTo>
                          <a:cubicBezTo>
                            <a:pt x="80" y="8"/>
                            <a:pt x="80" y="8"/>
                            <a:pt x="80" y="8"/>
                          </a:cubicBezTo>
                          <a:cubicBezTo>
                            <a:pt x="82" y="8"/>
                            <a:pt x="84" y="6"/>
                            <a:pt x="84" y="4"/>
                          </a:cubicBezTo>
                          <a:cubicBezTo>
                            <a:pt x="84" y="2"/>
                            <a:pt x="82" y="0"/>
                            <a:pt x="80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</p:grpSp>
            </p:grpSp>
          </p:grpSp>
          <p:grpSp>
            <p:nvGrpSpPr>
              <p:cNvPr id="731" name="그룹 730">
                <a:extLst>
                  <a:ext uri="{FF2B5EF4-FFF2-40B4-BE49-F238E27FC236}">
                    <a16:creationId xmlns:a16="http://schemas.microsoft.com/office/drawing/2014/main" id="{3D1120B1-B692-5ECF-B113-A0DAFC11E22F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026819" y="6679090"/>
                <a:ext cx="196070" cy="227564"/>
                <a:chOff x="11751901" y="4267727"/>
                <a:chExt cx="1085614" cy="1260000"/>
              </a:xfrm>
            </p:grpSpPr>
            <p:sp>
              <p:nvSpPr>
                <p:cNvPr id="733" name="사각형: 둥근 모서리 226">
                  <a:extLst>
                    <a:ext uri="{FF2B5EF4-FFF2-40B4-BE49-F238E27FC236}">
                      <a16:creationId xmlns:a16="http://schemas.microsoft.com/office/drawing/2014/main" id="{8C9AD1A5-0201-94B1-C053-E367116B4458}"/>
                    </a:ext>
                  </a:extLst>
                </p:cNvPr>
                <p:cNvSpPr/>
                <p:nvPr/>
              </p:nvSpPr>
              <p:spPr>
                <a:xfrm>
                  <a:off x="11751901" y="4271686"/>
                  <a:ext cx="911712" cy="1252077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  <p:grpSp>
              <p:nvGrpSpPr>
                <p:cNvPr id="734" name="그룹 733">
                  <a:extLst>
                    <a:ext uri="{FF2B5EF4-FFF2-40B4-BE49-F238E27FC236}">
                      <a16:creationId xmlns:a16="http://schemas.microsoft.com/office/drawing/2014/main" id="{14700DBC-32B5-B2E3-8E04-128A410C58D4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735" name="Freeform 230">
                    <a:extLst>
                      <a:ext uri="{FF2B5EF4-FFF2-40B4-BE49-F238E27FC236}">
                        <a16:creationId xmlns:a16="http://schemas.microsoft.com/office/drawing/2014/main" id="{55121C41-88D9-5C33-452A-5BDB25E7E846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sp>
                <p:nvSpPr>
                  <p:cNvPr id="736" name="Freeform 231">
                    <a:extLst>
                      <a:ext uri="{FF2B5EF4-FFF2-40B4-BE49-F238E27FC236}">
                        <a16:creationId xmlns:a16="http://schemas.microsoft.com/office/drawing/2014/main" id="{3EC6D34F-13F4-BA78-0CBF-678861739D0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</p:grpSp>
          </p:grpSp>
          <p:sp>
            <p:nvSpPr>
              <p:cNvPr id="732" name="직사각형 731">
                <a:extLst>
                  <a:ext uri="{FF2B5EF4-FFF2-40B4-BE49-F238E27FC236}">
                    <a16:creationId xmlns:a16="http://schemas.microsoft.com/office/drawing/2014/main" id="{877F6D81-7B71-7D96-D55B-841485178099}"/>
                  </a:ext>
                </a:extLst>
              </p:cNvPr>
              <p:cNvSpPr/>
              <p:nvPr/>
            </p:nvSpPr>
            <p:spPr>
              <a:xfrm>
                <a:off x="6924199" y="6619793"/>
                <a:ext cx="130004" cy="350704"/>
              </a:xfrm>
              <a:prstGeom prst="rect">
                <a:avLst/>
              </a:prstGeom>
              <a:noFill/>
              <a:ln w="254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1" indent="0" algn="ctr" defTabSz="147490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prstClr val="black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0" lang="en-US" altLang="ko-KR" sz="1050" b="0" i="0" u="none" strike="noStrike" kern="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ea typeface="KoPub돋움체 Bold" panose="02020603020101020101" pitchFamily="18" charset="-127"/>
                    <a:cs typeface="Arial"/>
                  </a:rPr>
                  <a:t>…</a:t>
                </a:r>
                <a:endParaRPr kumimoji="0" lang="ko-KR" altLang="en-US" sz="1050" b="0" i="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ea typeface="KoPub돋움체 Bold" panose="02020603020101020101" pitchFamily="18" charset="-127"/>
                  <a:cs typeface="Arial"/>
                </a:endParaRPr>
              </a:p>
            </p:txBody>
          </p:sp>
        </p:grpSp>
        <p:grpSp>
          <p:nvGrpSpPr>
            <p:cNvPr id="747" name="그룹 746">
              <a:extLst>
                <a:ext uri="{FF2B5EF4-FFF2-40B4-BE49-F238E27FC236}">
                  <a16:creationId xmlns:a16="http://schemas.microsoft.com/office/drawing/2014/main" id="{ACC71527-B78A-B729-A2E2-4FCB18F6A98A}"/>
                </a:ext>
              </a:extLst>
            </p:cNvPr>
            <p:cNvGrpSpPr/>
            <p:nvPr/>
          </p:nvGrpSpPr>
          <p:grpSpPr>
            <a:xfrm>
              <a:off x="6868986" y="3169558"/>
              <a:ext cx="379913" cy="161583"/>
              <a:chOff x="3903676" y="6933309"/>
              <a:chExt cx="516963" cy="350704"/>
            </a:xfrm>
          </p:grpSpPr>
          <p:grpSp>
            <p:nvGrpSpPr>
              <p:cNvPr id="748" name="그룹 747">
                <a:extLst>
                  <a:ext uri="{FF2B5EF4-FFF2-40B4-BE49-F238E27FC236}">
                    <a16:creationId xmlns:a16="http://schemas.microsoft.com/office/drawing/2014/main" id="{05935E61-914D-71F6-DD4D-D89BC126B358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223933" y="6992226"/>
                <a:ext cx="196706" cy="228307"/>
                <a:chOff x="11751920" y="4267727"/>
                <a:chExt cx="1085595" cy="1260000"/>
              </a:xfrm>
            </p:grpSpPr>
            <p:sp>
              <p:nvSpPr>
                <p:cNvPr id="755" name="사각형: 둥근 모서리 226">
                  <a:extLst>
                    <a:ext uri="{FF2B5EF4-FFF2-40B4-BE49-F238E27FC236}">
                      <a16:creationId xmlns:a16="http://schemas.microsoft.com/office/drawing/2014/main" id="{8A60A0E0-8334-E701-C6CD-BA4EDD400091}"/>
                    </a:ext>
                  </a:extLst>
                </p:cNvPr>
                <p:cNvSpPr/>
                <p:nvPr/>
              </p:nvSpPr>
              <p:spPr>
                <a:xfrm>
                  <a:off x="11751920" y="4271687"/>
                  <a:ext cx="911715" cy="1252078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  <p:grpSp>
              <p:nvGrpSpPr>
                <p:cNvPr id="756" name="그룹 755">
                  <a:extLst>
                    <a:ext uri="{FF2B5EF4-FFF2-40B4-BE49-F238E27FC236}">
                      <a16:creationId xmlns:a16="http://schemas.microsoft.com/office/drawing/2014/main" id="{20C22D4A-3ABF-99FB-90E1-ACA53CF399E7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757" name="Freeform 230">
                    <a:extLst>
                      <a:ext uri="{FF2B5EF4-FFF2-40B4-BE49-F238E27FC236}">
                        <a16:creationId xmlns:a16="http://schemas.microsoft.com/office/drawing/2014/main" id="{857164F6-CF53-BA4E-1975-47397831EA93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sp>
                <p:nvSpPr>
                  <p:cNvPr id="758" name="Freeform 231">
                    <a:extLst>
                      <a:ext uri="{FF2B5EF4-FFF2-40B4-BE49-F238E27FC236}">
                        <a16:creationId xmlns:a16="http://schemas.microsoft.com/office/drawing/2014/main" id="{B3BF1478-AD0F-CAC6-4833-3EA2A73FE77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</p:grpSp>
          </p:grpSp>
          <p:sp>
            <p:nvSpPr>
              <p:cNvPr id="749" name="직사각형 748">
                <a:extLst>
                  <a:ext uri="{FF2B5EF4-FFF2-40B4-BE49-F238E27FC236}">
                    <a16:creationId xmlns:a16="http://schemas.microsoft.com/office/drawing/2014/main" id="{7CE72C07-8FDC-7A4F-B91C-EACF32987842}"/>
                  </a:ext>
                </a:extLst>
              </p:cNvPr>
              <p:cNvSpPr/>
              <p:nvPr/>
            </p:nvSpPr>
            <p:spPr>
              <a:xfrm>
                <a:off x="4111718" y="6933309"/>
                <a:ext cx="130004" cy="350704"/>
              </a:xfrm>
              <a:prstGeom prst="rect">
                <a:avLst/>
              </a:prstGeom>
              <a:noFill/>
              <a:ln w="254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1" indent="0" algn="ctr" defTabSz="147490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prstClr val="black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0" lang="en-US" altLang="ko-KR" sz="1050" b="0" i="0" u="none" strike="noStrike" kern="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ea typeface="KoPub돋움체 Bold" panose="02020603020101020101" pitchFamily="18" charset="-127"/>
                    <a:cs typeface="Arial"/>
                  </a:rPr>
                  <a:t>…</a:t>
                </a:r>
                <a:endParaRPr kumimoji="0" lang="ko-KR" altLang="en-US" sz="1050" b="0" i="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ea typeface="KoPub돋움체 Bold" panose="02020603020101020101" pitchFamily="18" charset="-127"/>
                  <a:cs typeface="Arial"/>
                </a:endParaRPr>
              </a:p>
            </p:txBody>
          </p:sp>
          <p:grpSp>
            <p:nvGrpSpPr>
              <p:cNvPr id="750" name="그룹 749">
                <a:extLst>
                  <a:ext uri="{FF2B5EF4-FFF2-40B4-BE49-F238E27FC236}">
                    <a16:creationId xmlns:a16="http://schemas.microsoft.com/office/drawing/2014/main" id="{27345322-495B-71CF-C3A0-CF4FB5B24301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903676" y="6991186"/>
                <a:ext cx="196706" cy="228307"/>
                <a:chOff x="11751920" y="4267727"/>
                <a:chExt cx="1085595" cy="1260000"/>
              </a:xfrm>
            </p:grpSpPr>
            <p:sp>
              <p:nvSpPr>
                <p:cNvPr id="751" name="사각형: 둥근 모서리 226">
                  <a:extLst>
                    <a:ext uri="{FF2B5EF4-FFF2-40B4-BE49-F238E27FC236}">
                      <a16:creationId xmlns:a16="http://schemas.microsoft.com/office/drawing/2014/main" id="{E7DB0123-FBFB-2DB5-5082-7D7B0AC7AADB}"/>
                    </a:ext>
                  </a:extLst>
                </p:cNvPr>
                <p:cNvSpPr/>
                <p:nvPr/>
              </p:nvSpPr>
              <p:spPr>
                <a:xfrm>
                  <a:off x="11751920" y="4271687"/>
                  <a:ext cx="911715" cy="1252078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  <p:grpSp>
              <p:nvGrpSpPr>
                <p:cNvPr id="752" name="그룹 751">
                  <a:extLst>
                    <a:ext uri="{FF2B5EF4-FFF2-40B4-BE49-F238E27FC236}">
                      <a16:creationId xmlns:a16="http://schemas.microsoft.com/office/drawing/2014/main" id="{1BE1079F-39CB-DD6B-B9D3-89653B872013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753" name="Freeform 230">
                    <a:extLst>
                      <a:ext uri="{FF2B5EF4-FFF2-40B4-BE49-F238E27FC236}">
                        <a16:creationId xmlns:a16="http://schemas.microsoft.com/office/drawing/2014/main" id="{5716CF25-CF1E-AE0F-ED7F-CC831208483D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sp>
                <p:nvSpPr>
                  <p:cNvPr id="754" name="Freeform 231">
                    <a:extLst>
                      <a:ext uri="{FF2B5EF4-FFF2-40B4-BE49-F238E27FC236}">
                        <a16:creationId xmlns:a16="http://schemas.microsoft.com/office/drawing/2014/main" id="{BF2EACA7-F4E0-BAAF-E3E9-56D6FB650FC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</p:grpSp>
          </p:grpSp>
        </p:grpSp>
        <p:grpSp>
          <p:nvGrpSpPr>
            <p:cNvPr id="759" name="그룹 758">
              <a:extLst>
                <a:ext uri="{FF2B5EF4-FFF2-40B4-BE49-F238E27FC236}">
                  <a16:creationId xmlns:a16="http://schemas.microsoft.com/office/drawing/2014/main" id="{D9CE0724-349F-B04C-5024-D1FC1DA1CE54}"/>
                </a:ext>
              </a:extLst>
            </p:cNvPr>
            <p:cNvGrpSpPr/>
            <p:nvPr/>
          </p:nvGrpSpPr>
          <p:grpSpPr>
            <a:xfrm>
              <a:off x="1216065" y="1897718"/>
              <a:ext cx="482857" cy="161583"/>
              <a:chOff x="4006044" y="5454956"/>
              <a:chExt cx="657043" cy="350704"/>
            </a:xfrm>
          </p:grpSpPr>
          <p:grpSp>
            <p:nvGrpSpPr>
              <p:cNvPr id="760" name="그룹 759">
                <a:extLst>
                  <a:ext uri="{FF2B5EF4-FFF2-40B4-BE49-F238E27FC236}">
                    <a16:creationId xmlns:a16="http://schemas.microsoft.com/office/drawing/2014/main" id="{CC929736-65BD-4CFB-5CC4-5ED73FA1D350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199316" y="5500774"/>
                <a:ext cx="166212" cy="228600"/>
                <a:chOff x="3493292" y="3693520"/>
                <a:chExt cx="897069" cy="1233786"/>
              </a:xfrm>
            </p:grpSpPr>
            <p:grpSp>
              <p:nvGrpSpPr>
                <p:cNvPr id="816" name="그룹 815">
                  <a:extLst>
                    <a:ext uri="{FF2B5EF4-FFF2-40B4-BE49-F238E27FC236}">
                      <a16:creationId xmlns:a16="http://schemas.microsoft.com/office/drawing/2014/main" id="{3C0CE5CA-D1FE-4A66-9029-2E6097EA4E09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3493292" y="3693520"/>
                  <a:ext cx="897069" cy="1233786"/>
                  <a:chOff x="11921389" y="4267727"/>
                  <a:chExt cx="916126" cy="1260000"/>
                </a:xfrm>
              </p:grpSpPr>
              <p:sp>
                <p:nvSpPr>
                  <p:cNvPr id="838" name="사각형: 둥근 모서리 222">
                    <a:extLst>
                      <a:ext uri="{FF2B5EF4-FFF2-40B4-BE49-F238E27FC236}">
                        <a16:creationId xmlns:a16="http://schemas.microsoft.com/office/drawing/2014/main" id="{631FB88C-FF3A-D687-21E2-7EEFBFD26CF2}"/>
                      </a:ext>
                    </a:extLst>
                  </p:cNvPr>
                  <p:cNvSpPr/>
                  <p:nvPr/>
                </p:nvSpPr>
                <p:spPr>
                  <a:xfrm>
                    <a:off x="11923593" y="4271687"/>
                    <a:ext cx="911716" cy="1252078"/>
                  </a:xfrm>
                  <a:prstGeom prst="roundRect">
                    <a:avLst>
                      <a:gd name="adj" fmla="val 7097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-3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grpSp>
                <p:nvGrpSpPr>
                  <p:cNvPr id="839" name="그룹 838">
                    <a:extLst>
                      <a:ext uri="{FF2B5EF4-FFF2-40B4-BE49-F238E27FC236}">
                        <a16:creationId xmlns:a16="http://schemas.microsoft.com/office/drawing/2014/main" id="{EFB3C3B6-460D-F8ED-34E5-E3A1F47EAFB1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11921389" y="4267727"/>
                    <a:ext cx="916126" cy="1260000"/>
                    <a:chOff x="14485938" y="-2571751"/>
                    <a:chExt cx="554038" cy="762000"/>
                  </a:xfrm>
                  <a:solidFill>
                    <a:srgbClr val="262626"/>
                  </a:solidFill>
                </p:grpSpPr>
                <p:sp>
                  <p:nvSpPr>
                    <p:cNvPr id="840" name="Freeform 230">
                      <a:extLst>
                        <a:ext uri="{FF2B5EF4-FFF2-40B4-BE49-F238E27FC236}">
                          <a16:creationId xmlns:a16="http://schemas.microsoft.com/office/drawing/2014/main" id="{A6FAF4E9-4FA6-34DD-DE8A-4D5CA1E952BD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4485938" y="-2571751"/>
                      <a:ext cx="554038" cy="762000"/>
                    </a:xfrm>
                    <a:custGeom>
                      <a:avLst/>
                      <a:gdLst>
                        <a:gd name="T0" fmla="*/ 137 w 147"/>
                        <a:gd name="T1" fmla="*/ 0 h 200"/>
                        <a:gd name="T2" fmla="*/ 10 w 147"/>
                        <a:gd name="T3" fmla="*/ 0 h 200"/>
                        <a:gd name="T4" fmla="*/ 0 w 147"/>
                        <a:gd name="T5" fmla="*/ 10 h 200"/>
                        <a:gd name="T6" fmla="*/ 0 w 147"/>
                        <a:gd name="T7" fmla="*/ 190 h 200"/>
                        <a:gd name="T8" fmla="*/ 10 w 147"/>
                        <a:gd name="T9" fmla="*/ 200 h 200"/>
                        <a:gd name="T10" fmla="*/ 137 w 147"/>
                        <a:gd name="T11" fmla="*/ 200 h 200"/>
                        <a:gd name="T12" fmla="*/ 140 w 147"/>
                        <a:gd name="T13" fmla="*/ 199 h 200"/>
                        <a:gd name="T14" fmla="*/ 146 w 147"/>
                        <a:gd name="T15" fmla="*/ 193 h 200"/>
                        <a:gd name="T16" fmla="*/ 147 w 147"/>
                        <a:gd name="T17" fmla="*/ 190 h 200"/>
                        <a:gd name="T18" fmla="*/ 147 w 147"/>
                        <a:gd name="T19" fmla="*/ 10 h 200"/>
                        <a:gd name="T20" fmla="*/ 137 w 147"/>
                        <a:gd name="T21" fmla="*/ 0 h 200"/>
                        <a:gd name="T22" fmla="*/ 139 w 147"/>
                        <a:gd name="T23" fmla="*/ 189 h 200"/>
                        <a:gd name="T24" fmla="*/ 135 w 147"/>
                        <a:gd name="T25" fmla="*/ 192 h 200"/>
                        <a:gd name="T26" fmla="*/ 10 w 147"/>
                        <a:gd name="T27" fmla="*/ 192 h 200"/>
                        <a:gd name="T28" fmla="*/ 8 w 147"/>
                        <a:gd name="T29" fmla="*/ 190 h 200"/>
                        <a:gd name="T30" fmla="*/ 8 w 147"/>
                        <a:gd name="T31" fmla="*/ 10 h 200"/>
                        <a:gd name="T32" fmla="*/ 10 w 147"/>
                        <a:gd name="T33" fmla="*/ 8 h 200"/>
                        <a:gd name="T34" fmla="*/ 137 w 147"/>
                        <a:gd name="T35" fmla="*/ 8 h 200"/>
                        <a:gd name="T36" fmla="*/ 139 w 147"/>
                        <a:gd name="T37" fmla="*/ 10 h 200"/>
                        <a:gd name="T38" fmla="*/ 139 w 147"/>
                        <a:gd name="T39" fmla="*/ 189 h 2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</a:cxnLst>
                      <a:rect l="0" t="0" r="r" b="b"/>
                      <a:pathLst>
                        <a:path w="147" h="200">
                          <a:moveTo>
                            <a:pt x="137" y="0"/>
                          </a:moveTo>
                          <a:cubicBezTo>
                            <a:pt x="10" y="0"/>
                            <a:pt x="10" y="0"/>
                            <a:pt x="10" y="0"/>
                          </a:cubicBezTo>
                          <a:cubicBezTo>
                            <a:pt x="4" y="0"/>
                            <a:pt x="0" y="5"/>
                            <a:pt x="0" y="10"/>
                          </a:cubicBezTo>
                          <a:cubicBezTo>
                            <a:pt x="0" y="190"/>
                            <a:pt x="0" y="190"/>
                            <a:pt x="0" y="190"/>
                          </a:cubicBezTo>
                          <a:cubicBezTo>
                            <a:pt x="0" y="196"/>
                            <a:pt x="4" y="200"/>
                            <a:pt x="10" y="200"/>
                          </a:cubicBezTo>
                          <a:cubicBezTo>
                            <a:pt x="137" y="200"/>
                            <a:pt x="137" y="200"/>
                            <a:pt x="137" y="200"/>
                          </a:cubicBezTo>
                          <a:cubicBezTo>
                            <a:pt x="138" y="200"/>
                            <a:pt x="139" y="200"/>
                            <a:pt x="140" y="199"/>
                          </a:cubicBezTo>
                          <a:cubicBezTo>
                            <a:pt x="146" y="193"/>
                            <a:pt x="146" y="193"/>
                            <a:pt x="146" y="193"/>
                          </a:cubicBezTo>
                          <a:cubicBezTo>
                            <a:pt x="146" y="192"/>
                            <a:pt x="147" y="191"/>
                            <a:pt x="147" y="190"/>
                          </a:cubicBezTo>
                          <a:cubicBezTo>
                            <a:pt x="147" y="10"/>
                            <a:pt x="147" y="10"/>
                            <a:pt x="147" y="10"/>
                          </a:cubicBezTo>
                          <a:cubicBezTo>
                            <a:pt x="147" y="5"/>
                            <a:pt x="142" y="0"/>
                            <a:pt x="137" y="0"/>
                          </a:cubicBezTo>
                          <a:close/>
                          <a:moveTo>
                            <a:pt x="139" y="189"/>
                          </a:moveTo>
                          <a:cubicBezTo>
                            <a:pt x="135" y="192"/>
                            <a:pt x="135" y="192"/>
                            <a:pt x="135" y="192"/>
                          </a:cubicBezTo>
                          <a:cubicBezTo>
                            <a:pt x="10" y="192"/>
                            <a:pt x="10" y="192"/>
                            <a:pt x="10" y="192"/>
                          </a:cubicBezTo>
                          <a:cubicBezTo>
                            <a:pt x="9" y="192"/>
                            <a:pt x="8" y="191"/>
                            <a:pt x="8" y="190"/>
                          </a:cubicBezTo>
                          <a:cubicBezTo>
                            <a:pt x="8" y="10"/>
                            <a:pt x="8" y="10"/>
                            <a:pt x="8" y="10"/>
                          </a:cubicBezTo>
                          <a:cubicBezTo>
                            <a:pt x="8" y="9"/>
                            <a:pt x="9" y="8"/>
                            <a:pt x="10" y="8"/>
                          </a:cubicBezTo>
                          <a:cubicBezTo>
                            <a:pt x="137" y="8"/>
                            <a:pt x="137" y="8"/>
                            <a:pt x="137" y="8"/>
                          </a:cubicBezTo>
                          <a:cubicBezTo>
                            <a:pt x="138" y="8"/>
                            <a:pt x="139" y="9"/>
                            <a:pt x="139" y="10"/>
                          </a:cubicBezTo>
                          <a:lnTo>
                            <a:pt x="139" y="189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  <p:sp>
                  <p:nvSpPr>
                    <p:cNvPr id="841" name="Freeform 231">
                      <a:extLst>
                        <a:ext uri="{FF2B5EF4-FFF2-40B4-BE49-F238E27FC236}">
                          <a16:creationId xmlns:a16="http://schemas.microsoft.com/office/drawing/2014/main" id="{8F04510C-431E-F7BC-6A35-8A5EDFF5AD5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4603413" y="-2403476"/>
                      <a:ext cx="315913" cy="30163"/>
                    </a:xfrm>
                    <a:custGeom>
                      <a:avLst/>
                      <a:gdLst>
                        <a:gd name="T0" fmla="*/ 80 w 84"/>
                        <a:gd name="T1" fmla="*/ 0 h 8"/>
                        <a:gd name="T2" fmla="*/ 4 w 84"/>
                        <a:gd name="T3" fmla="*/ 0 h 8"/>
                        <a:gd name="T4" fmla="*/ 0 w 84"/>
                        <a:gd name="T5" fmla="*/ 4 h 8"/>
                        <a:gd name="T6" fmla="*/ 4 w 84"/>
                        <a:gd name="T7" fmla="*/ 8 h 8"/>
                        <a:gd name="T8" fmla="*/ 80 w 84"/>
                        <a:gd name="T9" fmla="*/ 8 h 8"/>
                        <a:gd name="T10" fmla="*/ 84 w 84"/>
                        <a:gd name="T11" fmla="*/ 4 h 8"/>
                        <a:gd name="T12" fmla="*/ 80 w 84"/>
                        <a:gd name="T13" fmla="*/ 0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4" h="8">
                          <a:moveTo>
                            <a:pt x="80" y="0"/>
                          </a:moveTo>
                          <a:cubicBezTo>
                            <a:pt x="4" y="0"/>
                            <a:pt x="4" y="0"/>
                            <a:pt x="4" y="0"/>
                          </a:cubicBezTo>
                          <a:cubicBezTo>
                            <a:pt x="2" y="0"/>
                            <a:pt x="0" y="2"/>
                            <a:pt x="0" y="4"/>
                          </a:cubicBezTo>
                          <a:cubicBezTo>
                            <a:pt x="0" y="6"/>
                            <a:pt x="2" y="8"/>
                            <a:pt x="4" y="8"/>
                          </a:cubicBezTo>
                          <a:cubicBezTo>
                            <a:pt x="80" y="8"/>
                            <a:pt x="80" y="8"/>
                            <a:pt x="80" y="8"/>
                          </a:cubicBezTo>
                          <a:cubicBezTo>
                            <a:pt x="82" y="8"/>
                            <a:pt x="84" y="6"/>
                            <a:pt x="84" y="4"/>
                          </a:cubicBezTo>
                          <a:cubicBezTo>
                            <a:pt x="84" y="2"/>
                            <a:pt x="82" y="0"/>
                            <a:pt x="80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817" name="그룹 816">
                  <a:extLst>
                    <a:ext uri="{FF2B5EF4-FFF2-40B4-BE49-F238E27FC236}">
                      <a16:creationId xmlns:a16="http://schemas.microsoft.com/office/drawing/2014/main" id="{9687741A-4C44-F80F-39EA-1BF84CF2EC3B}"/>
                    </a:ext>
                  </a:extLst>
                </p:cNvPr>
                <p:cNvGrpSpPr/>
                <p:nvPr/>
              </p:nvGrpSpPr>
              <p:grpSpPr>
                <a:xfrm>
                  <a:off x="3623554" y="4140320"/>
                  <a:ext cx="636537" cy="634466"/>
                  <a:chOff x="881898" y="5310642"/>
                  <a:chExt cx="976313" cy="973138"/>
                </a:xfrm>
              </p:grpSpPr>
              <p:grpSp>
                <p:nvGrpSpPr>
                  <p:cNvPr id="818" name="그룹 817">
                    <a:extLst>
                      <a:ext uri="{FF2B5EF4-FFF2-40B4-BE49-F238E27FC236}">
                        <a16:creationId xmlns:a16="http://schemas.microsoft.com/office/drawing/2014/main" id="{305AE40B-2F21-4F66-DD8E-A6F8EFF57640}"/>
                      </a:ext>
                    </a:extLst>
                  </p:cNvPr>
                  <p:cNvGrpSpPr/>
                  <p:nvPr/>
                </p:nvGrpSpPr>
                <p:grpSpPr>
                  <a:xfrm>
                    <a:off x="881898" y="5310642"/>
                    <a:ext cx="976313" cy="973138"/>
                    <a:chOff x="21240750" y="2320925"/>
                    <a:chExt cx="976313" cy="973138"/>
                  </a:xfrm>
                </p:grpSpPr>
                <p:sp>
                  <p:nvSpPr>
                    <p:cNvPr id="820" name="Freeform 113">
                      <a:extLst>
                        <a:ext uri="{FF2B5EF4-FFF2-40B4-BE49-F238E27FC236}">
                          <a16:creationId xmlns:a16="http://schemas.microsoft.com/office/drawing/2014/main" id="{E225821C-E24F-79E2-4314-83C805B94C0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410343" y="2487232"/>
                      <a:ext cx="637131" cy="640525"/>
                    </a:xfrm>
                    <a:custGeom>
                      <a:avLst/>
                      <a:gdLst>
                        <a:gd name="T0" fmla="*/ 1100 w 1100"/>
                        <a:gd name="T1" fmla="*/ 210 h 1107"/>
                        <a:gd name="T2" fmla="*/ 1100 w 1100"/>
                        <a:gd name="T3" fmla="*/ 264 h 1107"/>
                        <a:gd name="T4" fmla="*/ 1100 w 1100"/>
                        <a:gd name="T5" fmla="*/ 419 h 1107"/>
                        <a:gd name="T6" fmla="*/ 1100 w 1100"/>
                        <a:gd name="T7" fmla="*/ 473 h 1107"/>
                        <a:gd name="T8" fmla="*/ 1100 w 1100"/>
                        <a:gd name="T9" fmla="*/ 635 h 1107"/>
                        <a:gd name="T10" fmla="*/ 1100 w 1100"/>
                        <a:gd name="T11" fmla="*/ 689 h 1107"/>
                        <a:gd name="T12" fmla="*/ 1100 w 1100"/>
                        <a:gd name="T13" fmla="*/ 844 h 1107"/>
                        <a:gd name="T14" fmla="*/ 1100 w 1100"/>
                        <a:gd name="T15" fmla="*/ 898 h 1107"/>
                        <a:gd name="T16" fmla="*/ 1100 w 1100"/>
                        <a:gd name="T17" fmla="*/ 1033 h 1107"/>
                        <a:gd name="T18" fmla="*/ 1026 w 1100"/>
                        <a:gd name="T19" fmla="*/ 1107 h 1107"/>
                        <a:gd name="T20" fmla="*/ 898 w 1100"/>
                        <a:gd name="T21" fmla="*/ 1107 h 1107"/>
                        <a:gd name="T22" fmla="*/ 844 w 1100"/>
                        <a:gd name="T23" fmla="*/ 1107 h 1107"/>
                        <a:gd name="T24" fmla="*/ 682 w 1100"/>
                        <a:gd name="T25" fmla="*/ 1107 h 1107"/>
                        <a:gd name="T26" fmla="*/ 628 w 1100"/>
                        <a:gd name="T27" fmla="*/ 1107 h 1107"/>
                        <a:gd name="T28" fmla="*/ 472 w 1100"/>
                        <a:gd name="T29" fmla="*/ 1107 h 1107"/>
                        <a:gd name="T30" fmla="*/ 418 w 1100"/>
                        <a:gd name="T31" fmla="*/ 1107 h 1107"/>
                        <a:gd name="T32" fmla="*/ 256 w 1100"/>
                        <a:gd name="T33" fmla="*/ 1107 h 1107"/>
                        <a:gd name="T34" fmla="*/ 202 w 1100"/>
                        <a:gd name="T35" fmla="*/ 1107 h 1107"/>
                        <a:gd name="T36" fmla="*/ 74 w 1100"/>
                        <a:gd name="T37" fmla="*/ 1107 h 1107"/>
                        <a:gd name="T38" fmla="*/ 0 w 1100"/>
                        <a:gd name="T39" fmla="*/ 1033 h 1107"/>
                        <a:gd name="T40" fmla="*/ 0 w 1100"/>
                        <a:gd name="T41" fmla="*/ 898 h 1107"/>
                        <a:gd name="T42" fmla="*/ 0 w 1100"/>
                        <a:gd name="T43" fmla="*/ 844 h 1107"/>
                        <a:gd name="T44" fmla="*/ 0 w 1100"/>
                        <a:gd name="T45" fmla="*/ 689 h 1107"/>
                        <a:gd name="T46" fmla="*/ 0 w 1100"/>
                        <a:gd name="T47" fmla="*/ 635 h 1107"/>
                        <a:gd name="T48" fmla="*/ 0 w 1100"/>
                        <a:gd name="T49" fmla="*/ 473 h 1107"/>
                        <a:gd name="T50" fmla="*/ 0 w 1100"/>
                        <a:gd name="T51" fmla="*/ 419 h 1107"/>
                        <a:gd name="T52" fmla="*/ 0 w 1100"/>
                        <a:gd name="T53" fmla="*/ 264 h 1107"/>
                        <a:gd name="T54" fmla="*/ 0 w 1100"/>
                        <a:gd name="T55" fmla="*/ 210 h 1107"/>
                        <a:gd name="T56" fmla="*/ 0 w 1100"/>
                        <a:gd name="T57" fmla="*/ 75 h 1107"/>
                        <a:gd name="T58" fmla="*/ 74 w 1100"/>
                        <a:gd name="T59" fmla="*/ 0 h 1107"/>
                        <a:gd name="T60" fmla="*/ 202 w 1100"/>
                        <a:gd name="T61" fmla="*/ 0 h 1107"/>
                        <a:gd name="T62" fmla="*/ 256 w 1100"/>
                        <a:gd name="T63" fmla="*/ 0 h 1107"/>
                        <a:gd name="T64" fmla="*/ 418 w 1100"/>
                        <a:gd name="T65" fmla="*/ 0 h 1107"/>
                        <a:gd name="T66" fmla="*/ 472 w 1100"/>
                        <a:gd name="T67" fmla="*/ 0 h 1107"/>
                        <a:gd name="T68" fmla="*/ 628 w 1100"/>
                        <a:gd name="T69" fmla="*/ 0 h 1107"/>
                        <a:gd name="T70" fmla="*/ 682 w 1100"/>
                        <a:gd name="T71" fmla="*/ 0 h 1107"/>
                        <a:gd name="T72" fmla="*/ 844 w 1100"/>
                        <a:gd name="T73" fmla="*/ 0 h 1107"/>
                        <a:gd name="T74" fmla="*/ 898 w 1100"/>
                        <a:gd name="T75" fmla="*/ 0 h 1107"/>
                        <a:gd name="T76" fmla="*/ 1026 w 1100"/>
                        <a:gd name="T77" fmla="*/ 0 h 1107"/>
                        <a:gd name="T78" fmla="*/ 1100 w 1100"/>
                        <a:gd name="T79" fmla="*/ 75 h 1107"/>
                        <a:gd name="T80" fmla="*/ 1100 w 1100"/>
                        <a:gd name="T81" fmla="*/ 210 h 1107"/>
                        <a:gd name="T82" fmla="*/ 1100 w 1100"/>
                        <a:gd name="T83" fmla="*/ 210 h 110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</a:cxnLst>
                      <a:rect l="0" t="0" r="r" b="b"/>
                      <a:pathLst>
                        <a:path w="1100" h="1107">
                          <a:moveTo>
                            <a:pt x="1100" y="210"/>
                          </a:moveTo>
                          <a:cubicBezTo>
                            <a:pt x="1100" y="264"/>
                            <a:pt x="1100" y="264"/>
                            <a:pt x="1100" y="264"/>
                          </a:cubicBezTo>
                          <a:cubicBezTo>
                            <a:pt x="1100" y="419"/>
                            <a:pt x="1100" y="419"/>
                            <a:pt x="1100" y="419"/>
                          </a:cubicBezTo>
                          <a:cubicBezTo>
                            <a:pt x="1100" y="473"/>
                            <a:pt x="1100" y="473"/>
                            <a:pt x="1100" y="473"/>
                          </a:cubicBezTo>
                          <a:cubicBezTo>
                            <a:pt x="1100" y="635"/>
                            <a:pt x="1100" y="635"/>
                            <a:pt x="1100" y="635"/>
                          </a:cubicBezTo>
                          <a:cubicBezTo>
                            <a:pt x="1100" y="689"/>
                            <a:pt x="1100" y="689"/>
                            <a:pt x="1100" y="689"/>
                          </a:cubicBezTo>
                          <a:cubicBezTo>
                            <a:pt x="1100" y="844"/>
                            <a:pt x="1100" y="844"/>
                            <a:pt x="1100" y="844"/>
                          </a:cubicBezTo>
                          <a:cubicBezTo>
                            <a:pt x="1100" y="898"/>
                            <a:pt x="1100" y="898"/>
                            <a:pt x="1100" y="898"/>
                          </a:cubicBezTo>
                          <a:cubicBezTo>
                            <a:pt x="1100" y="1033"/>
                            <a:pt x="1100" y="1033"/>
                            <a:pt x="1100" y="1033"/>
                          </a:cubicBezTo>
                          <a:cubicBezTo>
                            <a:pt x="1100" y="1073"/>
                            <a:pt x="1073" y="1107"/>
                            <a:pt x="1026" y="1107"/>
                          </a:cubicBezTo>
                          <a:cubicBezTo>
                            <a:pt x="898" y="1107"/>
                            <a:pt x="898" y="1107"/>
                            <a:pt x="898" y="1107"/>
                          </a:cubicBezTo>
                          <a:cubicBezTo>
                            <a:pt x="844" y="1107"/>
                            <a:pt x="844" y="1107"/>
                            <a:pt x="844" y="1107"/>
                          </a:cubicBezTo>
                          <a:cubicBezTo>
                            <a:pt x="682" y="1107"/>
                            <a:pt x="682" y="1107"/>
                            <a:pt x="682" y="1107"/>
                          </a:cubicBezTo>
                          <a:cubicBezTo>
                            <a:pt x="628" y="1107"/>
                            <a:pt x="628" y="1107"/>
                            <a:pt x="628" y="1107"/>
                          </a:cubicBezTo>
                          <a:cubicBezTo>
                            <a:pt x="472" y="1107"/>
                            <a:pt x="472" y="1107"/>
                            <a:pt x="472" y="1107"/>
                          </a:cubicBezTo>
                          <a:cubicBezTo>
                            <a:pt x="418" y="1107"/>
                            <a:pt x="418" y="1107"/>
                            <a:pt x="418" y="1107"/>
                          </a:cubicBezTo>
                          <a:cubicBezTo>
                            <a:pt x="256" y="1107"/>
                            <a:pt x="256" y="1107"/>
                            <a:pt x="256" y="1107"/>
                          </a:cubicBezTo>
                          <a:cubicBezTo>
                            <a:pt x="202" y="1107"/>
                            <a:pt x="202" y="1107"/>
                            <a:pt x="202" y="1107"/>
                          </a:cubicBezTo>
                          <a:cubicBezTo>
                            <a:pt x="74" y="1107"/>
                            <a:pt x="74" y="1107"/>
                            <a:pt x="74" y="1107"/>
                          </a:cubicBezTo>
                          <a:cubicBezTo>
                            <a:pt x="27" y="1107"/>
                            <a:pt x="0" y="1073"/>
                            <a:pt x="0" y="1033"/>
                          </a:cubicBezTo>
                          <a:cubicBezTo>
                            <a:pt x="0" y="898"/>
                            <a:pt x="0" y="898"/>
                            <a:pt x="0" y="898"/>
                          </a:cubicBezTo>
                          <a:cubicBezTo>
                            <a:pt x="0" y="844"/>
                            <a:pt x="0" y="844"/>
                            <a:pt x="0" y="844"/>
                          </a:cubicBezTo>
                          <a:cubicBezTo>
                            <a:pt x="0" y="689"/>
                            <a:pt x="0" y="689"/>
                            <a:pt x="0" y="689"/>
                          </a:cubicBezTo>
                          <a:cubicBezTo>
                            <a:pt x="0" y="635"/>
                            <a:pt x="0" y="635"/>
                            <a:pt x="0" y="635"/>
                          </a:cubicBezTo>
                          <a:cubicBezTo>
                            <a:pt x="0" y="473"/>
                            <a:pt x="0" y="473"/>
                            <a:pt x="0" y="473"/>
                          </a:cubicBezTo>
                          <a:cubicBezTo>
                            <a:pt x="0" y="419"/>
                            <a:pt x="0" y="419"/>
                            <a:pt x="0" y="419"/>
                          </a:cubicBezTo>
                          <a:cubicBezTo>
                            <a:pt x="0" y="264"/>
                            <a:pt x="0" y="264"/>
                            <a:pt x="0" y="264"/>
                          </a:cubicBezTo>
                          <a:cubicBezTo>
                            <a:pt x="0" y="210"/>
                            <a:pt x="0" y="210"/>
                            <a:pt x="0" y="210"/>
                          </a:cubicBezTo>
                          <a:cubicBezTo>
                            <a:pt x="0" y="75"/>
                            <a:pt x="0" y="75"/>
                            <a:pt x="0" y="75"/>
                          </a:cubicBezTo>
                          <a:cubicBezTo>
                            <a:pt x="0" y="34"/>
                            <a:pt x="27" y="0"/>
                            <a:pt x="74" y="0"/>
                          </a:cubicBezTo>
                          <a:cubicBezTo>
                            <a:pt x="202" y="0"/>
                            <a:pt x="202" y="0"/>
                            <a:pt x="202" y="0"/>
                          </a:cubicBezTo>
                          <a:cubicBezTo>
                            <a:pt x="256" y="0"/>
                            <a:pt x="256" y="0"/>
                            <a:pt x="256" y="0"/>
                          </a:cubicBezTo>
                          <a:cubicBezTo>
                            <a:pt x="418" y="0"/>
                            <a:pt x="418" y="0"/>
                            <a:pt x="418" y="0"/>
                          </a:cubicBezTo>
                          <a:cubicBezTo>
                            <a:pt x="472" y="0"/>
                            <a:pt x="472" y="0"/>
                            <a:pt x="472" y="0"/>
                          </a:cubicBezTo>
                          <a:cubicBezTo>
                            <a:pt x="628" y="0"/>
                            <a:pt x="628" y="0"/>
                            <a:pt x="628" y="0"/>
                          </a:cubicBezTo>
                          <a:cubicBezTo>
                            <a:pt x="682" y="0"/>
                            <a:pt x="682" y="0"/>
                            <a:pt x="682" y="0"/>
                          </a:cubicBezTo>
                          <a:cubicBezTo>
                            <a:pt x="844" y="0"/>
                            <a:pt x="844" y="0"/>
                            <a:pt x="844" y="0"/>
                          </a:cubicBezTo>
                          <a:cubicBezTo>
                            <a:pt x="898" y="0"/>
                            <a:pt x="898" y="0"/>
                            <a:pt x="898" y="0"/>
                          </a:cubicBezTo>
                          <a:cubicBezTo>
                            <a:pt x="1026" y="0"/>
                            <a:pt x="1026" y="0"/>
                            <a:pt x="1026" y="0"/>
                          </a:cubicBezTo>
                          <a:cubicBezTo>
                            <a:pt x="1073" y="0"/>
                            <a:pt x="1100" y="34"/>
                            <a:pt x="1100" y="75"/>
                          </a:cubicBezTo>
                          <a:cubicBezTo>
                            <a:pt x="1100" y="210"/>
                            <a:pt x="1100" y="210"/>
                            <a:pt x="1100" y="210"/>
                          </a:cubicBezTo>
                          <a:cubicBezTo>
                            <a:pt x="1100" y="210"/>
                            <a:pt x="1100" y="210"/>
                            <a:pt x="1100" y="210"/>
                          </a:cubicBezTo>
                          <a:close/>
                        </a:path>
                      </a:pathLst>
                    </a:custGeom>
                    <a:solidFill>
                      <a:schemeClr val="tx1">
                        <a:lumMod val="85000"/>
                        <a:lumOff val="15000"/>
                      </a:schemeClr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21" name="Freeform 96">
                      <a:extLst>
                        <a:ext uri="{FF2B5EF4-FFF2-40B4-BE49-F238E27FC236}">
                          <a16:creationId xmlns:a16="http://schemas.microsoft.com/office/drawing/2014/main" id="{73DAF671-ED93-220D-0432-708A1FCC378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085300" y="2620963"/>
                      <a:ext cx="131763" cy="30163"/>
                    </a:xfrm>
                    <a:custGeom>
                      <a:avLst/>
                      <a:gdLst>
                        <a:gd name="T0" fmla="*/ 244 w 244"/>
                        <a:gd name="T1" fmla="*/ 28 h 55"/>
                        <a:gd name="T2" fmla="*/ 217 w 244"/>
                        <a:gd name="T3" fmla="*/ 0 h 55"/>
                        <a:gd name="T4" fmla="*/ 0 w 244"/>
                        <a:gd name="T5" fmla="*/ 0 h 55"/>
                        <a:gd name="T6" fmla="*/ 0 w 244"/>
                        <a:gd name="T7" fmla="*/ 55 h 55"/>
                        <a:gd name="T8" fmla="*/ 217 w 244"/>
                        <a:gd name="T9" fmla="*/ 55 h 55"/>
                        <a:gd name="T10" fmla="*/ 244 w 244"/>
                        <a:gd name="T11" fmla="*/ 28 h 5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4" h="55">
                          <a:moveTo>
                            <a:pt x="244" y="28"/>
                          </a:moveTo>
                          <a:cubicBezTo>
                            <a:pt x="244" y="14"/>
                            <a:pt x="230" y="0"/>
                            <a:pt x="217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55"/>
                            <a:pt x="0" y="55"/>
                            <a:pt x="0" y="55"/>
                          </a:cubicBezTo>
                          <a:cubicBezTo>
                            <a:pt x="217" y="55"/>
                            <a:pt x="217" y="55"/>
                            <a:pt x="217" y="55"/>
                          </a:cubicBezTo>
                          <a:cubicBezTo>
                            <a:pt x="230" y="55"/>
                            <a:pt x="244" y="41"/>
                            <a:pt x="244" y="28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22" name="Freeform 97">
                      <a:extLst>
                        <a:ext uri="{FF2B5EF4-FFF2-40B4-BE49-F238E27FC236}">
                          <a16:creationId xmlns:a16="http://schemas.microsoft.com/office/drawing/2014/main" id="{F6B830C8-F231-D774-CCB8-9B0182244A4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085300" y="2733675"/>
                      <a:ext cx="131763" cy="30163"/>
                    </a:xfrm>
                    <a:custGeom>
                      <a:avLst/>
                      <a:gdLst>
                        <a:gd name="T0" fmla="*/ 217 w 244"/>
                        <a:gd name="T1" fmla="*/ 0 h 54"/>
                        <a:gd name="T2" fmla="*/ 0 w 244"/>
                        <a:gd name="T3" fmla="*/ 0 h 54"/>
                        <a:gd name="T4" fmla="*/ 0 w 244"/>
                        <a:gd name="T5" fmla="*/ 54 h 54"/>
                        <a:gd name="T6" fmla="*/ 217 w 244"/>
                        <a:gd name="T7" fmla="*/ 54 h 54"/>
                        <a:gd name="T8" fmla="*/ 244 w 244"/>
                        <a:gd name="T9" fmla="*/ 27 h 54"/>
                        <a:gd name="T10" fmla="*/ 217 w 244"/>
                        <a:gd name="T11" fmla="*/ 0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4" h="54">
                          <a:moveTo>
                            <a:pt x="217" y="0"/>
                          </a:move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54"/>
                            <a:pt x="0" y="54"/>
                            <a:pt x="0" y="54"/>
                          </a:cubicBezTo>
                          <a:cubicBezTo>
                            <a:pt x="217" y="54"/>
                            <a:pt x="217" y="54"/>
                            <a:pt x="217" y="54"/>
                          </a:cubicBezTo>
                          <a:cubicBezTo>
                            <a:pt x="230" y="54"/>
                            <a:pt x="244" y="47"/>
                            <a:pt x="244" y="27"/>
                          </a:cubicBezTo>
                          <a:cubicBezTo>
                            <a:pt x="244" y="13"/>
                            <a:pt x="230" y="0"/>
                            <a:pt x="217" y="0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23" name="Freeform 98">
                      <a:extLst>
                        <a:ext uri="{FF2B5EF4-FFF2-40B4-BE49-F238E27FC236}">
                          <a16:creationId xmlns:a16="http://schemas.microsoft.com/office/drawing/2014/main" id="{F6C52FF7-AB65-BDB2-6678-552CF32C9C7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085300" y="2851150"/>
                      <a:ext cx="131763" cy="30163"/>
                    </a:xfrm>
                    <a:custGeom>
                      <a:avLst/>
                      <a:gdLst>
                        <a:gd name="T0" fmla="*/ 217 w 244"/>
                        <a:gd name="T1" fmla="*/ 0 h 54"/>
                        <a:gd name="T2" fmla="*/ 0 w 244"/>
                        <a:gd name="T3" fmla="*/ 0 h 54"/>
                        <a:gd name="T4" fmla="*/ 0 w 244"/>
                        <a:gd name="T5" fmla="*/ 54 h 54"/>
                        <a:gd name="T6" fmla="*/ 217 w 244"/>
                        <a:gd name="T7" fmla="*/ 54 h 54"/>
                        <a:gd name="T8" fmla="*/ 244 w 244"/>
                        <a:gd name="T9" fmla="*/ 27 h 54"/>
                        <a:gd name="T10" fmla="*/ 217 w 244"/>
                        <a:gd name="T11" fmla="*/ 0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4" h="54">
                          <a:moveTo>
                            <a:pt x="217" y="0"/>
                          </a:move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54"/>
                            <a:pt x="0" y="54"/>
                            <a:pt x="0" y="54"/>
                          </a:cubicBezTo>
                          <a:cubicBezTo>
                            <a:pt x="217" y="54"/>
                            <a:pt x="217" y="54"/>
                            <a:pt x="217" y="54"/>
                          </a:cubicBezTo>
                          <a:cubicBezTo>
                            <a:pt x="230" y="54"/>
                            <a:pt x="244" y="41"/>
                            <a:pt x="244" y="27"/>
                          </a:cubicBezTo>
                          <a:cubicBezTo>
                            <a:pt x="244" y="14"/>
                            <a:pt x="230" y="0"/>
                            <a:pt x="217" y="0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24" name="Freeform 99">
                      <a:extLst>
                        <a:ext uri="{FF2B5EF4-FFF2-40B4-BE49-F238E27FC236}">
                          <a16:creationId xmlns:a16="http://schemas.microsoft.com/office/drawing/2014/main" id="{C27875F0-BF14-6ABD-198F-5260BAFBB24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085300" y="2965450"/>
                      <a:ext cx="131763" cy="28575"/>
                    </a:xfrm>
                    <a:custGeom>
                      <a:avLst/>
                      <a:gdLst>
                        <a:gd name="T0" fmla="*/ 217 w 244"/>
                        <a:gd name="T1" fmla="*/ 0 h 54"/>
                        <a:gd name="T2" fmla="*/ 0 w 244"/>
                        <a:gd name="T3" fmla="*/ 0 h 54"/>
                        <a:gd name="T4" fmla="*/ 0 w 244"/>
                        <a:gd name="T5" fmla="*/ 54 h 54"/>
                        <a:gd name="T6" fmla="*/ 217 w 244"/>
                        <a:gd name="T7" fmla="*/ 54 h 54"/>
                        <a:gd name="T8" fmla="*/ 244 w 244"/>
                        <a:gd name="T9" fmla="*/ 27 h 54"/>
                        <a:gd name="T10" fmla="*/ 217 w 244"/>
                        <a:gd name="T11" fmla="*/ 0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4" h="54">
                          <a:moveTo>
                            <a:pt x="217" y="0"/>
                          </a:move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54"/>
                            <a:pt x="0" y="54"/>
                            <a:pt x="0" y="54"/>
                          </a:cubicBezTo>
                          <a:cubicBezTo>
                            <a:pt x="217" y="54"/>
                            <a:pt x="217" y="54"/>
                            <a:pt x="217" y="54"/>
                          </a:cubicBezTo>
                          <a:cubicBezTo>
                            <a:pt x="230" y="54"/>
                            <a:pt x="244" y="47"/>
                            <a:pt x="244" y="27"/>
                          </a:cubicBezTo>
                          <a:cubicBezTo>
                            <a:pt x="244" y="13"/>
                            <a:pt x="230" y="0"/>
                            <a:pt x="217" y="0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25" name="Freeform 100">
                      <a:extLst>
                        <a:ext uri="{FF2B5EF4-FFF2-40B4-BE49-F238E27FC236}">
                          <a16:creationId xmlns:a16="http://schemas.microsoft.com/office/drawing/2014/main" id="{85BC5E77-A872-CF69-6E49-B726077C26E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240750" y="2620963"/>
                      <a:ext cx="131763" cy="30163"/>
                    </a:xfrm>
                    <a:custGeom>
                      <a:avLst/>
                      <a:gdLst>
                        <a:gd name="T0" fmla="*/ 0 w 243"/>
                        <a:gd name="T1" fmla="*/ 28 h 55"/>
                        <a:gd name="T2" fmla="*/ 27 w 243"/>
                        <a:gd name="T3" fmla="*/ 55 h 55"/>
                        <a:gd name="T4" fmla="*/ 243 w 243"/>
                        <a:gd name="T5" fmla="*/ 55 h 55"/>
                        <a:gd name="T6" fmla="*/ 243 w 243"/>
                        <a:gd name="T7" fmla="*/ 0 h 55"/>
                        <a:gd name="T8" fmla="*/ 27 w 243"/>
                        <a:gd name="T9" fmla="*/ 0 h 55"/>
                        <a:gd name="T10" fmla="*/ 0 w 243"/>
                        <a:gd name="T11" fmla="*/ 28 h 5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3" h="55">
                          <a:moveTo>
                            <a:pt x="0" y="28"/>
                          </a:moveTo>
                          <a:cubicBezTo>
                            <a:pt x="0" y="41"/>
                            <a:pt x="14" y="55"/>
                            <a:pt x="27" y="55"/>
                          </a:cubicBezTo>
                          <a:cubicBezTo>
                            <a:pt x="243" y="55"/>
                            <a:pt x="243" y="55"/>
                            <a:pt x="243" y="55"/>
                          </a:cubicBezTo>
                          <a:cubicBezTo>
                            <a:pt x="243" y="0"/>
                            <a:pt x="243" y="0"/>
                            <a:pt x="243" y="0"/>
                          </a:cubicBezTo>
                          <a:cubicBezTo>
                            <a:pt x="27" y="0"/>
                            <a:pt x="27" y="0"/>
                            <a:pt x="27" y="0"/>
                          </a:cubicBezTo>
                          <a:cubicBezTo>
                            <a:pt x="14" y="0"/>
                            <a:pt x="0" y="14"/>
                            <a:pt x="0" y="28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26" name="Freeform 101">
                      <a:extLst>
                        <a:ext uri="{FF2B5EF4-FFF2-40B4-BE49-F238E27FC236}">
                          <a16:creationId xmlns:a16="http://schemas.microsoft.com/office/drawing/2014/main" id="{15BBC617-FB1D-D879-D295-BB0D31F88B5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240750" y="2733675"/>
                      <a:ext cx="131763" cy="30163"/>
                    </a:xfrm>
                    <a:custGeom>
                      <a:avLst/>
                      <a:gdLst>
                        <a:gd name="T0" fmla="*/ 0 w 243"/>
                        <a:gd name="T1" fmla="*/ 27 h 54"/>
                        <a:gd name="T2" fmla="*/ 27 w 243"/>
                        <a:gd name="T3" fmla="*/ 54 h 54"/>
                        <a:gd name="T4" fmla="*/ 243 w 243"/>
                        <a:gd name="T5" fmla="*/ 54 h 54"/>
                        <a:gd name="T6" fmla="*/ 243 w 243"/>
                        <a:gd name="T7" fmla="*/ 0 h 54"/>
                        <a:gd name="T8" fmla="*/ 27 w 243"/>
                        <a:gd name="T9" fmla="*/ 0 h 54"/>
                        <a:gd name="T10" fmla="*/ 0 w 243"/>
                        <a:gd name="T11" fmla="*/ 27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3" h="54">
                          <a:moveTo>
                            <a:pt x="0" y="27"/>
                          </a:moveTo>
                          <a:cubicBezTo>
                            <a:pt x="0" y="47"/>
                            <a:pt x="14" y="54"/>
                            <a:pt x="27" y="54"/>
                          </a:cubicBezTo>
                          <a:cubicBezTo>
                            <a:pt x="243" y="54"/>
                            <a:pt x="243" y="54"/>
                            <a:pt x="243" y="54"/>
                          </a:cubicBezTo>
                          <a:cubicBezTo>
                            <a:pt x="243" y="0"/>
                            <a:pt x="243" y="0"/>
                            <a:pt x="243" y="0"/>
                          </a:cubicBezTo>
                          <a:cubicBezTo>
                            <a:pt x="27" y="0"/>
                            <a:pt x="27" y="0"/>
                            <a:pt x="27" y="0"/>
                          </a:cubicBezTo>
                          <a:cubicBezTo>
                            <a:pt x="14" y="0"/>
                            <a:pt x="0" y="13"/>
                            <a:pt x="0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27" name="Freeform 102">
                      <a:extLst>
                        <a:ext uri="{FF2B5EF4-FFF2-40B4-BE49-F238E27FC236}">
                          <a16:creationId xmlns:a16="http://schemas.microsoft.com/office/drawing/2014/main" id="{2D2934FD-7267-8A4A-96FA-F9A192AC9D6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240750" y="2851150"/>
                      <a:ext cx="131763" cy="30163"/>
                    </a:xfrm>
                    <a:custGeom>
                      <a:avLst/>
                      <a:gdLst>
                        <a:gd name="T0" fmla="*/ 0 w 243"/>
                        <a:gd name="T1" fmla="*/ 27 h 54"/>
                        <a:gd name="T2" fmla="*/ 27 w 243"/>
                        <a:gd name="T3" fmla="*/ 54 h 54"/>
                        <a:gd name="T4" fmla="*/ 243 w 243"/>
                        <a:gd name="T5" fmla="*/ 54 h 54"/>
                        <a:gd name="T6" fmla="*/ 243 w 243"/>
                        <a:gd name="T7" fmla="*/ 0 h 54"/>
                        <a:gd name="T8" fmla="*/ 27 w 243"/>
                        <a:gd name="T9" fmla="*/ 0 h 54"/>
                        <a:gd name="T10" fmla="*/ 0 w 243"/>
                        <a:gd name="T11" fmla="*/ 27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3" h="54">
                          <a:moveTo>
                            <a:pt x="0" y="27"/>
                          </a:moveTo>
                          <a:cubicBezTo>
                            <a:pt x="0" y="41"/>
                            <a:pt x="14" y="54"/>
                            <a:pt x="27" y="54"/>
                          </a:cubicBezTo>
                          <a:cubicBezTo>
                            <a:pt x="243" y="54"/>
                            <a:pt x="243" y="54"/>
                            <a:pt x="243" y="54"/>
                          </a:cubicBezTo>
                          <a:cubicBezTo>
                            <a:pt x="243" y="0"/>
                            <a:pt x="243" y="0"/>
                            <a:pt x="243" y="0"/>
                          </a:cubicBezTo>
                          <a:cubicBezTo>
                            <a:pt x="27" y="0"/>
                            <a:pt x="27" y="0"/>
                            <a:pt x="27" y="0"/>
                          </a:cubicBezTo>
                          <a:cubicBezTo>
                            <a:pt x="14" y="0"/>
                            <a:pt x="0" y="14"/>
                            <a:pt x="0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28" name="Freeform 103">
                      <a:extLst>
                        <a:ext uri="{FF2B5EF4-FFF2-40B4-BE49-F238E27FC236}">
                          <a16:creationId xmlns:a16="http://schemas.microsoft.com/office/drawing/2014/main" id="{0B35346F-3701-B0C0-F238-904301A8945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240750" y="2965450"/>
                      <a:ext cx="131763" cy="28575"/>
                    </a:xfrm>
                    <a:custGeom>
                      <a:avLst/>
                      <a:gdLst>
                        <a:gd name="T0" fmla="*/ 0 w 243"/>
                        <a:gd name="T1" fmla="*/ 27 h 54"/>
                        <a:gd name="T2" fmla="*/ 27 w 243"/>
                        <a:gd name="T3" fmla="*/ 54 h 54"/>
                        <a:gd name="T4" fmla="*/ 243 w 243"/>
                        <a:gd name="T5" fmla="*/ 54 h 54"/>
                        <a:gd name="T6" fmla="*/ 243 w 243"/>
                        <a:gd name="T7" fmla="*/ 0 h 54"/>
                        <a:gd name="T8" fmla="*/ 27 w 243"/>
                        <a:gd name="T9" fmla="*/ 0 h 54"/>
                        <a:gd name="T10" fmla="*/ 0 w 243"/>
                        <a:gd name="T11" fmla="*/ 27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3" h="54">
                          <a:moveTo>
                            <a:pt x="0" y="27"/>
                          </a:moveTo>
                          <a:cubicBezTo>
                            <a:pt x="0" y="47"/>
                            <a:pt x="14" y="54"/>
                            <a:pt x="27" y="54"/>
                          </a:cubicBezTo>
                          <a:cubicBezTo>
                            <a:pt x="243" y="54"/>
                            <a:pt x="243" y="54"/>
                            <a:pt x="243" y="54"/>
                          </a:cubicBezTo>
                          <a:cubicBezTo>
                            <a:pt x="243" y="0"/>
                            <a:pt x="243" y="0"/>
                            <a:pt x="243" y="0"/>
                          </a:cubicBezTo>
                          <a:cubicBezTo>
                            <a:pt x="27" y="0"/>
                            <a:pt x="27" y="0"/>
                            <a:pt x="27" y="0"/>
                          </a:cubicBezTo>
                          <a:cubicBezTo>
                            <a:pt x="14" y="0"/>
                            <a:pt x="0" y="13"/>
                            <a:pt x="0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29" name="Freeform 104">
                      <a:extLst>
                        <a:ext uri="{FF2B5EF4-FFF2-40B4-BE49-F238E27FC236}">
                          <a16:creationId xmlns:a16="http://schemas.microsoft.com/office/drawing/2014/main" id="{750A17D9-2BDC-4C04-ADB3-3E56EEEFBAD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540788" y="2320925"/>
                      <a:ext cx="28575" cy="128588"/>
                    </a:xfrm>
                    <a:custGeom>
                      <a:avLst/>
                      <a:gdLst>
                        <a:gd name="T0" fmla="*/ 54 w 54"/>
                        <a:gd name="T1" fmla="*/ 27 h 237"/>
                        <a:gd name="T2" fmla="*/ 27 w 54"/>
                        <a:gd name="T3" fmla="*/ 0 h 237"/>
                        <a:gd name="T4" fmla="*/ 0 w 54"/>
                        <a:gd name="T5" fmla="*/ 27 h 237"/>
                        <a:gd name="T6" fmla="*/ 0 w 54"/>
                        <a:gd name="T7" fmla="*/ 237 h 237"/>
                        <a:gd name="T8" fmla="*/ 54 w 54"/>
                        <a:gd name="T9" fmla="*/ 237 h 237"/>
                        <a:gd name="T10" fmla="*/ 54 w 54"/>
                        <a:gd name="T11" fmla="*/ 27 h 237"/>
                        <a:gd name="T12" fmla="*/ 54 w 54"/>
                        <a:gd name="T13" fmla="*/ 27 h 2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7">
                          <a:moveTo>
                            <a:pt x="54" y="27"/>
                          </a:moveTo>
                          <a:cubicBezTo>
                            <a:pt x="54" y="14"/>
                            <a:pt x="40" y="0"/>
                            <a:pt x="27" y="0"/>
                          </a:cubicBezTo>
                          <a:cubicBezTo>
                            <a:pt x="13" y="0"/>
                            <a:pt x="0" y="14"/>
                            <a:pt x="0" y="27"/>
                          </a:cubicBezTo>
                          <a:cubicBezTo>
                            <a:pt x="0" y="237"/>
                            <a:pt x="0" y="237"/>
                            <a:pt x="0" y="237"/>
                          </a:cubicBezTo>
                          <a:cubicBezTo>
                            <a:pt x="54" y="237"/>
                            <a:pt x="54" y="237"/>
                            <a:pt x="54" y="23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30" name="Freeform 105">
                      <a:extLst>
                        <a:ext uri="{FF2B5EF4-FFF2-40B4-BE49-F238E27FC236}">
                          <a16:creationId xmlns:a16="http://schemas.microsoft.com/office/drawing/2014/main" id="{8E9B597E-5CEF-2B7B-ABE9-FEC4603FF79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658263" y="2320925"/>
                      <a:ext cx="28575" cy="128588"/>
                    </a:xfrm>
                    <a:custGeom>
                      <a:avLst/>
                      <a:gdLst>
                        <a:gd name="T0" fmla="*/ 54 w 54"/>
                        <a:gd name="T1" fmla="*/ 27 h 237"/>
                        <a:gd name="T2" fmla="*/ 27 w 54"/>
                        <a:gd name="T3" fmla="*/ 0 h 237"/>
                        <a:gd name="T4" fmla="*/ 0 w 54"/>
                        <a:gd name="T5" fmla="*/ 27 h 237"/>
                        <a:gd name="T6" fmla="*/ 0 w 54"/>
                        <a:gd name="T7" fmla="*/ 237 h 237"/>
                        <a:gd name="T8" fmla="*/ 54 w 54"/>
                        <a:gd name="T9" fmla="*/ 237 h 237"/>
                        <a:gd name="T10" fmla="*/ 54 w 54"/>
                        <a:gd name="T11" fmla="*/ 27 h 237"/>
                        <a:gd name="T12" fmla="*/ 54 w 54"/>
                        <a:gd name="T13" fmla="*/ 27 h 2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7">
                          <a:moveTo>
                            <a:pt x="54" y="27"/>
                          </a:moveTo>
                          <a:cubicBezTo>
                            <a:pt x="54" y="14"/>
                            <a:pt x="40" y="0"/>
                            <a:pt x="27" y="0"/>
                          </a:cubicBezTo>
                          <a:cubicBezTo>
                            <a:pt x="13" y="0"/>
                            <a:pt x="0" y="14"/>
                            <a:pt x="0" y="27"/>
                          </a:cubicBezTo>
                          <a:cubicBezTo>
                            <a:pt x="0" y="237"/>
                            <a:pt x="0" y="237"/>
                            <a:pt x="0" y="237"/>
                          </a:cubicBezTo>
                          <a:cubicBezTo>
                            <a:pt x="54" y="237"/>
                            <a:pt x="54" y="237"/>
                            <a:pt x="54" y="23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31" name="Freeform 106">
                      <a:extLst>
                        <a:ext uri="{FF2B5EF4-FFF2-40B4-BE49-F238E27FC236}">
                          <a16:creationId xmlns:a16="http://schemas.microsoft.com/office/drawing/2014/main" id="{D8525991-492F-C442-F5BA-A99F1F5238A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770975" y="2320925"/>
                      <a:ext cx="30163" cy="128588"/>
                    </a:xfrm>
                    <a:custGeom>
                      <a:avLst/>
                      <a:gdLst>
                        <a:gd name="T0" fmla="*/ 54 w 54"/>
                        <a:gd name="T1" fmla="*/ 27 h 237"/>
                        <a:gd name="T2" fmla="*/ 27 w 54"/>
                        <a:gd name="T3" fmla="*/ 0 h 237"/>
                        <a:gd name="T4" fmla="*/ 0 w 54"/>
                        <a:gd name="T5" fmla="*/ 27 h 237"/>
                        <a:gd name="T6" fmla="*/ 0 w 54"/>
                        <a:gd name="T7" fmla="*/ 237 h 237"/>
                        <a:gd name="T8" fmla="*/ 54 w 54"/>
                        <a:gd name="T9" fmla="*/ 237 h 237"/>
                        <a:gd name="T10" fmla="*/ 54 w 54"/>
                        <a:gd name="T11" fmla="*/ 27 h 237"/>
                        <a:gd name="T12" fmla="*/ 54 w 54"/>
                        <a:gd name="T13" fmla="*/ 27 h 2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7">
                          <a:moveTo>
                            <a:pt x="54" y="27"/>
                          </a:moveTo>
                          <a:cubicBezTo>
                            <a:pt x="54" y="14"/>
                            <a:pt x="40" y="0"/>
                            <a:pt x="27" y="0"/>
                          </a:cubicBezTo>
                          <a:cubicBezTo>
                            <a:pt x="13" y="0"/>
                            <a:pt x="0" y="14"/>
                            <a:pt x="0" y="27"/>
                          </a:cubicBezTo>
                          <a:cubicBezTo>
                            <a:pt x="0" y="237"/>
                            <a:pt x="0" y="237"/>
                            <a:pt x="0" y="237"/>
                          </a:cubicBezTo>
                          <a:cubicBezTo>
                            <a:pt x="54" y="237"/>
                            <a:pt x="54" y="237"/>
                            <a:pt x="54" y="23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32" name="Freeform 107">
                      <a:extLst>
                        <a:ext uri="{FF2B5EF4-FFF2-40B4-BE49-F238E27FC236}">
                          <a16:creationId xmlns:a16="http://schemas.microsoft.com/office/drawing/2014/main" id="{39EAED11-873C-D1BC-7E6A-99567F4542A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886863" y="2320925"/>
                      <a:ext cx="30163" cy="128588"/>
                    </a:xfrm>
                    <a:custGeom>
                      <a:avLst/>
                      <a:gdLst>
                        <a:gd name="T0" fmla="*/ 54 w 54"/>
                        <a:gd name="T1" fmla="*/ 27 h 237"/>
                        <a:gd name="T2" fmla="*/ 27 w 54"/>
                        <a:gd name="T3" fmla="*/ 0 h 237"/>
                        <a:gd name="T4" fmla="*/ 0 w 54"/>
                        <a:gd name="T5" fmla="*/ 27 h 237"/>
                        <a:gd name="T6" fmla="*/ 0 w 54"/>
                        <a:gd name="T7" fmla="*/ 237 h 237"/>
                        <a:gd name="T8" fmla="*/ 54 w 54"/>
                        <a:gd name="T9" fmla="*/ 237 h 237"/>
                        <a:gd name="T10" fmla="*/ 54 w 54"/>
                        <a:gd name="T11" fmla="*/ 27 h 237"/>
                        <a:gd name="T12" fmla="*/ 54 w 54"/>
                        <a:gd name="T13" fmla="*/ 27 h 2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7">
                          <a:moveTo>
                            <a:pt x="54" y="27"/>
                          </a:moveTo>
                          <a:cubicBezTo>
                            <a:pt x="54" y="14"/>
                            <a:pt x="40" y="0"/>
                            <a:pt x="27" y="0"/>
                          </a:cubicBezTo>
                          <a:cubicBezTo>
                            <a:pt x="13" y="0"/>
                            <a:pt x="0" y="14"/>
                            <a:pt x="0" y="27"/>
                          </a:cubicBezTo>
                          <a:cubicBezTo>
                            <a:pt x="0" y="237"/>
                            <a:pt x="0" y="237"/>
                            <a:pt x="0" y="237"/>
                          </a:cubicBezTo>
                          <a:cubicBezTo>
                            <a:pt x="54" y="237"/>
                            <a:pt x="54" y="237"/>
                            <a:pt x="54" y="23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33" name="Freeform 108">
                      <a:extLst>
                        <a:ext uri="{FF2B5EF4-FFF2-40B4-BE49-F238E27FC236}">
                          <a16:creationId xmlns:a16="http://schemas.microsoft.com/office/drawing/2014/main" id="{5700DE68-510F-1FD8-EF2A-BEBEEFBCA0E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540788" y="3165475"/>
                      <a:ext cx="28575" cy="128588"/>
                    </a:xfrm>
                    <a:custGeom>
                      <a:avLst/>
                      <a:gdLst>
                        <a:gd name="T0" fmla="*/ 0 w 54"/>
                        <a:gd name="T1" fmla="*/ 211 h 238"/>
                        <a:gd name="T2" fmla="*/ 27 w 54"/>
                        <a:gd name="T3" fmla="*/ 238 h 238"/>
                        <a:gd name="T4" fmla="*/ 54 w 54"/>
                        <a:gd name="T5" fmla="*/ 211 h 238"/>
                        <a:gd name="T6" fmla="*/ 54 w 54"/>
                        <a:gd name="T7" fmla="*/ 0 h 238"/>
                        <a:gd name="T8" fmla="*/ 0 w 54"/>
                        <a:gd name="T9" fmla="*/ 0 h 238"/>
                        <a:gd name="T10" fmla="*/ 0 w 54"/>
                        <a:gd name="T11" fmla="*/ 211 h 238"/>
                        <a:gd name="T12" fmla="*/ 0 w 54"/>
                        <a:gd name="T13" fmla="*/ 211 h 2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8">
                          <a:moveTo>
                            <a:pt x="0" y="211"/>
                          </a:moveTo>
                          <a:cubicBezTo>
                            <a:pt x="0" y="231"/>
                            <a:pt x="13" y="238"/>
                            <a:pt x="27" y="238"/>
                          </a:cubicBezTo>
                          <a:cubicBezTo>
                            <a:pt x="40" y="238"/>
                            <a:pt x="54" y="231"/>
                            <a:pt x="54" y="211"/>
                          </a:cubicBezTo>
                          <a:cubicBezTo>
                            <a:pt x="54" y="0"/>
                            <a:pt x="54" y="0"/>
                            <a:pt x="54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34" name="Freeform 109">
                      <a:extLst>
                        <a:ext uri="{FF2B5EF4-FFF2-40B4-BE49-F238E27FC236}">
                          <a16:creationId xmlns:a16="http://schemas.microsoft.com/office/drawing/2014/main" id="{64469880-8770-D8A5-899A-4444AACCA46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658263" y="3165475"/>
                      <a:ext cx="28575" cy="128588"/>
                    </a:xfrm>
                    <a:custGeom>
                      <a:avLst/>
                      <a:gdLst>
                        <a:gd name="T0" fmla="*/ 0 w 54"/>
                        <a:gd name="T1" fmla="*/ 211 h 238"/>
                        <a:gd name="T2" fmla="*/ 27 w 54"/>
                        <a:gd name="T3" fmla="*/ 238 h 238"/>
                        <a:gd name="T4" fmla="*/ 54 w 54"/>
                        <a:gd name="T5" fmla="*/ 211 h 238"/>
                        <a:gd name="T6" fmla="*/ 54 w 54"/>
                        <a:gd name="T7" fmla="*/ 0 h 238"/>
                        <a:gd name="T8" fmla="*/ 0 w 54"/>
                        <a:gd name="T9" fmla="*/ 0 h 238"/>
                        <a:gd name="T10" fmla="*/ 0 w 54"/>
                        <a:gd name="T11" fmla="*/ 211 h 238"/>
                        <a:gd name="T12" fmla="*/ 0 w 54"/>
                        <a:gd name="T13" fmla="*/ 211 h 2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8">
                          <a:moveTo>
                            <a:pt x="0" y="211"/>
                          </a:moveTo>
                          <a:cubicBezTo>
                            <a:pt x="0" y="231"/>
                            <a:pt x="13" y="238"/>
                            <a:pt x="27" y="238"/>
                          </a:cubicBezTo>
                          <a:cubicBezTo>
                            <a:pt x="40" y="238"/>
                            <a:pt x="54" y="231"/>
                            <a:pt x="54" y="211"/>
                          </a:cubicBezTo>
                          <a:cubicBezTo>
                            <a:pt x="54" y="0"/>
                            <a:pt x="54" y="0"/>
                            <a:pt x="54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35" name="Freeform 110">
                      <a:extLst>
                        <a:ext uri="{FF2B5EF4-FFF2-40B4-BE49-F238E27FC236}">
                          <a16:creationId xmlns:a16="http://schemas.microsoft.com/office/drawing/2014/main" id="{6BACC593-285E-D86F-9739-0685CB869D8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770975" y="3165475"/>
                      <a:ext cx="30163" cy="128588"/>
                    </a:xfrm>
                    <a:custGeom>
                      <a:avLst/>
                      <a:gdLst>
                        <a:gd name="T0" fmla="*/ 0 w 54"/>
                        <a:gd name="T1" fmla="*/ 211 h 238"/>
                        <a:gd name="T2" fmla="*/ 27 w 54"/>
                        <a:gd name="T3" fmla="*/ 238 h 238"/>
                        <a:gd name="T4" fmla="*/ 54 w 54"/>
                        <a:gd name="T5" fmla="*/ 211 h 238"/>
                        <a:gd name="T6" fmla="*/ 54 w 54"/>
                        <a:gd name="T7" fmla="*/ 0 h 238"/>
                        <a:gd name="T8" fmla="*/ 0 w 54"/>
                        <a:gd name="T9" fmla="*/ 0 h 238"/>
                        <a:gd name="T10" fmla="*/ 0 w 54"/>
                        <a:gd name="T11" fmla="*/ 211 h 238"/>
                        <a:gd name="T12" fmla="*/ 0 w 54"/>
                        <a:gd name="T13" fmla="*/ 211 h 2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8">
                          <a:moveTo>
                            <a:pt x="0" y="211"/>
                          </a:moveTo>
                          <a:cubicBezTo>
                            <a:pt x="0" y="231"/>
                            <a:pt x="13" y="238"/>
                            <a:pt x="27" y="238"/>
                          </a:cubicBezTo>
                          <a:cubicBezTo>
                            <a:pt x="40" y="238"/>
                            <a:pt x="54" y="231"/>
                            <a:pt x="54" y="211"/>
                          </a:cubicBezTo>
                          <a:cubicBezTo>
                            <a:pt x="54" y="0"/>
                            <a:pt x="54" y="0"/>
                            <a:pt x="54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36" name="Freeform 111">
                      <a:extLst>
                        <a:ext uri="{FF2B5EF4-FFF2-40B4-BE49-F238E27FC236}">
                          <a16:creationId xmlns:a16="http://schemas.microsoft.com/office/drawing/2014/main" id="{59EBAAD4-E3EE-31B7-4731-EA320DE497B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886863" y="3165475"/>
                      <a:ext cx="30163" cy="128588"/>
                    </a:xfrm>
                    <a:custGeom>
                      <a:avLst/>
                      <a:gdLst>
                        <a:gd name="T0" fmla="*/ 0 w 54"/>
                        <a:gd name="T1" fmla="*/ 211 h 238"/>
                        <a:gd name="T2" fmla="*/ 27 w 54"/>
                        <a:gd name="T3" fmla="*/ 238 h 238"/>
                        <a:gd name="T4" fmla="*/ 54 w 54"/>
                        <a:gd name="T5" fmla="*/ 211 h 238"/>
                        <a:gd name="T6" fmla="*/ 54 w 54"/>
                        <a:gd name="T7" fmla="*/ 0 h 238"/>
                        <a:gd name="T8" fmla="*/ 0 w 54"/>
                        <a:gd name="T9" fmla="*/ 0 h 238"/>
                        <a:gd name="T10" fmla="*/ 0 w 54"/>
                        <a:gd name="T11" fmla="*/ 211 h 238"/>
                        <a:gd name="T12" fmla="*/ 0 w 54"/>
                        <a:gd name="T13" fmla="*/ 211 h 2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8">
                          <a:moveTo>
                            <a:pt x="0" y="211"/>
                          </a:moveTo>
                          <a:cubicBezTo>
                            <a:pt x="0" y="231"/>
                            <a:pt x="13" y="238"/>
                            <a:pt x="27" y="238"/>
                          </a:cubicBezTo>
                          <a:cubicBezTo>
                            <a:pt x="40" y="238"/>
                            <a:pt x="54" y="231"/>
                            <a:pt x="54" y="211"/>
                          </a:cubicBezTo>
                          <a:cubicBezTo>
                            <a:pt x="54" y="0"/>
                            <a:pt x="54" y="0"/>
                            <a:pt x="54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37" name="Freeform 112">
                      <a:extLst>
                        <a:ext uri="{FF2B5EF4-FFF2-40B4-BE49-F238E27FC236}">
                          <a16:creationId xmlns:a16="http://schemas.microsoft.com/office/drawing/2014/main" id="{07A14AA0-48F1-4AE1-6646-4F3094FF985F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21401088" y="2478088"/>
                      <a:ext cx="654050" cy="658813"/>
                    </a:xfrm>
                    <a:custGeom>
                      <a:avLst/>
                      <a:gdLst>
                        <a:gd name="T0" fmla="*/ 952 w 1208"/>
                        <a:gd name="T1" fmla="*/ 0 h 1215"/>
                        <a:gd name="T2" fmla="*/ 736 w 1208"/>
                        <a:gd name="T3" fmla="*/ 0 h 1215"/>
                        <a:gd name="T4" fmla="*/ 526 w 1208"/>
                        <a:gd name="T5" fmla="*/ 0 h 1215"/>
                        <a:gd name="T6" fmla="*/ 310 w 1208"/>
                        <a:gd name="T7" fmla="*/ 0 h 1215"/>
                        <a:gd name="T8" fmla="*/ 128 w 1208"/>
                        <a:gd name="T9" fmla="*/ 0 h 1215"/>
                        <a:gd name="T10" fmla="*/ 0 w 1208"/>
                        <a:gd name="T11" fmla="*/ 264 h 1215"/>
                        <a:gd name="T12" fmla="*/ 0 w 1208"/>
                        <a:gd name="T13" fmla="*/ 473 h 1215"/>
                        <a:gd name="T14" fmla="*/ 0 w 1208"/>
                        <a:gd name="T15" fmla="*/ 689 h 1215"/>
                        <a:gd name="T16" fmla="*/ 0 w 1208"/>
                        <a:gd name="T17" fmla="*/ 898 h 1215"/>
                        <a:gd name="T18" fmla="*/ 0 w 1208"/>
                        <a:gd name="T19" fmla="*/ 1087 h 1215"/>
                        <a:gd name="T20" fmla="*/ 256 w 1208"/>
                        <a:gd name="T21" fmla="*/ 1215 h 1215"/>
                        <a:gd name="T22" fmla="*/ 472 w 1208"/>
                        <a:gd name="T23" fmla="*/ 1215 h 1215"/>
                        <a:gd name="T24" fmla="*/ 682 w 1208"/>
                        <a:gd name="T25" fmla="*/ 1215 h 1215"/>
                        <a:gd name="T26" fmla="*/ 898 w 1208"/>
                        <a:gd name="T27" fmla="*/ 1215 h 1215"/>
                        <a:gd name="T28" fmla="*/ 1080 w 1208"/>
                        <a:gd name="T29" fmla="*/ 1215 h 1215"/>
                        <a:gd name="T30" fmla="*/ 1208 w 1208"/>
                        <a:gd name="T31" fmla="*/ 952 h 1215"/>
                        <a:gd name="T32" fmla="*/ 1208 w 1208"/>
                        <a:gd name="T33" fmla="*/ 743 h 1215"/>
                        <a:gd name="T34" fmla="*/ 1208 w 1208"/>
                        <a:gd name="T35" fmla="*/ 527 h 1215"/>
                        <a:gd name="T36" fmla="*/ 1208 w 1208"/>
                        <a:gd name="T37" fmla="*/ 318 h 1215"/>
                        <a:gd name="T38" fmla="*/ 1208 w 1208"/>
                        <a:gd name="T39" fmla="*/ 129 h 1215"/>
                        <a:gd name="T40" fmla="*/ 1154 w 1208"/>
                        <a:gd name="T41" fmla="*/ 264 h 1215"/>
                        <a:gd name="T42" fmla="*/ 1154 w 1208"/>
                        <a:gd name="T43" fmla="*/ 473 h 1215"/>
                        <a:gd name="T44" fmla="*/ 1154 w 1208"/>
                        <a:gd name="T45" fmla="*/ 689 h 1215"/>
                        <a:gd name="T46" fmla="*/ 1154 w 1208"/>
                        <a:gd name="T47" fmla="*/ 898 h 1215"/>
                        <a:gd name="T48" fmla="*/ 1154 w 1208"/>
                        <a:gd name="T49" fmla="*/ 1087 h 1215"/>
                        <a:gd name="T50" fmla="*/ 952 w 1208"/>
                        <a:gd name="T51" fmla="*/ 1161 h 1215"/>
                        <a:gd name="T52" fmla="*/ 736 w 1208"/>
                        <a:gd name="T53" fmla="*/ 1161 h 1215"/>
                        <a:gd name="T54" fmla="*/ 526 w 1208"/>
                        <a:gd name="T55" fmla="*/ 1161 h 1215"/>
                        <a:gd name="T56" fmla="*/ 310 w 1208"/>
                        <a:gd name="T57" fmla="*/ 1161 h 1215"/>
                        <a:gd name="T58" fmla="*/ 128 w 1208"/>
                        <a:gd name="T59" fmla="*/ 1161 h 1215"/>
                        <a:gd name="T60" fmla="*/ 54 w 1208"/>
                        <a:gd name="T61" fmla="*/ 952 h 1215"/>
                        <a:gd name="T62" fmla="*/ 54 w 1208"/>
                        <a:gd name="T63" fmla="*/ 743 h 1215"/>
                        <a:gd name="T64" fmla="*/ 54 w 1208"/>
                        <a:gd name="T65" fmla="*/ 527 h 1215"/>
                        <a:gd name="T66" fmla="*/ 54 w 1208"/>
                        <a:gd name="T67" fmla="*/ 318 h 1215"/>
                        <a:gd name="T68" fmla="*/ 54 w 1208"/>
                        <a:gd name="T69" fmla="*/ 129 h 1215"/>
                        <a:gd name="T70" fmla="*/ 256 w 1208"/>
                        <a:gd name="T71" fmla="*/ 54 h 1215"/>
                        <a:gd name="T72" fmla="*/ 472 w 1208"/>
                        <a:gd name="T73" fmla="*/ 54 h 1215"/>
                        <a:gd name="T74" fmla="*/ 682 w 1208"/>
                        <a:gd name="T75" fmla="*/ 54 h 1215"/>
                        <a:gd name="T76" fmla="*/ 898 w 1208"/>
                        <a:gd name="T77" fmla="*/ 54 h 1215"/>
                        <a:gd name="T78" fmla="*/ 1080 w 1208"/>
                        <a:gd name="T79" fmla="*/ 54 h 1215"/>
                        <a:gd name="T80" fmla="*/ 1154 w 1208"/>
                        <a:gd name="T81" fmla="*/ 264 h 121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</a:cxnLst>
                      <a:rect l="0" t="0" r="r" b="b"/>
                      <a:pathLst>
                        <a:path w="1208" h="1215">
                          <a:moveTo>
                            <a:pt x="1080" y="0"/>
                          </a:moveTo>
                          <a:cubicBezTo>
                            <a:pt x="952" y="0"/>
                            <a:pt x="952" y="0"/>
                            <a:pt x="952" y="0"/>
                          </a:cubicBezTo>
                          <a:cubicBezTo>
                            <a:pt x="898" y="0"/>
                            <a:pt x="898" y="0"/>
                            <a:pt x="898" y="0"/>
                          </a:cubicBezTo>
                          <a:cubicBezTo>
                            <a:pt x="736" y="0"/>
                            <a:pt x="736" y="0"/>
                            <a:pt x="736" y="0"/>
                          </a:cubicBezTo>
                          <a:cubicBezTo>
                            <a:pt x="682" y="0"/>
                            <a:pt x="682" y="0"/>
                            <a:pt x="682" y="0"/>
                          </a:cubicBezTo>
                          <a:cubicBezTo>
                            <a:pt x="526" y="0"/>
                            <a:pt x="526" y="0"/>
                            <a:pt x="526" y="0"/>
                          </a:cubicBezTo>
                          <a:cubicBezTo>
                            <a:pt x="472" y="0"/>
                            <a:pt x="472" y="0"/>
                            <a:pt x="472" y="0"/>
                          </a:cubicBezTo>
                          <a:cubicBezTo>
                            <a:pt x="310" y="0"/>
                            <a:pt x="310" y="0"/>
                            <a:pt x="310" y="0"/>
                          </a:cubicBezTo>
                          <a:cubicBezTo>
                            <a:pt x="256" y="0"/>
                            <a:pt x="256" y="0"/>
                            <a:pt x="256" y="0"/>
                          </a:cubicBezTo>
                          <a:cubicBezTo>
                            <a:pt x="128" y="0"/>
                            <a:pt x="128" y="0"/>
                            <a:pt x="128" y="0"/>
                          </a:cubicBezTo>
                          <a:cubicBezTo>
                            <a:pt x="54" y="0"/>
                            <a:pt x="0" y="61"/>
                            <a:pt x="0" y="129"/>
                          </a:cubicBezTo>
                          <a:cubicBezTo>
                            <a:pt x="0" y="264"/>
                            <a:pt x="0" y="264"/>
                            <a:pt x="0" y="264"/>
                          </a:cubicBezTo>
                          <a:cubicBezTo>
                            <a:pt x="0" y="318"/>
                            <a:pt x="0" y="318"/>
                            <a:pt x="0" y="318"/>
                          </a:cubicBezTo>
                          <a:cubicBezTo>
                            <a:pt x="0" y="473"/>
                            <a:pt x="0" y="473"/>
                            <a:pt x="0" y="473"/>
                          </a:cubicBezTo>
                          <a:cubicBezTo>
                            <a:pt x="0" y="527"/>
                            <a:pt x="0" y="527"/>
                            <a:pt x="0" y="527"/>
                          </a:cubicBezTo>
                          <a:cubicBezTo>
                            <a:pt x="0" y="689"/>
                            <a:pt x="0" y="689"/>
                            <a:pt x="0" y="689"/>
                          </a:cubicBezTo>
                          <a:cubicBezTo>
                            <a:pt x="0" y="743"/>
                            <a:pt x="0" y="743"/>
                            <a:pt x="0" y="743"/>
                          </a:cubicBezTo>
                          <a:cubicBezTo>
                            <a:pt x="0" y="898"/>
                            <a:pt x="0" y="898"/>
                            <a:pt x="0" y="898"/>
                          </a:cubicBezTo>
                          <a:cubicBezTo>
                            <a:pt x="0" y="952"/>
                            <a:pt x="0" y="952"/>
                            <a:pt x="0" y="952"/>
                          </a:cubicBezTo>
                          <a:cubicBezTo>
                            <a:pt x="0" y="1087"/>
                            <a:pt x="0" y="1087"/>
                            <a:pt x="0" y="1087"/>
                          </a:cubicBezTo>
                          <a:cubicBezTo>
                            <a:pt x="0" y="1161"/>
                            <a:pt x="54" y="1215"/>
                            <a:pt x="128" y="1215"/>
                          </a:cubicBezTo>
                          <a:cubicBezTo>
                            <a:pt x="256" y="1215"/>
                            <a:pt x="256" y="1215"/>
                            <a:pt x="256" y="1215"/>
                          </a:cubicBezTo>
                          <a:cubicBezTo>
                            <a:pt x="310" y="1215"/>
                            <a:pt x="310" y="1215"/>
                            <a:pt x="310" y="1215"/>
                          </a:cubicBezTo>
                          <a:cubicBezTo>
                            <a:pt x="472" y="1215"/>
                            <a:pt x="472" y="1215"/>
                            <a:pt x="472" y="1215"/>
                          </a:cubicBezTo>
                          <a:cubicBezTo>
                            <a:pt x="526" y="1215"/>
                            <a:pt x="526" y="1215"/>
                            <a:pt x="526" y="1215"/>
                          </a:cubicBezTo>
                          <a:cubicBezTo>
                            <a:pt x="682" y="1215"/>
                            <a:pt x="682" y="1215"/>
                            <a:pt x="682" y="1215"/>
                          </a:cubicBezTo>
                          <a:cubicBezTo>
                            <a:pt x="736" y="1215"/>
                            <a:pt x="736" y="1215"/>
                            <a:pt x="736" y="1215"/>
                          </a:cubicBezTo>
                          <a:cubicBezTo>
                            <a:pt x="898" y="1215"/>
                            <a:pt x="898" y="1215"/>
                            <a:pt x="898" y="1215"/>
                          </a:cubicBezTo>
                          <a:cubicBezTo>
                            <a:pt x="952" y="1215"/>
                            <a:pt x="952" y="1215"/>
                            <a:pt x="952" y="1215"/>
                          </a:cubicBezTo>
                          <a:cubicBezTo>
                            <a:pt x="1080" y="1215"/>
                            <a:pt x="1080" y="1215"/>
                            <a:pt x="1080" y="1215"/>
                          </a:cubicBezTo>
                          <a:cubicBezTo>
                            <a:pt x="1154" y="1215"/>
                            <a:pt x="1208" y="1161"/>
                            <a:pt x="1208" y="1087"/>
                          </a:cubicBezTo>
                          <a:cubicBezTo>
                            <a:pt x="1208" y="952"/>
                            <a:pt x="1208" y="952"/>
                            <a:pt x="1208" y="952"/>
                          </a:cubicBezTo>
                          <a:cubicBezTo>
                            <a:pt x="1208" y="898"/>
                            <a:pt x="1208" y="898"/>
                            <a:pt x="1208" y="898"/>
                          </a:cubicBezTo>
                          <a:cubicBezTo>
                            <a:pt x="1208" y="743"/>
                            <a:pt x="1208" y="743"/>
                            <a:pt x="1208" y="743"/>
                          </a:cubicBezTo>
                          <a:cubicBezTo>
                            <a:pt x="1208" y="689"/>
                            <a:pt x="1208" y="689"/>
                            <a:pt x="1208" y="689"/>
                          </a:cubicBezTo>
                          <a:cubicBezTo>
                            <a:pt x="1208" y="527"/>
                            <a:pt x="1208" y="527"/>
                            <a:pt x="1208" y="527"/>
                          </a:cubicBezTo>
                          <a:cubicBezTo>
                            <a:pt x="1208" y="473"/>
                            <a:pt x="1208" y="473"/>
                            <a:pt x="1208" y="473"/>
                          </a:cubicBezTo>
                          <a:cubicBezTo>
                            <a:pt x="1208" y="318"/>
                            <a:pt x="1208" y="318"/>
                            <a:pt x="1208" y="318"/>
                          </a:cubicBezTo>
                          <a:cubicBezTo>
                            <a:pt x="1208" y="264"/>
                            <a:pt x="1208" y="264"/>
                            <a:pt x="1208" y="264"/>
                          </a:cubicBezTo>
                          <a:cubicBezTo>
                            <a:pt x="1208" y="129"/>
                            <a:pt x="1208" y="129"/>
                            <a:pt x="1208" y="129"/>
                          </a:cubicBezTo>
                          <a:cubicBezTo>
                            <a:pt x="1208" y="61"/>
                            <a:pt x="1154" y="0"/>
                            <a:pt x="1080" y="0"/>
                          </a:cubicBezTo>
                          <a:close/>
                          <a:moveTo>
                            <a:pt x="1154" y="264"/>
                          </a:moveTo>
                          <a:cubicBezTo>
                            <a:pt x="1154" y="318"/>
                            <a:pt x="1154" y="318"/>
                            <a:pt x="1154" y="318"/>
                          </a:cubicBezTo>
                          <a:cubicBezTo>
                            <a:pt x="1154" y="473"/>
                            <a:pt x="1154" y="473"/>
                            <a:pt x="1154" y="473"/>
                          </a:cubicBezTo>
                          <a:cubicBezTo>
                            <a:pt x="1154" y="527"/>
                            <a:pt x="1154" y="527"/>
                            <a:pt x="1154" y="527"/>
                          </a:cubicBezTo>
                          <a:cubicBezTo>
                            <a:pt x="1154" y="689"/>
                            <a:pt x="1154" y="689"/>
                            <a:pt x="1154" y="689"/>
                          </a:cubicBezTo>
                          <a:cubicBezTo>
                            <a:pt x="1154" y="743"/>
                            <a:pt x="1154" y="743"/>
                            <a:pt x="1154" y="743"/>
                          </a:cubicBezTo>
                          <a:cubicBezTo>
                            <a:pt x="1154" y="898"/>
                            <a:pt x="1154" y="898"/>
                            <a:pt x="1154" y="898"/>
                          </a:cubicBezTo>
                          <a:cubicBezTo>
                            <a:pt x="1154" y="952"/>
                            <a:pt x="1154" y="952"/>
                            <a:pt x="1154" y="952"/>
                          </a:cubicBezTo>
                          <a:cubicBezTo>
                            <a:pt x="1154" y="1087"/>
                            <a:pt x="1154" y="1087"/>
                            <a:pt x="1154" y="1087"/>
                          </a:cubicBezTo>
                          <a:cubicBezTo>
                            <a:pt x="1154" y="1127"/>
                            <a:pt x="1127" y="1161"/>
                            <a:pt x="1080" y="1161"/>
                          </a:cubicBezTo>
                          <a:cubicBezTo>
                            <a:pt x="952" y="1161"/>
                            <a:pt x="952" y="1161"/>
                            <a:pt x="952" y="1161"/>
                          </a:cubicBezTo>
                          <a:cubicBezTo>
                            <a:pt x="898" y="1161"/>
                            <a:pt x="898" y="1161"/>
                            <a:pt x="898" y="1161"/>
                          </a:cubicBezTo>
                          <a:cubicBezTo>
                            <a:pt x="736" y="1161"/>
                            <a:pt x="736" y="1161"/>
                            <a:pt x="736" y="1161"/>
                          </a:cubicBezTo>
                          <a:cubicBezTo>
                            <a:pt x="682" y="1161"/>
                            <a:pt x="682" y="1161"/>
                            <a:pt x="682" y="1161"/>
                          </a:cubicBezTo>
                          <a:cubicBezTo>
                            <a:pt x="526" y="1161"/>
                            <a:pt x="526" y="1161"/>
                            <a:pt x="526" y="1161"/>
                          </a:cubicBezTo>
                          <a:cubicBezTo>
                            <a:pt x="472" y="1161"/>
                            <a:pt x="472" y="1161"/>
                            <a:pt x="472" y="1161"/>
                          </a:cubicBezTo>
                          <a:cubicBezTo>
                            <a:pt x="310" y="1161"/>
                            <a:pt x="310" y="1161"/>
                            <a:pt x="310" y="1161"/>
                          </a:cubicBezTo>
                          <a:cubicBezTo>
                            <a:pt x="256" y="1161"/>
                            <a:pt x="256" y="1161"/>
                            <a:pt x="256" y="1161"/>
                          </a:cubicBezTo>
                          <a:cubicBezTo>
                            <a:pt x="128" y="1161"/>
                            <a:pt x="128" y="1161"/>
                            <a:pt x="128" y="1161"/>
                          </a:cubicBezTo>
                          <a:cubicBezTo>
                            <a:pt x="81" y="1161"/>
                            <a:pt x="54" y="1127"/>
                            <a:pt x="54" y="1087"/>
                          </a:cubicBezTo>
                          <a:cubicBezTo>
                            <a:pt x="54" y="952"/>
                            <a:pt x="54" y="952"/>
                            <a:pt x="54" y="952"/>
                          </a:cubicBezTo>
                          <a:cubicBezTo>
                            <a:pt x="54" y="898"/>
                            <a:pt x="54" y="898"/>
                            <a:pt x="54" y="898"/>
                          </a:cubicBezTo>
                          <a:cubicBezTo>
                            <a:pt x="54" y="743"/>
                            <a:pt x="54" y="743"/>
                            <a:pt x="54" y="743"/>
                          </a:cubicBezTo>
                          <a:cubicBezTo>
                            <a:pt x="54" y="689"/>
                            <a:pt x="54" y="689"/>
                            <a:pt x="54" y="689"/>
                          </a:cubicBezTo>
                          <a:cubicBezTo>
                            <a:pt x="54" y="527"/>
                            <a:pt x="54" y="527"/>
                            <a:pt x="54" y="527"/>
                          </a:cubicBezTo>
                          <a:cubicBezTo>
                            <a:pt x="54" y="473"/>
                            <a:pt x="54" y="473"/>
                            <a:pt x="54" y="473"/>
                          </a:cubicBezTo>
                          <a:cubicBezTo>
                            <a:pt x="54" y="318"/>
                            <a:pt x="54" y="318"/>
                            <a:pt x="54" y="318"/>
                          </a:cubicBezTo>
                          <a:cubicBezTo>
                            <a:pt x="54" y="264"/>
                            <a:pt x="54" y="264"/>
                            <a:pt x="54" y="264"/>
                          </a:cubicBezTo>
                          <a:cubicBezTo>
                            <a:pt x="54" y="129"/>
                            <a:pt x="54" y="129"/>
                            <a:pt x="54" y="129"/>
                          </a:cubicBezTo>
                          <a:cubicBezTo>
                            <a:pt x="54" y="88"/>
                            <a:pt x="81" y="54"/>
                            <a:pt x="128" y="54"/>
                          </a:cubicBezTo>
                          <a:cubicBezTo>
                            <a:pt x="256" y="54"/>
                            <a:pt x="256" y="54"/>
                            <a:pt x="256" y="54"/>
                          </a:cubicBezTo>
                          <a:cubicBezTo>
                            <a:pt x="310" y="54"/>
                            <a:pt x="310" y="54"/>
                            <a:pt x="310" y="54"/>
                          </a:cubicBezTo>
                          <a:cubicBezTo>
                            <a:pt x="472" y="54"/>
                            <a:pt x="472" y="54"/>
                            <a:pt x="472" y="54"/>
                          </a:cubicBezTo>
                          <a:cubicBezTo>
                            <a:pt x="526" y="54"/>
                            <a:pt x="526" y="54"/>
                            <a:pt x="526" y="54"/>
                          </a:cubicBezTo>
                          <a:cubicBezTo>
                            <a:pt x="682" y="54"/>
                            <a:pt x="682" y="54"/>
                            <a:pt x="682" y="54"/>
                          </a:cubicBezTo>
                          <a:cubicBezTo>
                            <a:pt x="736" y="54"/>
                            <a:pt x="736" y="54"/>
                            <a:pt x="736" y="54"/>
                          </a:cubicBezTo>
                          <a:cubicBezTo>
                            <a:pt x="898" y="54"/>
                            <a:pt x="898" y="54"/>
                            <a:pt x="898" y="54"/>
                          </a:cubicBezTo>
                          <a:cubicBezTo>
                            <a:pt x="952" y="54"/>
                            <a:pt x="952" y="54"/>
                            <a:pt x="952" y="54"/>
                          </a:cubicBezTo>
                          <a:cubicBezTo>
                            <a:pt x="1080" y="54"/>
                            <a:pt x="1080" y="54"/>
                            <a:pt x="1080" y="54"/>
                          </a:cubicBezTo>
                          <a:cubicBezTo>
                            <a:pt x="1127" y="54"/>
                            <a:pt x="1154" y="88"/>
                            <a:pt x="1154" y="129"/>
                          </a:cubicBezTo>
                          <a:cubicBezTo>
                            <a:pt x="1154" y="264"/>
                            <a:pt x="1154" y="264"/>
                            <a:pt x="1154" y="264"/>
                          </a:cubicBezTo>
                          <a:cubicBezTo>
                            <a:pt x="1154" y="264"/>
                            <a:pt x="1154" y="264"/>
                            <a:pt x="1154" y="264"/>
                          </a:cubicBezTo>
                          <a:close/>
                        </a:path>
                      </a:pathLst>
                    </a:custGeom>
                    <a:solidFill>
                      <a:schemeClr val="tx1">
                        <a:lumMod val="85000"/>
                        <a:lumOff val="15000"/>
                      </a:schemeClr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819" name="그림 818">
                    <a:extLst>
                      <a:ext uri="{FF2B5EF4-FFF2-40B4-BE49-F238E27FC236}">
                        <a16:creationId xmlns:a16="http://schemas.microsoft.com/office/drawing/2014/main" id="{4704AE86-713A-428B-36DB-5FCAEDA6AAB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lum bright="100000"/>
                  </a:blip>
                  <a:stretch>
                    <a:fillRect/>
                  </a:stretch>
                </p:blipFill>
                <p:spPr>
                  <a:xfrm>
                    <a:off x="1124483" y="5707212"/>
                    <a:ext cx="491143" cy="179999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761" name="그룹 760">
                <a:extLst>
                  <a:ext uri="{FF2B5EF4-FFF2-40B4-BE49-F238E27FC236}">
                    <a16:creationId xmlns:a16="http://schemas.microsoft.com/office/drawing/2014/main" id="{6E7BF146-3A83-335E-CA49-2C76A81C1FEA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006044" y="5500774"/>
                <a:ext cx="166212" cy="228600"/>
                <a:chOff x="3493292" y="3693520"/>
                <a:chExt cx="897069" cy="1233786"/>
              </a:xfrm>
            </p:grpSpPr>
            <p:grpSp>
              <p:nvGrpSpPr>
                <p:cNvPr id="790" name="그룹 789">
                  <a:extLst>
                    <a:ext uri="{FF2B5EF4-FFF2-40B4-BE49-F238E27FC236}">
                      <a16:creationId xmlns:a16="http://schemas.microsoft.com/office/drawing/2014/main" id="{328506C7-4922-8925-7E10-9640939410B7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3493292" y="3693520"/>
                  <a:ext cx="897069" cy="1233786"/>
                  <a:chOff x="11921389" y="4267727"/>
                  <a:chExt cx="916126" cy="1260000"/>
                </a:xfrm>
              </p:grpSpPr>
              <p:sp>
                <p:nvSpPr>
                  <p:cNvPr id="812" name="사각형: 둥근 모서리 147">
                    <a:extLst>
                      <a:ext uri="{FF2B5EF4-FFF2-40B4-BE49-F238E27FC236}">
                        <a16:creationId xmlns:a16="http://schemas.microsoft.com/office/drawing/2014/main" id="{61C6EFEB-74AF-40B2-2137-DC334B76EA9F}"/>
                      </a:ext>
                    </a:extLst>
                  </p:cNvPr>
                  <p:cNvSpPr/>
                  <p:nvPr/>
                </p:nvSpPr>
                <p:spPr>
                  <a:xfrm>
                    <a:off x="11923593" y="4271687"/>
                    <a:ext cx="911716" cy="1252078"/>
                  </a:xfrm>
                  <a:prstGeom prst="roundRect">
                    <a:avLst>
                      <a:gd name="adj" fmla="val 7097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-3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grpSp>
                <p:nvGrpSpPr>
                  <p:cNvPr id="813" name="그룹 812">
                    <a:extLst>
                      <a:ext uri="{FF2B5EF4-FFF2-40B4-BE49-F238E27FC236}">
                        <a16:creationId xmlns:a16="http://schemas.microsoft.com/office/drawing/2014/main" id="{CE68D8BE-0C9F-A3BD-AA06-13CA4C634A7F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11921389" y="4267727"/>
                    <a:ext cx="916126" cy="1260000"/>
                    <a:chOff x="14485938" y="-2571751"/>
                    <a:chExt cx="554038" cy="762000"/>
                  </a:xfrm>
                  <a:solidFill>
                    <a:srgbClr val="262626"/>
                  </a:solidFill>
                </p:grpSpPr>
                <p:sp>
                  <p:nvSpPr>
                    <p:cNvPr id="814" name="Freeform 230">
                      <a:extLst>
                        <a:ext uri="{FF2B5EF4-FFF2-40B4-BE49-F238E27FC236}">
                          <a16:creationId xmlns:a16="http://schemas.microsoft.com/office/drawing/2014/main" id="{27A418D7-4CAA-2560-8067-3C3EEAA51218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4485938" y="-2571751"/>
                      <a:ext cx="554038" cy="762000"/>
                    </a:xfrm>
                    <a:custGeom>
                      <a:avLst/>
                      <a:gdLst>
                        <a:gd name="T0" fmla="*/ 137 w 147"/>
                        <a:gd name="T1" fmla="*/ 0 h 200"/>
                        <a:gd name="T2" fmla="*/ 10 w 147"/>
                        <a:gd name="T3" fmla="*/ 0 h 200"/>
                        <a:gd name="T4" fmla="*/ 0 w 147"/>
                        <a:gd name="T5" fmla="*/ 10 h 200"/>
                        <a:gd name="T6" fmla="*/ 0 w 147"/>
                        <a:gd name="T7" fmla="*/ 190 h 200"/>
                        <a:gd name="T8" fmla="*/ 10 w 147"/>
                        <a:gd name="T9" fmla="*/ 200 h 200"/>
                        <a:gd name="T10" fmla="*/ 137 w 147"/>
                        <a:gd name="T11" fmla="*/ 200 h 200"/>
                        <a:gd name="T12" fmla="*/ 140 w 147"/>
                        <a:gd name="T13" fmla="*/ 199 h 200"/>
                        <a:gd name="T14" fmla="*/ 146 w 147"/>
                        <a:gd name="T15" fmla="*/ 193 h 200"/>
                        <a:gd name="T16" fmla="*/ 147 w 147"/>
                        <a:gd name="T17" fmla="*/ 190 h 200"/>
                        <a:gd name="T18" fmla="*/ 147 w 147"/>
                        <a:gd name="T19" fmla="*/ 10 h 200"/>
                        <a:gd name="T20" fmla="*/ 137 w 147"/>
                        <a:gd name="T21" fmla="*/ 0 h 200"/>
                        <a:gd name="T22" fmla="*/ 139 w 147"/>
                        <a:gd name="T23" fmla="*/ 189 h 200"/>
                        <a:gd name="T24" fmla="*/ 135 w 147"/>
                        <a:gd name="T25" fmla="*/ 192 h 200"/>
                        <a:gd name="T26" fmla="*/ 10 w 147"/>
                        <a:gd name="T27" fmla="*/ 192 h 200"/>
                        <a:gd name="T28" fmla="*/ 8 w 147"/>
                        <a:gd name="T29" fmla="*/ 190 h 200"/>
                        <a:gd name="T30" fmla="*/ 8 w 147"/>
                        <a:gd name="T31" fmla="*/ 10 h 200"/>
                        <a:gd name="T32" fmla="*/ 10 w 147"/>
                        <a:gd name="T33" fmla="*/ 8 h 200"/>
                        <a:gd name="T34" fmla="*/ 137 w 147"/>
                        <a:gd name="T35" fmla="*/ 8 h 200"/>
                        <a:gd name="T36" fmla="*/ 139 w 147"/>
                        <a:gd name="T37" fmla="*/ 10 h 200"/>
                        <a:gd name="T38" fmla="*/ 139 w 147"/>
                        <a:gd name="T39" fmla="*/ 189 h 2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</a:cxnLst>
                      <a:rect l="0" t="0" r="r" b="b"/>
                      <a:pathLst>
                        <a:path w="147" h="200">
                          <a:moveTo>
                            <a:pt x="137" y="0"/>
                          </a:moveTo>
                          <a:cubicBezTo>
                            <a:pt x="10" y="0"/>
                            <a:pt x="10" y="0"/>
                            <a:pt x="10" y="0"/>
                          </a:cubicBezTo>
                          <a:cubicBezTo>
                            <a:pt x="4" y="0"/>
                            <a:pt x="0" y="5"/>
                            <a:pt x="0" y="10"/>
                          </a:cubicBezTo>
                          <a:cubicBezTo>
                            <a:pt x="0" y="190"/>
                            <a:pt x="0" y="190"/>
                            <a:pt x="0" y="190"/>
                          </a:cubicBezTo>
                          <a:cubicBezTo>
                            <a:pt x="0" y="196"/>
                            <a:pt x="4" y="200"/>
                            <a:pt x="10" y="200"/>
                          </a:cubicBezTo>
                          <a:cubicBezTo>
                            <a:pt x="137" y="200"/>
                            <a:pt x="137" y="200"/>
                            <a:pt x="137" y="200"/>
                          </a:cubicBezTo>
                          <a:cubicBezTo>
                            <a:pt x="138" y="200"/>
                            <a:pt x="139" y="200"/>
                            <a:pt x="140" y="199"/>
                          </a:cubicBezTo>
                          <a:cubicBezTo>
                            <a:pt x="146" y="193"/>
                            <a:pt x="146" y="193"/>
                            <a:pt x="146" y="193"/>
                          </a:cubicBezTo>
                          <a:cubicBezTo>
                            <a:pt x="146" y="192"/>
                            <a:pt x="147" y="191"/>
                            <a:pt x="147" y="190"/>
                          </a:cubicBezTo>
                          <a:cubicBezTo>
                            <a:pt x="147" y="10"/>
                            <a:pt x="147" y="10"/>
                            <a:pt x="147" y="10"/>
                          </a:cubicBezTo>
                          <a:cubicBezTo>
                            <a:pt x="147" y="5"/>
                            <a:pt x="142" y="0"/>
                            <a:pt x="137" y="0"/>
                          </a:cubicBezTo>
                          <a:close/>
                          <a:moveTo>
                            <a:pt x="139" y="189"/>
                          </a:moveTo>
                          <a:cubicBezTo>
                            <a:pt x="135" y="192"/>
                            <a:pt x="135" y="192"/>
                            <a:pt x="135" y="192"/>
                          </a:cubicBezTo>
                          <a:cubicBezTo>
                            <a:pt x="10" y="192"/>
                            <a:pt x="10" y="192"/>
                            <a:pt x="10" y="192"/>
                          </a:cubicBezTo>
                          <a:cubicBezTo>
                            <a:pt x="9" y="192"/>
                            <a:pt x="8" y="191"/>
                            <a:pt x="8" y="190"/>
                          </a:cubicBezTo>
                          <a:cubicBezTo>
                            <a:pt x="8" y="10"/>
                            <a:pt x="8" y="10"/>
                            <a:pt x="8" y="10"/>
                          </a:cubicBezTo>
                          <a:cubicBezTo>
                            <a:pt x="8" y="9"/>
                            <a:pt x="9" y="8"/>
                            <a:pt x="10" y="8"/>
                          </a:cubicBezTo>
                          <a:cubicBezTo>
                            <a:pt x="137" y="8"/>
                            <a:pt x="137" y="8"/>
                            <a:pt x="137" y="8"/>
                          </a:cubicBezTo>
                          <a:cubicBezTo>
                            <a:pt x="138" y="8"/>
                            <a:pt x="139" y="9"/>
                            <a:pt x="139" y="10"/>
                          </a:cubicBezTo>
                          <a:lnTo>
                            <a:pt x="139" y="189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  <p:sp>
                  <p:nvSpPr>
                    <p:cNvPr id="815" name="Freeform 231">
                      <a:extLst>
                        <a:ext uri="{FF2B5EF4-FFF2-40B4-BE49-F238E27FC236}">
                          <a16:creationId xmlns:a16="http://schemas.microsoft.com/office/drawing/2014/main" id="{00EC2B5E-35D6-F682-6CE1-C50C82A38EC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4603413" y="-2403476"/>
                      <a:ext cx="315913" cy="30163"/>
                    </a:xfrm>
                    <a:custGeom>
                      <a:avLst/>
                      <a:gdLst>
                        <a:gd name="T0" fmla="*/ 80 w 84"/>
                        <a:gd name="T1" fmla="*/ 0 h 8"/>
                        <a:gd name="T2" fmla="*/ 4 w 84"/>
                        <a:gd name="T3" fmla="*/ 0 h 8"/>
                        <a:gd name="T4" fmla="*/ 0 w 84"/>
                        <a:gd name="T5" fmla="*/ 4 h 8"/>
                        <a:gd name="T6" fmla="*/ 4 w 84"/>
                        <a:gd name="T7" fmla="*/ 8 h 8"/>
                        <a:gd name="T8" fmla="*/ 80 w 84"/>
                        <a:gd name="T9" fmla="*/ 8 h 8"/>
                        <a:gd name="T10" fmla="*/ 84 w 84"/>
                        <a:gd name="T11" fmla="*/ 4 h 8"/>
                        <a:gd name="T12" fmla="*/ 80 w 84"/>
                        <a:gd name="T13" fmla="*/ 0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4" h="8">
                          <a:moveTo>
                            <a:pt x="80" y="0"/>
                          </a:moveTo>
                          <a:cubicBezTo>
                            <a:pt x="4" y="0"/>
                            <a:pt x="4" y="0"/>
                            <a:pt x="4" y="0"/>
                          </a:cubicBezTo>
                          <a:cubicBezTo>
                            <a:pt x="2" y="0"/>
                            <a:pt x="0" y="2"/>
                            <a:pt x="0" y="4"/>
                          </a:cubicBezTo>
                          <a:cubicBezTo>
                            <a:pt x="0" y="6"/>
                            <a:pt x="2" y="8"/>
                            <a:pt x="4" y="8"/>
                          </a:cubicBezTo>
                          <a:cubicBezTo>
                            <a:pt x="80" y="8"/>
                            <a:pt x="80" y="8"/>
                            <a:pt x="80" y="8"/>
                          </a:cubicBezTo>
                          <a:cubicBezTo>
                            <a:pt x="82" y="8"/>
                            <a:pt x="84" y="6"/>
                            <a:pt x="84" y="4"/>
                          </a:cubicBezTo>
                          <a:cubicBezTo>
                            <a:pt x="84" y="2"/>
                            <a:pt x="82" y="0"/>
                            <a:pt x="80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791" name="그룹 790">
                  <a:extLst>
                    <a:ext uri="{FF2B5EF4-FFF2-40B4-BE49-F238E27FC236}">
                      <a16:creationId xmlns:a16="http://schemas.microsoft.com/office/drawing/2014/main" id="{49A5825B-5B32-250C-00CA-3E8E8A176366}"/>
                    </a:ext>
                  </a:extLst>
                </p:cNvPr>
                <p:cNvGrpSpPr/>
                <p:nvPr/>
              </p:nvGrpSpPr>
              <p:grpSpPr>
                <a:xfrm>
                  <a:off x="3623554" y="4140320"/>
                  <a:ext cx="636537" cy="634466"/>
                  <a:chOff x="881898" y="5310642"/>
                  <a:chExt cx="976313" cy="973138"/>
                </a:xfrm>
              </p:grpSpPr>
              <p:grpSp>
                <p:nvGrpSpPr>
                  <p:cNvPr id="792" name="그룹 791">
                    <a:extLst>
                      <a:ext uri="{FF2B5EF4-FFF2-40B4-BE49-F238E27FC236}">
                        <a16:creationId xmlns:a16="http://schemas.microsoft.com/office/drawing/2014/main" id="{2C28AE07-5B8C-A642-23E4-AF47D91BE04A}"/>
                      </a:ext>
                    </a:extLst>
                  </p:cNvPr>
                  <p:cNvGrpSpPr/>
                  <p:nvPr/>
                </p:nvGrpSpPr>
                <p:grpSpPr>
                  <a:xfrm>
                    <a:off x="881898" y="5310642"/>
                    <a:ext cx="976313" cy="973138"/>
                    <a:chOff x="21240750" y="2320925"/>
                    <a:chExt cx="976313" cy="973138"/>
                  </a:xfrm>
                </p:grpSpPr>
                <p:sp>
                  <p:nvSpPr>
                    <p:cNvPr id="794" name="Freeform 113">
                      <a:extLst>
                        <a:ext uri="{FF2B5EF4-FFF2-40B4-BE49-F238E27FC236}">
                          <a16:creationId xmlns:a16="http://schemas.microsoft.com/office/drawing/2014/main" id="{65CCC13D-1515-4AA7-3695-571D63E8E13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410343" y="2487232"/>
                      <a:ext cx="637131" cy="640525"/>
                    </a:xfrm>
                    <a:custGeom>
                      <a:avLst/>
                      <a:gdLst>
                        <a:gd name="T0" fmla="*/ 1100 w 1100"/>
                        <a:gd name="T1" fmla="*/ 210 h 1107"/>
                        <a:gd name="T2" fmla="*/ 1100 w 1100"/>
                        <a:gd name="T3" fmla="*/ 264 h 1107"/>
                        <a:gd name="T4" fmla="*/ 1100 w 1100"/>
                        <a:gd name="T5" fmla="*/ 419 h 1107"/>
                        <a:gd name="T6" fmla="*/ 1100 w 1100"/>
                        <a:gd name="T7" fmla="*/ 473 h 1107"/>
                        <a:gd name="T8" fmla="*/ 1100 w 1100"/>
                        <a:gd name="T9" fmla="*/ 635 h 1107"/>
                        <a:gd name="T10" fmla="*/ 1100 w 1100"/>
                        <a:gd name="T11" fmla="*/ 689 h 1107"/>
                        <a:gd name="T12" fmla="*/ 1100 w 1100"/>
                        <a:gd name="T13" fmla="*/ 844 h 1107"/>
                        <a:gd name="T14" fmla="*/ 1100 w 1100"/>
                        <a:gd name="T15" fmla="*/ 898 h 1107"/>
                        <a:gd name="T16" fmla="*/ 1100 w 1100"/>
                        <a:gd name="T17" fmla="*/ 1033 h 1107"/>
                        <a:gd name="T18" fmla="*/ 1026 w 1100"/>
                        <a:gd name="T19" fmla="*/ 1107 h 1107"/>
                        <a:gd name="T20" fmla="*/ 898 w 1100"/>
                        <a:gd name="T21" fmla="*/ 1107 h 1107"/>
                        <a:gd name="T22" fmla="*/ 844 w 1100"/>
                        <a:gd name="T23" fmla="*/ 1107 h 1107"/>
                        <a:gd name="T24" fmla="*/ 682 w 1100"/>
                        <a:gd name="T25" fmla="*/ 1107 h 1107"/>
                        <a:gd name="T26" fmla="*/ 628 w 1100"/>
                        <a:gd name="T27" fmla="*/ 1107 h 1107"/>
                        <a:gd name="T28" fmla="*/ 472 w 1100"/>
                        <a:gd name="T29" fmla="*/ 1107 h 1107"/>
                        <a:gd name="T30" fmla="*/ 418 w 1100"/>
                        <a:gd name="T31" fmla="*/ 1107 h 1107"/>
                        <a:gd name="T32" fmla="*/ 256 w 1100"/>
                        <a:gd name="T33" fmla="*/ 1107 h 1107"/>
                        <a:gd name="T34" fmla="*/ 202 w 1100"/>
                        <a:gd name="T35" fmla="*/ 1107 h 1107"/>
                        <a:gd name="T36" fmla="*/ 74 w 1100"/>
                        <a:gd name="T37" fmla="*/ 1107 h 1107"/>
                        <a:gd name="T38" fmla="*/ 0 w 1100"/>
                        <a:gd name="T39" fmla="*/ 1033 h 1107"/>
                        <a:gd name="T40" fmla="*/ 0 w 1100"/>
                        <a:gd name="T41" fmla="*/ 898 h 1107"/>
                        <a:gd name="T42" fmla="*/ 0 w 1100"/>
                        <a:gd name="T43" fmla="*/ 844 h 1107"/>
                        <a:gd name="T44" fmla="*/ 0 w 1100"/>
                        <a:gd name="T45" fmla="*/ 689 h 1107"/>
                        <a:gd name="T46" fmla="*/ 0 w 1100"/>
                        <a:gd name="T47" fmla="*/ 635 h 1107"/>
                        <a:gd name="T48" fmla="*/ 0 w 1100"/>
                        <a:gd name="T49" fmla="*/ 473 h 1107"/>
                        <a:gd name="T50" fmla="*/ 0 w 1100"/>
                        <a:gd name="T51" fmla="*/ 419 h 1107"/>
                        <a:gd name="T52" fmla="*/ 0 w 1100"/>
                        <a:gd name="T53" fmla="*/ 264 h 1107"/>
                        <a:gd name="T54" fmla="*/ 0 w 1100"/>
                        <a:gd name="T55" fmla="*/ 210 h 1107"/>
                        <a:gd name="T56" fmla="*/ 0 w 1100"/>
                        <a:gd name="T57" fmla="*/ 75 h 1107"/>
                        <a:gd name="T58" fmla="*/ 74 w 1100"/>
                        <a:gd name="T59" fmla="*/ 0 h 1107"/>
                        <a:gd name="T60" fmla="*/ 202 w 1100"/>
                        <a:gd name="T61" fmla="*/ 0 h 1107"/>
                        <a:gd name="T62" fmla="*/ 256 w 1100"/>
                        <a:gd name="T63" fmla="*/ 0 h 1107"/>
                        <a:gd name="T64" fmla="*/ 418 w 1100"/>
                        <a:gd name="T65" fmla="*/ 0 h 1107"/>
                        <a:gd name="T66" fmla="*/ 472 w 1100"/>
                        <a:gd name="T67" fmla="*/ 0 h 1107"/>
                        <a:gd name="T68" fmla="*/ 628 w 1100"/>
                        <a:gd name="T69" fmla="*/ 0 h 1107"/>
                        <a:gd name="T70" fmla="*/ 682 w 1100"/>
                        <a:gd name="T71" fmla="*/ 0 h 1107"/>
                        <a:gd name="T72" fmla="*/ 844 w 1100"/>
                        <a:gd name="T73" fmla="*/ 0 h 1107"/>
                        <a:gd name="T74" fmla="*/ 898 w 1100"/>
                        <a:gd name="T75" fmla="*/ 0 h 1107"/>
                        <a:gd name="T76" fmla="*/ 1026 w 1100"/>
                        <a:gd name="T77" fmla="*/ 0 h 1107"/>
                        <a:gd name="T78" fmla="*/ 1100 w 1100"/>
                        <a:gd name="T79" fmla="*/ 75 h 1107"/>
                        <a:gd name="T80" fmla="*/ 1100 w 1100"/>
                        <a:gd name="T81" fmla="*/ 210 h 1107"/>
                        <a:gd name="T82" fmla="*/ 1100 w 1100"/>
                        <a:gd name="T83" fmla="*/ 210 h 110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</a:cxnLst>
                      <a:rect l="0" t="0" r="r" b="b"/>
                      <a:pathLst>
                        <a:path w="1100" h="1107">
                          <a:moveTo>
                            <a:pt x="1100" y="210"/>
                          </a:moveTo>
                          <a:cubicBezTo>
                            <a:pt x="1100" y="264"/>
                            <a:pt x="1100" y="264"/>
                            <a:pt x="1100" y="264"/>
                          </a:cubicBezTo>
                          <a:cubicBezTo>
                            <a:pt x="1100" y="419"/>
                            <a:pt x="1100" y="419"/>
                            <a:pt x="1100" y="419"/>
                          </a:cubicBezTo>
                          <a:cubicBezTo>
                            <a:pt x="1100" y="473"/>
                            <a:pt x="1100" y="473"/>
                            <a:pt x="1100" y="473"/>
                          </a:cubicBezTo>
                          <a:cubicBezTo>
                            <a:pt x="1100" y="635"/>
                            <a:pt x="1100" y="635"/>
                            <a:pt x="1100" y="635"/>
                          </a:cubicBezTo>
                          <a:cubicBezTo>
                            <a:pt x="1100" y="689"/>
                            <a:pt x="1100" y="689"/>
                            <a:pt x="1100" y="689"/>
                          </a:cubicBezTo>
                          <a:cubicBezTo>
                            <a:pt x="1100" y="844"/>
                            <a:pt x="1100" y="844"/>
                            <a:pt x="1100" y="844"/>
                          </a:cubicBezTo>
                          <a:cubicBezTo>
                            <a:pt x="1100" y="898"/>
                            <a:pt x="1100" y="898"/>
                            <a:pt x="1100" y="898"/>
                          </a:cubicBezTo>
                          <a:cubicBezTo>
                            <a:pt x="1100" y="1033"/>
                            <a:pt x="1100" y="1033"/>
                            <a:pt x="1100" y="1033"/>
                          </a:cubicBezTo>
                          <a:cubicBezTo>
                            <a:pt x="1100" y="1073"/>
                            <a:pt x="1073" y="1107"/>
                            <a:pt x="1026" y="1107"/>
                          </a:cubicBezTo>
                          <a:cubicBezTo>
                            <a:pt x="898" y="1107"/>
                            <a:pt x="898" y="1107"/>
                            <a:pt x="898" y="1107"/>
                          </a:cubicBezTo>
                          <a:cubicBezTo>
                            <a:pt x="844" y="1107"/>
                            <a:pt x="844" y="1107"/>
                            <a:pt x="844" y="1107"/>
                          </a:cubicBezTo>
                          <a:cubicBezTo>
                            <a:pt x="682" y="1107"/>
                            <a:pt x="682" y="1107"/>
                            <a:pt x="682" y="1107"/>
                          </a:cubicBezTo>
                          <a:cubicBezTo>
                            <a:pt x="628" y="1107"/>
                            <a:pt x="628" y="1107"/>
                            <a:pt x="628" y="1107"/>
                          </a:cubicBezTo>
                          <a:cubicBezTo>
                            <a:pt x="472" y="1107"/>
                            <a:pt x="472" y="1107"/>
                            <a:pt x="472" y="1107"/>
                          </a:cubicBezTo>
                          <a:cubicBezTo>
                            <a:pt x="418" y="1107"/>
                            <a:pt x="418" y="1107"/>
                            <a:pt x="418" y="1107"/>
                          </a:cubicBezTo>
                          <a:cubicBezTo>
                            <a:pt x="256" y="1107"/>
                            <a:pt x="256" y="1107"/>
                            <a:pt x="256" y="1107"/>
                          </a:cubicBezTo>
                          <a:cubicBezTo>
                            <a:pt x="202" y="1107"/>
                            <a:pt x="202" y="1107"/>
                            <a:pt x="202" y="1107"/>
                          </a:cubicBezTo>
                          <a:cubicBezTo>
                            <a:pt x="74" y="1107"/>
                            <a:pt x="74" y="1107"/>
                            <a:pt x="74" y="1107"/>
                          </a:cubicBezTo>
                          <a:cubicBezTo>
                            <a:pt x="27" y="1107"/>
                            <a:pt x="0" y="1073"/>
                            <a:pt x="0" y="1033"/>
                          </a:cubicBezTo>
                          <a:cubicBezTo>
                            <a:pt x="0" y="898"/>
                            <a:pt x="0" y="898"/>
                            <a:pt x="0" y="898"/>
                          </a:cubicBezTo>
                          <a:cubicBezTo>
                            <a:pt x="0" y="844"/>
                            <a:pt x="0" y="844"/>
                            <a:pt x="0" y="844"/>
                          </a:cubicBezTo>
                          <a:cubicBezTo>
                            <a:pt x="0" y="689"/>
                            <a:pt x="0" y="689"/>
                            <a:pt x="0" y="689"/>
                          </a:cubicBezTo>
                          <a:cubicBezTo>
                            <a:pt x="0" y="635"/>
                            <a:pt x="0" y="635"/>
                            <a:pt x="0" y="635"/>
                          </a:cubicBezTo>
                          <a:cubicBezTo>
                            <a:pt x="0" y="473"/>
                            <a:pt x="0" y="473"/>
                            <a:pt x="0" y="473"/>
                          </a:cubicBezTo>
                          <a:cubicBezTo>
                            <a:pt x="0" y="419"/>
                            <a:pt x="0" y="419"/>
                            <a:pt x="0" y="419"/>
                          </a:cubicBezTo>
                          <a:cubicBezTo>
                            <a:pt x="0" y="264"/>
                            <a:pt x="0" y="264"/>
                            <a:pt x="0" y="264"/>
                          </a:cubicBezTo>
                          <a:cubicBezTo>
                            <a:pt x="0" y="210"/>
                            <a:pt x="0" y="210"/>
                            <a:pt x="0" y="210"/>
                          </a:cubicBezTo>
                          <a:cubicBezTo>
                            <a:pt x="0" y="75"/>
                            <a:pt x="0" y="75"/>
                            <a:pt x="0" y="75"/>
                          </a:cubicBezTo>
                          <a:cubicBezTo>
                            <a:pt x="0" y="34"/>
                            <a:pt x="27" y="0"/>
                            <a:pt x="74" y="0"/>
                          </a:cubicBezTo>
                          <a:cubicBezTo>
                            <a:pt x="202" y="0"/>
                            <a:pt x="202" y="0"/>
                            <a:pt x="202" y="0"/>
                          </a:cubicBezTo>
                          <a:cubicBezTo>
                            <a:pt x="256" y="0"/>
                            <a:pt x="256" y="0"/>
                            <a:pt x="256" y="0"/>
                          </a:cubicBezTo>
                          <a:cubicBezTo>
                            <a:pt x="418" y="0"/>
                            <a:pt x="418" y="0"/>
                            <a:pt x="418" y="0"/>
                          </a:cubicBezTo>
                          <a:cubicBezTo>
                            <a:pt x="472" y="0"/>
                            <a:pt x="472" y="0"/>
                            <a:pt x="472" y="0"/>
                          </a:cubicBezTo>
                          <a:cubicBezTo>
                            <a:pt x="628" y="0"/>
                            <a:pt x="628" y="0"/>
                            <a:pt x="628" y="0"/>
                          </a:cubicBezTo>
                          <a:cubicBezTo>
                            <a:pt x="682" y="0"/>
                            <a:pt x="682" y="0"/>
                            <a:pt x="682" y="0"/>
                          </a:cubicBezTo>
                          <a:cubicBezTo>
                            <a:pt x="844" y="0"/>
                            <a:pt x="844" y="0"/>
                            <a:pt x="844" y="0"/>
                          </a:cubicBezTo>
                          <a:cubicBezTo>
                            <a:pt x="898" y="0"/>
                            <a:pt x="898" y="0"/>
                            <a:pt x="898" y="0"/>
                          </a:cubicBezTo>
                          <a:cubicBezTo>
                            <a:pt x="1026" y="0"/>
                            <a:pt x="1026" y="0"/>
                            <a:pt x="1026" y="0"/>
                          </a:cubicBezTo>
                          <a:cubicBezTo>
                            <a:pt x="1073" y="0"/>
                            <a:pt x="1100" y="34"/>
                            <a:pt x="1100" y="75"/>
                          </a:cubicBezTo>
                          <a:cubicBezTo>
                            <a:pt x="1100" y="210"/>
                            <a:pt x="1100" y="210"/>
                            <a:pt x="1100" y="210"/>
                          </a:cubicBezTo>
                          <a:cubicBezTo>
                            <a:pt x="1100" y="210"/>
                            <a:pt x="1100" y="210"/>
                            <a:pt x="1100" y="210"/>
                          </a:cubicBezTo>
                          <a:close/>
                        </a:path>
                      </a:pathLst>
                    </a:custGeom>
                    <a:solidFill>
                      <a:schemeClr val="tx1">
                        <a:lumMod val="85000"/>
                        <a:lumOff val="15000"/>
                      </a:schemeClr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795" name="Freeform 96">
                      <a:extLst>
                        <a:ext uri="{FF2B5EF4-FFF2-40B4-BE49-F238E27FC236}">
                          <a16:creationId xmlns:a16="http://schemas.microsoft.com/office/drawing/2014/main" id="{B15C1A64-F509-187C-C5C6-E6E81583690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085300" y="2620963"/>
                      <a:ext cx="131763" cy="30163"/>
                    </a:xfrm>
                    <a:custGeom>
                      <a:avLst/>
                      <a:gdLst>
                        <a:gd name="T0" fmla="*/ 244 w 244"/>
                        <a:gd name="T1" fmla="*/ 28 h 55"/>
                        <a:gd name="T2" fmla="*/ 217 w 244"/>
                        <a:gd name="T3" fmla="*/ 0 h 55"/>
                        <a:gd name="T4" fmla="*/ 0 w 244"/>
                        <a:gd name="T5" fmla="*/ 0 h 55"/>
                        <a:gd name="T6" fmla="*/ 0 w 244"/>
                        <a:gd name="T7" fmla="*/ 55 h 55"/>
                        <a:gd name="T8" fmla="*/ 217 w 244"/>
                        <a:gd name="T9" fmla="*/ 55 h 55"/>
                        <a:gd name="T10" fmla="*/ 244 w 244"/>
                        <a:gd name="T11" fmla="*/ 28 h 5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4" h="55">
                          <a:moveTo>
                            <a:pt x="244" y="28"/>
                          </a:moveTo>
                          <a:cubicBezTo>
                            <a:pt x="244" y="14"/>
                            <a:pt x="230" y="0"/>
                            <a:pt x="217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55"/>
                            <a:pt x="0" y="55"/>
                            <a:pt x="0" y="55"/>
                          </a:cubicBezTo>
                          <a:cubicBezTo>
                            <a:pt x="217" y="55"/>
                            <a:pt x="217" y="55"/>
                            <a:pt x="217" y="55"/>
                          </a:cubicBezTo>
                          <a:cubicBezTo>
                            <a:pt x="230" y="55"/>
                            <a:pt x="244" y="41"/>
                            <a:pt x="244" y="28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796" name="Freeform 97">
                      <a:extLst>
                        <a:ext uri="{FF2B5EF4-FFF2-40B4-BE49-F238E27FC236}">
                          <a16:creationId xmlns:a16="http://schemas.microsoft.com/office/drawing/2014/main" id="{678CB787-1F58-9992-C304-854D4A655CB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085300" y="2733675"/>
                      <a:ext cx="131763" cy="30163"/>
                    </a:xfrm>
                    <a:custGeom>
                      <a:avLst/>
                      <a:gdLst>
                        <a:gd name="T0" fmla="*/ 217 w 244"/>
                        <a:gd name="T1" fmla="*/ 0 h 54"/>
                        <a:gd name="T2" fmla="*/ 0 w 244"/>
                        <a:gd name="T3" fmla="*/ 0 h 54"/>
                        <a:gd name="T4" fmla="*/ 0 w 244"/>
                        <a:gd name="T5" fmla="*/ 54 h 54"/>
                        <a:gd name="T6" fmla="*/ 217 w 244"/>
                        <a:gd name="T7" fmla="*/ 54 h 54"/>
                        <a:gd name="T8" fmla="*/ 244 w 244"/>
                        <a:gd name="T9" fmla="*/ 27 h 54"/>
                        <a:gd name="T10" fmla="*/ 217 w 244"/>
                        <a:gd name="T11" fmla="*/ 0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4" h="54">
                          <a:moveTo>
                            <a:pt x="217" y="0"/>
                          </a:move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54"/>
                            <a:pt x="0" y="54"/>
                            <a:pt x="0" y="54"/>
                          </a:cubicBezTo>
                          <a:cubicBezTo>
                            <a:pt x="217" y="54"/>
                            <a:pt x="217" y="54"/>
                            <a:pt x="217" y="54"/>
                          </a:cubicBezTo>
                          <a:cubicBezTo>
                            <a:pt x="230" y="54"/>
                            <a:pt x="244" y="47"/>
                            <a:pt x="244" y="27"/>
                          </a:cubicBezTo>
                          <a:cubicBezTo>
                            <a:pt x="244" y="13"/>
                            <a:pt x="230" y="0"/>
                            <a:pt x="217" y="0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797" name="Freeform 98">
                      <a:extLst>
                        <a:ext uri="{FF2B5EF4-FFF2-40B4-BE49-F238E27FC236}">
                          <a16:creationId xmlns:a16="http://schemas.microsoft.com/office/drawing/2014/main" id="{4DA98FD8-C386-A6CE-76CD-30BC2374B68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085300" y="2851150"/>
                      <a:ext cx="131763" cy="30163"/>
                    </a:xfrm>
                    <a:custGeom>
                      <a:avLst/>
                      <a:gdLst>
                        <a:gd name="T0" fmla="*/ 217 w 244"/>
                        <a:gd name="T1" fmla="*/ 0 h 54"/>
                        <a:gd name="T2" fmla="*/ 0 w 244"/>
                        <a:gd name="T3" fmla="*/ 0 h 54"/>
                        <a:gd name="T4" fmla="*/ 0 w 244"/>
                        <a:gd name="T5" fmla="*/ 54 h 54"/>
                        <a:gd name="T6" fmla="*/ 217 w 244"/>
                        <a:gd name="T7" fmla="*/ 54 h 54"/>
                        <a:gd name="T8" fmla="*/ 244 w 244"/>
                        <a:gd name="T9" fmla="*/ 27 h 54"/>
                        <a:gd name="T10" fmla="*/ 217 w 244"/>
                        <a:gd name="T11" fmla="*/ 0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4" h="54">
                          <a:moveTo>
                            <a:pt x="217" y="0"/>
                          </a:move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54"/>
                            <a:pt x="0" y="54"/>
                            <a:pt x="0" y="54"/>
                          </a:cubicBezTo>
                          <a:cubicBezTo>
                            <a:pt x="217" y="54"/>
                            <a:pt x="217" y="54"/>
                            <a:pt x="217" y="54"/>
                          </a:cubicBezTo>
                          <a:cubicBezTo>
                            <a:pt x="230" y="54"/>
                            <a:pt x="244" y="41"/>
                            <a:pt x="244" y="27"/>
                          </a:cubicBezTo>
                          <a:cubicBezTo>
                            <a:pt x="244" y="14"/>
                            <a:pt x="230" y="0"/>
                            <a:pt x="217" y="0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798" name="Freeform 99">
                      <a:extLst>
                        <a:ext uri="{FF2B5EF4-FFF2-40B4-BE49-F238E27FC236}">
                          <a16:creationId xmlns:a16="http://schemas.microsoft.com/office/drawing/2014/main" id="{40F960FC-3752-32F0-D016-92C80B90F9D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085300" y="2965450"/>
                      <a:ext cx="131763" cy="28575"/>
                    </a:xfrm>
                    <a:custGeom>
                      <a:avLst/>
                      <a:gdLst>
                        <a:gd name="T0" fmla="*/ 217 w 244"/>
                        <a:gd name="T1" fmla="*/ 0 h 54"/>
                        <a:gd name="T2" fmla="*/ 0 w 244"/>
                        <a:gd name="T3" fmla="*/ 0 h 54"/>
                        <a:gd name="T4" fmla="*/ 0 w 244"/>
                        <a:gd name="T5" fmla="*/ 54 h 54"/>
                        <a:gd name="T6" fmla="*/ 217 w 244"/>
                        <a:gd name="T7" fmla="*/ 54 h 54"/>
                        <a:gd name="T8" fmla="*/ 244 w 244"/>
                        <a:gd name="T9" fmla="*/ 27 h 54"/>
                        <a:gd name="T10" fmla="*/ 217 w 244"/>
                        <a:gd name="T11" fmla="*/ 0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4" h="54">
                          <a:moveTo>
                            <a:pt x="217" y="0"/>
                          </a:move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54"/>
                            <a:pt x="0" y="54"/>
                            <a:pt x="0" y="54"/>
                          </a:cubicBezTo>
                          <a:cubicBezTo>
                            <a:pt x="217" y="54"/>
                            <a:pt x="217" y="54"/>
                            <a:pt x="217" y="54"/>
                          </a:cubicBezTo>
                          <a:cubicBezTo>
                            <a:pt x="230" y="54"/>
                            <a:pt x="244" y="47"/>
                            <a:pt x="244" y="27"/>
                          </a:cubicBezTo>
                          <a:cubicBezTo>
                            <a:pt x="244" y="13"/>
                            <a:pt x="230" y="0"/>
                            <a:pt x="217" y="0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799" name="Freeform 100">
                      <a:extLst>
                        <a:ext uri="{FF2B5EF4-FFF2-40B4-BE49-F238E27FC236}">
                          <a16:creationId xmlns:a16="http://schemas.microsoft.com/office/drawing/2014/main" id="{2BFE705E-5C63-E6BE-900E-B1054EF1E57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240750" y="2620963"/>
                      <a:ext cx="131763" cy="30163"/>
                    </a:xfrm>
                    <a:custGeom>
                      <a:avLst/>
                      <a:gdLst>
                        <a:gd name="T0" fmla="*/ 0 w 243"/>
                        <a:gd name="T1" fmla="*/ 28 h 55"/>
                        <a:gd name="T2" fmla="*/ 27 w 243"/>
                        <a:gd name="T3" fmla="*/ 55 h 55"/>
                        <a:gd name="T4" fmla="*/ 243 w 243"/>
                        <a:gd name="T5" fmla="*/ 55 h 55"/>
                        <a:gd name="T6" fmla="*/ 243 w 243"/>
                        <a:gd name="T7" fmla="*/ 0 h 55"/>
                        <a:gd name="T8" fmla="*/ 27 w 243"/>
                        <a:gd name="T9" fmla="*/ 0 h 55"/>
                        <a:gd name="T10" fmla="*/ 0 w 243"/>
                        <a:gd name="T11" fmla="*/ 28 h 5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3" h="55">
                          <a:moveTo>
                            <a:pt x="0" y="28"/>
                          </a:moveTo>
                          <a:cubicBezTo>
                            <a:pt x="0" y="41"/>
                            <a:pt x="14" y="55"/>
                            <a:pt x="27" y="55"/>
                          </a:cubicBezTo>
                          <a:cubicBezTo>
                            <a:pt x="243" y="55"/>
                            <a:pt x="243" y="55"/>
                            <a:pt x="243" y="55"/>
                          </a:cubicBezTo>
                          <a:cubicBezTo>
                            <a:pt x="243" y="0"/>
                            <a:pt x="243" y="0"/>
                            <a:pt x="243" y="0"/>
                          </a:cubicBezTo>
                          <a:cubicBezTo>
                            <a:pt x="27" y="0"/>
                            <a:pt x="27" y="0"/>
                            <a:pt x="27" y="0"/>
                          </a:cubicBezTo>
                          <a:cubicBezTo>
                            <a:pt x="14" y="0"/>
                            <a:pt x="0" y="14"/>
                            <a:pt x="0" y="28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00" name="Freeform 101">
                      <a:extLst>
                        <a:ext uri="{FF2B5EF4-FFF2-40B4-BE49-F238E27FC236}">
                          <a16:creationId xmlns:a16="http://schemas.microsoft.com/office/drawing/2014/main" id="{1C6ED607-2268-C7BC-E3EB-9E3F3365598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240750" y="2733675"/>
                      <a:ext cx="131763" cy="30163"/>
                    </a:xfrm>
                    <a:custGeom>
                      <a:avLst/>
                      <a:gdLst>
                        <a:gd name="T0" fmla="*/ 0 w 243"/>
                        <a:gd name="T1" fmla="*/ 27 h 54"/>
                        <a:gd name="T2" fmla="*/ 27 w 243"/>
                        <a:gd name="T3" fmla="*/ 54 h 54"/>
                        <a:gd name="T4" fmla="*/ 243 w 243"/>
                        <a:gd name="T5" fmla="*/ 54 h 54"/>
                        <a:gd name="T6" fmla="*/ 243 w 243"/>
                        <a:gd name="T7" fmla="*/ 0 h 54"/>
                        <a:gd name="T8" fmla="*/ 27 w 243"/>
                        <a:gd name="T9" fmla="*/ 0 h 54"/>
                        <a:gd name="T10" fmla="*/ 0 w 243"/>
                        <a:gd name="T11" fmla="*/ 27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3" h="54">
                          <a:moveTo>
                            <a:pt x="0" y="27"/>
                          </a:moveTo>
                          <a:cubicBezTo>
                            <a:pt x="0" y="47"/>
                            <a:pt x="14" y="54"/>
                            <a:pt x="27" y="54"/>
                          </a:cubicBezTo>
                          <a:cubicBezTo>
                            <a:pt x="243" y="54"/>
                            <a:pt x="243" y="54"/>
                            <a:pt x="243" y="54"/>
                          </a:cubicBezTo>
                          <a:cubicBezTo>
                            <a:pt x="243" y="0"/>
                            <a:pt x="243" y="0"/>
                            <a:pt x="243" y="0"/>
                          </a:cubicBezTo>
                          <a:cubicBezTo>
                            <a:pt x="27" y="0"/>
                            <a:pt x="27" y="0"/>
                            <a:pt x="27" y="0"/>
                          </a:cubicBezTo>
                          <a:cubicBezTo>
                            <a:pt x="14" y="0"/>
                            <a:pt x="0" y="13"/>
                            <a:pt x="0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01" name="Freeform 102">
                      <a:extLst>
                        <a:ext uri="{FF2B5EF4-FFF2-40B4-BE49-F238E27FC236}">
                          <a16:creationId xmlns:a16="http://schemas.microsoft.com/office/drawing/2014/main" id="{F0439839-CCA8-7BDF-A4B1-528AC11A912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240750" y="2851150"/>
                      <a:ext cx="131763" cy="30163"/>
                    </a:xfrm>
                    <a:custGeom>
                      <a:avLst/>
                      <a:gdLst>
                        <a:gd name="T0" fmla="*/ 0 w 243"/>
                        <a:gd name="T1" fmla="*/ 27 h 54"/>
                        <a:gd name="T2" fmla="*/ 27 w 243"/>
                        <a:gd name="T3" fmla="*/ 54 h 54"/>
                        <a:gd name="T4" fmla="*/ 243 w 243"/>
                        <a:gd name="T5" fmla="*/ 54 h 54"/>
                        <a:gd name="T6" fmla="*/ 243 w 243"/>
                        <a:gd name="T7" fmla="*/ 0 h 54"/>
                        <a:gd name="T8" fmla="*/ 27 w 243"/>
                        <a:gd name="T9" fmla="*/ 0 h 54"/>
                        <a:gd name="T10" fmla="*/ 0 w 243"/>
                        <a:gd name="T11" fmla="*/ 27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3" h="54">
                          <a:moveTo>
                            <a:pt x="0" y="27"/>
                          </a:moveTo>
                          <a:cubicBezTo>
                            <a:pt x="0" y="41"/>
                            <a:pt x="14" y="54"/>
                            <a:pt x="27" y="54"/>
                          </a:cubicBezTo>
                          <a:cubicBezTo>
                            <a:pt x="243" y="54"/>
                            <a:pt x="243" y="54"/>
                            <a:pt x="243" y="54"/>
                          </a:cubicBezTo>
                          <a:cubicBezTo>
                            <a:pt x="243" y="0"/>
                            <a:pt x="243" y="0"/>
                            <a:pt x="243" y="0"/>
                          </a:cubicBezTo>
                          <a:cubicBezTo>
                            <a:pt x="27" y="0"/>
                            <a:pt x="27" y="0"/>
                            <a:pt x="27" y="0"/>
                          </a:cubicBezTo>
                          <a:cubicBezTo>
                            <a:pt x="14" y="0"/>
                            <a:pt x="0" y="14"/>
                            <a:pt x="0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02" name="Freeform 103">
                      <a:extLst>
                        <a:ext uri="{FF2B5EF4-FFF2-40B4-BE49-F238E27FC236}">
                          <a16:creationId xmlns:a16="http://schemas.microsoft.com/office/drawing/2014/main" id="{6BDDF837-B836-8FED-637D-8598ED56381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240750" y="2965450"/>
                      <a:ext cx="131763" cy="28575"/>
                    </a:xfrm>
                    <a:custGeom>
                      <a:avLst/>
                      <a:gdLst>
                        <a:gd name="T0" fmla="*/ 0 w 243"/>
                        <a:gd name="T1" fmla="*/ 27 h 54"/>
                        <a:gd name="T2" fmla="*/ 27 w 243"/>
                        <a:gd name="T3" fmla="*/ 54 h 54"/>
                        <a:gd name="T4" fmla="*/ 243 w 243"/>
                        <a:gd name="T5" fmla="*/ 54 h 54"/>
                        <a:gd name="T6" fmla="*/ 243 w 243"/>
                        <a:gd name="T7" fmla="*/ 0 h 54"/>
                        <a:gd name="T8" fmla="*/ 27 w 243"/>
                        <a:gd name="T9" fmla="*/ 0 h 54"/>
                        <a:gd name="T10" fmla="*/ 0 w 243"/>
                        <a:gd name="T11" fmla="*/ 27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3" h="54">
                          <a:moveTo>
                            <a:pt x="0" y="27"/>
                          </a:moveTo>
                          <a:cubicBezTo>
                            <a:pt x="0" y="47"/>
                            <a:pt x="14" y="54"/>
                            <a:pt x="27" y="54"/>
                          </a:cubicBezTo>
                          <a:cubicBezTo>
                            <a:pt x="243" y="54"/>
                            <a:pt x="243" y="54"/>
                            <a:pt x="243" y="54"/>
                          </a:cubicBezTo>
                          <a:cubicBezTo>
                            <a:pt x="243" y="0"/>
                            <a:pt x="243" y="0"/>
                            <a:pt x="243" y="0"/>
                          </a:cubicBezTo>
                          <a:cubicBezTo>
                            <a:pt x="27" y="0"/>
                            <a:pt x="27" y="0"/>
                            <a:pt x="27" y="0"/>
                          </a:cubicBezTo>
                          <a:cubicBezTo>
                            <a:pt x="14" y="0"/>
                            <a:pt x="0" y="13"/>
                            <a:pt x="0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03" name="Freeform 104">
                      <a:extLst>
                        <a:ext uri="{FF2B5EF4-FFF2-40B4-BE49-F238E27FC236}">
                          <a16:creationId xmlns:a16="http://schemas.microsoft.com/office/drawing/2014/main" id="{F67A3577-06F8-F6D7-5AED-B4761A09CE8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540788" y="2320925"/>
                      <a:ext cx="28575" cy="128588"/>
                    </a:xfrm>
                    <a:custGeom>
                      <a:avLst/>
                      <a:gdLst>
                        <a:gd name="T0" fmla="*/ 54 w 54"/>
                        <a:gd name="T1" fmla="*/ 27 h 237"/>
                        <a:gd name="T2" fmla="*/ 27 w 54"/>
                        <a:gd name="T3" fmla="*/ 0 h 237"/>
                        <a:gd name="T4" fmla="*/ 0 w 54"/>
                        <a:gd name="T5" fmla="*/ 27 h 237"/>
                        <a:gd name="T6" fmla="*/ 0 w 54"/>
                        <a:gd name="T7" fmla="*/ 237 h 237"/>
                        <a:gd name="T8" fmla="*/ 54 w 54"/>
                        <a:gd name="T9" fmla="*/ 237 h 237"/>
                        <a:gd name="T10" fmla="*/ 54 w 54"/>
                        <a:gd name="T11" fmla="*/ 27 h 237"/>
                        <a:gd name="T12" fmla="*/ 54 w 54"/>
                        <a:gd name="T13" fmla="*/ 27 h 2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7">
                          <a:moveTo>
                            <a:pt x="54" y="27"/>
                          </a:moveTo>
                          <a:cubicBezTo>
                            <a:pt x="54" y="14"/>
                            <a:pt x="40" y="0"/>
                            <a:pt x="27" y="0"/>
                          </a:cubicBezTo>
                          <a:cubicBezTo>
                            <a:pt x="13" y="0"/>
                            <a:pt x="0" y="14"/>
                            <a:pt x="0" y="27"/>
                          </a:cubicBezTo>
                          <a:cubicBezTo>
                            <a:pt x="0" y="237"/>
                            <a:pt x="0" y="237"/>
                            <a:pt x="0" y="237"/>
                          </a:cubicBezTo>
                          <a:cubicBezTo>
                            <a:pt x="54" y="237"/>
                            <a:pt x="54" y="237"/>
                            <a:pt x="54" y="23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04" name="Freeform 105">
                      <a:extLst>
                        <a:ext uri="{FF2B5EF4-FFF2-40B4-BE49-F238E27FC236}">
                          <a16:creationId xmlns:a16="http://schemas.microsoft.com/office/drawing/2014/main" id="{1AD93864-835E-214B-B432-1DF4FE5A7E2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658263" y="2320925"/>
                      <a:ext cx="28575" cy="128588"/>
                    </a:xfrm>
                    <a:custGeom>
                      <a:avLst/>
                      <a:gdLst>
                        <a:gd name="T0" fmla="*/ 54 w 54"/>
                        <a:gd name="T1" fmla="*/ 27 h 237"/>
                        <a:gd name="T2" fmla="*/ 27 w 54"/>
                        <a:gd name="T3" fmla="*/ 0 h 237"/>
                        <a:gd name="T4" fmla="*/ 0 w 54"/>
                        <a:gd name="T5" fmla="*/ 27 h 237"/>
                        <a:gd name="T6" fmla="*/ 0 w 54"/>
                        <a:gd name="T7" fmla="*/ 237 h 237"/>
                        <a:gd name="T8" fmla="*/ 54 w 54"/>
                        <a:gd name="T9" fmla="*/ 237 h 237"/>
                        <a:gd name="T10" fmla="*/ 54 w 54"/>
                        <a:gd name="T11" fmla="*/ 27 h 237"/>
                        <a:gd name="T12" fmla="*/ 54 w 54"/>
                        <a:gd name="T13" fmla="*/ 27 h 2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7">
                          <a:moveTo>
                            <a:pt x="54" y="27"/>
                          </a:moveTo>
                          <a:cubicBezTo>
                            <a:pt x="54" y="14"/>
                            <a:pt x="40" y="0"/>
                            <a:pt x="27" y="0"/>
                          </a:cubicBezTo>
                          <a:cubicBezTo>
                            <a:pt x="13" y="0"/>
                            <a:pt x="0" y="14"/>
                            <a:pt x="0" y="27"/>
                          </a:cubicBezTo>
                          <a:cubicBezTo>
                            <a:pt x="0" y="237"/>
                            <a:pt x="0" y="237"/>
                            <a:pt x="0" y="237"/>
                          </a:cubicBezTo>
                          <a:cubicBezTo>
                            <a:pt x="54" y="237"/>
                            <a:pt x="54" y="237"/>
                            <a:pt x="54" y="23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05" name="Freeform 106">
                      <a:extLst>
                        <a:ext uri="{FF2B5EF4-FFF2-40B4-BE49-F238E27FC236}">
                          <a16:creationId xmlns:a16="http://schemas.microsoft.com/office/drawing/2014/main" id="{41158711-0E73-0D33-FE28-5C1F90BD05D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770975" y="2320925"/>
                      <a:ext cx="30163" cy="128588"/>
                    </a:xfrm>
                    <a:custGeom>
                      <a:avLst/>
                      <a:gdLst>
                        <a:gd name="T0" fmla="*/ 54 w 54"/>
                        <a:gd name="T1" fmla="*/ 27 h 237"/>
                        <a:gd name="T2" fmla="*/ 27 w 54"/>
                        <a:gd name="T3" fmla="*/ 0 h 237"/>
                        <a:gd name="T4" fmla="*/ 0 w 54"/>
                        <a:gd name="T5" fmla="*/ 27 h 237"/>
                        <a:gd name="T6" fmla="*/ 0 w 54"/>
                        <a:gd name="T7" fmla="*/ 237 h 237"/>
                        <a:gd name="T8" fmla="*/ 54 w 54"/>
                        <a:gd name="T9" fmla="*/ 237 h 237"/>
                        <a:gd name="T10" fmla="*/ 54 w 54"/>
                        <a:gd name="T11" fmla="*/ 27 h 237"/>
                        <a:gd name="T12" fmla="*/ 54 w 54"/>
                        <a:gd name="T13" fmla="*/ 27 h 2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7">
                          <a:moveTo>
                            <a:pt x="54" y="27"/>
                          </a:moveTo>
                          <a:cubicBezTo>
                            <a:pt x="54" y="14"/>
                            <a:pt x="40" y="0"/>
                            <a:pt x="27" y="0"/>
                          </a:cubicBezTo>
                          <a:cubicBezTo>
                            <a:pt x="13" y="0"/>
                            <a:pt x="0" y="14"/>
                            <a:pt x="0" y="27"/>
                          </a:cubicBezTo>
                          <a:cubicBezTo>
                            <a:pt x="0" y="237"/>
                            <a:pt x="0" y="237"/>
                            <a:pt x="0" y="237"/>
                          </a:cubicBezTo>
                          <a:cubicBezTo>
                            <a:pt x="54" y="237"/>
                            <a:pt x="54" y="237"/>
                            <a:pt x="54" y="23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06" name="Freeform 107">
                      <a:extLst>
                        <a:ext uri="{FF2B5EF4-FFF2-40B4-BE49-F238E27FC236}">
                          <a16:creationId xmlns:a16="http://schemas.microsoft.com/office/drawing/2014/main" id="{5B914642-9BE1-612E-349F-51266AAD192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886863" y="2320925"/>
                      <a:ext cx="30163" cy="128588"/>
                    </a:xfrm>
                    <a:custGeom>
                      <a:avLst/>
                      <a:gdLst>
                        <a:gd name="T0" fmla="*/ 54 w 54"/>
                        <a:gd name="T1" fmla="*/ 27 h 237"/>
                        <a:gd name="T2" fmla="*/ 27 w 54"/>
                        <a:gd name="T3" fmla="*/ 0 h 237"/>
                        <a:gd name="T4" fmla="*/ 0 w 54"/>
                        <a:gd name="T5" fmla="*/ 27 h 237"/>
                        <a:gd name="T6" fmla="*/ 0 w 54"/>
                        <a:gd name="T7" fmla="*/ 237 h 237"/>
                        <a:gd name="T8" fmla="*/ 54 w 54"/>
                        <a:gd name="T9" fmla="*/ 237 h 237"/>
                        <a:gd name="T10" fmla="*/ 54 w 54"/>
                        <a:gd name="T11" fmla="*/ 27 h 237"/>
                        <a:gd name="T12" fmla="*/ 54 w 54"/>
                        <a:gd name="T13" fmla="*/ 27 h 2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7">
                          <a:moveTo>
                            <a:pt x="54" y="27"/>
                          </a:moveTo>
                          <a:cubicBezTo>
                            <a:pt x="54" y="14"/>
                            <a:pt x="40" y="0"/>
                            <a:pt x="27" y="0"/>
                          </a:cubicBezTo>
                          <a:cubicBezTo>
                            <a:pt x="13" y="0"/>
                            <a:pt x="0" y="14"/>
                            <a:pt x="0" y="27"/>
                          </a:cubicBezTo>
                          <a:cubicBezTo>
                            <a:pt x="0" y="237"/>
                            <a:pt x="0" y="237"/>
                            <a:pt x="0" y="237"/>
                          </a:cubicBezTo>
                          <a:cubicBezTo>
                            <a:pt x="54" y="237"/>
                            <a:pt x="54" y="237"/>
                            <a:pt x="54" y="23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07" name="Freeform 108">
                      <a:extLst>
                        <a:ext uri="{FF2B5EF4-FFF2-40B4-BE49-F238E27FC236}">
                          <a16:creationId xmlns:a16="http://schemas.microsoft.com/office/drawing/2014/main" id="{E6DEDA2A-33CF-0EA1-979D-A5EC818442A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540788" y="3165475"/>
                      <a:ext cx="28575" cy="128588"/>
                    </a:xfrm>
                    <a:custGeom>
                      <a:avLst/>
                      <a:gdLst>
                        <a:gd name="T0" fmla="*/ 0 w 54"/>
                        <a:gd name="T1" fmla="*/ 211 h 238"/>
                        <a:gd name="T2" fmla="*/ 27 w 54"/>
                        <a:gd name="T3" fmla="*/ 238 h 238"/>
                        <a:gd name="T4" fmla="*/ 54 w 54"/>
                        <a:gd name="T5" fmla="*/ 211 h 238"/>
                        <a:gd name="T6" fmla="*/ 54 w 54"/>
                        <a:gd name="T7" fmla="*/ 0 h 238"/>
                        <a:gd name="T8" fmla="*/ 0 w 54"/>
                        <a:gd name="T9" fmla="*/ 0 h 238"/>
                        <a:gd name="T10" fmla="*/ 0 w 54"/>
                        <a:gd name="T11" fmla="*/ 211 h 238"/>
                        <a:gd name="T12" fmla="*/ 0 w 54"/>
                        <a:gd name="T13" fmla="*/ 211 h 2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8">
                          <a:moveTo>
                            <a:pt x="0" y="211"/>
                          </a:moveTo>
                          <a:cubicBezTo>
                            <a:pt x="0" y="231"/>
                            <a:pt x="13" y="238"/>
                            <a:pt x="27" y="238"/>
                          </a:cubicBezTo>
                          <a:cubicBezTo>
                            <a:pt x="40" y="238"/>
                            <a:pt x="54" y="231"/>
                            <a:pt x="54" y="211"/>
                          </a:cubicBezTo>
                          <a:cubicBezTo>
                            <a:pt x="54" y="0"/>
                            <a:pt x="54" y="0"/>
                            <a:pt x="54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08" name="Freeform 109">
                      <a:extLst>
                        <a:ext uri="{FF2B5EF4-FFF2-40B4-BE49-F238E27FC236}">
                          <a16:creationId xmlns:a16="http://schemas.microsoft.com/office/drawing/2014/main" id="{8226A2E7-1B25-C1AE-3FF7-DAE47A5ED7D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658263" y="3165475"/>
                      <a:ext cx="28575" cy="128588"/>
                    </a:xfrm>
                    <a:custGeom>
                      <a:avLst/>
                      <a:gdLst>
                        <a:gd name="T0" fmla="*/ 0 w 54"/>
                        <a:gd name="T1" fmla="*/ 211 h 238"/>
                        <a:gd name="T2" fmla="*/ 27 w 54"/>
                        <a:gd name="T3" fmla="*/ 238 h 238"/>
                        <a:gd name="T4" fmla="*/ 54 w 54"/>
                        <a:gd name="T5" fmla="*/ 211 h 238"/>
                        <a:gd name="T6" fmla="*/ 54 w 54"/>
                        <a:gd name="T7" fmla="*/ 0 h 238"/>
                        <a:gd name="T8" fmla="*/ 0 w 54"/>
                        <a:gd name="T9" fmla="*/ 0 h 238"/>
                        <a:gd name="T10" fmla="*/ 0 w 54"/>
                        <a:gd name="T11" fmla="*/ 211 h 238"/>
                        <a:gd name="T12" fmla="*/ 0 w 54"/>
                        <a:gd name="T13" fmla="*/ 211 h 2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8">
                          <a:moveTo>
                            <a:pt x="0" y="211"/>
                          </a:moveTo>
                          <a:cubicBezTo>
                            <a:pt x="0" y="231"/>
                            <a:pt x="13" y="238"/>
                            <a:pt x="27" y="238"/>
                          </a:cubicBezTo>
                          <a:cubicBezTo>
                            <a:pt x="40" y="238"/>
                            <a:pt x="54" y="231"/>
                            <a:pt x="54" y="211"/>
                          </a:cubicBezTo>
                          <a:cubicBezTo>
                            <a:pt x="54" y="0"/>
                            <a:pt x="54" y="0"/>
                            <a:pt x="54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09" name="Freeform 110">
                      <a:extLst>
                        <a:ext uri="{FF2B5EF4-FFF2-40B4-BE49-F238E27FC236}">
                          <a16:creationId xmlns:a16="http://schemas.microsoft.com/office/drawing/2014/main" id="{79A601C5-8BBD-D695-C074-F9BDE733E9C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770975" y="3165475"/>
                      <a:ext cx="30163" cy="128588"/>
                    </a:xfrm>
                    <a:custGeom>
                      <a:avLst/>
                      <a:gdLst>
                        <a:gd name="T0" fmla="*/ 0 w 54"/>
                        <a:gd name="T1" fmla="*/ 211 h 238"/>
                        <a:gd name="T2" fmla="*/ 27 w 54"/>
                        <a:gd name="T3" fmla="*/ 238 h 238"/>
                        <a:gd name="T4" fmla="*/ 54 w 54"/>
                        <a:gd name="T5" fmla="*/ 211 h 238"/>
                        <a:gd name="T6" fmla="*/ 54 w 54"/>
                        <a:gd name="T7" fmla="*/ 0 h 238"/>
                        <a:gd name="T8" fmla="*/ 0 w 54"/>
                        <a:gd name="T9" fmla="*/ 0 h 238"/>
                        <a:gd name="T10" fmla="*/ 0 w 54"/>
                        <a:gd name="T11" fmla="*/ 211 h 238"/>
                        <a:gd name="T12" fmla="*/ 0 w 54"/>
                        <a:gd name="T13" fmla="*/ 211 h 2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8">
                          <a:moveTo>
                            <a:pt x="0" y="211"/>
                          </a:moveTo>
                          <a:cubicBezTo>
                            <a:pt x="0" y="231"/>
                            <a:pt x="13" y="238"/>
                            <a:pt x="27" y="238"/>
                          </a:cubicBezTo>
                          <a:cubicBezTo>
                            <a:pt x="40" y="238"/>
                            <a:pt x="54" y="231"/>
                            <a:pt x="54" y="211"/>
                          </a:cubicBezTo>
                          <a:cubicBezTo>
                            <a:pt x="54" y="0"/>
                            <a:pt x="54" y="0"/>
                            <a:pt x="54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10" name="Freeform 111">
                      <a:extLst>
                        <a:ext uri="{FF2B5EF4-FFF2-40B4-BE49-F238E27FC236}">
                          <a16:creationId xmlns:a16="http://schemas.microsoft.com/office/drawing/2014/main" id="{B6954F43-2155-B94D-AAFA-893C52A9018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886863" y="3165475"/>
                      <a:ext cx="30163" cy="128588"/>
                    </a:xfrm>
                    <a:custGeom>
                      <a:avLst/>
                      <a:gdLst>
                        <a:gd name="T0" fmla="*/ 0 w 54"/>
                        <a:gd name="T1" fmla="*/ 211 h 238"/>
                        <a:gd name="T2" fmla="*/ 27 w 54"/>
                        <a:gd name="T3" fmla="*/ 238 h 238"/>
                        <a:gd name="T4" fmla="*/ 54 w 54"/>
                        <a:gd name="T5" fmla="*/ 211 h 238"/>
                        <a:gd name="T6" fmla="*/ 54 w 54"/>
                        <a:gd name="T7" fmla="*/ 0 h 238"/>
                        <a:gd name="T8" fmla="*/ 0 w 54"/>
                        <a:gd name="T9" fmla="*/ 0 h 238"/>
                        <a:gd name="T10" fmla="*/ 0 w 54"/>
                        <a:gd name="T11" fmla="*/ 211 h 238"/>
                        <a:gd name="T12" fmla="*/ 0 w 54"/>
                        <a:gd name="T13" fmla="*/ 211 h 2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8">
                          <a:moveTo>
                            <a:pt x="0" y="211"/>
                          </a:moveTo>
                          <a:cubicBezTo>
                            <a:pt x="0" y="231"/>
                            <a:pt x="13" y="238"/>
                            <a:pt x="27" y="238"/>
                          </a:cubicBezTo>
                          <a:cubicBezTo>
                            <a:pt x="40" y="238"/>
                            <a:pt x="54" y="231"/>
                            <a:pt x="54" y="211"/>
                          </a:cubicBezTo>
                          <a:cubicBezTo>
                            <a:pt x="54" y="0"/>
                            <a:pt x="54" y="0"/>
                            <a:pt x="54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11" name="Freeform 112">
                      <a:extLst>
                        <a:ext uri="{FF2B5EF4-FFF2-40B4-BE49-F238E27FC236}">
                          <a16:creationId xmlns:a16="http://schemas.microsoft.com/office/drawing/2014/main" id="{14B0B8BF-58B3-6CA3-6EF6-6D674FCE325F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21401088" y="2478088"/>
                      <a:ext cx="654050" cy="658813"/>
                    </a:xfrm>
                    <a:custGeom>
                      <a:avLst/>
                      <a:gdLst>
                        <a:gd name="T0" fmla="*/ 952 w 1208"/>
                        <a:gd name="T1" fmla="*/ 0 h 1215"/>
                        <a:gd name="T2" fmla="*/ 736 w 1208"/>
                        <a:gd name="T3" fmla="*/ 0 h 1215"/>
                        <a:gd name="T4" fmla="*/ 526 w 1208"/>
                        <a:gd name="T5" fmla="*/ 0 h 1215"/>
                        <a:gd name="T6" fmla="*/ 310 w 1208"/>
                        <a:gd name="T7" fmla="*/ 0 h 1215"/>
                        <a:gd name="T8" fmla="*/ 128 w 1208"/>
                        <a:gd name="T9" fmla="*/ 0 h 1215"/>
                        <a:gd name="T10" fmla="*/ 0 w 1208"/>
                        <a:gd name="T11" fmla="*/ 264 h 1215"/>
                        <a:gd name="T12" fmla="*/ 0 w 1208"/>
                        <a:gd name="T13" fmla="*/ 473 h 1215"/>
                        <a:gd name="T14" fmla="*/ 0 w 1208"/>
                        <a:gd name="T15" fmla="*/ 689 h 1215"/>
                        <a:gd name="T16" fmla="*/ 0 w 1208"/>
                        <a:gd name="T17" fmla="*/ 898 h 1215"/>
                        <a:gd name="T18" fmla="*/ 0 w 1208"/>
                        <a:gd name="T19" fmla="*/ 1087 h 1215"/>
                        <a:gd name="T20" fmla="*/ 256 w 1208"/>
                        <a:gd name="T21" fmla="*/ 1215 h 1215"/>
                        <a:gd name="T22" fmla="*/ 472 w 1208"/>
                        <a:gd name="T23" fmla="*/ 1215 h 1215"/>
                        <a:gd name="T24" fmla="*/ 682 w 1208"/>
                        <a:gd name="T25" fmla="*/ 1215 h 1215"/>
                        <a:gd name="T26" fmla="*/ 898 w 1208"/>
                        <a:gd name="T27" fmla="*/ 1215 h 1215"/>
                        <a:gd name="T28" fmla="*/ 1080 w 1208"/>
                        <a:gd name="T29" fmla="*/ 1215 h 1215"/>
                        <a:gd name="T30" fmla="*/ 1208 w 1208"/>
                        <a:gd name="T31" fmla="*/ 952 h 1215"/>
                        <a:gd name="T32" fmla="*/ 1208 w 1208"/>
                        <a:gd name="T33" fmla="*/ 743 h 1215"/>
                        <a:gd name="T34" fmla="*/ 1208 w 1208"/>
                        <a:gd name="T35" fmla="*/ 527 h 1215"/>
                        <a:gd name="T36" fmla="*/ 1208 w 1208"/>
                        <a:gd name="T37" fmla="*/ 318 h 1215"/>
                        <a:gd name="T38" fmla="*/ 1208 w 1208"/>
                        <a:gd name="T39" fmla="*/ 129 h 1215"/>
                        <a:gd name="T40" fmla="*/ 1154 w 1208"/>
                        <a:gd name="T41" fmla="*/ 264 h 1215"/>
                        <a:gd name="T42" fmla="*/ 1154 w 1208"/>
                        <a:gd name="T43" fmla="*/ 473 h 1215"/>
                        <a:gd name="T44" fmla="*/ 1154 w 1208"/>
                        <a:gd name="T45" fmla="*/ 689 h 1215"/>
                        <a:gd name="T46" fmla="*/ 1154 w 1208"/>
                        <a:gd name="T47" fmla="*/ 898 h 1215"/>
                        <a:gd name="T48" fmla="*/ 1154 w 1208"/>
                        <a:gd name="T49" fmla="*/ 1087 h 1215"/>
                        <a:gd name="T50" fmla="*/ 952 w 1208"/>
                        <a:gd name="T51" fmla="*/ 1161 h 1215"/>
                        <a:gd name="T52" fmla="*/ 736 w 1208"/>
                        <a:gd name="T53" fmla="*/ 1161 h 1215"/>
                        <a:gd name="T54" fmla="*/ 526 w 1208"/>
                        <a:gd name="T55" fmla="*/ 1161 h 1215"/>
                        <a:gd name="T56" fmla="*/ 310 w 1208"/>
                        <a:gd name="T57" fmla="*/ 1161 h 1215"/>
                        <a:gd name="T58" fmla="*/ 128 w 1208"/>
                        <a:gd name="T59" fmla="*/ 1161 h 1215"/>
                        <a:gd name="T60" fmla="*/ 54 w 1208"/>
                        <a:gd name="T61" fmla="*/ 952 h 1215"/>
                        <a:gd name="T62" fmla="*/ 54 w 1208"/>
                        <a:gd name="T63" fmla="*/ 743 h 1215"/>
                        <a:gd name="T64" fmla="*/ 54 w 1208"/>
                        <a:gd name="T65" fmla="*/ 527 h 1215"/>
                        <a:gd name="T66" fmla="*/ 54 w 1208"/>
                        <a:gd name="T67" fmla="*/ 318 h 1215"/>
                        <a:gd name="T68" fmla="*/ 54 w 1208"/>
                        <a:gd name="T69" fmla="*/ 129 h 1215"/>
                        <a:gd name="T70" fmla="*/ 256 w 1208"/>
                        <a:gd name="T71" fmla="*/ 54 h 1215"/>
                        <a:gd name="T72" fmla="*/ 472 w 1208"/>
                        <a:gd name="T73" fmla="*/ 54 h 1215"/>
                        <a:gd name="T74" fmla="*/ 682 w 1208"/>
                        <a:gd name="T75" fmla="*/ 54 h 1215"/>
                        <a:gd name="T76" fmla="*/ 898 w 1208"/>
                        <a:gd name="T77" fmla="*/ 54 h 1215"/>
                        <a:gd name="T78" fmla="*/ 1080 w 1208"/>
                        <a:gd name="T79" fmla="*/ 54 h 1215"/>
                        <a:gd name="T80" fmla="*/ 1154 w 1208"/>
                        <a:gd name="T81" fmla="*/ 264 h 121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</a:cxnLst>
                      <a:rect l="0" t="0" r="r" b="b"/>
                      <a:pathLst>
                        <a:path w="1208" h="1215">
                          <a:moveTo>
                            <a:pt x="1080" y="0"/>
                          </a:moveTo>
                          <a:cubicBezTo>
                            <a:pt x="952" y="0"/>
                            <a:pt x="952" y="0"/>
                            <a:pt x="952" y="0"/>
                          </a:cubicBezTo>
                          <a:cubicBezTo>
                            <a:pt x="898" y="0"/>
                            <a:pt x="898" y="0"/>
                            <a:pt x="898" y="0"/>
                          </a:cubicBezTo>
                          <a:cubicBezTo>
                            <a:pt x="736" y="0"/>
                            <a:pt x="736" y="0"/>
                            <a:pt x="736" y="0"/>
                          </a:cubicBezTo>
                          <a:cubicBezTo>
                            <a:pt x="682" y="0"/>
                            <a:pt x="682" y="0"/>
                            <a:pt x="682" y="0"/>
                          </a:cubicBezTo>
                          <a:cubicBezTo>
                            <a:pt x="526" y="0"/>
                            <a:pt x="526" y="0"/>
                            <a:pt x="526" y="0"/>
                          </a:cubicBezTo>
                          <a:cubicBezTo>
                            <a:pt x="472" y="0"/>
                            <a:pt x="472" y="0"/>
                            <a:pt x="472" y="0"/>
                          </a:cubicBezTo>
                          <a:cubicBezTo>
                            <a:pt x="310" y="0"/>
                            <a:pt x="310" y="0"/>
                            <a:pt x="310" y="0"/>
                          </a:cubicBezTo>
                          <a:cubicBezTo>
                            <a:pt x="256" y="0"/>
                            <a:pt x="256" y="0"/>
                            <a:pt x="256" y="0"/>
                          </a:cubicBezTo>
                          <a:cubicBezTo>
                            <a:pt x="128" y="0"/>
                            <a:pt x="128" y="0"/>
                            <a:pt x="128" y="0"/>
                          </a:cubicBezTo>
                          <a:cubicBezTo>
                            <a:pt x="54" y="0"/>
                            <a:pt x="0" y="61"/>
                            <a:pt x="0" y="129"/>
                          </a:cubicBezTo>
                          <a:cubicBezTo>
                            <a:pt x="0" y="264"/>
                            <a:pt x="0" y="264"/>
                            <a:pt x="0" y="264"/>
                          </a:cubicBezTo>
                          <a:cubicBezTo>
                            <a:pt x="0" y="318"/>
                            <a:pt x="0" y="318"/>
                            <a:pt x="0" y="318"/>
                          </a:cubicBezTo>
                          <a:cubicBezTo>
                            <a:pt x="0" y="473"/>
                            <a:pt x="0" y="473"/>
                            <a:pt x="0" y="473"/>
                          </a:cubicBezTo>
                          <a:cubicBezTo>
                            <a:pt x="0" y="527"/>
                            <a:pt x="0" y="527"/>
                            <a:pt x="0" y="527"/>
                          </a:cubicBezTo>
                          <a:cubicBezTo>
                            <a:pt x="0" y="689"/>
                            <a:pt x="0" y="689"/>
                            <a:pt x="0" y="689"/>
                          </a:cubicBezTo>
                          <a:cubicBezTo>
                            <a:pt x="0" y="743"/>
                            <a:pt x="0" y="743"/>
                            <a:pt x="0" y="743"/>
                          </a:cubicBezTo>
                          <a:cubicBezTo>
                            <a:pt x="0" y="898"/>
                            <a:pt x="0" y="898"/>
                            <a:pt x="0" y="898"/>
                          </a:cubicBezTo>
                          <a:cubicBezTo>
                            <a:pt x="0" y="952"/>
                            <a:pt x="0" y="952"/>
                            <a:pt x="0" y="952"/>
                          </a:cubicBezTo>
                          <a:cubicBezTo>
                            <a:pt x="0" y="1087"/>
                            <a:pt x="0" y="1087"/>
                            <a:pt x="0" y="1087"/>
                          </a:cubicBezTo>
                          <a:cubicBezTo>
                            <a:pt x="0" y="1161"/>
                            <a:pt x="54" y="1215"/>
                            <a:pt x="128" y="1215"/>
                          </a:cubicBezTo>
                          <a:cubicBezTo>
                            <a:pt x="256" y="1215"/>
                            <a:pt x="256" y="1215"/>
                            <a:pt x="256" y="1215"/>
                          </a:cubicBezTo>
                          <a:cubicBezTo>
                            <a:pt x="310" y="1215"/>
                            <a:pt x="310" y="1215"/>
                            <a:pt x="310" y="1215"/>
                          </a:cubicBezTo>
                          <a:cubicBezTo>
                            <a:pt x="472" y="1215"/>
                            <a:pt x="472" y="1215"/>
                            <a:pt x="472" y="1215"/>
                          </a:cubicBezTo>
                          <a:cubicBezTo>
                            <a:pt x="526" y="1215"/>
                            <a:pt x="526" y="1215"/>
                            <a:pt x="526" y="1215"/>
                          </a:cubicBezTo>
                          <a:cubicBezTo>
                            <a:pt x="682" y="1215"/>
                            <a:pt x="682" y="1215"/>
                            <a:pt x="682" y="1215"/>
                          </a:cubicBezTo>
                          <a:cubicBezTo>
                            <a:pt x="736" y="1215"/>
                            <a:pt x="736" y="1215"/>
                            <a:pt x="736" y="1215"/>
                          </a:cubicBezTo>
                          <a:cubicBezTo>
                            <a:pt x="898" y="1215"/>
                            <a:pt x="898" y="1215"/>
                            <a:pt x="898" y="1215"/>
                          </a:cubicBezTo>
                          <a:cubicBezTo>
                            <a:pt x="952" y="1215"/>
                            <a:pt x="952" y="1215"/>
                            <a:pt x="952" y="1215"/>
                          </a:cubicBezTo>
                          <a:cubicBezTo>
                            <a:pt x="1080" y="1215"/>
                            <a:pt x="1080" y="1215"/>
                            <a:pt x="1080" y="1215"/>
                          </a:cubicBezTo>
                          <a:cubicBezTo>
                            <a:pt x="1154" y="1215"/>
                            <a:pt x="1208" y="1161"/>
                            <a:pt x="1208" y="1087"/>
                          </a:cubicBezTo>
                          <a:cubicBezTo>
                            <a:pt x="1208" y="952"/>
                            <a:pt x="1208" y="952"/>
                            <a:pt x="1208" y="952"/>
                          </a:cubicBezTo>
                          <a:cubicBezTo>
                            <a:pt x="1208" y="898"/>
                            <a:pt x="1208" y="898"/>
                            <a:pt x="1208" y="898"/>
                          </a:cubicBezTo>
                          <a:cubicBezTo>
                            <a:pt x="1208" y="743"/>
                            <a:pt x="1208" y="743"/>
                            <a:pt x="1208" y="743"/>
                          </a:cubicBezTo>
                          <a:cubicBezTo>
                            <a:pt x="1208" y="689"/>
                            <a:pt x="1208" y="689"/>
                            <a:pt x="1208" y="689"/>
                          </a:cubicBezTo>
                          <a:cubicBezTo>
                            <a:pt x="1208" y="527"/>
                            <a:pt x="1208" y="527"/>
                            <a:pt x="1208" y="527"/>
                          </a:cubicBezTo>
                          <a:cubicBezTo>
                            <a:pt x="1208" y="473"/>
                            <a:pt x="1208" y="473"/>
                            <a:pt x="1208" y="473"/>
                          </a:cubicBezTo>
                          <a:cubicBezTo>
                            <a:pt x="1208" y="318"/>
                            <a:pt x="1208" y="318"/>
                            <a:pt x="1208" y="318"/>
                          </a:cubicBezTo>
                          <a:cubicBezTo>
                            <a:pt x="1208" y="264"/>
                            <a:pt x="1208" y="264"/>
                            <a:pt x="1208" y="264"/>
                          </a:cubicBezTo>
                          <a:cubicBezTo>
                            <a:pt x="1208" y="129"/>
                            <a:pt x="1208" y="129"/>
                            <a:pt x="1208" y="129"/>
                          </a:cubicBezTo>
                          <a:cubicBezTo>
                            <a:pt x="1208" y="61"/>
                            <a:pt x="1154" y="0"/>
                            <a:pt x="1080" y="0"/>
                          </a:cubicBezTo>
                          <a:close/>
                          <a:moveTo>
                            <a:pt x="1154" y="264"/>
                          </a:moveTo>
                          <a:cubicBezTo>
                            <a:pt x="1154" y="318"/>
                            <a:pt x="1154" y="318"/>
                            <a:pt x="1154" y="318"/>
                          </a:cubicBezTo>
                          <a:cubicBezTo>
                            <a:pt x="1154" y="473"/>
                            <a:pt x="1154" y="473"/>
                            <a:pt x="1154" y="473"/>
                          </a:cubicBezTo>
                          <a:cubicBezTo>
                            <a:pt x="1154" y="527"/>
                            <a:pt x="1154" y="527"/>
                            <a:pt x="1154" y="527"/>
                          </a:cubicBezTo>
                          <a:cubicBezTo>
                            <a:pt x="1154" y="689"/>
                            <a:pt x="1154" y="689"/>
                            <a:pt x="1154" y="689"/>
                          </a:cubicBezTo>
                          <a:cubicBezTo>
                            <a:pt x="1154" y="743"/>
                            <a:pt x="1154" y="743"/>
                            <a:pt x="1154" y="743"/>
                          </a:cubicBezTo>
                          <a:cubicBezTo>
                            <a:pt x="1154" y="898"/>
                            <a:pt x="1154" y="898"/>
                            <a:pt x="1154" y="898"/>
                          </a:cubicBezTo>
                          <a:cubicBezTo>
                            <a:pt x="1154" y="952"/>
                            <a:pt x="1154" y="952"/>
                            <a:pt x="1154" y="952"/>
                          </a:cubicBezTo>
                          <a:cubicBezTo>
                            <a:pt x="1154" y="1087"/>
                            <a:pt x="1154" y="1087"/>
                            <a:pt x="1154" y="1087"/>
                          </a:cubicBezTo>
                          <a:cubicBezTo>
                            <a:pt x="1154" y="1127"/>
                            <a:pt x="1127" y="1161"/>
                            <a:pt x="1080" y="1161"/>
                          </a:cubicBezTo>
                          <a:cubicBezTo>
                            <a:pt x="952" y="1161"/>
                            <a:pt x="952" y="1161"/>
                            <a:pt x="952" y="1161"/>
                          </a:cubicBezTo>
                          <a:cubicBezTo>
                            <a:pt x="898" y="1161"/>
                            <a:pt x="898" y="1161"/>
                            <a:pt x="898" y="1161"/>
                          </a:cubicBezTo>
                          <a:cubicBezTo>
                            <a:pt x="736" y="1161"/>
                            <a:pt x="736" y="1161"/>
                            <a:pt x="736" y="1161"/>
                          </a:cubicBezTo>
                          <a:cubicBezTo>
                            <a:pt x="682" y="1161"/>
                            <a:pt x="682" y="1161"/>
                            <a:pt x="682" y="1161"/>
                          </a:cubicBezTo>
                          <a:cubicBezTo>
                            <a:pt x="526" y="1161"/>
                            <a:pt x="526" y="1161"/>
                            <a:pt x="526" y="1161"/>
                          </a:cubicBezTo>
                          <a:cubicBezTo>
                            <a:pt x="472" y="1161"/>
                            <a:pt x="472" y="1161"/>
                            <a:pt x="472" y="1161"/>
                          </a:cubicBezTo>
                          <a:cubicBezTo>
                            <a:pt x="310" y="1161"/>
                            <a:pt x="310" y="1161"/>
                            <a:pt x="310" y="1161"/>
                          </a:cubicBezTo>
                          <a:cubicBezTo>
                            <a:pt x="256" y="1161"/>
                            <a:pt x="256" y="1161"/>
                            <a:pt x="256" y="1161"/>
                          </a:cubicBezTo>
                          <a:cubicBezTo>
                            <a:pt x="128" y="1161"/>
                            <a:pt x="128" y="1161"/>
                            <a:pt x="128" y="1161"/>
                          </a:cubicBezTo>
                          <a:cubicBezTo>
                            <a:pt x="81" y="1161"/>
                            <a:pt x="54" y="1127"/>
                            <a:pt x="54" y="1087"/>
                          </a:cubicBezTo>
                          <a:cubicBezTo>
                            <a:pt x="54" y="952"/>
                            <a:pt x="54" y="952"/>
                            <a:pt x="54" y="952"/>
                          </a:cubicBezTo>
                          <a:cubicBezTo>
                            <a:pt x="54" y="898"/>
                            <a:pt x="54" y="898"/>
                            <a:pt x="54" y="898"/>
                          </a:cubicBezTo>
                          <a:cubicBezTo>
                            <a:pt x="54" y="743"/>
                            <a:pt x="54" y="743"/>
                            <a:pt x="54" y="743"/>
                          </a:cubicBezTo>
                          <a:cubicBezTo>
                            <a:pt x="54" y="689"/>
                            <a:pt x="54" y="689"/>
                            <a:pt x="54" y="689"/>
                          </a:cubicBezTo>
                          <a:cubicBezTo>
                            <a:pt x="54" y="527"/>
                            <a:pt x="54" y="527"/>
                            <a:pt x="54" y="527"/>
                          </a:cubicBezTo>
                          <a:cubicBezTo>
                            <a:pt x="54" y="473"/>
                            <a:pt x="54" y="473"/>
                            <a:pt x="54" y="473"/>
                          </a:cubicBezTo>
                          <a:cubicBezTo>
                            <a:pt x="54" y="318"/>
                            <a:pt x="54" y="318"/>
                            <a:pt x="54" y="318"/>
                          </a:cubicBezTo>
                          <a:cubicBezTo>
                            <a:pt x="54" y="264"/>
                            <a:pt x="54" y="264"/>
                            <a:pt x="54" y="264"/>
                          </a:cubicBezTo>
                          <a:cubicBezTo>
                            <a:pt x="54" y="129"/>
                            <a:pt x="54" y="129"/>
                            <a:pt x="54" y="129"/>
                          </a:cubicBezTo>
                          <a:cubicBezTo>
                            <a:pt x="54" y="88"/>
                            <a:pt x="81" y="54"/>
                            <a:pt x="128" y="54"/>
                          </a:cubicBezTo>
                          <a:cubicBezTo>
                            <a:pt x="256" y="54"/>
                            <a:pt x="256" y="54"/>
                            <a:pt x="256" y="54"/>
                          </a:cubicBezTo>
                          <a:cubicBezTo>
                            <a:pt x="310" y="54"/>
                            <a:pt x="310" y="54"/>
                            <a:pt x="310" y="54"/>
                          </a:cubicBezTo>
                          <a:cubicBezTo>
                            <a:pt x="472" y="54"/>
                            <a:pt x="472" y="54"/>
                            <a:pt x="472" y="54"/>
                          </a:cubicBezTo>
                          <a:cubicBezTo>
                            <a:pt x="526" y="54"/>
                            <a:pt x="526" y="54"/>
                            <a:pt x="526" y="54"/>
                          </a:cubicBezTo>
                          <a:cubicBezTo>
                            <a:pt x="682" y="54"/>
                            <a:pt x="682" y="54"/>
                            <a:pt x="682" y="54"/>
                          </a:cubicBezTo>
                          <a:cubicBezTo>
                            <a:pt x="736" y="54"/>
                            <a:pt x="736" y="54"/>
                            <a:pt x="736" y="54"/>
                          </a:cubicBezTo>
                          <a:cubicBezTo>
                            <a:pt x="898" y="54"/>
                            <a:pt x="898" y="54"/>
                            <a:pt x="898" y="54"/>
                          </a:cubicBezTo>
                          <a:cubicBezTo>
                            <a:pt x="952" y="54"/>
                            <a:pt x="952" y="54"/>
                            <a:pt x="952" y="54"/>
                          </a:cubicBezTo>
                          <a:cubicBezTo>
                            <a:pt x="1080" y="54"/>
                            <a:pt x="1080" y="54"/>
                            <a:pt x="1080" y="54"/>
                          </a:cubicBezTo>
                          <a:cubicBezTo>
                            <a:pt x="1127" y="54"/>
                            <a:pt x="1154" y="88"/>
                            <a:pt x="1154" y="129"/>
                          </a:cubicBezTo>
                          <a:cubicBezTo>
                            <a:pt x="1154" y="264"/>
                            <a:pt x="1154" y="264"/>
                            <a:pt x="1154" y="264"/>
                          </a:cubicBezTo>
                          <a:cubicBezTo>
                            <a:pt x="1154" y="264"/>
                            <a:pt x="1154" y="264"/>
                            <a:pt x="1154" y="264"/>
                          </a:cubicBezTo>
                          <a:close/>
                        </a:path>
                      </a:pathLst>
                    </a:custGeom>
                    <a:solidFill>
                      <a:schemeClr val="tx1">
                        <a:lumMod val="85000"/>
                        <a:lumOff val="15000"/>
                      </a:schemeClr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793" name="그림 792">
                    <a:extLst>
                      <a:ext uri="{FF2B5EF4-FFF2-40B4-BE49-F238E27FC236}">
                        <a16:creationId xmlns:a16="http://schemas.microsoft.com/office/drawing/2014/main" id="{7CC10678-FEF4-CDF8-77D5-0566B6FCF52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lum bright="100000"/>
                  </a:blip>
                  <a:stretch>
                    <a:fillRect/>
                  </a:stretch>
                </p:blipFill>
                <p:spPr>
                  <a:xfrm>
                    <a:off x="1124483" y="5707212"/>
                    <a:ext cx="491143" cy="179999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762" name="그룹 761">
                <a:extLst>
                  <a:ext uri="{FF2B5EF4-FFF2-40B4-BE49-F238E27FC236}">
                    <a16:creationId xmlns:a16="http://schemas.microsoft.com/office/drawing/2014/main" id="{AD132332-4459-F411-636A-84D7F4485F93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496875" y="5500774"/>
                <a:ext cx="166212" cy="228600"/>
                <a:chOff x="3493283" y="3693520"/>
                <a:chExt cx="897069" cy="1233786"/>
              </a:xfrm>
            </p:grpSpPr>
            <p:grpSp>
              <p:nvGrpSpPr>
                <p:cNvPr id="764" name="그룹 763">
                  <a:extLst>
                    <a:ext uri="{FF2B5EF4-FFF2-40B4-BE49-F238E27FC236}">
                      <a16:creationId xmlns:a16="http://schemas.microsoft.com/office/drawing/2014/main" id="{25C7C0DB-62AD-F5E0-6078-6816CEAC3942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3493283" y="3693520"/>
                  <a:ext cx="897069" cy="1233786"/>
                  <a:chOff x="11921380" y="4267727"/>
                  <a:chExt cx="916126" cy="1260000"/>
                </a:xfrm>
              </p:grpSpPr>
              <p:sp>
                <p:nvSpPr>
                  <p:cNvPr id="786" name="사각형: 둥근 모서리 800">
                    <a:extLst>
                      <a:ext uri="{FF2B5EF4-FFF2-40B4-BE49-F238E27FC236}">
                        <a16:creationId xmlns:a16="http://schemas.microsoft.com/office/drawing/2014/main" id="{6E22492E-A37A-465C-C22A-046D1809206C}"/>
                      </a:ext>
                    </a:extLst>
                  </p:cNvPr>
                  <p:cNvSpPr/>
                  <p:nvPr/>
                </p:nvSpPr>
                <p:spPr>
                  <a:xfrm>
                    <a:off x="11923593" y="4271687"/>
                    <a:ext cx="911716" cy="1252078"/>
                  </a:xfrm>
                  <a:prstGeom prst="roundRect">
                    <a:avLst>
                      <a:gd name="adj" fmla="val 7097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-3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grpSp>
                <p:nvGrpSpPr>
                  <p:cNvPr id="787" name="그룹 786">
                    <a:extLst>
                      <a:ext uri="{FF2B5EF4-FFF2-40B4-BE49-F238E27FC236}">
                        <a16:creationId xmlns:a16="http://schemas.microsoft.com/office/drawing/2014/main" id="{1A1B03F6-EFC8-E133-6629-A0413DF49161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11921380" y="4267727"/>
                    <a:ext cx="916126" cy="1260000"/>
                    <a:chOff x="14485933" y="-2571751"/>
                    <a:chExt cx="554038" cy="762000"/>
                  </a:xfrm>
                  <a:solidFill>
                    <a:srgbClr val="262626"/>
                  </a:solidFill>
                </p:grpSpPr>
                <p:sp>
                  <p:nvSpPr>
                    <p:cNvPr id="788" name="Freeform 230">
                      <a:extLst>
                        <a:ext uri="{FF2B5EF4-FFF2-40B4-BE49-F238E27FC236}">
                          <a16:creationId xmlns:a16="http://schemas.microsoft.com/office/drawing/2014/main" id="{96FDA591-CBAB-EB29-786E-F06F1063645A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4485933" y="-2571751"/>
                      <a:ext cx="554038" cy="762000"/>
                    </a:xfrm>
                    <a:custGeom>
                      <a:avLst/>
                      <a:gdLst>
                        <a:gd name="T0" fmla="*/ 137 w 147"/>
                        <a:gd name="T1" fmla="*/ 0 h 200"/>
                        <a:gd name="T2" fmla="*/ 10 w 147"/>
                        <a:gd name="T3" fmla="*/ 0 h 200"/>
                        <a:gd name="T4" fmla="*/ 0 w 147"/>
                        <a:gd name="T5" fmla="*/ 10 h 200"/>
                        <a:gd name="T6" fmla="*/ 0 w 147"/>
                        <a:gd name="T7" fmla="*/ 190 h 200"/>
                        <a:gd name="T8" fmla="*/ 10 w 147"/>
                        <a:gd name="T9" fmla="*/ 200 h 200"/>
                        <a:gd name="T10" fmla="*/ 137 w 147"/>
                        <a:gd name="T11" fmla="*/ 200 h 200"/>
                        <a:gd name="T12" fmla="*/ 140 w 147"/>
                        <a:gd name="T13" fmla="*/ 199 h 200"/>
                        <a:gd name="T14" fmla="*/ 146 w 147"/>
                        <a:gd name="T15" fmla="*/ 193 h 200"/>
                        <a:gd name="T16" fmla="*/ 147 w 147"/>
                        <a:gd name="T17" fmla="*/ 190 h 200"/>
                        <a:gd name="T18" fmla="*/ 147 w 147"/>
                        <a:gd name="T19" fmla="*/ 10 h 200"/>
                        <a:gd name="T20" fmla="*/ 137 w 147"/>
                        <a:gd name="T21" fmla="*/ 0 h 200"/>
                        <a:gd name="T22" fmla="*/ 139 w 147"/>
                        <a:gd name="T23" fmla="*/ 189 h 200"/>
                        <a:gd name="T24" fmla="*/ 135 w 147"/>
                        <a:gd name="T25" fmla="*/ 192 h 200"/>
                        <a:gd name="T26" fmla="*/ 10 w 147"/>
                        <a:gd name="T27" fmla="*/ 192 h 200"/>
                        <a:gd name="T28" fmla="*/ 8 w 147"/>
                        <a:gd name="T29" fmla="*/ 190 h 200"/>
                        <a:gd name="T30" fmla="*/ 8 w 147"/>
                        <a:gd name="T31" fmla="*/ 10 h 200"/>
                        <a:gd name="T32" fmla="*/ 10 w 147"/>
                        <a:gd name="T33" fmla="*/ 8 h 200"/>
                        <a:gd name="T34" fmla="*/ 137 w 147"/>
                        <a:gd name="T35" fmla="*/ 8 h 200"/>
                        <a:gd name="T36" fmla="*/ 139 w 147"/>
                        <a:gd name="T37" fmla="*/ 10 h 200"/>
                        <a:gd name="T38" fmla="*/ 139 w 147"/>
                        <a:gd name="T39" fmla="*/ 189 h 2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</a:cxnLst>
                      <a:rect l="0" t="0" r="r" b="b"/>
                      <a:pathLst>
                        <a:path w="147" h="200">
                          <a:moveTo>
                            <a:pt x="137" y="0"/>
                          </a:moveTo>
                          <a:cubicBezTo>
                            <a:pt x="10" y="0"/>
                            <a:pt x="10" y="0"/>
                            <a:pt x="10" y="0"/>
                          </a:cubicBezTo>
                          <a:cubicBezTo>
                            <a:pt x="4" y="0"/>
                            <a:pt x="0" y="5"/>
                            <a:pt x="0" y="10"/>
                          </a:cubicBezTo>
                          <a:cubicBezTo>
                            <a:pt x="0" y="190"/>
                            <a:pt x="0" y="190"/>
                            <a:pt x="0" y="190"/>
                          </a:cubicBezTo>
                          <a:cubicBezTo>
                            <a:pt x="0" y="196"/>
                            <a:pt x="4" y="200"/>
                            <a:pt x="10" y="200"/>
                          </a:cubicBezTo>
                          <a:cubicBezTo>
                            <a:pt x="137" y="200"/>
                            <a:pt x="137" y="200"/>
                            <a:pt x="137" y="200"/>
                          </a:cubicBezTo>
                          <a:cubicBezTo>
                            <a:pt x="138" y="200"/>
                            <a:pt x="139" y="200"/>
                            <a:pt x="140" y="199"/>
                          </a:cubicBezTo>
                          <a:cubicBezTo>
                            <a:pt x="146" y="193"/>
                            <a:pt x="146" y="193"/>
                            <a:pt x="146" y="193"/>
                          </a:cubicBezTo>
                          <a:cubicBezTo>
                            <a:pt x="146" y="192"/>
                            <a:pt x="147" y="191"/>
                            <a:pt x="147" y="190"/>
                          </a:cubicBezTo>
                          <a:cubicBezTo>
                            <a:pt x="147" y="10"/>
                            <a:pt x="147" y="10"/>
                            <a:pt x="147" y="10"/>
                          </a:cubicBezTo>
                          <a:cubicBezTo>
                            <a:pt x="147" y="5"/>
                            <a:pt x="142" y="0"/>
                            <a:pt x="137" y="0"/>
                          </a:cubicBezTo>
                          <a:close/>
                          <a:moveTo>
                            <a:pt x="139" y="189"/>
                          </a:moveTo>
                          <a:cubicBezTo>
                            <a:pt x="135" y="192"/>
                            <a:pt x="135" y="192"/>
                            <a:pt x="135" y="192"/>
                          </a:cubicBezTo>
                          <a:cubicBezTo>
                            <a:pt x="10" y="192"/>
                            <a:pt x="10" y="192"/>
                            <a:pt x="10" y="192"/>
                          </a:cubicBezTo>
                          <a:cubicBezTo>
                            <a:pt x="9" y="192"/>
                            <a:pt x="8" y="191"/>
                            <a:pt x="8" y="190"/>
                          </a:cubicBezTo>
                          <a:cubicBezTo>
                            <a:pt x="8" y="10"/>
                            <a:pt x="8" y="10"/>
                            <a:pt x="8" y="10"/>
                          </a:cubicBezTo>
                          <a:cubicBezTo>
                            <a:pt x="8" y="9"/>
                            <a:pt x="9" y="8"/>
                            <a:pt x="10" y="8"/>
                          </a:cubicBezTo>
                          <a:cubicBezTo>
                            <a:pt x="137" y="8"/>
                            <a:pt x="137" y="8"/>
                            <a:pt x="137" y="8"/>
                          </a:cubicBezTo>
                          <a:cubicBezTo>
                            <a:pt x="138" y="8"/>
                            <a:pt x="139" y="9"/>
                            <a:pt x="139" y="10"/>
                          </a:cubicBezTo>
                          <a:lnTo>
                            <a:pt x="139" y="189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  <p:sp>
                  <p:nvSpPr>
                    <p:cNvPr id="789" name="Freeform 231">
                      <a:extLst>
                        <a:ext uri="{FF2B5EF4-FFF2-40B4-BE49-F238E27FC236}">
                          <a16:creationId xmlns:a16="http://schemas.microsoft.com/office/drawing/2014/main" id="{6419F1E7-9B30-736D-ECA2-4A41723CD1E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4603413" y="-2403476"/>
                      <a:ext cx="315913" cy="30163"/>
                    </a:xfrm>
                    <a:custGeom>
                      <a:avLst/>
                      <a:gdLst>
                        <a:gd name="T0" fmla="*/ 80 w 84"/>
                        <a:gd name="T1" fmla="*/ 0 h 8"/>
                        <a:gd name="T2" fmla="*/ 4 w 84"/>
                        <a:gd name="T3" fmla="*/ 0 h 8"/>
                        <a:gd name="T4" fmla="*/ 0 w 84"/>
                        <a:gd name="T5" fmla="*/ 4 h 8"/>
                        <a:gd name="T6" fmla="*/ 4 w 84"/>
                        <a:gd name="T7" fmla="*/ 8 h 8"/>
                        <a:gd name="T8" fmla="*/ 80 w 84"/>
                        <a:gd name="T9" fmla="*/ 8 h 8"/>
                        <a:gd name="T10" fmla="*/ 84 w 84"/>
                        <a:gd name="T11" fmla="*/ 4 h 8"/>
                        <a:gd name="T12" fmla="*/ 80 w 84"/>
                        <a:gd name="T13" fmla="*/ 0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4" h="8">
                          <a:moveTo>
                            <a:pt x="80" y="0"/>
                          </a:moveTo>
                          <a:cubicBezTo>
                            <a:pt x="4" y="0"/>
                            <a:pt x="4" y="0"/>
                            <a:pt x="4" y="0"/>
                          </a:cubicBezTo>
                          <a:cubicBezTo>
                            <a:pt x="2" y="0"/>
                            <a:pt x="0" y="2"/>
                            <a:pt x="0" y="4"/>
                          </a:cubicBezTo>
                          <a:cubicBezTo>
                            <a:pt x="0" y="6"/>
                            <a:pt x="2" y="8"/>
                            <a:pt x="4" y="8"/>
                          </a:cubicBezTo>
                          <a:cubicBezTo>
                            <a:pt x="80" y="8"/>
                            <a:pt x="80" y="8"/>
                            <a:pt x="80" y="8"/>
                          </a:cubicBezTo>
                          <a:cubicBezTo>
                            <a:pt x="82" y="8"/>
                            <a:pt x="84" y="6"/>
                            <a:pt x="84" y="4"/>
                          </a:cubicBezTo>
                          <a:cubicBezTo>
                            <a:pt x="84" y="2"/>
                            <a:pt x="82" y="0"/>
                            <a:pt x="80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765" name="그룹 764">
                  <a:extLst>
                    <a:ext uri="{FF2B5EF4-FFF2-40B4-BE49-F238E27FC236}">
                      <a16:creationId xmlns:a16="http://schemas.microsoft.com/office/drawing/2014/main" id="{022914D0-3EDF-7396-F94F-C210EB0D6FAE}"/>
                    </a:ext>
                  </a:extLst>
                </p:cNvPr>
                <p:cNvGrpSpPr/>
                <p:nvPr/>
              </p:nvGrpSpPr>
              <p:grpSpPr>
                <a:xfrm>
                  <a:off x="3623554" y="4140320"/>
                  <a:ext cx="636537" cy="634466"/>
                  <a:chOff x="881898" y="5310642"/>
                  <a:chExt cx="976313" cy="973138"/>
                </a:xfrm>
              </p:grpSpPr>
              <p:grpSp>
                <p:nvGrpSpPr>
                  <p:cNvPr id="766" name="그룹 765">
                    <a:extLst>
                      <a:ext uri="{FF2B5EF4-FFF2-40B4-BE49-F238E27FC236}">
                        <a16:creationId xmlns:a16="http://schemas.microsoft.com/office/drawing/2014/main" id="{64953D62-D4C1-3A8F-D47F-D604BA531747}"/>
                      </a:ext>
                    </a:extLst>
                  </p:cNvPr>
                  <p:cNvGrpSpPr/>
                  <p:nvPr/>
                </p:nvGrpSpPr>
                <p:grpSpPr>
                  <a:xfrm>
                    <a:off x="881898" y="5310642"/>
                    <a:ext cx="976313" cy="973138"/>
                    <a:chOff x="21240750" y="2320925"/>
                    <a:chExt cx="976313" cy="973138"/>
                  </a:xfrm>
                </p:grpSpPr>
                <p:sp>
                  <p:nvSpPr>
                    <p:cNvPr id="768" name="Freeform 113">
                      <a:extLst>
                        <a:ext uri="{FF2B5EF4-FFF2-40B4-BE49-F238E27FC236}">
                          <a16:creationId xmlns:a16="http://schemas.microsoft.com/office/drawing/2014/main" id="{C40F3B7E-3AD3-68D6-1EAB-B9293889217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410343" y="2487232"/>
                      <a:ext cx="637131" cy="640525"/>
                    </a:xfrm>
                    <a:custGeom>
                      <a:avLst/>
                      <a:gdLst>
                        <a:gd name="T0" fmla="*/ 1100 w 1100"/>
                        <a:gd name="T1" fmla="*/ 210 h 1107"/>
                        <a:gd name="T2" fmla="*/ 1100 w 1100"/>
                        <a:gd name="T3" fmla="*/ 264 h 1107"/>
                        <a:gd name="T4" fmla="*/ 1100 w 1100"/>
                        <a:gd name="T5" fmla="*/ 419 h 1107"/>
                        <a:gd name="T6" fmla="*/ 1100 w 1100"/>
                        <a:gd name="T7" fmla="*/ 473 h 1107"/>
                        <a:gd name="T8" fmla="*/ 1100 w 1100"/>
                        <a:gd name="T9" fmla="*/ 635 h 1107"/>
                        <a:gd name="T10" fmla="*/ 1100 w 1100"/>
                        <a:gd name="T11" fmla="*/ 689 h 1107"/>
                        <a:gd name="T12" fmla="*/ 1100 w 1100"/>
                        <a:gd name="T13" fmla="*/ 844 h 1107"/>
                        <a:gd name="T14" fmla="*/ 1100 w 1100"/>
                        <a:gd name="T15" fmla="*/ 898 h 1107"/>
                        <a:gd name="T16" fmla="*/ 1100 w 1100"/>
                        <a:gd name="T17" fmla="*/ 1033 h 1107"/>
                        <a:gd name="T18" fmla="*/ 1026 w 1100"/>
                        <a:gd name="T19" fmla="*/ 1107 h 1107"/>
                        <a:gd name="T20" fmla="*/ 898 w 1100"/>
                        <a:gd name="T21" fmla="*/ 1107 h 1107"/>
                        <a:gd name="T22" fmla="*/ 844 w 1100"/>
                        <a:gd name="T23" fmla="*/ 1107 h 1107"/>
                        <a:gd name="T24" fmla="*/ 682 w 1100"/>
                        <a:gd name="T25" fmla="*/ 1107 h 1107"/>
                        <a:gd name="T26" fmla="*/ 628 w 1100"/>
                        <a:gd name="T27" fmla="*/ 1107 h 1107"/>
                        <a:gd name="T28" fmla="*/ 472 w 1100"/>
                        <a:gd name="T29" fmla="*/ 1107 h 1107"/>
                        <a:gd name="T30" fmla="*/ 418 w 1100"/>
                        <a:gd name="T31" fmla="*/ 1107 h 1107"/>
                        <a:gd name="T32" fmla="*/ 256 w 1100"/>
                        <a:gd name="T33" fmla="*/ 1107 h 1107"/>
                        <a:gd name="T34" fmla="*/ 202 w 1100"/>
                        <a:gd name="T35" fmla="*/ 1107 h 1107"/>
                        <a:gd name="T36" fmla="*/ 74 w 1100"/>
                        <a:gd name="T37" fmla="*/ 1107 h 1107"/>
                        <a:gd name="T38" fmla="*/ 0 w 1100"/>
                        <a:gd name="T39" fmla="*/ 1033 h 1107"/>
                        <a:gd name="T40" fmla="*/ 0 w 1100"/>
                        <a:gd name="T41" fmla="*/ 898 h 1107"/>
                        <a:gd name="T42" fmla="*/ 0 w 1100"/>
                        <a:gd name="T43" fmla="*/ 844 h 1107"/>
                        <a:gd name="T44" fmla="*/ 0 w 1100"/>
                        <a:gd name="T45" fmla="*/ 689 h 1107"/>
                        <a:gd name="T46" fmla="*/ 0 w 1100"/>
                        <a:gd name="T47" fmla="*/ 635 h 1107"/>
                        <a:gd name="T48" fmla="*/ 0 w 1100"/>
                        <a:gd name="T49" fmla="*/ 473 h 1107"/>
                        <a:gd name="T50" fmla="*/ 0 w 1100"/>
                        <a:gd name="T51" fmla="*/ 419 h 1107"/>
                        <a:gd name="T52" fmla="*/ 0 w 1100"/>
                        <a:gd name="T53" fmla="*/ 264 h 1107"/>
                        <a:gd name="T54" fmla="*/ 0 w 1100"/>
                        <a:gd name="T55" fmla="*/ 210 h 1107"/>
                        <a:gd name="T56" fmla="*/ 0 w 1100"/>
                        <a:gd name="T57" fmla="*/ 75 h 1107"/>
                        <a:gd name="T58" fmla="*/ 74 w 1100"/>
                        <a:gd name="T59" fmla="*/ 0 h 1107"/>
                        <a:gd name="T60" fmla="*/ 202 w 1100"/>
                        <a:gd name="T61" fmla="*/ 0 h 1107"/>
                        <a:gd name="T62" fmla="*/ 256 w 1100"/>
                        <a:gd name="T63" fmla="*/ 0 h 1107"/>
                        <a:gd name="T64" fmla="*/ 418 w 1100"/>
                        <a:gd name="T65" fmla="*/ 0 h 1107"/>
                        <a:gd name="T66" fmla="*/ 472 w 1100"/>
                        <a:gd name="T67" fmla="*/ 0 h 1107"/>
                        <a:gd name="T68" fmla="*/ 628 w 1100"/>
                        <a:gd name="T69" fmla="*/ 0 h 1107"/>
                        <a:gd name="T70" fmla="*/ 682 w 1100"/>
                        <a:gd name="T71" fmla="*/ 0 h 1107"/>
                        <a:gd name="T72" fmla="*/ 844 w 1100"/>
                        <a:gd name="T73" fmla="*/ 0 h 1107"/>
                        <a:gd name="T74" fmla="*/ 898 w 1100"/>
                        <a:gd name="T75" fmla="*/ 0 h 1107"/>
                        <a:gd name="T76" fmla="*/ 1026 w 1100"/>
                        <a:gd name="T77" fmla="*/ 0 h 1107"/>
                        <a:gd name="T78" fmla="*/ 1100 w 1100"/>
                        <a:gd name="T79" fmla="*/ 75 h 1107"/>
                        <a:gd name="T80" fmla="*/ 1100 w 1100"/>
                        <a:gd name="T81" fmla="*/ 210 h 1107"/>
                        <a:gd name="T82" fmla="*/ 1100 w 1100"/>
                        <a:gd name="T83" fmla="*/ 210 h 110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</a:cxnLst>
                      <a:rect l="0" t="0" r="r" b="b"/>
                      <a:pathLst>
                        <a:path w="1100" h="1107">
                          <a:moveTo>
                            <a:pt x="1100" y="210"/>
                          </a:moveTo>
                          <a:cubicBezTo>
                            <a:pt x="1100" y="264"/>
                            <a:pt x="1100" y="264"/>
                            <a:pt x="1100" y="264"/>
                          </a:cubicBezTo>
                          <a:cubicBezTo>
                            <a:pt x="1100" y="419"/>
                            <a:pt x="1100" y="419"/>
                            <a:pt x="1100" y="419"/>
                          </a:cubicBezTo>
                          <a:cubicBezTo>
                            <a:pt x="1100" y="473"/>
                            <a:pt x="1100" y="473"/>
                            <a:pt x="1100" y="473"/>
                          </a:cubicBezTo>
                          <a:cubicBezTo>
                            <a:pt x="1100" y="635"/>
                            <a:pt x="1100" y="635"/>
                            <a:pt x="1100" y="635"/>
                          </a:cubicBezTo>
                          <a:cubicBezTo>
                            <a:pt x="1100" y="689"/>
                            <a:pt x="1100" y="689"/>
                            <a:pt x="1100" y="689"/>
                          </a:cubicBezTo>
                          <a:cubicBezTo>
                            <a:pt x="1100" y="844"/>
                            <a:pt x="1100" y="844"/>
                            <a:pt x="1100" y="844"/>
                          </a:cubicBezTo>
                          <a:cubicBezTo>
                            <a:pt x="1100" y="898"/>
                            <a:pt x="1100" y="898"/>
                            <a:pt x="1100" y="898"/>
                          </a:cubicBezTo>
                          <a:cubicBezTo>
                            <a:pt x="1100" y="1033"/>
                            <a:pt x="1100" y="1033"/>
                            <a:pt x="1100" y="1033"/>
                          </a:cubicBezTo>
                          <a:cubicBezTo>
                            <a:pt x="1100" y="1073"/>
                            <a:pt x="1073" y="1107"/>
                            <a:pt x="1026" y="1107"/>
                          </a:cubicBezTo>
                          <a:cubicBezTo>
                            <a:pt x="898" y="1107"/>
                            <a:pt x="898" y="1107"/>
                            <a:pt x="898" y="1107"/>
                          </a:cubicBezTo>
                          <a:cubicBezTo>
                            <a:pt x="844" y="1107"/>
                            <a:pt x="844" y="1107"/>
                            <a:pt x="844" y="1107"/>
                          </a:cubicBezTo>
                          <a:cubicBezTo>
                            <a:pt x="682" y="1107"/>
                            <a:pt x="682" y="1107"/>
                            <a:pt x="682" y="1107"/>
                          </a:cubicBezTo>
                          <a:cubicBezTo>
                            <a:pt x="628" y="1107"/>
                            <a:pt x="628" y="1107"/>
                            <a:pt x="628" y="1107"/>
                          </a:cubicBezTo>
                          <a:cubicBezTo>
                            <a:pt x="472" y="1107"/>
                            <a:pt x="472" y="1107"/>
                            <a:pt x="472" y="1107"/>
                          </a:cubicBezTo>
                          <a:cubicBezTo>
                            <a:pt x="418" y="1107"/>
                            <a:pt x="418" y="1107"/>
                            <a:pt x="418" y="1107"/>
                          </a:cubicBezTo>
                          <a:cubicBezTo>
                            <a:pt x="256" y="1107"/>
                            <a:pt x="256" y="1107"/>
                            <a:pt x="256" y="1107"/>
                          </a:cubicBezTo>
                          <a:cubicBezTo>
                            <a:pt x="202" y="1107"/>
                            <a:pt x="202" y="1107"/>
                            <a:pt x="202" y="1107"/>
                          </a:cubicBezTo>
                          <a:cubicBezTo>
                            <a:pt x="74" y="1107"/>
                            <a:pt x="74" y="1107"/>
                            <a:pt x="74" y="1107"/>
                          </a:cubicBezTo>
                          <a:cubicBezTo>
                            <a:pt x="27" y="1107"/>
                            <a:pt x="0" y="1073"/>
                            <a:pt x="0" y="1033"/>
                          </a:cubicBezTo>
                          <a:cubicBezTo>
                            <a:pt x="0" y="898"/>
                            <a:pt x="0" y="898"/>
                            <a:pt x="0" y="898"/>
                          </a:cubicBezTo>
                          <a:cubicBezTo>
                            <a:pt x="0" y="844"/>
                            <a:pt x="0" y="844"/>
                            <a:pt x="0" y="844"/>
                          </a:cubicBezTo>
                          <a:cubicBezTo>
                            <a:pt x="0" y="689"/>
                            <a:pt x="0" y="689"/>
                            <a:pt x="0" y="689"/>
                          </a:cubicBezTo>
                          <a:cubicBezTo>
                            <a:pt x="0" y="635"/>
                            <a:pt x="0" y="635"/>
                            <a:pt x="0" y="635"/>
                          </a:cubicBezTo>
                          <a:cubicBezTo>
                            <a:pt x="0" y="473"/>
                            <a:pt x="0" y="473"/>
                            <a:pt x="0" y="473"/>
                          </a:cubicBezTo>
                          <a:cubicBezTo>
                            <a:pt x="0" y="419"/>
                            <a:pt x="0" y="419"/>
                            <a:pt x="0" y="419"/>
                          </a:cubicBezTo>
                          <a:cubicBezTo>
                            <a:pt x="0" y="264"/>
                            <a:pt x="0" y="264"/>
                            <a:pt x="0" y="264"/>
                          </a:cubicBezTo>
                          <a:cubicBezTo>
                            <a:pt x="0" y="210"/>
                            <a:pt x="0" y="210"/>
                            <a:pt x="0" y="210"/>
                          </a:cubicBezTo>
                          <a:cubicBezTo>
                            <a:pt x="0" y="75"/>
                            <a:pt x="0" y="75"/>
                            <a:pt x="0" y="75"/>
                          </a:cubicBezTo>
                          <a:cubicBezTo>
                            <a:pt x="0" y="34"/>
                            <a:pt x="27" y="0"/>
                            <a:pt x="74" y="0"/>
                          </a:cubicBezTo>
                          <a:cubicBezTo>
                            <a:pt x="202" y="0"/>
                            <a:pt x="202" y="0"/>
                            <a:pt x="202" y="0"/>
                          </a:cubicBezTo>
                          <a:cubicBezTo>
                            <a:pt x="256" y="0"/>
                            <a:pt x="256" y="0"/>
                            <a:pt x="256" y="0"/>
                          </a:cubicBezTo>
                          <a:cubicBezTo>
                            <a:pt x="418" y="0"/>
                            <a:pt x="418" y="0"/>
                            <a:pt x="418" y="0"/>
                          </a:cubicBezTo>
                          <a:cubicBezTo>
                            <a:pt x="472" y="0"/>
                            <a:pt x="472" y="0"/>
                            <a:pt x="472" y="0"/>
                          </a:cubicBezTo>
                          <a:cubicBezTo>
                            <a:pt x="628" y="0"/>
                            <a:pt x="628" y="0"/>
                            <a:pt x="628" y="0"/>
                          </a:cubicBezTo>
                          <a:cubicBezTo>
                            <a:pt x="682" y="0"/>
                            <a:pt x="682" y="0"/>
                            <a:pt x="682" y="0"/>
                          </a:cubicBezTo>
                          <a:cubicBezTo>
                            <a:pt x="844" y="0"/>
                            <a:pt x="844" y="0"/>
                            <a:pt x="844" y="0"/>
                          </a:cubicBezTo>
                          <a:cubicBezTo>
                            <a:pt x="898" y="0"/>
                            <a:pt x="898" y="0"/>
                            <a:pt x="898" y="0"/>
                          </a:cubicBezTo>
                          <a:cubicBezTo>
                            <a:pt x="1026" y="0"/>
                            <a:pt x="1026" y="0"/>
                            <a:pt x="1026" y="0"/>
                          </a:cubicBezTo>
                          <a:cubicBezTo>
                            <a:pt x="1073" y="0"/>
                            <a:pt x="1100" y="34"/>
                            <a:pt x="1100" y="75"/>
                          </a:cubicBezTo>
                          <a:cubicBezTo>
                            <a:pt x="1100" y="210"/>
                            <a:pt x="1100" y="210"/>
                            <a:pt x="1100" y="210"/>
                          </a:cubicBezTo>
                          <a:cubicBezTo>
                            <a:pt x="1100" y="210"/>
                            <a:pt x="1100" y="210"/>
                            <a:pt x="1100" y="210"/>
                          </a:cubicBezTo>
                          <a:close/>
                        </a:path>
                      </a:pathLst>
                    </a:custGeom>
                    <a:solidFill>
                      <a:schemeClr val="tx1">
                        <a:lumMod val="85000"/>
                        <a:lumOff val="15000"/>
                      </a:schemeClr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769" name="Freeform 96">
                      <a:extLst>
                        <a:ext uri="{FF2B5EF4-FFF2-40B4-BE49-F238E27FC236}">
                          <a16:creationId xmlns:a16="http://schemas.microsoft.com/office/drawing/2014/main" id="{CC9BC6CD-8E82-A8E6-0106-DBE0F4A74DB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085300" y="2620963"/>
                      <a:ext cx="131763" cy="30163"/>
                    </a:xfrm>
                    <a:custGeom>
                      <a:avLst/>
                      <a:gdLst>
                        <a:gd name="T0" fmla="*/ 244 w 244"/>
                        <a:gd name="T1" fmla="*/ 28 h 55"/>
                        <a:gd name="T2" fmla="*/ 217 w 244"/>
                        <a:gd name="T3" fmla="*/ 0 h 55"/>
                        <a:gd name="T4" fmla="*/ 0 w 244"/>
                        <a:gd name="T5" fmla="*/ 0 h 55"/>
                        <a:gd name="T6" fmla="*/ 0 w 244"/>
                        <a:gd name="T7" fmla="*/ 55 h 55"/>
                        <a:gd name="T8" fmla="*/ 217 w 244"/>
                        <a:gd name="T9" fmla="*/ 55 h 55"/>
                        <a:gd name="T10" fmla="*/ 244 w 244"/>
                        <a:gd name="T11" fmla="*/ 28 h 5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4" h="55">
                          <a:moveTo>
                            <a:pt x="244" y="28"/>
                          </a:moveTo>
                          <a:cubicBezTo>
                            <a:pt x="244" y="14"/>
                            <a:pt x="230" y="0"/>
                            <a:pt x="217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55"/>
                            <a:pt x="0" y="55"/>
                            <a:pt x="0" y="55"/>
                          </a:cubicBezTo>
                          <a:cubicBezTo>
                            <a:pt x="217" y="55"/>
                            <a:pt x="217" y="55"/>
                            <a:pt x="217" y="55"/>
                          </a:cubicBezTo>
                          <a:cubicBezTo>
                            <a:pt x="230" y="55"/>
                            <a:pt x="244" y="41"/>
                            <a:pt x="244" y="28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770" name="Freeform 97">
                      <a:extLst>
                        <a:ext uri="{FF2B5EF4-FFF2-40B4-BE49-F238E27FC236}">
                          <a16:creationId xmlns:a16="http://schemas.microsoft.com/office/drawing/2014/main" id="{04E41132-6135-619E-5A46-8B6A65408A2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085300" y="2733675"/>
                      <a:ext cx="131763" cy="30163"/>
                    </a:xfrm>
                    <a:custGeom>
                      <a:avLst/>
                      <a:gdLst>
                        <a:gd name="T0" fmla="*/ 217 w 244"/>
                        <a:gd name="T1" fmla="*/ 0 h 54"/>
                        <a:gd name="T2" fmla="*/ 0 w 244"/>
                        <a:gd name="T3" fmla="*/ 0 h 54"/>
                        <a:gd name="T4" fmla="*/ 0 w 244"/>
                        <a:gd name="T5" fmla="*/ 54 h 54"/>
                        <a:gd name="T6" fmla="*/ 217 w 244"/>
                        <a:gd name="T7" fmla="*/ 54 h 54"/>
                        <a:gd name="T8" fmla="*/ 244 w 244"/>
                        <a:gd name="T9" fmla="*/ 27 h 54"/>
                        <a:gd name="T10" fmla="*/ 217 w 244"/>
                        <a:gd name="T11" fmla="*/ 0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4" h="54">
                          <a:moveTo>
                            <a:pt x="217" y="0"/>
                          </a:move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54"/>
                            <a:pt x="0" y="54"/>
                            <a:pt x="0" y="54"/>
                          </a:cubicBezTo>
                          <a:cubicBezTo>
                            <a:pt x="217" y="54"/>
                            <a:pt x="217" y="54"/>
                            <a:pt x="217" y="54"/>
                          </a:cubicBezTo>
                          <a:cubicBezTo>
                            <a:pt x="230" y="54"/>
                            <a:pt x="244" y="47"/>
                            <a:pt x="244" y="27"/>
                          </a:cubicBezTo>
                          <a:cubicBezTo>
                            <a:pt x="244" y="13"/>
                            <a:pt x="230" y="0"/>
                            <a:pt x="217" y="0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771" name="Freeform 98">
                      <a:extLst>
                        <a:ext uri="{FF2B5EF4-FFF2-40B4-BE49-F238E27FC236}">
                          <a16:creationId xmlns:a16="http://schemas.microsoft.com/office/drawing/2014/main" id="{3157EF9E-C882-70BB-1798-6622B6D01B1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085300" y="2851150"/>
                      <a:ext cx="131763" cy="30163"/>
                    </a:xfrm>
                    <a:custGeom>
                      <a:avLst/>
                      <a:gdLst>
                        <a:gd name="T0" fmla="*/ 217 w 244"/>
                        <a:gd name="T1" fmla="*/ 0 h 54"/>
                        <a:gd name="T2" fmla="*/ 0 w 244"/>
                        <a:gd name="T3" fmla="*/ 0 h 54"/>
                        <a:gd name="T4" fmla="*/ 0 w 244"/>
                        <a:gd name="T5" fmla="*/ 54 h 54"/>
                        <a:gd name="T6" fmla="*/ 217 w 244"/>
                        <a:gd name="T7" fmla="*/ 54 h 54"/>
                        <a:gd name="T8" fmla="*/ 244 w 244"/>
                        <a:gd name="T9" fmla="*/ 27 h 54"/>
                        <a:gd name="T10" fmla="*/ 217 w 244"/>
                        <a:gd name="T11" fmla="*/ 0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4" h="54">
                          <a:moveTo>
                            <a:pt x="217" y="0"/>
                          </a:move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54"/>
                            <a:pt x="0" y="54"/>
                            <a:pt x="0" y="54"/>
                          </a:cubicBezTo>
                          <a:cubicBezTo>
                            <a:pt x="217" y="54"/>
                            <a:pt x="217" y="54"/>
                            <a:pt x="217" y="54"/>
                          </a:cubicBezTo>
                          <a:cubicBezTo>
                            <a:pt x="230" y="54"/>
                            <a:pt x="244" y="41"/>
                            <a:pt x="244" y="27"/>
                          </a:cubicBezTo>
                          <a:cubicBezTo>
                            <a:pt x="244" y="14"/>
                            <a:pt x="230" y="0"/>
                            <a:pt x="217" y="0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772" name="Freeform 99">
                      <a:extLst>
                        <a:ext uri="{FF2B5EF4-FFF2-40B4-BE49-F238E27FC236}">
                          <a16:creationId xmlns:a16="http://schemas.microsoft.com/office/drawing/2014/main" id="{47F8EE99-1A8D-F846-2739-899CE2B4063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085300" y="2965450"/>
                      <a:ext cx="131763" cy="28575"/>
                    </a:xfrm>
                    <a:custGeom>
                      <a:avLst/>
                      <a:gdLst>
                        <a:gd name="T0" fmla="*/ 217 w 244"/>
                        <a:gd name="T1" fmla="*/ 0 h 54"/>
                        <a:gd name="T2" fmla="*/ 0 w 244"/>
                        <a:gd name="T3" fmla="*/ 0 h 54"/>
                        <a:gd name="T4" fmla="*/ 0 w 244"/>
                        <a:gd name="T5" fmla="*/ 54 h 54"/>
                        <a:gd name="T6" fmla="*/ 217 w 244"/>
                        <a:gd name="T7" fmla="*/ 54 h 54"/>
                        <a:gd name="T8" fmla="*/ 244 w 244"/>
                        <a:gd name="T9" fmla="*/ 27 h 54"/>
                        <a:gd name="T10" fmla="*/ 217 w 244"/>
                        <a:gd name="T11" fmla="*/ 0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4" h="54">
                          <a:moveTo>
                            <a:pt x="217" y="0"/>
                          </a:move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54"/>
                            <a:pt x="0" y="54"/>
                            <a:pt x="0" y="54"/>
                          </a:cubicBezTo>
                          <a:cubicBezTo>
                            <a:pt x="217" y="54"/>
                            <a:pt x="217" y="54"/>
                            <a:pt x="217" y="54"/>
                          </a:cubicBezTo>
                          <a:cubicBezTo>
                            <a:pt x="230" y="54"/>
                            <a:pt x="244" y="47"/>
                            <a:pt x="244" y="27"/>
                          </a:cubicBezTo>
                          <a:cubicBezTo>
                            <a:pt x="244" y="13"/>
                            <a:pt x="230" y="0"/>
                            <a:pt x="217" y="0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773" name="Freeform 100">
                      <a:extLst>
                        <a:ext uri="{FF2B5EF4-FFF2-40B4-BE49-F238E27FC236}">
                          <a16:creationId xmlns:a16="http://schemas.microsoft.com/office/drawing/2014/main" id="{89AAD31E-9B24-A771-2660-6A534903091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240750" y="2620963"/>
                      <a:ext cx="131763" cy="30163"/>
                    </a:xfrm>
                    <a:custGeom>
                      <a:avLst/>
                      <a:gdLst>
                        <a:gd name="T0" fmla="*/ 0 w 243"/>
                        <a:gd name="T1" fmla="*/ 28 h 55"/>
                        <a:gd name="T2" fmla="*/ 27 w 243"/>
                        <a:gd name="T3" fmla="*/ 55 h 55"/>
                        <a:gd name="T4" fmla="*/ 243 w 243"/>
                        <a:gd name="T5" fmla="*/ 55 h 55"/>
                        <a:gd name="T6" fmla="*/ 243 w 243"/>
                        <a:gd name="T7" fmla="*/ 0 h 55"/>
                        <a:gd name="T8" fmla="*/ 27 w 243"/>
                        <a:gd name="T9" fmla="*/ 0 h 55"/>
                        <a:gd name="T10" fmla="*/ 0 w 243"/>
                        <a:gd name="T11" fmla="*/ 28 h 5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3" h="55">
                          <a:moveTo>
                            <a:pt x="0" y="28"/>
                          </a:moveTo>
                          <a:cubicBezTo>
                            <a:pt x="0" y="41"/>
                            <a:pt x="14" y="55"/>
                            <a:pt x="27" y="55"/>
                          </a:cubicBezTo>
                          <a:cubicBezTo>
                            <a:pt x="243" y="55"/>
                            <a:pt x="243" y="55"/>
                            <a:pt x="243" y="55"/>
                          </a:cubicBezTo>
                          <a:cubicBezTo>
                            <a:pt x="243" y="0"/>
                            <a:pt x="243" y="0"/>
                            <a:pt x="243" y="0"/>
                          </a:cubicBezTo>
                          <a:cubicBezTo>
                            <a:pt x="27" y="0"/>
                            <a:pt x="27" y="0"/>
                            <a:pt x="27" y="0"/>
                          </a:cubicBezTo>
                          <a:cubicBezTo>
                            <a:pt x="14" y="0"/>
                            <a:pt x="0" y="14"/>
                            <a:pt x="0" y="28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774" name="Freeform 101">
                      <a:extLst>
                        <a:ext uri="{FF2B5EF4-FFF2-40B4-BE49-F238E27FC236}">
                          <a16:creationId xmlns:a16="http://schemas.microsoft.com/office/drawing/2014/main" id="{0FB49934-D0F9-7CA3-07B7-F18CB690F43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240750" y="2733675"/>
                      <a:ext cx="131763" cy="30163"/>
                    </a:xfrm>
                    <a:custGeom>
                      <a:avLst/>
                      <a:gdLst>
                        <a:gd name="T0" fmla="*/ 0 w 243"/>
                        <a:gd name="T1" fmla="*/ 27 h 54"/>
                        <a:gd name="T2" fmla="*/ 27 w 243"/>
                        <a:gd name="T3" fmla="*/ 54 h 54"/>
                        <a:gd name="T4" fmla="*/ 243 w 243"/>
                        <a:gd name="T5" fmla="*/ 54 h 54"/>
                        <a:gd name="T6" fmla="*/ 243 w 243"/>
                        <a:gd name="T7" fmla="*/ 0 h 54"/>
                        <a:gd name="T8" fmla="*/ 27 w 243"/>
                        <a:gd name="T9" fmla="*/ 0 h 54"/>
                        <a:gd name="T10" fmla="*/ 0 w 243"/>
                        <a:gd name="T11" fmla="*/ 27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3" h="54">
                          <a:moveTo>
                            <a:pt x="0" y="27"/>
                          </a:moveTo>
                          <a:cubicBezTo>
                            <a:pt x="0" y="47"/>
                            <a:pt x="14" y="54"/>
                            <a:pt x="27" y="54"/>
                          </a:cubicBezTo>
                          <a:cubicBezTo>
                            <a:pt x="243" y="54"/>
                            <a:pt x="243" y="54"/>
                            <a:pt x="243" y="54"/>
                          </a:cubicBezTo>
                          <a:cubicBezTo>
                            <a:pt x="243" y="0"/>
                            <a:pt x="243" y="0"/>
                            <a:pt x="243" y="0"/>
                          </a:cubicBezTo>
                          <a:cubicBezTo>
                            <a:pt x="27" y="0"/>
                            <a:pt x="27" y="0"/>
                            <a:pt x="27" y="0"/>
                          </a:cubicBezTo>
                          <a:cubicBezTo>
                            <a:pt x="14" y="0"/>
                            <a:pt x="0" y="13"/>
                            <a:pt x="0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775" name="Freeform 102">
                      <a:extLst>
                        <a:ext uri="{FF2B5EF4-FFF2-40B4-BE49-F238E27FC236}">
                          <a16:creationId xmlns:a16="http://schemas.microsoft.com/office/drawing/2014/main" id="{04EE5F0E-334A-8B85-7DAA-0B02B5A5F1F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240750" y="2851150"/>
                      <a:ext cx="131763" cy="30163"/>
                    </a:xfrm>
                    <a:custGeom>
                      <a:avLst/>
                      <a:gdLst>
                        <a:gd name="T0" fmla="*/ 0 w 243"/>
                        <a:gd name="T1" fmla="*/ 27 h 54"/>
                        <a:gd name="T2" fmla="*/ 27 w 243"/>
                        <a:gd name="T3" fmla="*/ 54 h 54"/>
                        <a:gd name="T4" fmla="*/ 243 w 243"/>
                        <a:gd name="T5" fmla="*/ 54 h 54"/>
                        <a:gd name="T6" fmla="*/ 243 w 243"/>
                        <a:gd name="T7" fmla="*/ 0 h 54"/>
                        <a:gd name="T8" fmla="*/ 27 w 243"/>
                        <a:gd name="T9" fmla="*/ 0 h 54"/>
                        <a:gd name="T10" fmla="*/ 0 w 243"/>
                        <a:gd name="T11" fmla="*/ 27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3" h="54">
                          <a:moveTo>
                            <a:pt x="0" y="27"/>
                          </a:moveTo>
                          <a:cubicBezTo>
                            <a:pt x="0" y="41"/>
                            <a:pt x="14" y="54"/>
                            <a:pt x="27" y="54"/>
                          </a:cubicBezTo>
                          <a:cubicBezTo>
                            <a:pt x="243" y="54"/>
                            <a:pt x="243" y="54"/>
                            <a:pt x="243" y="54"/>
                          </a:cubicBezTo>
                          <a:cubicBezTo>
                            <a:pt x="243" y="0"/>
                            <a:pt x="243" y="0"/>
                            <a:pt x="243" y="0"/>
                          </a:cubicBezTo>
                          <a:cubicBezTo>
                            <a:pt x="27" y="0"/>
                            <a:pt x="27" y="0"/>
                            <a:pt x="27" y="0"/>
                          </a:cubicBezTo>
                          <a:cubicBezTo>
                            <a:pt x="14" y="0"/>
                            <a:pt x="0" y="14"/>
                            <a:pt x="0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776" name="Freeform 103">
                      <a:extLst>
                        <a:ext uri="{FF2B5EF4-FFF2-40B4-BE49-F238E27FC236}">
                          <a16:creationId xmlns:a16="http://schemas.microsoft.com/office/drawing/2014/main" id="{AA2125A0-C3D1-DD41-2333-7E6E44A6D7E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240750" y="2965450"/>
                      <a:ext cx="131763" cy="28575"/>
                    </a:xfrm>
                    <a:custGeom>
                      <a:avLst/>
                      <a:gdLst>
                        <a:gd name="T0" fmla="*/ 0 w 243"/>
                        <a:gd name="T1" fmla="*/ 27 h 54"/>
                        <a:gd name="T2" fmla="*/ 27 w 243"/>
                        <a:gd name="T3" fmla="*/ 54 h 54"/>
                        <a:gd name="T4" fmla="*/ 243 w 243"/>
                        <a:gd name="T5" fmla="*/ 54 h 54"/>
                        <a:gd name="T6" fmla="*/ 243 w 243"/>
                        <a:gd name="T7" fmla="*/ 0 h 54"/>
                        <a:gd name="T8" fmla="*/ 27 w 243"/>
                        <a:gd name="T9" fmla="*/ 0 h 54"/>
                        <a:gd name="T10" fmla="*/ 0 w 243"/>
                        <a:gd name="T11" fmla="*/ 27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3" h="54">
                          <a:moveTo>
                            <a:pt x="0" y="27"/>
                          </a:moveTo>
                          <a:cubicBezTo>
                            <a:pt x="0" y="47"/>
                            <a:pt x="14" y="54"/>
                            <a:pt x="27" y="54"/>
                          </a:cubicBezTo>
                          <a:cubicBezTo>
                            <a:pt x="243" y="54"/>
                            <a:pt x="243" y="54"/>
                            <a:pt x="243" y="54"/>
                          </a:cubicBezTo>
                          <a:cubicBezTo>
                            <a:pt x="243" y="0"/>
                            <a:pt x="243" y="0"/>
                            <a:pt x="243" y="0"/>
                          </a:cubicBezTo>
                          <a:cubicBezTo>
                            <a:pt x="27" y="0"/>
                            <a:pt x="27" y="0"/>
                            <a:pt x="27" y="0"/>
                          </a:cubicBezTo>
                          <a:cubicBezTo>
                            <a:pt x="14" y="0"/>
                            <a:pt x="0" y="13"/>
                            <a:pt x="0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777" name="Freeform 104">
                      <a:extLst>
                        <a:ext uri="{FF2B5EF4-FFF2-40B4-BE49-F238E27FC236}">
                          <a16:creationId xmlns:a16="http://schemas.microsoft.com/office/drawing/2014/main" id="{CD41C006-C5FF-FCC5-B105-EF24E1E1B1A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540788" y="2320925"/>
                      <a:ext cx="28575" cy="128588"/>
                    </a:xfrm>
                    <a:custGeom>
                      <a:avLst/>
                      <a:gdLst>
                        <a:gd name="T0" fmla="*/ 54 w 54"/>
                        <a:gd name="T1" fmla="*/ 27 h 237"/>
                        <a:gd name="T2" fmla="*/ 27 w 54"/>
                        <a:gd name="T3" fmla="*/ 0 h 237"/>
                        <a:gd name="T4" fmla="*/ 0 w 54"/>
                        <a:gd name="T5" fmla="*/ 27 h 237"/>
                        <a:gd name="T6" fmla="*/ 0 w 54"/>
                        <a:gd name="T7" fmla="*/ 237 h 237"/>
                        <a:gd name="T8" fmla="*/ 54 w 54"/>
                        <a:gd name="T9" fmla="*/ 237 h 237"/>
                        <a:gd name="T10" fmla="*/ 54 w 54"/>
                        <a:gd name="T11" fmla="*/ 27 h 237"/>
                        <a:gd name="T12" fmla="*/ 54 w 54"/>
                        <a:gd name="T13" fmla="*/ 27 h 2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7">
                          <a:moveTo>
                            <a:pt x="54" y="27"/>
                          </a:moveTo>
                          <a:cubicBezTo>
                            <a:pt x="54" y="14"/>
                            <a:pt x="40" y="0"/>
                            <a:pt x="27" y="0"/>
                          </a:cubicBezTo>
                          <a:cubicBezTo>
                            <a:pt x="13" y="0"/>
                            <a:pt x="0" y="14"/>
                            <a:pt x="0" y="27"/>
                          </a:cubicBezTo>
                          <a:cubicBezTo>
                            <a:pt x="0" y="237"/>
                            <a:pt x="0" y="237"/>
                            <a:pt x="0" y="237"/>
                          </a:cubicBezTo>
                          <a:cubicBezTo>
                            <a:pt x="54" y="237"/>
                            <a:pt x="54" y="237"/>
                            <a:pt x="54" y="23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778" name="Freeform 105">
                      <a:extLst>
                        <a:ext uri="{FF2B5EF4-FFF2-40B4-BE49-F238E27FC236}">
                          <a16:creationId xmlns:a16="http://schemas.microsoft.com/office/drawing/2014/main" id="{72D98C76-A0EA-D612-2B31-23396C75A8B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658263" y="2320925"/>
                      <a:ext cx="28575" cy="128588"/>
                    </a:xfrm>
                    <a:custGeom>
                      <a:avLst/>
                      <a:gdLst>
                        <a:gd name="T0" fmla="*/ 54 w 54"/>
                        <a:gd name="T1" fmla="*/ 27 h 237"/>
                        <a:gd name="T2" fmla="*/ 27 w 54"/>
                        <a:gd name="T3" fmla="*/ 0 h 237"/>
                        <a:gd name="T4" fmla="*/ 0 w 54"/>
                        <a:gd name="T5" fmla="*/ 27 h 237"/>
                        <a:gd name="T6" fmla="*/ 0 w 54"/>
                        <a:gd name="T7" fmla="*/ 237 h 237"/>
                        <a:gd name="T8" fmla="*/ 54 w 54"/>
                        <a:gd name="T9" fmla="*/ 237 h 237"/>
                        <a:gd name="T10" fmla="*/ 54 w 54"/>
                        <a:gd name="T11" fmla="*/ 27 h 237"/>
                        <a:gd name="T12" fmla="*/ 54 w 54"/>
                        <a:gd name="T13" fmla="*/ 27 h 2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7">
                          <a:moveTo>
                            <a:pt x="54" y="27"/>
                          </a:moveTo>
                          <a:cubicBezTo>
                            <a:pt x="54" y="14"/>
                            <a:pt x="40" y="0"/>
                            <a:pt x="27" y="0"/>
                          </a:cubicBezTo>
                          <a:cubicBezTo>
                            <a:pt x="13" y="0"/>
                            <a:pt x="0" y="14"/>
                            <a:pt x="0" y="27"/>
                          </a:cubicBezTo>
                          <a:cubicBezTo>
                            <a:pt x="0" y="237"/>
                            <a:pt x="0" y="237"/>
                            <a:pt x="0" y="237"/>
                          </a:cubicBezTo>
                          <a:cubicBezTo>
                            <a:pt x="54" y="237"/>
                            <a:pt x="54" y="237"/>
                            <a:pt x="54" y="23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779" name="Freeform 106">
                      <a:extLst>
                        <a:ext uri="{FF2B5EF4-FFF2-40B4-BE49-F238E27FC236}">
                          <a16:creationId xmlns:a16="http://schemas.microsoft.com/office/drawing/2014/main" id="{C06403D5-8E97-0355-CAF6-46FCF6A77C6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770975" y="2320925"/>
                      <a:ext cx="30163" cy="128588"/>
                    </a:xfrm>
                    <a:custGeom>
                      <a:avLst/>
                      <a:gdLst>
                        <a:gd name="T0" fmla="*/ 54 w 54"/>
                        <a:gd name="T1" fmla="*/ 27 h 237"/>
                        <a:gd name="T2" fmla="*/ 27 w 54"/>
                        <a:gd name="T3" fmla="*/ 0 h 237"/>
                        <a:gd name="T4" fmla="*/ 0 w 54"/>
                        <a:gd name="T5" fmla="*/ 27 h 237"/>
                        <a:gd name="T6" fmla="*/ 0 w 54"/>
                        <a:gd name="T7" fmla="*/ 237 h 237"/>
                        <a:gd name="T8" fmla="*/ 54 w 54"/>
                        <a:gd name="T9" fmla="*/ 237 h 237"/>
                        <a:gd name="T10" fmla="*/ 54 w 54"/>
                        <a:gd name="T11" fmla="*/ 27 h 237"/>
                        <a:gd name="T12" fmla="*/ 54 w 54"/>
                        <a:gd name="T13" fmla="*/ 27 h 2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7">
                          <a:moveTo>
                            <a:pt x="54" y="27"/>
                          </a:moveTo>
                          <a:cubicBezTo>
                            <a:pt x="54" y="14"/>
                            <a:pt x="40" y="0"/>
                            <a:pt x="27" y="0"/>
                          </a:cubicBezTo>
                          <a:cubicBezTo>
                            <a:pt x="13" y="0"/>
                            <a:pt x="0" y="14"/>
                            <a:pt x="0" y="27"/>
                          </a:cubicBezTo>
                          <a:cubicBezTo>
                            <a:pt x="0" y="237"/>
                            <a:pt x="0" y="237"/>
                            <a:pt x="0" y="237"/>
                          </a:cubicBezTo>
                          <a:cubicBezTo>
                            <a:pt x="54" y="237"/>
                            <a:pt x="54" y="237"/>
                            <a:pt x="54" y="23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780" name="Freeform 107">
                      <a:extLst>
                        <a:ext uri="{FF2B5EF4-FFF2-40B4-BE49-F238E27FC236}">
                          <a16:creationId xmlns:a16="http://schemas.microsoft.com/office/drawing/2014/main" id="{426F1FD8-9104-7F0F-3AE3-2EDC84A17DA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886863" y="2320925"/>
                      <a:ext cx="30163" cy="128588"/>
                    </a:xfrm>
                    <a:custGeom>
                      <a:avLst/>
                      <a:gdLst>
                        <a:gd name="T0" fmla="*/ 54 w 54"/>
                        <a:gd name="T1" fmla="*/ 27 h 237"/>
                        <a:gd name="T2" fmla="*/ 27 w 54"/>
                        <a:gd name="T3" fmla="*/ 0 h 237"/>
                        <a:gd name="T4" fmla="*/ 0 w 54"/>
                        <a:gd name="T5" fmla="*/ 27 h 237"/>
                        <a:gd name="T6" fmla="*/ 0 w 54"/>
                        <a:gd name="T7" fmla="*/ 237 h 237"/>
                        <a:gd name="T8" fmla="*/ 54 w 54"/>
                        <a:gd name="T9" fmla="*/ 237 h 237"/>
                        <a:gd name="T10" fmla="*/ 54 w 54"/>
                        <a:gd name="T11" fmla="*/ 27 h 237"/>
                        <a:gd name="T12" fmla="*/ 54 w 54"/>
                        <a:gd name="T13" fmla="*/ 27 h 2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7">
                          <a:moveTo>
                            <a:pt x="54" y="27"/>
                          </a:moveTo>
                          <a:cubicBezTo>
                            <a:pt x="54" y="14"/>
                            <a:pt x="40" y="0"/>
                            <a:pt x="27" y="0"/>
                          </a:cubicBezTo>
                          <a:cubicBezTo>
                            <a:pt x="13" y="0"/>
                            <a:pt x="0" y="14"/>
                            <a:pt x="0" y="27"/>
                          </a:cubicBezTo>
                          <a:cubicBezTo>
                            <a:pt x="0" y="237"/>
                            <a:pt x="0" y="237"/>
                            <a:pt x="0" y="237"/>
                          </a:cubicBezTo>
                          <a:cubicBezTo>
                            <a:pt x="54" y="237"/>
                            <a:pt x="54" y="237"/>
                            <a:pt x="54" y="23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781" name="Freeform 108">
                      <a:extLst>
                        <a:ext uri="{FF2B5EF4-FFF2-40B4-BE49-F238E27FC236}">
                          <a16:creationId xmlns:a16="http://schemas.microsoft.com/office/drawing/2014/main" id="{570B73E6-148A-4CEF-06A5-EA609792DAD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540788" y="3165475"/>
                      <a:ext cx="28575" cy="128588"/>
                    </a:xfrm>
                    <a:custGeom>
                      <a:avLst/>
                      <a:gdLst>
                        <a:gd name="T0" fmla="*/ 0 w 54"/>
                        <a:gd name="T1" fmla="*/ 211 h 238"/>
                        <a:gd name="T2" fmla="*/ 27 w 54"/>
                        <a:gd name="T3" fmla="*/ 238 h 238"/>
                        <a:gd name="T4" fmla="*/ 54 w 54"/>
                        <a:gd name="T5" fmla="*/ 211 h 238"/>
                        <a:gd name="T6" fmla="*/ 54 w 54"/>
                        <a:gd name="T7" fmla="*/ 0 h 238"/>
                        <a:gd name="T8" fmla="*/ 0 w 54"/>
                        <a:gd name="T9" fmla="*/ 0 h 238"/>
                        <a:gd name="T10" fmla="*/ 0 w 54"/>
                        <a:gd name="T11" fmla="*/ 211 h 238"/>
                        <a:gd name="T12" fmla="*/ 0 w 54"/>
                        <a:gd name="T13" fmla="*/ 211 h 2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8">
                          <a:moveTo>
                            <a:pt x="0" y="211"/>
                          </a:moveTo>
                          <a:cubicBezTo>
                            <a:pt x="0" y="231"/>
                            <a:pt x="13" y="238"/>
                            <a:pt x="27" y="238"/>
                          </a:cubicBezTo>
                          <a:cubicBezTo>
                            <a:pt x="40" y="238"/>
                            <a:pt x="54" y="231"/>
                            <a:pt x="54" y="211"/>
                          </a:cubicBezTo>
                          <a:cubicBezTo>
                            <a:pt x="54" y="0"/>
                            <a:pt x="54" y="0"/>
                            <a:pt x="54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782" name="Freeform 109">
                      <a:extLst>
                        <a:ext uri="{FF2B5EF4-FFF2-40B4-BE49-F238E27FC236}">
                          <a16:creationId xmlns:a16="http://schemas.microsoft.com/office/drawing/2014/main" id="{10D7BBB7-E4AC-D7B2-CF66-B21FC7BE6C2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658263" y="3165475"/>
                      <a:ext cx="28575" cy="128588"/>
                    </a:xfrm>
                    <a:custGeom>
                      <a:avLst/>
                      <a:gdLst>
                        <a:gd name="T0" fmla="*/ 0 w 54"/>
                        <a:gd name="T1" fmla="*/ 211 h 238"/>
                        <a:gd name="T2" fmla="*/ 27 w 54"/>
                        <a:gd name="T3" fmla="*/ 238 h 238"/>
                        <a:gd name="T4" fmla="*/ 54 w 54"/>
                        <a:gd name="T5" fmla="*/ 211 h 238"/>
                        <a:gd name="T6" fmla="*/ 54 w 54"/>
                        <a:gd name="T7" fmla="*/ 0 h 238"/>
                        <a:gd name="T8" fmla="*/ 0 w 54"/>
                        <a:gd name="T9" fmla="*/ 0 h 238"/>
                        <a:gd name="T10" fmla="*/ 0 w 54"/>
                        <a:gd name="T11" fmla="*/ 211 h 238"/>
                        <a:gd name="T12" fmla="*/ 0 w 54"/>
                        <a:gd name="T13" fmla="*/ 211 h 2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8">
                          <a:moveTo>
                            <a:pt x="0" y="211"/>
                          </a:moveTo>
                          <a:cubicBezTo>
                            <a:pt x="0" y="231"/>
                            <a:pt x="13" y="238"/>
                            <a:pt x="27" y="238"/>
                          </a:cubicBezTo>
                          <a:cubicBezTo>
                            <a:pt x="40" y="238"/>
                            <a:pt x="54" y="231"/>
                            <a:pt x="54" y="211"/>
                          </a:cubicBezTo>
                          <a:cubicBezTo>
                            <a:pt x="54" y="0"/>
                            <a:pt x="54" y="0"/>
                            <a:pt x="54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783" name="Freeform 110">
                      <a:extLst>
                        <a:ext uri="{FF2B5EF4-FFF2-40B4-BE49-F238E27FC236}">
                          <a16:creationId xmlns:a16="http://schemas.microsoft.com/office/drawing/2014/main" id="{474879EF-31FD-D754-F91D-648D499C275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770975" y="3165475"/>
                      <a:ext cx="30163" cy="128588"/>
                    </a:xfrm>
                    <a:custGeom>
                      <a:avLst/>
                      <a:gdLst>
                        <a:gd name="T0" fmla="*/ 0 w 54"/>
                        <a:gd name="T1" fmla="*/ 211 h 238"/>
                        <a:gd name="T2" fmla="*/ 27 w 54"/>
                        <a:gd name="T3" fmla="*/ 238 h 238"/>
                        <a:gd name="T4" fmla="*/ 54 w 54"/>
                        <a:gd name="T5" fmla="*/ 211 h 238"/>
                        <a:gd name="T6" fmla="*/ 54 w 54"/>
                        <a:gd name="T7" fmla="*/ 0 h 238"/>
                        <a:gd name="T8" fmla="*/ 0 w 54"/>
                        <a:gd name="T9" fmla="*/ 0 h 238"/>
                        <a:gd name="T10" fmla="*/ 0 w 54"/>
                        <a:gd name="T11" fmla="*/ 211 h 238"/>
                        <a:gd name="T12" fmla="*/ 0 w 54"/>
                        <a:gd name="T13" fmla="*/ 211 h 2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8">
                          <a:moveTo>
                            <a:pt x="0" y="211"/>
                          </a:moveTo>
                          <a:cubicBezTo>
                            <a:pt x="0" y="231"/>
                            <a:pt x="13" y="238"/>
                            <a:pt x="27" y="238"/>
                          </a:cubicBezTo>
                          <a:cubicBezTo>
                            <a:pt x="40" y="238"/>
                            <a:pt x="54" y="231"/>
                            <a:pt x="54" y="211"/>
                          </a:cubicBezTo>
                          <a:cubicBezTo>
                            <a:pt x="54" y="0"/>
                            <a:pt x="54" y="0"/>
                            <a:pt x="54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784" name="Freeform 111">
                      <a:extLst>
                        <a:ext uri="{FF2B5EF4-FFF2-40B4-BE49-F238E27FC236}">
                          <a16:creationId xmlns:a16="http://schemas.microsoft.com/office/drawing/2014/main" id="{00AA943D-637F-CE3B-FC30-3AC3F37005A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886863" y="3165475"/>
                      <a:ext cx="30163" cy="128588"/>
                    </a:xfrm>
                    <a:custGeom>
                      <a:avLst/>
                      <a:gdLst>
                        <a:gd name="T0" fmla="*/ 0 w 54"/>
                        <a:gd name="T1" fmla="*/ 211 h 238"/>
                        <a:gd name="T2" fmla="*/ 27 w 54"/>
                        <a:gd name="T3" fmla="*/ 238 h 238"/>
                        <a:gd name="T4" fmla="*/ 54 w 54"/>
                        <a:gd name="T5" fmla="*/ 211 h 238"/>
                        <a:gd name="T6" fmla="*/ 54 w 54"/>
                        <a:gd name="T7" fmla="*/ 0 h 238"/>
                        <a:gd name="T8" fmla="*/ 0 w 54"/>
                        <a:gd name="T9" fmla="*/ 0 h 238"/>
                        <a:gd name="T10" fmla="*/ 0 w 54"/>
                        <a:gd name="T11" fmla="*/ 211 h 238"/>
                        <a:gd name="T12" fmla="*/ 0 w 54"/>
                        <a:gd name="T13" fmla="*/ 211 h 2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8">
                          <a:moveTo>
                            <a:pt x="0" y="211"/>
                          </a:moveTo>
                          <a:cubicBezTo>
                            <a:pt x="0" y="231"/>
                            <a:pt x="13" y="238"/>
                            <a:pt x="27" y="238"/>
                          </a:cubicBezTo>
                          <a:cubicBezTo>
                            <a:pt x="40" y="238"/>
                            <a:pt x="54" y="231"/>
                            <a:pt x="54" y="211"/>
                          </a:cubicBezTo>
                          <a:cubicBezTo>
                            <a:pt x="54" y="0"/>
                            <a:pt x="54" y="0"/>
                            <a:pt x="54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785" name="Freeform 112">
                      <a:extLst>
                        <a:ext uri="{FF2B5EF4-FFF2-40B4-BE49-F238E27FC236}">
                          <a16:creationId xmlns:a16="http://schemas.microsoft.com/office/drawing/2014/main" id="{EE3904B1-977D-F99D-7380-44EF6225AC11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21401088" y="2478088"/>
                      <a:ext cx="654050" cy="658813"/>
                    </a:xfrm>
                    <a:custGeom>
                      <a:avLst/>
                      <a:gdLst>
                        <a:gd name="T0" fmla="*/ 952 w 1208"/>
                        <a:gd name="T1" fmla="*/ 0 h 1215"/>
                        <a:gd name="T2" fmla="*/ 736 w 1208"/>
                        <a:gd name="T3" fmla="*/ 0 h 1215"/>
                        <a:gd name="T4" fmla="*/ 526 w 1208"/>
                        <a:gd name="T5" fmla="*/ 0 h 1215"/>
                        <a:gd name="T6" fmla="*/ 310 w 1208"/>
                        <a:gd name="T7" fmla="*/ 0 h 1215"/>
                        <a:gd name="T8" fmla="*/ 128 w 1208"/>
                        <a:gd name="T9" fmla="*/ 0 h 1215"/>
                        <a:gd name="T10" fmla="*/ 0 w 1208"/>
                        <a:gd name="T11" fmla="*/ 264 h 1215"/>
                        <a:gd name="T12" fmla="*/ 0 w 1208"/>
                        <a:gd name="T13" fmla="*/ 473 h 1215"/>
                        <a:gd name="T14" fmla="*/ 0 w 1208"/>
                        <a:gd name="T15" fmla="*/ 689 h 1215"/>
                        <a:gd name="T16" fmla="*/ 0 w 1208"/>
                        <a:gd name="T17" fmla="*/ 898 h 1215"/>
                        <a:gd name="T18" fmla="*/ 0 w 1208"/>
                        <a:gd name="T19" fmla="*/ 1087 h 1215"/>
                        <a:gd name="T20" fmla="*/ 256 w 1208"/>
                        <a:gd name="T21" fmla="*/ 1215 h 1215"/>
                        <a:gd name="T22" fmla="*/ 472 w 1208"/>
                        <a:gd name="T23" fmla="*/ 1215 h 1215"/>
                        <a:gd name="T24" fmla="*/ 682 w 1208"/>
                        <a:gd name="T25" fmla="*/ 1215 h 1215"/>
                        <a:gd name="T26" fmla="*/ 898 w 1208"/>
                        <a:gd name="T27" fmla="*/ 1215 h 1215"/>
                        <a:gd name="T28" fmla="*/ 1080 w 1208"/>
                        <a:gd name="T29" fmla="*/ 1215 h 1215"/>
                        <a:gd name="T30" fmla="*/ 1208 w 1208"/>
                        <a:gd name="T31" fmla="*/ 952 h 1215"/>
                        <a:gd name="T32" fmla="*/ 1208 w 1208"/>
                        <a:gd name="T33" fmla="*/ 743 h 1215"/>
                        <a:gd name="T34" fmla="*/ 1208 w 1208"/>
                        <a:gd name="T35" fmla="*/ 527 h 1215"/>
                        <a:gd name="T36" fmla="*/ 1208 w 1208"/>
                        <a:gd name="T37" fmla="*/ 318 h 1215"/>
                        <a:gd name="T38" fmla="*/ 1208 w 1208"/>
                        <a:gd name="T39" fmla="*/ 129 h 1215"/>
                        <a:gd name="T40" fmla="*/ 1154 w 1208"/>
                        <a:gd name="T41" fmla="*/ 264 h 1215"/>
                        <a:gd name="T42" fmla="*/ 1154 w 1208"/>
                        <a:gd name="T43" fmla="*/ 473 h 1215"/>
                        <a:gd name="T44" fmla="*/ 1154 w 1208"/>
                        <a:gd name="T45" fmla="*/ 689 h 1215"/>
                        <a:gd name="T46" fmla="*/ 1154 w 1208"/>
                        <a:gd name="T47" fmla="*/ 898 h 1215"/>
                        <a:gd name="T48" fmla="*/ 1154 w 1208"/>
                        <a:gd name="T49" fmla="*/ 1087 h 1215"/>
                        <a:gd name="T50" fmla="*/ 952 w 1208"/>
                        <a:gd name="T51" fmla="*/ 1161 h 1215"/>
                        <a:gd name="T52" fmla="*/ 736 w 1208"/>
                        <a:gd name="T53" fmla="*/ 1161 h 1215"/>
                        <a:gd name="T54" fmla="*/ 526 w 1208"/>
                        <a:gd name="T55" fmla="*/ 1161 h 1215"/>
                        <a:gd name="T56" fmla="*/ 310 w 1208"/>
                        <a:gd name="T57" fmla="*/ 1161 h 1215"/>
                        <a:gd name="T58" fmla="*/ 128 w 1208"/>
                        <a:gd name="T59" fmla="*/ 1161 h 1215"/>
                        <a:gd name="T60" fmla="*/ 54 w 1208"/>
                        <a:gd name="T61" fmla="*/ 952 h 1215"/>
                        <a:gd name="T62" fmla="*/ 54 w 1208"/>
                        <a:gd name="T63" fmla="*/ 743 h 1215"/>
                        <a:gd name="T64" fmla="*/ 54 w 1208"/>
                        <a:gd name="T65" fmla="*/ 527 h 1215"/>
                        <a:gd name="T66" fmla="*/ 54 w 1208"/>
                        <a:gd name="T67" fmla="*/ 318 h 1215"/>
                        <a:gd name="T68" fmla="*/ 54 w 1208"/>
                        <a:gd name="T69" fmla="*/ 129 h 1215"/>
                        <a:gd name="T70" fmla="*/ 256 w 1208"/>
                        <a:gd name="T71" fmla="*/ 54 h 1215"/>
                        <a:gd name="T72" fmla="*/ 472 w 1208"/>
                        <a:gd name="T73" fmla="*/ 54 h 1215"/>
                        <a:gd name="T74" fmla="*/ 682 w 1208"/>
                        <a:gd name="T75" fmla="*/ 54 h 1215"/>
                        <a:gd name="T76" fmla="*/ 898 w 1208"/>
                        <a:gd name="T77" fmla="*/ 54 h 1215"/>
                        <a:gd name="T78" fmla="*/ 1080 w 1208"/>
                        <a:gd name="T79" fmla="*/ 54 h 1215"/>
                        <a:gd name="T80" fmla="*/ 1154 w 1208"/>
                        <a:gd name="T81" fmla="*/ 264 h 121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</a:cxnLst>
                      <a:rect l="0" t="0" r="r" b="b"/>
                      <a:pathLst>
                        <a:path w="1208" h="1215">
                          <a:moveTo>
                            <a:pt x="1080" y="0"/>
                          </a:moveTo>
                          <a:cubicBezTo>
                            <a:pt x="952" y="0"/>
                            <a:pt x="952" y="0"/>
                            <a:pt x="952" y="0"/>
                          </a:cubicBezTo>
                          <a:cubicBezTo>
                            <a:pt x="898" y="0"/>
                            <a:pt x="898" y="0"/>
                            <a:pt x="898" y="0"/>
                          </a:cubicBezTo>
                          <a:cubicBezTo>
                            <a:pt x="736" y="0"/>
                            <a:pt x="736" y="0"/>
                            <a:pt x="736" y="0"/>
                          </a:cubicBezTo>
                          <a:cubicBezTo>
                            <a:pt x="682" y="0"/>
                            <a:pt x="682" y="0"/>
                            <a:pt x="682" y="0"/>
                          </a:cubicBezTo>
                          <a:cubicBezTo>
                            <a:pt x="526" y="0"/>
                            <a:pt x="526" y="0"/>
                            <a:pt x="526" y="0"/>
                          </a:cubicBezTo>
                          <a:cubicBezTo>
                            <a:pt x="472" y="0"/>
                            <a:pt x="472" y="0"/>
                            <a:pt x="472" y="0"/>
                          </a:cubicBezTo>
                          <a:cubicBezTo>
                            <a:pt x="310" y="0"/>
                            <a:pt x="310" y="0"/>
                            <a:pt x="310" y="0"/>
                          </a:cubicBezTo>
                          <a:cubicBezTo>
                            <a:pt x="256" y="0"/>
                            <a:pt x="256" y="0"/>
                            <a:pt x="256" y="0"/>
                          </a:cubicBezTo>
                          <a:cubicBezTo>
                            <a:pt x="128" y="0"/>
                            <a:pt x="128" y="0"/>
                            <a:pt x="128" y="0"/>
                          </a:cubicBezTo>
                          <a:cubicBezTo>
                            <a:pt x="54" y="0"/>
                            <a:pt x="0" y="61"/>
                            <a:pt x="0" y="129"/>
                          </a:cubicBezTo>
                          <a:cubicBezTo>
                            <a:pt x="0" y="264"/>
                            <a:pt x="0" y="264"/>
                            <a:pt x="0" y="264"/>
                          </a:cubicBezTo>
                          <a:cubicBezTo>
                            <a:pt x="0" y="318"/>
                            <a:pt x="0" y="318"/>
                            <a:pt x="0" y="318"/>
                          </a:cubicBezTo>
                          <a:cubicBezTo>
                            <a:pt x="0" y="473"/>
                            <a:pt x="0" y="473"/>
                            <a:pt x="0" y="473"/>
                          </a:cubicBezTo>
                          <a:cubicBezTo>
                            <a:pt x="0" y="527"/>
                            <a:pt x="0" y="527"/>
                            <a:pt x="0" y="527"/>
                          </a:cubicBezTo>
                          <a:cubicBezTo>
                            <a:pt x="0" y="689"/>
                            <a:pt x="0" y="689"/>
                            <a:pt x="0" y="689"/>
                          </a:cubicBezTo>
                          <a:cubicBezTo>
                            <a:pt x="0" y="743"/>
                            <a:pt x="0" y="743"/>
                            <a:pt x="0" y="743"/>
                          </a:cubicBezTo>
                          <a:cubicBezTo>
                            <a:pt x="0" y="898"/>
                            <a:pt x="0" y="898"/>
                            <a:pt x="0" y="898"/>
                          </a:cubicBezTo>
                          <a:cubicBezTo>
                            <a:pt x="0" y="952"/>
                            <a:pt x="0" y="952"/>
                            <a:pt x="0" y="952"/>
                          </a:cubicBezTo>
                          <a:cubicBezTo>
                            <a:pt x="0" y="1087"/>
                            <a:pt x="0" y="1087"/>
                            <a:pt x="0" y="1087"/>
                          </a:cubicBezTo>
                          <a:cubicBezTo>
                            <a:pt x="0" y="1161"/>
                            <a:pt x="54" y="1215"/>
                            <a:pt x="128" y="1215"/>
                          </a:cubicBezTo>
                          <a:cubicBezTo>
                            <a:pt x="256" y="1215"/>
                            <a:pt x="256" y="1215"/>
                            <a:pt x="256" y="1215"/>
                          </a:cubicBezTo>
                          <a:cubicBezTo>
                            <a:pt x="310" y="1215"/>
                            <a:pt x="310" y="1215"/>
                            <a:pt x="310" y="1215"/>
                          </a:cubicBezTo>
                          <a:cubicBezTo>
                            <a:pt x="472" y="1215"/>
                            <a:pt x="472" y="1215"/>
                            <a:pt x="472" y="1215"/>
                          </a:cubicBezTo>
                          <a:cubicBezTo>
                            <a:pt x="526" y="1215"/>
                            <a:pt x="526" y="1215"/>
                            <a:pt x="526" y="1215"/>
                          </a:cubicBezTo>
                          <a:cubicBezTo>
                            <a:pt x="682" y="1215"/>
                            <a:pt x="682" y="1215"/>
                            <a:pt x="682" y="1215"/>
                          </a:cubicBezTo>
                          <a:cubicBezTo>
                            <a:pt x="736" y="1215"/>
                            <a:pt x="736" y="1215"/>
                            <a:pt x="736" y="1215"/>
                          </a:cubicBezTo>
                          <a:cubicBezTo>
                            <a:pt x="898" y="1215"/>
                            <a:pt x="898" y="1215"/>
                            <a:pt x="898" y="1215"/>
                          </a:cubicBezTo>
                          <a:cubicBezTo>
                            <a:pt x="952" y="1215"/>
                            <a:pt x="952" y="1215"/>
                            <a:pt x="952" y="1215"/>
                          </a:cubicBezTo>
                          <a:cubicBezTo>
                            <a:pt x="1080" y="1215"/>
                            <a:pt x="1080" y="1215"/>
                            <a:pt x="1080" y="1215"/>
                          </a:cubicBezTo>
                          <a:cubicBezTo>
                            <a:pt x="1154" y="1215"/>
                            <a:pt x="1208" y="1161"/>
                            <a:pt x="1208" y="1087"/>
                          </a:cubicBezTo>
                          <a:cubicBezTo>
                            <a:pt x="1208" y="952"/>
                            <a:pt x="1208" y="952"/>
                            <a:pt x="1208" y="952"/>
                          </a:cubicBezTo>
                          <a:cubicBezTo>
                            <a:pt x="1208" y="898"/>
                            <a:pt x="1208" y="898"/>
                            <a:pt x="1208" y="898"/>
                          </a:cubicBezTo>
                          <a:cubicBezTo>
                            <a:pt x="1208" y="743"/>
                            <a:pt x="1208" y="743"/>
                            <a:pt x="1208" y="743"/>
                          </a:cubicBezTo>
                          <a:cubicBezTo>
                            <a:pt x="1208" y="689"/>
                            <a:pt x="1208" y="689"/>
                            <a:pt x="1208" y="689"/>
                          </a:cubicBezTo>
                          <a:cubicBezTo>
                            <a:pt x="1208" y="527"/>
                            <a:pt x="1208" y="527"/>
                            <a:pt x="1208" y="527"/>
                          </a:cubicBezTo>
                          <a:cubicBezTo>
                            <a:pt x="1208" y="473"/>
                            <a:pt x="1208" y="473"/>
                            <a:pt x="1208" y="473"/>
                          </a:cubicBezTo>
                          <a:cubicBezTo>
                            <a:pt x="1208" y="318"/>
                            <a:pt x="1208" y="318"/>
                            <a:pt x="1208" y="318"/>
                          </a:cubicBezTo>
                          <a:cubicBezTo>
                            <a:pt x="1208" y="264"/>
                            <a:pt x="1208" y="264"/>
                            <a:pt x="1208" y="264"/>
                          </a:cubicBezTo>
                          <a:cubicBezTo>
                            <a:pt x="1208" y="129"/>
                            <a:pt x="1208" y="129"/>
                            <a:pt x="1208" y="129"/>
                          </a:cubicBezTo>
                          <a:cubicBezTo>
                            <a:pt x="1208" y="61"/>
                            <a:pt x="1154" y="0"/>
                            <a:pt x="1080" y="0"/>
                          </a:cubicBezTo>
                          <a:close/>
                          <a:moveTo>
                            <a:pt x="1154" y="264"/>
                          </a:moveTo>
                          <a:cubicBezTo>
                            <a:pt x="1154" y="318"/>
                            <a:pt x="1154" y="318"/>
                            <a:pt x="1154" y="318"/>
                          </a:cubicBezTo>
                          <a:cubicBezTo>
                            <a:pt x="1154" y="473"/>
                            <a:pt x="1154" y="473"/>
                            <a:pt x="1154" y="473"/>
                          </a:cubicBezTo>
                          <a:cubicBezTo>
                            <a:pt x="1154" y="527"/>
                            <a:pt x="1154" y="527"/>
                            <a:pt x="1154" y="527"/>
                          </a:cubicBezTo>
                          <a:cubicBezTo>
                            <a:pt x="1154" y="689"/>
                            <a:pt x="1154" y="689"/>
                            <a:pt x="1154" y="689"/>
                          </a:cubicBezTo>
                          <a:cubicBezTo>
                            <a:pt x="1154" y="743"/>
                            <a:pt x="1154" y="743"/>
                            <a:pt x="1154" y="743"/>
                          </a:cubicBezTo>
                          <a:cubicBezTo>
                            <a:pt x="1154" y="898"/>
                            <a:pt x="1154" y="898"/>
                            <a:pt x="1154" y="898"/>
                          </a:cubicBezTo>
                          <a:cubicBezTo>
                            <a:pt x="1154" y="952"/>
                            <a:pt x="1154" y="952"/>
                            <a:pt x="1154" y="952"/>
                          </a:cubicBezTo>
                          <a:cubicBezTo>
                            <a:pt x="1154" y="1087"/>
                            <a:pt x="1154" y="1087"/>
                            <a:pt x="1154" y="1087"/>
                          </a:cubicBezTo>
                          <a:cubicBezTo>
                            <a:pt x="1154" y="1127"/>
                            <a:pt x="1127" y="1161"/>
                            <a:pt x="1080" y="1161"/>
                          </a:cubicBezTo>
                          <a:cubicBezTo>
                            <a:pt x="952" y="1161"/>
                            <a:pt x="952" y="1161"/>
                            <a:pt x="952" y="1161"/>
                          </a:cubicBezTo>
                          <a:cubicBezTo>
                            <a:pt x="898" y="1161"/>
                            <a:pt x="898" y="1161"/>
                            <a:pt x="898" y="1161"/>
                          </a:cubicBezTo>
                          <a:cubicBezTo>
                            <a:pt x="736" y="1161"/>
                            <a:pt x="736" y="1161"/>
                            <a:pt x="736" y="1161"/>
                          </a:cubicBezTo>
                          <a:cubicBezTo>
                            <a:pt x="682" y="1161"/>
                            <a:pt x="682" y="1161"/>
                            <a:pt x="682" y="1161"/>
                          </a:cubicBezTo>
                          <a:cubicBezTo>
                            <a:pt x="526" y="1161"/>
                            <a:pt x="526" y="1161"/>
                            <a:pt x="526" y="1161"/>
                          </a:cubicBezTo>
                          <a:cubicBezTo>
                            <a:pt x="472" y="1161"/>
                            <a:pt x="472" y="1161"/>
                            <a:pt x="472" y="1161"/>
                          </a:cubicBezTo>
                          <a:cubicBezTo>
                            <a:pt x="310" y="1161"/>
                            <a:pt x="310" y="1161"/>
                            <a:pt x="310" y="1161"/>
                          </a:cubicBezTo>
                          <a:cubicBezTo>
                            <a:pt x="256" y="1161"/>
                            <a:pt x="256" y="1161"/>
                            <a:pt x="256" y="1161"/>
                          </a:cubicBezTo>
                          <a:cubicBezTo>
                            <a:pt x="128" y="1161"/>
                            <a:pt x="128" y="1161"/>
                            <a:pt x="128" y="1161"/>
                          </a:cubicBezTo>
                          <a:cubicBezTo>
                            <a:pt x="81" y="1161"/>
                            <a:pt x="54" y="1127"/>
                            <a:pt x="54" y="1087"/>
                          </a:cubicBezTo>
                          <a:cubicBezTo>
                            <a:pt x="54" y="952"/>
                            <a:pt x="54" y="952"/>
                            <a:pt x="54" y="952"/>
                          </a:cubicBezTo>
                          <a:cubicBezTo>
                            <a:pt x="54" y="898"/>
                            <a:pt x="54" y="898"/>
                            <a:pt x="54" y="898"/>
                          </a:cubicBezTo>
                          <a:cubicBezTo>
                            <a:pt x="54" y="743"/>
                            <a:pt x="54" y="743"/>
                            <a:pt x="54" y="743"/>
                          </a:cubicBezTo>
                          <a:cubicBezTo>
                            <a:pt x="54" y="689"/>
                            <a:pt x="54" y="689"/>
                            <a:pt x="54" y="689"/>
                          </a:cubicBezTo>
                          <a:cubicBezTo>
                            <a:pt x="54" y="527"/>
                            <a:pt x="54" y="527"/>
                            <a:pt x="54" y="527"/>
                          </a:cubicBezTo>
                          <a:cubicBezTo>
                            <a:pt x="54" y="473"/>
                            <a:pt x="54" y="473"/>
                            <a:pt x="54" y="473"/>
                          </a:cubicBezTo>
                          <a:cubicBezTo>
                            <a:pt x="54" y="318"/>
                            <a:pt x="54" y="318"/>
                            <a:pt x="54" y="318"/>
                          </a:cubicBezTo>
                          <a:cubicBezTo>
                            <a:pt x="54" y="264"/>
                            <a:pt x="54" y="264"/>
                            <a:pt x="54" y="264"/>
                          </a:cubicBezTo>
                          <a:cubicBezTo>
                            <a:pt x="54" y="129"/>
                            <a:pt x="54" y="129"/>
                            <a:pt x="54" y="129"/>
                          </a:cubicBezTo>
                          <a:cubicBezTo>
                            <a:pt x="54" y="88"/>
                            <a:pt x="81" y="54"/>
                            <a:pt x="128" y="54"/>
                          </a:cubicBezTo>
                          <a:cubicBezTo>
                            <a:pt x="256" y="54"/>
                            <a:pt x="256" y="54"/>
                            <a:pt x="256" y="54"/>
                          </a:cubicBezTo>
                          <a:cubicBezTo>
                            <a:pt x="310" y="54"/>
                            <a:pt x="310" y="54"/>
                            <a:pt x="310" y="54"/>
                          </a:cubicBezTo>
                          <a:cubicBezTo>
                            <a:pt x="472" y="54"/>
                            <a:pt x="472" y="54"/>
                            <a:pt x="472" y="54"/>
                          </a:cubicBezTo>
                          <a:cubicBezTo>
                            <a:pt x="526" y="54"/>
                            <a:pt x="526" y="54"/>
                            <a:pt x="526" y="54"/>
                          </a:cubicBezTo>
                          <a:cubicBezTo>
                            <a:pt x="682" y="54"/>
                            <a:pt x="682" y="54"/>
                            <a:pt x="682" y="54"/>
                          </a:cubicBezTo>
                          <a:cubicBezTo>
                            <a:pt x="736" y="54"/>
                            <a:pt x="736" y="54"/>
                            <a:pt x="736" y="54"/>
                          </a:cubicBezTo>
                          <a:cubicBezTo>
                            <a:pt x="898" y="54"/>
                            <a:pt x="898" y="54"/>
                            <a:pt x="898" y="54"/>
                          </a:cubicBezTo>
                          <a:cubicBezTo>
                            <a:pt x="952" y="54"/>
                            <a:pt x="952" y="54"/>
                            <a:pt x="952" y="54"/>
                          </a:cubicBezTo>
                          <a:cubicBezTo>
                            <a:pt x="1080" y="54"/>
                            <a:pt x="1080" y="54"/>
                            <a:pt x="1080" y="54"/>
                          </a:cubicBezTo>
                          <a:cubicBezTo>
                            <a:pt x="1127" y="54"/>
                            <a:pt x="1154" y="88"/>
                            <a:pt x="1154" y="129"/>
                          </a:cubicBezTo>
                          <a:cubicBezTo>
                            <a:pt x="1154" y="264"/>
                            <a:pt x="1154" y="264"/>
                            <a:pt x="1154" y="264"/>
                          </a:cubicBezTo>
                          <a:cubicBezTo>
                            <a:pt x="1154" y="264"/>
                            <a:pt x="1154" y="264"/>
                            <a:pt x="1154" y="264"/>
                          </a:cubicBezTo>
                          <a:close/>
                        </a:path>
                      </a:pathLst>
                    </a:custGeom>
                    <a:solidFill>
                      <a:schemeClr val="tx1">
                        <a:lumMod val="85000"/>
                        <a:lumOff val="15000"/>
                      </a:schemeClr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767" name="그림 766">
                    <a:extLst>
                      <a:ext uri="{FF2B5EF4-FFF2-40B4-BE49-F238E27FC236}">
                        <a16:creationId xmlns:a16="http://schemas.microsoft.com/office/drawing/2014/main" id="{FC088B48-DD0C-0BD9-5514-3C8CD80C833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lum bright="100000"/>
                  </a:blip>
                  <a:stretch>
                    <a:fillRect/>
                  </a:stretch>
                </p:blipFill>
                <p:spPr>
                  <a:xfrm>
                    <a:off x="1124483" y="5707212"/>
                    <a:ext cx="491143" cy="179999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763" name="직사각형 762">
                <a:extLst>
                  <a:ext uri="{FF2B5EF4-FFF2-40B4-BE49-F238E27FC236}">
                    <a16:creationId xmlns:a16="http://schemas.microsoft.com/office/drawing/2014/main" id="{F8AD23AD-A5C8-77A3-FF9A-68F872FD69CA}"/>
                  </a:ext>
                </a:extLst>
              </p:cNvPr>
              <p:cNvSpPr/>
              <p:nvPr/>
            </p:nvSpPr>
            <p:spPr>
              <a:xfrm>
                <a:off x="4365128" y="5454956"/>
                <a:ext cx="130004" cy="350704"/>
              </a:xfrm>
              <a:prstGeom prst="rect">
                <a:avLst/>
              </a:prstGeom>
              <a:noFill/>
              <a:ln w="254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1" indent="0" algn="ctr" defTabSz="147490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prstClr val="black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0" lang="en-US" altLang="ko-KR" sz="1050" b="0" i="0" u="none" strike="noStrike" kern="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ea typeface="KoPub돋움체 Bold" panose="02020603020101020101" pitchFamily="18" charset="-127"/>
                    <a:cs typeface="Arial"/>
                  </a:rPr>
                  <a:t>…</a:t>
                </a:r>
                <a:endParaRPr kumimoji="0" lang="ko-KR" altLang="en-US" sz="1050" b="0" i="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ea typeface="KoPub돋움체 Bold" panose="02020603020101020101" pitchFamily="18" charset="-127"/>
                  <a:cs typeface="Arial"/>
                </a:endParaRPr>
              </a:p>
            </p:txBody>
          </p:sp>
        </p:grpSp>
        <p:grpSp>
          <p:nvGrpSpPr>
            <p:cNvPr id="842" name="그룹 841">
              <a:extLst>
                <a:ext uri="{FF2B5EF4-FFF2-40B4-BE49-F238E27FC236}">
                  <a16:creationId xmlns:a16="http://schemas.microsoft.com/office/drawing/2014/main" id="{7D3B7E16-9E07-E01B-799D-B4223C60DD20}"/>
                </a:ext>
              </a:extLst>
            </p:cNvPr>
            <p:cNvGrpSpPr/>
            <p:nvPr/>
          </p:nvGrpSpPr>
          <p:grpSpPr>
            <a:xfrm>
              <a:off x="8112195" y="3174185"/>
              <a:ext cx="482857" cy="161583"/>
              <a:chOff x="4006044" y="5454956"/>
              <a:chExt cx="657043" cy="350704"/>
            </a:xfrm>
          </p:grpSpPr>
          <p:grpSp>
            <p:nvGrpSpPr>
              <p:cNvPr id="843" name="그룹 842">
                <a:extLst>
                  <a:ext uri="{FF2B5EF4-FFF2-40B4-BE49-F238E27FC236}">
                    <a16:creationId xmlns:a16="http://schemas.microsoft.com/office/drawing/2014/main" id="{DF4E114B-94DE-E0D1-4E46-A3493062478F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199316" y="5500774"/>
                <a:ext cx="166212" cy="228600"/>
                <a:chOff x="3493292" y="3693520"/>
                <a:chExt cx="897069" cy="1233786"/>
              </a:xfrm>
            </p:grpSpPr>
            <p:grpSp>
              <p:nvGrpSpPr>
                <p:cNvPr id="899" name="그룹 898">
                  <a:extLst>
                    <a:ext uri="{FF2B5EF4-FFF2-40B4-BE49-F238E27FC236}">
                      <a16:creationId xmlns:a16="http://schemas.microsoft.com/office/drawing/2014/main" id="{C67E932A-1E15-64E4-CA22-00B6045CAE9E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3493292" y="3693520"/>
                  <a:ext cx="897069" cy="1233786"/>
                  <a:chOff x="11921389" y="4267727"/>
                  <a:chExt cx="916126" cy="1260000"/>
                </a:xfrm>
              </p:grpSpPr>
              <p:sp>
                <p:nvSpPr>
                  <p:cNvPr id="921" name="사각형: 둥근 모서리 222">
                    <a:extLst>
                      <a:ext uri="{FF2B5EF4-FFF2-40B4-BE49-F238E27FC236}">
                        <a16:creationId xmlns:a16="http://schemas.microsoft.com/office/drawing/2014/main" id="{AB7A8E25-71DA-2B6C-54D3-9C013832EAE9}"/>
                      </a:ext>
                    </a:extLst>
                  </p:cNvPr>
                  <p:cNvSpPr/>
                  <p:nvPr/>
                </p:nvSpPr>
                <p:spPr>
                  <a:xfrm>
                    <a:off x="11923593" y="4271687"/>
                    <a:ext cx="911716" cy="1252078"/>
                  </a:xfrm>
                  <a:prstGeom prst="roundRect">
                    <a:avLst>
                      <a:gd name="adj" fmla="val 7097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-3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grpSp>
                <p:nvGrpSpPr>
                  <p:cNvPr id="922" name="그룹 921">
                    <a:extLst>
                      <a:ext uri="{FF2B5EF4-FFF2-40B4-BE49-F238E27FC236}">
                        <a16:creationId xmlns:a16="http://schemas.microsoft.com/office/drawing/2014/main" id="{70743E2F-89C4-6E4C-15CA-463D0903511F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11921389" y="4267727"/>
                    <a:ext cx="916126" cy="1260000"/>
                    <a:chOff x="14485938" y="-2571751"/>
                    <a:chExt cx="554038" cy="762000"/>
                  </a:xfrm>
                  <a:solidFill>
                    <a:srgbClr val="262626"/>
                  </a:solidFill>
                </p:grpSpPr>
                <p:sp>
                  <p:nvSpPr>
                    <p:cNvPr id="923" name="Freeform 230">
                      <a:extLst>
                        <a:ext uri="{FF2B5EF4-FFF2-40B4-BE49-F238E27FC236}">
                          <a16:creationId xmlns:a16="http://schemas.microsoft.com/office/drawing/2014/main" id="{BCE70E8B-27AB-64A3-EF08-4A20A422F3B9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4485938" y="-2571751"/>
                      <a:ext cx="554038" cy="762000"/>
                    </a:xfrm>
                    <a:custGeom>
                      <a:avLst/>
                      <a:gdLst>
                        <a:gd name="T0" fmla="*/ 137 w 147"/>
                        <a:gd name="T1" fmla="*/ 0 h 200"/>
                        <a:gd name="T2" fmla="*/ 10 w 147"/>
                        <a:gd name="T3" fmla="*/ 0 h 200"/>
                        <a:gd name="T4" fmla="*/ 0 w 147"/>
                        <a:gd name="T5" fmla="*/ 10 h 200"/>
                        <a:gd name="T6" fmla="*/ 0 w 147"/>
                        <a:gd name="T7" fmla="*/ 190 h 200"/>
                        <a:gd name="T8" fmla="*/ 10 w 147"/>
                        <a:gd name="T9" fmla="*/ 200 h 200"/>
                        <a:gd name="T10" fmla="*/ 137 w 147"/>
                        <a:gd name="T11" fmla="*/ 200 h 200"/>
                        <a:gd name="T12" fmla="*/ 140 w 147"/>
                        <a:gd name="T13" fmla="*/ 199 h 200"/>
                        <a:gd name="T14" fmla="*/ 146 w 147"/>
                        <a:gd name="T15" fmla="*/ 193 h 200"/>
                        <a:gd name="T16" fmla="*/ 147 w 147"/>
                        <a:gd name="T17" fmla="*/ 190 h 200"/>
                        <a:gd name="T18" fmla="*/ 147 w 147"/>
                        <a:gd name="T19" fmla="*/ 10 h 200"/>
                        <a:gd name="T20" fmla="*/ 137 w 147"/>
                        <a:gd name="T21" fmla="*/ 0 h 200"/>
                        <a:gd name="T22" fmla="*/ 139 w 147"/>
                        <a:gd name="T23" fmla="*/ 189 h 200"/>
                        <a:gd name="T24" fmla="*/ 135 w 147"/>
                        <a:gd name="T25" fmla="*/ 192 h 200"/>
                        <a:gd name="T26" fmla="*/ 10 w 147"/>
                        <a:gd name="T27" fmla="*/ 192 h 200"/>
                        <a:gd name="T28" fmla="*/ 8 w 147"/>
                        <a:gd name="T29" fmla="*/ 190 h 200"/>
                        <a:gd name="T30" fmla="*/ 8 w 147"/>
                        <a:gd name="T31" fmla="*/ 10 h 200"/>
                        <a:gd name="T32" fmla="*/ 10 w 147"/>
                        <a:gd name="T33" fmla="*/ 8 h 200"/>
                        <a:gd name="T34" fmla="*/ 137 w 147"/>
                        <a:gd name="T35" fmla="*/ 8 h 200"/>
                        <a:gd name="T36" fmla="*/ 139 w 147"/>
                        <a:gd name="T37" fmla="*/ 10 h 200"/>
                        <a:gd name="T38" fmla="*/ 139 w 147"/>
                        <a:gd name="T39" fmla="*/ 189 h 2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</a:cxnLst>
                      <a:rect l="0" t="0" r="r" b="b"/>
                      <a:pathLst>
                        <a:path w="147" h="200">
                          <a:moveTo>
                            <a:pt x="137" y="0"/>
                          </a:moveTo>
                          <a:cubicBezTo>
                            <a:pt x="10" y="0"/>
                            <a:pt x="10" y="0"/>
                            <a:pt x="10" y="0"/>
                          </a:cubicBezTo>
                          <a:cubicBezTo>
                            <a:pt x="4" y="0"/>
                            <a:pt x="0" y="5"/>
                            <a:pt x="0" y="10"/>
                          </a:cubicBezTo>
                          <a:cubicBezTo>
                            <a:pt x="0" y="190"/>
                            <a:pt x="0" y="190"/>
                            <a:pt x="0" y="190"/>
                          </a:cubicBezTo>
                          <a:cubicBezTo>
                            <a:pt x="0" y="196"/>
                            <a:pt x="4" y="200"/>
                            <a:pt x="10" y="200"/>
                          </a:cubicBezTo>
                          <a:cubicBezTo>
                            <a:pt x="137" y="200"/>
                            <a:pt x="137" y="200"/>
                            <a:pt x="137" y="200"/>
                          </a:cubicBezTo>
                          <a:cubicBezTo>
                            <a:pt x="138" y="200"/>
                            <a:pt x="139" y="200"/>
                            <a:pt x="140" y="199"/>
                          </a:cubicBezTo>
                          <a:cubicBezTo>
                            <a:pt x="146" y="193"/>
                            <a:pt x="146" y="193"/>
                            <a:pt x="146" y="193"/>
                          </a:cubicBezTo>
                          <a:cubicBezTo>
                            <a:pt x="146" y="192"/>
                            <a:pt x="147" y="191"/>
                            <a:pt x="147" y="190"/>
                          </a:cubicBezTo>
                          <a:cubicBezTo>
                            <a:pt x="147" y="10"/>
                            <a:pt x="147" y="10"/>
                            <a:pt x="147" y="10"/>
                          </a:cubicBezTo>
                          <a:cubicBezTo>
                            <a:pt x="147" y="5"/>
                            <a:pt x="142" y="0"/>
                            <a:pt x="137" y="0"/>
                          </a:cubicBezTo>
                          <a:close/>
                          <a:moveTo>
                            <a:pt x="139" y="189"/>
                          </a:moveTo>
                          <a:cubicBezTo>
                            <a:pt x="135" y="192"/>
                            <a:pt x="135" y="192"/>
                            <a:pt x="135" y="192"/>
                          </a:cubicBezTo>
                          <a:cubicBezTo>
                            <a:pt x="10" y="192"/>
                            <a:pt x="10" y="192"/>
                            <a:pt x="10" y="192"/>
                          </a:cubicBezTo>
                          <a:cubicBezTo>
                            <a:pt x="9" y="192"/>
                            <a:pt x="8" y="191"/>
                            <a:pt x="8" y="190"/>
                          </a:cubicBezTo>
                          <a:cubicBezTo>
                            <a:pt x="8" y="10"/>
                            <a:pt x="8" y="10"/>
                            <a:pt x="8" y="10"/>
                          </a:cubicBezTo>
                          <a:cubicBezTo>
                            <a:pt x="8" y="9"/>
                            <a:pt x="9" y="8"/>
                            <a:pt x="10" y="8"/>
                          </a:cubicBezTo>
                          <a:cubicBezTo>
                            <a:pt x="137" y="8"/>
                            <a:pt x="137" y="8"/>
                            <a:pt x="137" y="8"/>
                          </a:cubicBezTo>
                          <a:cubicBezTo>
                            <a:pt x="138" y="8"/>
                            <a:pt x="139" y="9"/>
                            <a:pt x="139" y="10"/>
                          </a:cubicBezTo>
                          <a:lnTo>
                            <a:pt x="139" y="189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  <p:sp>
                  <p:nvSpPr>
                    <p:cNvPr id="924" name="Freeform 231">
                      <a:extLst>
                        <a:ext uri="{FF2B5EF4-FFF2-40B4-BE49-F238E27FC236}">
                          <a16:creationId xmlns:a16="http://schemas.microsoft.com/office/drawing/2014/main" id="{03463433-E081-9378-564A-627F45915D5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4603413" y="-2403476"/>
                      <a:ext cx="315913" cy="30163"/>
                    </a:xfrm>
                    <a:custGeom>
                      <a:avLst/>
                      <a:gdLst>
                        <a:gd name="T0" fmla="*/ 80 w 84"/>
                        <a:gd name="T1" fmla="*/ 0 h 8"/>
                        <a:gd name="T2" fmla="*/ 4 w 84"/>
                        <a:gd name="T3" fmla="*/ 0 h 8"/>
                        <a:gd name="T4" fmla="*/ 0 w 84"/>
                        <a:gd name="T5" fmla="*/ 4 h 8"/>
                        <a:gd name="T6" fmla="*/ 4 w 84"/>
                        <a:gd name="T7" fmla="*/ 8 h 8"/>
                        <a:gd name="T8" fmla="*/ 80 w 84"/>
                        <a:gd name="T9" fmla="*/ 8 h 8"/>
                        <a:gd name="T10" fmla="*/ 84 w 84"/>
                        <a:gd name="T11" fmla="*/ 4 h 8"/>
                        <a:gd name="T12" fmla="*/ 80 w 84"/>
                        <a:gd name="T13" fmla="*/ 0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4" h="8">
                          <a:moveTo>
                            <a:pt x="80" y="0"/>
                          </a:moveTo>
                          <a:cubicBezTo>
                            <a:pt x="4" y="0"/>
                            <a:pt x="4" y="0"/>
                            <a:pt x="4" y="0"/>
                          </a:cubicBezTo>
                          <a:cubicBezTo>
                            <a:pt x="2" y="0"/>
                            <a:pt x="0" y="2"/>
                            <a:pt x="0" y="4"/>
                          </a:cubicBezTo>
                          <a:cubicBezTo>
                            <a:pt x="0" y="6"/>
                            <a:pt x="2" y="8"/>
                            <a:pt x="4" y="8"/>
                          </a:cubicBezTo>
                          <a:cubicBezTo>
                            <a:pt x="80" y="8"/>
                            <a:pt x="80" y="8"/>
                            <a:pt x="80" y="8"/>
                          </a:cubicBezTo>
                          <a:cubicBezTo>
                            <a:pt x="82" y="8"/>
                            <a:pt x="84" y="6"/>
                            <a:pt x="84" y="4"/>
                          </a:cubicBezTo>
                          <a:cubicBezTo>
                            <a:pt x="84" y="2"/>
                            <a:pt x="82" y="0"/>
                            <a:pt x="80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900" name="그룹 899">
                  <a:extLst>
                    <a:ext uri="{FF2B5EF4-FFF2-40B4-BE49-F238E27FC236}">
                      <a16:creationId xmlns:a16="http://schemas.microsoft.com/office/drawing/2014/main" id="{C1AA50D3-7DEF-1E0F-BC82-3C5B58D8C0E2}"/>
                    </a:ext>
                  </a:extLst>
                </p:cNvPr>
                <p:cNvGrpSpPr/>
                <p:nvPr/>
              </p:nvGrpSpPr>
              <p:grpSpPr>
                <a:xfrm>
                  <a:off x="3623554" y="4140320"/>
                  <a:ext cx="636537" cy="634466"/>
                  <a:chOff x="881898" y="5310642"/>
                  <a:chExt cx="976313" cy="973138"/>
                </a:xfrm>
              </p:grpSpPr>
              <p:grpSp>
                <p:nvGrpSpPr>
                  <p:cNvPr id="901" name="그룹 900">
                    <a:extLst>
                      <a:ext uri="{FF2B5EF4-FFF2-40B4-BE49-F238E27FC236}">
                        <a16:creationId xmlns:a16="http://schemas.microsoft.com/office/drawing/2014/main" id="{73E02846-ED05-F94C-F9A4-C4AB70C158A1}"/>
                      </a:ext>
                    </a:extLst>
                  </p:cNvPr>
                  <p:cNvGrpSpPr/>
                  <p:nvPr/>
                </p:nvGrpSpPr>
                <p:grpSpPr>
                  <a:xfrm>
                    <a:off x="881898" y="5310642"/>
                    <a:ext cx="976313" cy="973138"/>
                    <a:chOff x="21240750" y="2320925"/>
                    <a:chExt cx="976313" cy="973138"/>
                  </a:xfrm>
                </p:grpSpPr>
                <p:sp>
                  <p:nvSpPr>
                    <p:cNvPr id="903" name="Freeform 113">
                      <a:extLst>
                        <a:ext uri="{FF2B5EF4-FFF2-40B4-BE49-F238E27FC236}">
                          <a16:creationId xmlns:a16="http://schemas.microsoft.com/office/drawing/2014/main" id="{04568190-03FA-C410-8BF8-37449A8E061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410343" y="2487232"/>
                      <a:ext cx="637131" cy="640525"/>
                    </a:xfrm>
                    <a:custGeom>
                      <a:avLst/>
                      <a:gdLst>
                        <a:gd name="T0" fmla="*/ 1100 w 1100"/>
                        <a:gd name="T1" fmla="*/ 210 h 1107"/>
                        <a:gd name="T2" fmla="*/ 1100 w 1100"/>
                        <a:gd name="T3" fmla="*/ 264 h 1107"/>
                        <a:gd name="T4" fmla="*/ 1100 w 1100"/>
                        <a:gd name="T5" fmla="*/ 419 h 1107"/>
                        <a:gd name="T6" fmla="*/ 1100 w 1100"/>
                        <a:gd name="T7" fmla="*/ 473 h 1107"/>
                        <a:gd name="T8" fmla="*/ 1100 w 1100"/>
                        <a:gd name="T9" fmla="*/ 635 h 1107"/>
                        <a:gd name="T10" fmla="*/ 1100 w 1100"/>
                        <a:gd name="T11" fmla="*/ 689 h 1107"/>
                        <a:gd name="T12" fmla="*/ 1100 w 1100"/>
                        <a:gd name="T13" fmla="*/ 844 h 1107"/>
                        <a:gd name="T14" fmla="*/ 1100 w 1100"/>
                        <a:gd name="T15" fmla="*/ 898 h 1107"/>
                        <a:gd name="T16" fmla="*/ 1100 w 1100"/>
                        <a:gd name="T17" fmla="*/ 1033 h 1107"/>
                        <a:gd name="T18" fmla="*/ 1026 w 1100"/>
                        <a:gd name="T19" fmla="*/ 1107 h 1107"/>
                        <a:gd name="T20" fmla="*/ 898 w 1100"/>
                        <a:gd name="T21" fmla="*/ 1107 h 1107"/>
                        <a:gd name="T22" fmla="*/ 844 w 1100"/>
                        <a:gd name="T23" fmla="*/ 1107 h 1107"/>
                        <a:gd name="T24" fmla="*/ 682 w 1100"/>
                        <a:gd name="T25" fmla="*/ 1107 h 1107"/>
                        <a:gd name="T26" fmla="*/ 628 w 1100"/>
                        <a:gd name="T27" fmla="*/ 1107 h 1107"/>
                        <a:gd name="T28" fmla="*/ 472 w 1100"/>
                        <a:gd name="T29" fmla="*/ 1107 h 1107"/>
                        <a:gd name="T30" fmla="*/ 418 w 1100"/>
                        <a:gd name="T31" fmla="*/ 1107 h 1107"/>
                        <a:gd name="T32" fmla="*/ 256 w 1100"/>
                        <a:gd name="T33" fmla="*/ 1107 h 1107"/>
                        <a:gd name="T34" fmla="*/ 202 w 1100"/>
                        <a:gd name="T35" fmla="*/ 1107 h 1107"/>
                        <a:gd name="T36" fmla="*/ 74 w 1100"/>
                        <a:gd name="T37" fmla="*/ 1107 h 1107"/>
                        <a:gd name="T38" fmla="*/ 0 w 1100"/>
                        <a:gd name="T39" fmla="*/ 1033 h 1107"/>
                        <a:gd name="T40" fmla="*/ 0 w 1100"/>
                        <a:gd name="T41" fmla="*/ 898 h 1107"/>
                        <a:gd name="T42" fmla="*/ 0 w 1100"/>
                        <a:gd name="T43" fmla="*/ 844 h 1107"/>
                        <a:gd name="T44" fmla="*/ 0 w 1100"/>
                        <a:gd name="T45" fmla="*/ 689 h 1107"/>
                        <a:gd name="T46" fmla="*/ 0 w 1100"/>
                        <a:gd name="T47" fmla="*/ 635 h 1107"/>
                        <a:gd name="T48" fmla="*/ 0 w 1100"/>
                        <a:gd name="T49" fmla="*/ 473 h 1107"/>
                        <a:gd name="T50" fmla="*/ 0 w 1100"/>
                        <a:gd name="T51" fmla="*/ 419 h 1107"/>
                        <a:gd name="T52" fmla="*/ 0 w 1100"/>
                        <a:gd name="T53" fmla="*/ 264 h 1107"/>
                        <a:gd name="T54" fmla="*/ 0 w 1100"/>
                        <a:gd name="T55" fmla="*/ 210 h 1107"/>
                        <a:gd name="T56" fmla="*/ 0 w 1100"/>
                        <a:gd name="T57" fmla="*/ 75 h 1107"/>
                        <a:gd name="T58" fmla="*/ 74 w 1100"/>
                        <a:gd name="T59" fmla="*/ 0 h 1107"/>
                        <a:gd name="T60" fmla="*/ 202 w 1100"/>
                        <a:gd name="T61" fmla="*/ 0 h 1107"/>
                        <a:gd name="T62" fmla="*/ 256 w 1100"/>
                        <a:gd name="T63" fmla="*/ 0 h 1107"/>
                        <a:gd name="T64" fmla="*/ 418 w 1100"/>
                        <a:gd name="T65" fmla="*/ 0 h 1107"/>
                        <a:gd name="T66" fmla="*/ 472 w 1100"/>
                        <a:gd name="T67" fmla="*/ 0 h 1107"/>
                        <a:gd name="T68" fmla="*/ 628 w 1100"/>
                        <a:gd name="T69" fmla="*/ 0 h 1107"/>
                        <a:gd name="T70" fmla="*/ 682 w 1100"/>
                        <a:gd name="T71" fmla="*/ 0 h 1107"/>
                        <a:gd name="T72" fmla="*/ 844 w 1100"/>
                        <a:gd name="T73" fmla="*/ 0 h 1107"/>
                        <a:gd name="T74" fmla="*/ 898 w 1100"/>
                        <a:gd name="T75" fmla="*/ 0 h 1107"/>
                        <a:gd name="T76" fmla="*/ 1026 w 1100"/>
                        <a:gd name="T77" fmla="*/ 0 h 1107"/>
                        <a:gd name="T78" fmla="*/ 1100 w 1100"/>
                        <a:gd name="T79" fmla="*/ 75 h 1107"/>
                        <a:gd name="T80" fmla="*/ 1100 w 1100"/>
                        <a:gd name="T81" fmla="*/ 210 h 1107"/>
                        <a:gd name="T82" fmla="*/ 1100 w 1100"/>
                        <a:gd name="T83" fmla="*/ 210 h 110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</a:cxnLst>
                      <a:rect l="0" t="0" r="r" b="b"/>
                      <a:pathLst>
                        <a:path w="1100" h="1107">
                          <a:moveTo>
                            <a:pt x="1100" y="210"/>
                          </a:moveTo>
                          <a:cubicBezTo>
                            <a:pt x="1100" y="264"/>
                            <a:pt x="1100" y="264"/>
                            <a:pt x="1100" y="264"/>
                          </a:cubicBezTo>
                          <a:cubicBezTo>
                            <a:pt x="1100" y="419"/>
                            <a:pt x="1100" y="419"/>
                            <a:pt x="1100" y="419"/>
                          </a:cubicBezTo>
                          <a:cubicBezTo>
                            <a:pt x="1100" y="473"/>
                            <a:pt x="1100" y="473"/>
                            <a:pt x="1100" y="473"/>
                          </a:cubicBezTo>
                          <a:cubicBezTo>
                            <a:pt x="1100" y="635"/>
                            <a:pt x="1100" y="635"/>
                            <a:pt x="1100" y="635"/>
                          </a:cubicBezTo>
                          <a:cubicBezTo>
                            <a:pt x="1100" y="689"/>
                            <a:pt x="1100" y="689"/>
                            <a:pt x="1100" y="689"/>
                          </a:cubicBezTo>
                          <a:cubicBezTo>
                            <a:pt x="1100" y="844"/>
                            <a:pt x="1100" y="844"/>
                            <a:pt x="1100" y="844"/>
                          </a:cubicBezTo>
                          <a:cubicBezTo>
                            <a:pt x="1100" y="898"/>
                            <a:pt x="1100" y="898"/>
                            <a:pt x="1100" y="898"/>
                          </a:cubicBezTo>
                          <a:cubicBezTo>
                            <a:pt x="1100" y="1033"/>
                            <a:pt x="1100" y="1033"/>
                            <a:pt x="1100" y="1033"/>
                          </a:cubicBezTo>
                          <a:cubicBezTo>
                            <a:pt x="1100" y="1073"/>
                            <a:pt x="1073" y="1107"/>
                            <a:pt x="1026" y="1107"/>
                          </a:cubicBezTo>
                          <a:cubicBezTo>
                            <a:pt x="898" y="1107"/>
                            <a:pt x="898" y="1107"/>
                            <a:pt x="898" y="1107"/>
                          </a:cubicBezTo>
                          <a:cubicBezTo>
                            <a:pt x="844" y="1107"/>
                            <a:pt x="844" y="1107"/>
                            <a:pt x="844" y="1107"/>
                          </a:cubicBezTo>
                          <a:cubicBezTo>
                            <a:pt x="682" y="1107"/>
                            <a:pt x="682" y="1107"/>
                            <a:pt x="682" y="1107"/>
                          </a:cubicBezTo>
                          <a:cubicBezTo>
                            <a:pt x="628" y="1107"/>
                            <a:pt x="628" y="1107"/>
                            <a:pt x="628" y="1107"/>
                          </a:cubicBezTo>
                          <a:cubicBezTo>
                            <a:pt x="472" y="1107"/>
                            <a:pt x="472" y="1107"/>
                            <a:pt x="472" y="1107"/>
                          </a:cubicBezTo>
                          <a:cubicBezTo>
                            <a:pt x="418" y="1107"/>
                            <a:pt x="418" y="1107"/>
                            <a:pt x="418" y="1107"/>
                          </a:cubicBezTo>
                          <a:cubicBezTo>
                            <a:pt x="256" y="1107"/>
                            <a:pt x="256" y="1107"/>
                            <a:pt x="256" y="1107"/>
                          </a:cubicBezTo>
                          <a:cubicBezTo>
                            <a:pt x="202" y="1107"/>
                            <a:pt x="202" y="1107"/>
                            <a:pt x="202" y="1107"/>
                          </a:cubicBezTo>
                          <a:cubicBezTo>
                            <a:pt x="74" y="1107"/>
                            <a:pt x="74" y="1107"/>
                            <a:pt x="74" y="1107"/>
                          </a:cubicBezTo>
                          <a:cubicBezTo>
                            <a:pt x="27" y="1107"/>
                            <a:pt x="0" y="1073"/>
                            <a:pt x="0" y="1033"/>
                          </a:cubicBezTo>
                          <a:cubicBezTo>
                            <a:pt x="0" y="898"/>
                            <a:pt x="0" y="898"/>
                            <a:pt x="0" y="898"/>
                          </a:cubicBezTo>
                          <a:cubicBezTo>
                            <a:pt x="0" y="844"/>
                            <a:pt x="0" y="844"/>
                            <a:pt x="0" y="844"/>
                          </a:cubicBezTo>
                          <a:cubicBezTo>
                            <a:pt x="0" y="689"/>
                            <a:pt x="0" y="689"/>
                            <a:pt x="0" y="689"/>
                          </a:cubicBezTo>
                          <a:cubicBezTo>
                            <a:pt x="0" y="635"/>
                            <a:pt x="0" y="635"/>
                            <a:pt x="0" y="635"/>
                          </a:cubicBezTo>
                          <a:cubicBezTo>
                            <a:pt x="0" y="473"/>
                            <a:pt x="0" y="473"/>
                            <a:pt x="0" y="473"/>
                          </a:cubicBezTo>
                          <a:cubicBezTo>
                            <a:pt x="0" y="419"/>
                            <a:pt x="0" y="419"/>
                            <a:pt x="0" y="419"/>
                          </a:cubicBezTo>
                          <a:cubicBezTo>
                            <a:pt x="0" y="264"/>
                            <a:pt x="0" y="264"/>
                            <a:pt x="0" y="264"/>
                          </a:cubicBezTo>
                          <a:cubicBezTo>
                            <a:pt x="0" y="210"/>
                            <a:pt x="0" y="210"/>
                            <a:pt x="0" y="210"/>
                          </a:cubicBezTo>
                          <a:cubicBezTo>
                            <a:pt x="0" y="75"/>
                            <a:pt x="0" y="75"/>
                            <a:pt x="0" y="75"/>
                          </a:cubicBezTo>
                          <a:cubicBezTo>
                            <a:pt x="0" y="34"/>
                            <a:pt x="27" y="0"/>
                            <a:pt x="74" y="0"/>
                          </a:cubicBezTo>
                          <a:cubicBezTo>
                            <a:pt x="202" y="0"/>
                            <a:pt x="202" y="0"/>
                            <a:pt x="202" y="0"/>
                          </a:cubicBezTo>
                          <a:cubicBezTo>
                            <a:pt x="256" y="0"/>
                            <a:pt x="256" y="0"/>
                            <a:pt x="256" y="0"/>
                          </a:cubicBezTo>
                          <a:cubicBezTo>
                            <a:pt x="418" y="0"/>
                            <a:pt x="418" y="0"/>
                            <a:pt x="418" y="0"/>
                          </a:cubicBezTo>
                          <a:cubicBezTo>
                            <a:pt x="472" y="0"/>
                            <a:pt x="472" y="0"/>
                            <a:pt x="472" y="0"/>
                          </a:cubicBezTo>
                          <a:cubicBezTo>
                            <a:pt x="628" y="0"/>
                            <a:pt x="628" y="0"/>
                            <a:pt x="628" y="0"/>
                          </a:cubicBezTo>
                          <a:cubicBezTo>
                            <a:pt x="682" y="0"/>
                            <a:pt x="682" y="0"/>
                            <a:pt x="682" y="0"/>
                          </a:cubicBezTo>
                          <a:cubicBezTo>
                            <a:pt x="844" y="0"/>
                            <a:pt x="844" y="0"/>
                            <a:pt x="844" y="0"/>
                          </a:cubicBezTo>
                          <a:cubicBezTo>
                            <a:pt x="898" y="0"/>
                            <a:pt x="898" y="0"/>
                            <a:pt x="898" y="0"/>
                          </a:cubicBezTo>
                          <a:cubicBezTo>
                            <a:pt x="1026" y="0"/>
                            <a:pt x="1026" y="0"/>
                            <a:pt x="1026" y="0"/>
                          </a:cubicBezTo>
                          <a:cubicBezTo>
                            <a:pt x="1073" y="0"/>
                            <a:pt x="1100" y="34"/>
                            <a:pt x="1100" y="75"/>
                          </a:cubicBezTo>
                          <a:cubicBezTo>
                            <a:pt x="1100" y="210"/>
                            <a:pt x="1100" y="210"/>
                            <a:pt x="1100" y="210"/>
                          </a:cubicBezTo>
                          <a:cubicBezTo>
                            <a:pt x="1100" y="210"/>
                            <a:pt x="1100" y="210"/>
                            <a:pt x="1100" y="210"/>
                          </a:cubicBezTo>
                          <a:close/>
                        </a:path>
                      </a:pathLst>
                    </a:custGeom>
                    <a:solidFill>
                      <a:schemeClr val="tx1">
                        <a:lumMod val="85000"/>
                        <a:lumOff val="15000"/>
                      </a:schemeClr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904" name="Freeform 96">
                      <a:extLst>
                        <a:ext uri="{FF2B5EF4-FFF2-40B4-BE49-F238E27FC236}">
                          <a16:creationId xmlns:a16="http://schemas.microsoft.com/office/drawing/2014/main" id="{93F2B392-8ED7-66DE-4F90-0C26F0004B5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085300" y="2620963"/>
                      <a:ext cx="131763" cy="30163"/>
                    </a:xfrm>
                    <a:custGeom>
                      <a:avLst/>
                      <a:gdLst>
                        <a:gd name="T0" fmla="*/ 244 w 244"/>
                        <a:gd name="T1" fmla="*/ 28 h 55"/>
                        <a:gd name="T2" fmla="*/ 217 w 244"/>
                        <a:gd name="T3" fmla="*/ 0 h 55"/>
                        <a:gd name="T4" fmla="*/ 0 w 244"/>
                        <a:gd name="T5" fmla="*/ 0 h 55"/>
                        <a:gd name="T6" fmla="*/ 0 w 244"/>
                        <a:gd name="T7" fmla="*/ 55 h 55"/>
                        <a:gd name="T8" fmla="*/ 217 w 244"/>
                        <a:gd name="T9" fmla="*/ 55 h 55"/>
                        <a:gd name="T10" fmla="*/ 244 w 244"/>
                        <a:gd name="T11" fmla="*/ 28 h 5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4" h="55">
                          <a:moveTo>
                            <a:pt x="244" y="28"/>
                          </a:moveTo>
                          <a:cubicBezTo>
                            <a:pt x="244" y="14"/>
                            <a:pt x="230" y="0"/>
                            <a:pt x="217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55"/>
                            <a:pt x="0" y="55"/>
                            <a:pt x="0" y="55"/>
                          </a:cubicBezTo>
                          <a:cubicBezTo>
                            <a:pt x="217" y="55"/>
                            <a:pt x="217" y="55"/>
                            <a:pt x="217" y="55"/>
                          </a:cubicBezTo>
                          <a:cubicBezTo>
                            <a:pt x="230" y="55"/>
                            <a:pt x="244" y="41"/>
                            <a:pt x="244" y="28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905" name="Freeform 97">
                      <a:extLst>
                        <a:ext uri="{FF2B5EF4-FFF2-40B4-BE49-F238E27FC236}">
                          <a16:creationId xmlns:a16="http://schemas.microsoft.com/office/drawing/2014/main" id="{89F364B3-256A-B579-1842-300434A17C8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085300" y="2733675"/>
                      <a:ext cx="131763" cy="30163"/>
                    </a:xfrm>
                    <a:custGeom>
                      <a:avLst/>
                      <a:gdLst>
                        <a:gd name="T0" fmla="*/ 217 w 244"/>
                        <a:gd name="T1" fmla="*/ 0 h 54"/>
                        <a:gd name="T2" fmla="*/ 0 w 244"/>
                        <a:gd name="T3" fmla="*/ 0 h 54"/>
                        <a:gd name="T4" fmla="*/ 0 w 244"/>
                        <a:gd name="T5" fmla="*/ 54 h 54"/>
                        <a:gd name="T6" fmla="*/ 217 w 244"/>
                        <a:gd name="T7" fmla="*/ 54 h 54"/>
                        <a:gd name="T8" fmla="*/ 244 w 244"/>
                        <a:gd name="T9" fmla="*/ 27 h 54"/>
                        <a:gd name="T10" fmla="*/ 217 w 244"/>
                        <a:gd name="T11" fmla="*/ 0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4" h="54">
                          <a:moveTo>
                            <a:pt x="217" y="0"/>
                          </a:move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54"/>
                            <a:pt x="0" y="54"/>
                            <a:pt x="0" y="54"/>
                          </a:cubicBezTo>
                          <a:cubicBezTo>
                            <a:pt x="217" y="54"/>
                            <a:pt x="217" y="54"/>
                            <a:pt x="217" y="54"/>
                          </a:cubicBezTo>
                          <a:cubicBezTo>
                            <a:pt x="230" y="54"/>
                            <a:pt x="244" y="47"/>
                            <a:pt x="244" y="27"/>
                          </a:cubicBezTo>
                          <a:cubicBezTo>
                            <a:pt x="244" y="13"/>
                            <a:pt x="230" y="0"/>
                            <a:pt x="217" y="0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906" name="Freeform 98">
                      <a:extLst>
                        <a:ext uri="{FF2B5EF4-FFF2-40B4-BE49-F238E27FC236}">
                          <a16:creationId xmlns:a16="http://schemas.microsoft.com/office/drawing/2014/main" id="{9AC04F88-6F72-37C4-B719-7C3A79A7314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085300" y="2851150"/>
                      <a:ext cx="131763" cy="30163"/>
                    </a:xfrm>
                    <a:custGeom>
                      <a:avLst/>
                      <a:gdLst>
                        <a:gd name="T0" fmla="*/ 217 w 244"/>
                        <a:gd name="T1" fmla="*/ 0 h 54"/>
                        <a:gd name="T2" fmla="*/ 0 w 244"/>
                        <a:gd name="T3" fmla="*/ 0 h 54"/>
                        <a:gd name="T4" fmla="*/ 0 w 244"/>
                        <a:gd name="T5" fmla="*/ 54 h 54"/>
                        <a:gd name="T6" fmla="*/ 217 w 244"/>
                        <a:gd name="T7" fmla="*/ 54 h 54"/>
                        <a:gd name="T8" fmla="*/ 244 w 244"/>
                        <a:gd name="T9" fmla="*/ 27 h 54"/>
                        <a:gd name="T10" fmla="*/ 217 w 244"/>
                        <a:gd name="T11" fmla="*/ 0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4" h="54">
                          <a:moveTo>
                            <a:pt x="217" y="0"/>
                          </a:move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54"/>
                            <a:pt x="0" y="54"/>
                            <a:pt x="0" y="54"/>
                          </a:cubicBezTo>
                          <a:cubicBezTo>
                            <a:pt x="217" y="54"/>
                            <a:pt x="217" y="54"/>
                            <a:pt x="217" y="54"/>
                          </a:cubicBezTo>
                          <a:cubicBezTo>
                            <a:pt x="230" y="54"/>
                            <a:pt x="244" y="41"/>
                            <a:pt x="244" y="27"/>
                          </a:cubicBezTo>
                          <a:cubicBezTo>
                            <a:pt x="244" y="14"/>
                            <a:pt x="230" y="0"/>
                            <a:pt x="217" y="0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907" name="Freeform 99">
                      <a:extLst>
                        <a:ext uri="{FF2B5EF4-FFF2-40B4-BE49-F238E27FC236}">
                          <a16:creationId xmlns:a16="http://schemas.microsoft.com/office/drawing/2014/main" id="{7FC51529-AC80-FD77-9738-0A04082FCC5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085300" y="2965450"/>
                      <a:ext cx="131763" cy="28575"/>
                    </a:xfrm>
                    <a:custGeom>
                      <a:avLst/>
                      <a:gdLst>
                        <a:gd name="T0" fmla="*/ 217 w 244"/>
                        <a:gd name="T1" fmla="*/ 0 h 54"/>
                        <a:gd name="T2" fmla="*/ 0 w 244"/>
                        <a:gd name="T3" fmla="*/ 0 h 54"/>
                        <a:gd name="T4" fmla="*/ 0 w 244"/>
                        <a:gd name="T5" fmla="*/ 54 h 54"/>
                        <a:gd name="T6" fmla="*/ 217 w 244"/>
                        <a:gd name="T7" fmla="*/ 54 h 54"/>
                        <a:gd name="T8" fmla="*/ 244 w 244"/>
                        <a:gd name="T9" fmla="*/ 27 h 54"/>
                        <a:gd name="T10" fmla="*/ 217 w 244"/>
                        <a:gd name="T11" fmla="*/ 0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4" h="54">
                          <a:moveTo>
                            <a:pt x="217" y="0"/>
                          </a:move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54"/>
                            <a:pt x="0" y="54"/>
                            <a:pt x="0" y="54"/>
                          </a:cubicBezTo>
                          <a:cubicBezTo>
                            <a:pt x="217" y="54"/>
                            <a:pt x="217" y="54"/>
                            <a:pt x="217" y="54"/>
                          </a:cubicBezTo>
                          <a:cubicBezTo>
                            <a:pt x="230" y="54"/>
                            <a:pt x="244" y="47"/>
                            <a:pt x="244" y="27"/>
                          </a:cubicBezTo>
                          <a:cubicBezTo>
                            <a:pt x="244" y="13"/>
                            <a:pt x="230" y="0"/>
                            <a:pt x="217" y="0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908" name="Freeform 100">
                      <a:extLst>
                        <a:ext uri="{FF2B5EF4-FFF2-40B4-BE49-F238E27FC236}">
                          <a16:creationId xmlns:a16="http://schemas.microsoft.com/office/drawing/2014/main" id="{DA274561-0D8B-860A-3324-19CA51D965E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240750" y="2620963"/>
                      <a:ext cx="131763" cy="30163"/>
                    </a:xfrm>
                    <a:custGeom>
                      <a:avLst/>
                      <a:gdLst>
                        <a:gd name="T0" fmla="*/ 0 w 243"/>
                        <a:gd name="T1" fmla="*/ 28 h 55"/>
                        <a:gd name="T2" fmla="*/ 27 w 243"/>
                        <a:gd name="T3" fmla="*/ 55 h 55"/>
                        <a:gd name="T4" fmla="*/ 243 w 243"/>
                        <a:gd name="T5" fmla="*/ 55 h 55"/>
                        <a:gd name="T6" fmla="*/ 243 w 243"/>
                        <a:gd name="T7" fmla="*/ 0 h 55"/>
                        <a:gd name="T8" fmla="*/ 27 w 243"/>
                        <a:gd name="T9" fmla="*/ 0 h 55"/>
                        <a:gd name="T10" fmla="*/ 0 w 243"/>
                        <a:gd name="T11" fmla="*/ 28 h 5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3" h="55">
                          <a:moveTo>
                            <a:pt x="0" y="28"/>
                          </a:moveTo>
                          <a:cubicBezTo>
                            <a:pt x="0" y="41"/>
                            <a:pt x="14" y="55"/>
                            <a:pt x="27" y="55"/>
                          </a:cubicBezTo>
                          <a:cubicBezTo>
                            <a:pt x="243" y="55"/>
                            <a:pt x="243" y="55"/>
                            <a:pt x="243" y="55"/>
                          </a:cubicBezTo>
                          <a:cubicBezTo>
                            <a:pt x="243" y="0"/>
                            <a:pt x="243" y="0"/>
                            <a:pt x="243" y="0"/>
                          </a:cubicBezTo>
                          <a:cubicBezTo>
                            <a:pt x="27" y="0"/>
                            <a:pt x="27" y="0"/>
                            <a:pt x="27" y="0"/>
                          </a:cubicBezTo>
                          <a:cubicBezTo>
                            <a:pt x="14" y="0"/>
                            <a:pt x="0" y="14"/>
                            <a:pt x="0" y="28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909" name="Freeform 101">
                      <a:extLst>
                        <a:ext uri="{FF2B5EF4-FFF2-40B4-BE49-F238E27FC236}">
                          <a16:creationId xmlns:a16="http://schemas.microsoft.com/office/drawing/2014/main" id="{0F165A47-99A7-E478-4ADC-9E5BFE32791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240750" y="2733675"/>
                      <a:ext cx="131763" cy="30163"/>
                    </a:xfrm>
                    <a:custGeom>
                      <a:avLst/>
                      <a:gdLst>
                        <a:gd name="T0" fmla="*/ 0 w 243"/>
                        <a:gd name="T1" fmla="*/ 27 h 54"/>
                        <a:gd name="T2" fmla="*/ 27 w 243"/>
                        <a:gd name="T3" fmla="*/ 54 h 54"/>
                        <a:gd name="T4" fmla="*/ 243 w 243"/>
                        <a:gd name="T5" fmla="*/ 54 h 54"/>
                        <a:gd name="T6" fmla="*/ 243 w 243"/>
                        <a:gd name="T7" fmla="*/ 0 h 54"/>
                        <a:gd name="T8" fmla="*/ 27 w 243"/>
                        <a:gd name="T9" fmla="*/ 0 h 54"/>
                        <a:gd name="T10" fmla="*/ 0 w 243"/>
                        <a:gd name="T11" fmla="*/ 27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3" h="54">
                          <a:moveTo>
                            <a:pt x="0" y="27"/>
                          </a:moveTo>
                          <a:cubicBezTo>
                            <a:pt x="0" y="47"/>
                            <a:pt x="14" y="54"/>
                            <a:pt x="27" y="54"/>
                          </a:cubicBezTo>
                          <a:cubicBezTo>
                            <a:pt x="243" y="54"/>
                            <a:pt x="243" y="54"/>
                            <a:pt x="243" y="54"/>
                          </a:cubicBezTo>
                          <a:cubicBezTo>
                            <a:pt x="243" y="0"/>
                            <a:pt x="243" y="0"/>
                            <a:pt x="243" y="0"/>
                          </a:cubicBezTo>
                          <a:cubicBezTo>
                            <a:pt x="27" y="0"/>
                            <a:pt x="27" y="0"/>
                            <a:pt x="27" y="0"/>
                          </a:cubicBezTo>
                          <a:cubicBezTo>
                            <a:pt x="14" y="0"/>
                            <a:pt x="0" y="13"/>
                            <a:pt x="0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910" name="Freeform 102">
                      <a:extLst>
                        <a:ext uri="{FF2B5EF4-FFF2-40B4-BE49-F238E27FC236}">
                          <a16:creationId xmlns:a16="http://schemas.microsoft.com/office/drawing/2014/main" id="{65683A9B-C28A-06E7-26CF-85D6DBCE5BB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240750" y="2851150"/>
                      <a:ext cx="131763" cy="30163"/>
                    </a:xfrm>
                    <a:custGeom>
                      <a:avLst/>
                      <a:gdLst>
                        <a:gd name="T0" fmla="*/ 0 w 243"/>
                        <a:gd name="T1" fmla="*/ 27 h 54"/>
                        <a:gd name="T2" fmla="*/ 27 w 243"/>
                        <a:gd name="T3" fmla="*/ 54 h 54"/>
                        <a:gd name="T4" fmla="*/ 243 w 243"/>
                        <a:gd name="T5" fmla="*/ 54 h 54"/>
                        <a:gd name="T6" fmla="*/ 243 w 243"/>
                        <a:gd name="T7" fmla="*/ 0 h 54"/>
                        <a:gd name="T8" fmla="*/ 27 w 243"/>
                        <a:gd name="T9" fmla="*/ 0 h 54"/>
                        <a:gd name="T10" fmla="*/ 0 w 243"/>
                        <a:gd name="T11" fmla="*/ 27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3" h="54">
                          <a:moveTo>
                            <a:pt x="0" y="27"/>
                          </a:moveTo>
                          <a:cubicBezTo>
                            <a:pt x="0" y="41"/>
                            <a:pt x="14" y="54"/>
                            <a:pt x="27" y="54"/>
                          </a:cubicBezTo>
                          <a:cubicBezTo>
                            <a:pt x="243" y="54"/>
                            <a:pt x="243" y="54"/>
                            <a:pt x="243" y="54"/>
                          </a:cubicBezTo>
                          <a:cubicBezTo>
                            <a:pt x="243" y="0"/>
                            <a:pt x="243" y="0"/>
                            <a:pt x="243" y="0"/>
                          </a:cubicBezTo>
                          <a:cubicBezTo>
                            <a:pt x="27" y="0"/>
                            <a:pt x="27" y="0"/>
                            <a:pt x="27" y="0"/>
                          </a:cubicBezTo>
                          <a:cubicBezTo>
                            <a:pt x="14" y="0"/>
                            <a:pt x="0" y="14"/>
                            <a:pt x="0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911" name="Freeform 103">
                      <a:extLst>
                        <a:ext uri="{FF2B5EF4-FFF2-40B4-BE49-F238E27FC236}">
                          <a16:creationId xmlns:a16="http://schemas.microsoft.com/office/drawing/2014/main" id="{FE3C5B9C-DBE9-DD4E-C80D-6E4DC815C92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240750" y="2965450"/>
                      <a:ext cx="131763" cy="28575"/>
                    </a:xfrm>
                    <a:custGeom>
                      <a:avLst/>
                      <a:gdLst>
                        <a:gd name="T0" fmla="*/ 0 w 243"/>
                        <a:gd name="T1" fmla="*/ 27 h 54"/>
                        <a:gd name="T2" fmla="*/ 27 w 243"/>
                        <a:gd name="T3" fmla="*/ 54 h 54"/>
                        <a:gd name="T4" fmla="*/ 243 w 243"/>
                        <a:gd name="T5" fmla="*/ 54 h 54"/>
                        <a:gd name="T6" fmla="*/ 243 w 243"/>
                        <a:gd name="T7" fmla="*/ 0 h 54"/>
                        <a:gd name="T8" fmla="*/ 27 w 243"/>
                        <a:gd name="T9" fmla="*/ 0 h 54"/>
                        <a:gd name="T10" fmla="*/ 0 w 243"/>
                        <a:gd name="T11" fmla="*/ 27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3" h="54">
                          <a:moveTo>
                            <a:pt x="0" y="27"/>
                          </a:moveTo>
                          <a:cubicBezTo>
                            <a:pt x="0" y="47"/>
                            <a:pt x="14" y="54"/>
                            <a:pt x="27" y="54"/>
                          </a:cubicBezTo>
                          <a:cubicBezTo>
                            <a:pt x="243" y="54"/>
                            <a:pt x="243" y="54"/>
                            <a:pt x="243" y="54"/>
                          </a:cubicBezTo>
                          <a:cubicBezTo>
                            <a:pt x="243" y="0"/>
                            <a:pt x="243" y="0"/>
                            <a:pt x="243" y="0"/>
                          </a:cubicBezTo>
                          <a:cubicBezTo>
                            <a:pt x="27" y="0"/>
                            <a:pt x="27" y="0"/>
                            <a:pt x="27" y="0"/>
                          </a:cubicBezTo>
                          <a:cubicBezTo>
                            <a:pt x="14" y="0"/>
                            <a:pt x="0" y="13"/>
                            <a:pt x="0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912" name="Freeform 104">
                      <a:extLst>
                        <a:ext uri="{FF2B5EF4-FFF2-40B4-BE49-F238E27FC236}">
                          <a16:creationId xmlns:a16="http://schemas.microsoft.com/office/drawing/2014/main" id="{D521555A-2829-0E7F-28C1-54FB411E9FA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540788" y="2320925"/>
                      <a:ext cx="28575" cy="128588"/>
                    </a:xfrm>
                    <a:custGeom>
                      <a:avLst/>
                      <a:gdLst>
                        <a:gd name="T0" fmla="*/ 54 w 54"/>
                        <a:gd name="T1" fmla="*/ 27 h 237"/>
                        <a:gd name="T2" fmla="*/ 27 w 54"/>
                        <a:gd name="T3" fmla="*/ 0 h 237"/>
                        <a:gd name="T4" fmla="*/ 0 w 54"/>
                        <a:gd name="T5" fmla="*/ 27 h 237"/>
                        <a:gd name="T6" fmla="*/ 0 w 54"/>
                        <a:gd name="T7" fmla="*/ 237 h 237"/>
                        <a:gd name="T8" fmla="*/ 54 w 54"/>
                        <a:gd name="T9" fmla="*/ 237 h 237"/>
                        <a:gd name="T10" fmla="*/ 54 w 54"/>
                        <a:gd name="T11" fmla="*/ 27 h 237"/>
                        <a:gd name="T12" fmla="*/ 54 w 54"/>
                        <a:gd name="T13" fmla="*/ 27 h 2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7">
                          <a:moveTo>
                            <a:pt x="54" y="27"/>
                          </a:moveTo>
                          <a:cubicBezTo>
                            <a:pt x="54" y="14"/>
                            <a:pt x="40" y="0"/>
                            <a:pt x="27" y="0"/>
                          </a:cubicBezTo>
                          <a:cubicBezTo>
                            <a:pt x="13" y="0"/>
                            <a:pt x="0" y="14"/>
                            <a:pt x="0" y="27"/>
                          </a:cubicBezTo>
                          <a:cubicBezTo>
                            <a:pt x="0" y="237"/>
                            <a:pt x="0" y="237"/>
                            <a:pt x="0" y="237"/>
                          </a:cubicBezTo>
                          <a:cubicBezTo>
                            <a:pt x="54" y="237"/>
                            <a:pt x="54" y="237"/>
                            <a:pt x="54" y="23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913" name="Freeform 105">
                      <a:extLst>
                        <a:ext uri="{FF2B5EF4-FFF2-40B4-BE49-F238E27FC236}">
                          <a16:creationId xmlns:a16="http://schemas.microsoft.com/office/drawing/2014/main" id="{80FE1E20-28E5-FF66-D660-A93231E8567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658263" y="2320925"/>
                      <a:ext cx="28575" cy="128588"/>
                    </a:xfrm>
                    <a:custGeom>
                      <a:avLst/>
                      <a:gdLst>
                        <a:gd name="T0" fmla="*/ 54 w 54"/>
                        <a:gd name="T1" fmla="*/ 27 h 237"/>
                        <a:gd name="T2" fmla="*/ 27 w 54"/>
                        <a:gd name="T3" fmla="*/ 0 h 237"/>
                        <a:gd name="T4" fmla="*/ 0 w 54"/>
                        <a:gd name="T5" fmla="*/ 27 h 237"/>
                        <a:gd name="T6" fmla="*/ 0 w 54"/>
                        <a:gd name="T7" fmla="*/ 237 h 237"/>
                        <a:gd name="T8" fmla="*/ 54 w 54"/>
                        <a:gd name="T9" fmla="*/ 237 h 237"/>
                        <a:gd name="T10" fmla="*/ 54 w 54"/>
                        <a:gd name="T11" fmla="*/ 27 h 237"/>
                        <a:gd name="T12" fmla="*/ 54 w 54"/>
                        <a:gd name="T13" fmla="*/ 27 h 2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7">
                          <a:moveTo>
                            <a:pt x="54" y="27"/>
                          </a:moveTo>
                          <a:cubicBezTo>
                            <a:pt x="54" y="14"/>
                            <a:pt x="40" y="0"/>
                            <a:pt x="27" y="0"/>
                          </a:cubicBezTo>
                          <a:cubicBezTo>
                            <a:pt x="13" y="0"/>
                            <a:pt x="0" y="14"/>
                            <a:pt x="0" y="27"/>
                          </a:cubicBezTo>
                          <a:cubicBezTo>
                            <a:pt x="0" y="237"/>
                            <a:pt x="0" y="237"/>
                            <a:pt x="0" y="237"/>
                          </a:cubicBezTo>
                          <a:cubicBezTo>
                            <a:pt x="54" y="237"/>
                            <a:pt x="54" y="237"/>
                            <a:pt x="54" y="23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914" name="Freeform 106">
                      <a:extLst>
                        <a:ext uri="{FF2B5EF4-FFF2-40B4-BE49-F238E27FC236}">
                          <a16:creationId xmlns:a16="http://schemas.microsoft.com/office/drawing/2014/main" id="{05FEFE31-8D89-9B35-4267-22188E2A843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770975" y="2320925"/>
                      <a:ext cx="30163" cy="128588"/>
                    </a:xfrm>
                    <a:custGeom>
                      <a:avLst/>
                      <a:gdLst>
                        <a:gd name="T0" fmla="*/ 54 w 54"/>
                        <a:gd name="T1" fmla="*/ 27 h 237"/>
                        <a:gd name="T2" fmla="*/ 27 w 54"/>
                        <a:gd name="T3" fmla="*/ 0 h 237"/>
                        <a:gd name="T4" fmla="*/ 0 w 54"/>
                        <a:gd name="T5" fmla="*/ 27 h 237"/>
                        <a:gd name="T6" fmla="*/ 0 w 54"/>
                        <a:gd name="T7" fmla="*/ 237 h 237"/>
                        <a:gd name="T8" fmla="*/ 54 w 54"/>
                        <a:gd name="T9" fmla="*/ 237 h 237"/>
                        <a:gd name="T10" fmla="*/ 54 w 54"/>
                        <a:gd name="T11" fmla="*/ 27 h 237"/>
                        <a:gd name="T12" fmla="*/ 54 w 54"/>
                        <a:gd name="T13" fmla="*/ 27 h 2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7">
                          <a:moveTo>
                            <a:pt x="54" y="27"/>
                          </a:moveTo>
                          <a:cubicBezTo>
                            <a:pt x="54" y="14"/>
                            <a:pt x="40" y="0"/>
                            <a:pt x="27" y="0"/>
                          </a:cubicBezTo>
                          <a:cubicBezTo>
                            <a:pt x="13" y="0"/>
                            <a:pt x="0" y="14"/>
                            <a:pt x="0" y="27"/>
                          </a:cubicBezTo>
                          <a:cubicBezTo>
                            <a:pt x="0" y="237"/>
                            <a:pt x="0" y="237"/>
                            <a:pt x="0" y="237"/>
                          </a:cubicBezTo>
                          <a:cubicBezTo>
                            <a:pt x="54" y="237"/>
                            <a:pt x="54" y="237"/>
                            <a:pt x="54" y="23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915" name="Freeform 107">
                      <a:extLst>
                        <a:ext uri="{FF2B5EF4-FFF2-40B4-BE49-F238E27FC236}">
                          <a16:creationId xmlns:a16="http://schemas.microsoft.com/office/drawing/2014/main" id="{6EE57209-3ED9-F1E9-1619-976F42B3A9F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886863" y="2320925"/>
                      <a:ext cx="30163" cy="128588"/>
                    </a:xfrm>
                    <a:custGeom>
                      <a:avLst/>
                      <a:gdLst>
                        <a:gd name="T0" fmla="*/ 54 w 54"/>
                        <a:gd name="T1" fmla="*/ 27 h 237"/>
                        <a:gd name="T2" fmla="*/ 27 w 54"/>
                        <a:gd name="T3" fmla="*/ 0 h 237"/>
                        <a:gd name="T4" fmla="*/ 0 w 54"/>
                        <a:gd name="T5" fmla="*/ 27 h 237"/>
                        <a:gd name="T6" fmla="*/ 0 w 54"/>
                        <a:gd name="T7" fmla="*/ 237 h 237"/>
                        <a:gd name="T8" fmla="*/ 54 w 54"/>
                        <a:gd name="T9" fmla="*/ 237 h 237"/>
                        <a:gd name="T10" fmla="*/ 54 w 54"/>
                        <a:gd name="T11" fmla="*/ 27 h 237"/>
                        <a:gd name="T12" fmla="*/ 54 w 54"/>
                        <a:gd name="T13" fmla="*/ 27 h 2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7">
                          <a:moveTo>
                            <a:pt x="54" y="27"/>
                          </a:moveTo>
                          <a:cubicBezTo>
                            <a:pt x="54" y="14"/>
                            <a:pt x="40" y="0"/>
                            <a:pt x="27" y="0"/>
                          </a:cubicBezTo>
                          <a:cubicBezTo>
                            <a:pt x="13" y="0"/>
                            <a:pt x="0" y="14"/>
                            <a:pt x="0" y="27"/>
                          </a:cubicBezTo>
                          <a:cubicBezTo>
                            <a:pt x="0" y="237"/>
                            <a:pt x="0" y="237"/>
                            <a:pt x="0" y="237"/>
                          </a:cubicBezTo>
                          <a:cubicBezTo>
                            <a:pt x="54" y="237"/>
                            <a:pt x="54" y="237"/>
                            <a:pt x="54" y="23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916" name="Freeform 108">
                      <a:extLst>
                        <a:ext uri="{FF2B5EF4-FFF2-40B4-BE49-F238E27FC236}">
                          <a16:creationId xmlns:a16="http://schemas.microsoft.com/office/drawing/2014/main" id="{74530239-3634-4070-AD7F-5A06D432C8D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540788" y="3165475"/>
                      <a:ext cx="28575" cy="128588"/>
                    </a:xfrm>
                    <a:custGeom>
                      <a:avLst/>
                      <a:gdLst>
                        <a:gd name="T0" fmla="*/ 0 w 54"/>
                        <a:gd name="T1" fmla="*/ 211 h 238"/>
                        <a:gd name="T2" fmla="*/ 27 w 54"/>
                        <a:gd name="T3" fmla="*/ 238 h 238"/>
                        <a:gd name="T4" fmla="*/ 54 w 54"/>
                        <a:gd name="T5" fmla="*/ 211 h 238"/>
                        <a:gd name="T6" fmla="*/ 54 w 54"/>
                        <a:gd name="T7" fmla="*/ 0 h 238"/>
                        <a:gd name="T8" fmla="*/ 0 w 54"/>
                        <a:gd name="T9" fmla="*/ 0 h 238"/>
                        <a:gd name="T10" fmla="*/ 0 w 54"/>
                        <a:gd name="T11" fmla="*/ 211 h 238"/>
                        <a:gd name="T12" fmla="*/ 0 w 54"/>
                        <a:gd name="T13" fmla="*/ 211 h 2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8">
                          <a:moveTo>
                            <a:pt x="0" y="211"/>
                          </a:moveTo>
                          <a:cubicBezTo>
                            <a:pt x="0" y="231"/>
                            <a:pt x="13" y="238"/>
                            <a:pt x="27" y="238"/>
                          </a:cubicBezTo>
                          <a:cubicBezTo>
                            <a:pt x="40" y="238"/>
                            <a:pt x="54" y="231"/>
                            <a:pt x="54" y="211"/>
                          </a:cubicBezTo>
                          <a:cubicBezTo>
                            <a:pt x="54" y="0"/>
                            <a:pt x="54" y="0"/>
                            <a:pt x="54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917" name="Freeform 109">
                      <a:extLst>
                        <a:ext uri="{FF2B5EF4-FFF2-40B4-BE49-F238E27FC236}">
                          <a16:creationId xmlns:a16="http://schemas.microsoft.com/office/drawing/2014/main" id="{B22FFA85-E1C1-65AD-B5A1-2E90A1DF5D7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658263" y="3165475"/>
                      <a:ext cx="28575" cy="128588"/>
                    </a:xfrm>
                    <a:custGeom>
                      <a:avLst/>
                      <a:gdLst>
                        <a:gd name="T0" fmla="*/ 0 w 54"/>
                        <a:gd name="T1" fmla="*/ 211 h 238"/>
                        <a:gd name="T2" fmla="*/ 27 w 54"/>
                        <a:gd name="T3" fmla="*/ 238 h 238"/>
                        <a:gd name="T4" fmla="*/ 54 w 54"/>
                        <a:gd name="T5" fmla="*/ 211 h 238"/>
                        <a:gd name="T6" fmla="*/ 54 w 54"/>
                        <a:gd name="T7" fmla="*/ 0 h 238"/>
                        <a:gd name="T8" fmla="*/ 0 w 54"/>
                        <a:gd name="T9" fmla="*/ 0 h 238"/>
                        <a:gd name="T10" fmla="*/ 0 w 54"/>
                        <a:gd name="T11" fmla="*/ 211 h 238"/>
                        <a:gd name="T12" fmla="*/ 0 w 54"/>
                        <a:gd name="T13" fmla="*/ 211 h 2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8">
                          <a:moveTo>
                            <a:pt x="0" y="211"/>
                          </a:moveTo>
                          <a:cubicBezTo>
                            <a:pt x="0" y="231"/>
                            <a:pt x="13" y="238"/>
                            <a:pt x="27" y="238"/>
                          </a:cubicBezTo>
                          <a:cubicBezTo>
                            <a:pt x="40" y="238"/>
                            <a:pt x="54" y="231"/>
                            <a:pt x="54" y="211"/>
                          </a:cubicBezTo>
                          <a:cubicBezTo>
                            <a:pt x="54" y="0"/>
                            <a:pt x="54" y="0"/>
                            <a:pt x="54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918" name="Freeform 110">
                      <a:extLst>
                        <a:ext uri="{FF2B5EF4-FFF2-40B4-BE49-F238E27FC236}">
                          <a16:creationId xmlns:a16="http://schemas.microsoft.com/office/drawing/2014/main" id="{45D08DD0-2421-5AE8-23A5-0708E06C5EE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770975" y="3165475"/>
                      <a:ext cx="30163" cy="128588"/>
                    </a:xfrm>
                    <a:custGeom>
                      <a:avLst/>
                      <a:gdLst>
                        <a:gd name="T0" fmla="*/ 0 w 54"/>
                        <a:gd name="T1" fmla="*/ 211 h 238"/>
                        <a:gd name="T2" fmla="*/ 27 w 54"/>
                        <a:gd name="T3" fmla="*/ 238 h 238"/>
                        <a:gd name="T4" fmla="*/ 54 w 54"/>
                        <a:gd name="T5" fmla="*/ 211 h 238"/>
                        <a:gd name="T6" fmla="*/ 54 w 54"/>
                        <a:gd name="T7" fmla="*/ 0 h 238"/>
                        <a:gd name="T8" fmla="*/ 0 w 54"/>
                        <a:gd name="T9" fmla="*/ 0 h 238"/>
                        <a:gd name="T10" fmla="*/ 0 w 54"/>
                        <a:gd name="T11" fmla="*/ 211 h 238"/>
                        <a:gd name="T12" fmla="*/ 0 w 54"/>
                        <a:gd name="T13" fmla="*/ 211 h 2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8">
                          <a:moveTo>
                            <a:pt x="0" y="211"/>
                          </a:moveTo>
                          <a:cubicBezTo>
                            <a:pt x="0" y="231"/>
                            <a:pt x="13" y="238"/>
                            <a:pt x="27" y="238"/>
                          </a:cubicBezTo>
                          <a:cubicBezTo>
                            <a:pt x="40" y="238"/>
                            <a:pt x="54" y="231"/>
                            <a:pt x="54" y="211"/>
                          </a:cubicBezTo>
                          <a:cubicBezTo>
                            <a:pt x="54" y="0"/>
                            <a:pt x="54" y="0"/>
                            <a:pt x="54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919" name="Freeform 111">
                      <a:extLst>
                        <a:ext uri="{FF2B5EF4-FFF2-40B4-BE49-F238E27FC236}">
                          <a16:creationId xmlns:a16="http://schemas.microsoft.com/office/drawing/2014/main" id="{83FEA18D-5326-11A2-1695-58B978267B4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886863" y="3165475"/>
                      <a:ext cx="30163" cy="128588"/>
                    </a:xfrm>
                    <a:custGeom>
                      <a:avLst/>
                      <a:gdLst>
                        <a:gd name="T0" fmla="*/ 0 w 54"/>
                        <a:gd name="T1" fmla="*/ 211 h 238"/>
                        <a:gd name="T2" fmla="*/ 27 w 54"/>
                        <a:gd name="T3" fmla="*/ 238 h 238"/>
                        <a:gd name="T4" fmla="*/ 54 w 54"/>
                        <a:gd name="T5" fmla="*/ 211 h 238"/>
                        <a:gd name="T6" fmla="*/ 54 w 54"/>
                        <a:gd name="T7" fmla="*/ 0 h 238"/>
                        <a:gd name="T8" fmla="*/ 0 w 54"/>
                        <a:gd name="T9" fmla="*/ 0 h 238"/>
                        <a:gd name="T10" fmla="*/ 0 w 54"/>
                        <a:gd name="T11" fmla="*/ 211 h 238"/>
                        <a:gd name="T12" fmla="*/ 0 w 54"/>
                        <a:gd name="T13" fmla="*/ 211 h 2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8">
                          <a:moveTo>
                            <a:pt x="0" y="211"/>
                          </a:moveTo>
                          <a:cubicBezTo>
                            <a:pt x="0" y="231"/>
                            <a:pt x="13" y="238"/>
                            <a:pt x="27" y="238"/>
                          </a:cubicBezTo>
                          <a:cubicBezTo>
                            <a:pt x="40" y="238"/>
                            <a:pt x="54" y="231"/>
                            <a:pt x="54" y="211"/>
                          </a:cubicBezTo>
                          <a:cubicBezTo>
                            <a:pt x="54" y="0"/>
                            <a:pt x="54" y="0"/>
                            <a:pt x="54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920" name="Freeform 112">
                      <a:extLst>
                        <a:ext uri="{FF2B5EF4-FFF2-40B4-BE49-F238E27FC236}">
                          <a16:creationId xmlns:a16="http://schemas.microsoft.com/office/drawing/2014/main" id="{B90CBD39-7B3C-B5BF-F8C4-E2E7A05B548E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21401088" y="2478088"/>
                      <a:ext cx="654050" cy="658813"/>
                    </a:xfrm>
                    <a:custGeom>
                      <a:avLst/>
                      <a:gdLst>
                        <a:gd name="T0" fmla="*/ 952 w 1208"/>
                        <a:gd name="T1" fmla="*/ 0 h 1215"/>
                        <a:gd name="T2" fmla="*/ 736 w 1208"/>
                        <a:gd name="T3" fmla="*/ 0 h 1215"/>
                        <a:gd name="T4" fmla="*/ 526 w 1208"/>
                        <a:gd name="T5" fmla="*/ 0 h 1215"/>
                        <a:gd name="T6" fmla="*/ 310 w 1208"/>
                        <a:gd name="T7" fmla="*/ 0 h 1215"/>
                        <a:gd name="T8" fmla="*/ 128 w 1208"/>
                        <a:gd name="T9" fmla="*/ 0 h 1215"/>
                        <a:gd name="T10" fmla="*/ 0 w 1208"/>
                        <a:gd name="T11" fmla="*/ 264 h 1215"/>
                        <a:gd name="T12" fmla="*/ 0 w 1208"/>
                        <a:gd name="T13" fmla="*/ 473 h 1215"/>
                        <a:gd name="T14" fmla="*/ 0 w 1208"/>
                        <a:gd name="T15" fmla="*/ 689 h 1215"/>
                        <a:gd name="T16" fmla="*/ 0 w 1208"/>
                        <a:gd name="T17" fmla="*/ 898 h 1215"/>
                        <a:gd name="T18" fmla="*/ 0 w 1208"/>
                        <a:gd name="T19" fmla="*/ 1087 h 1215"/>
                        <a:gd name="T20" fmla="*/ 256 w 1208"/>
                        <a:gd name="T21" fmla="*/ 1215 h 1215"/>
                        <a:gd name="T22" fmla="*/ 472 w 1208"/>
                        <a:gd name="T23" fmla="*/ 1215 h 1215"/>
                        <a:gd name="T24" fmla="*/ 682 w 1208"/>
                        <a:gd name="T25" fmla="*/ 1215 h 1215"/>
                        <a:gd name="T26" fmla="*/ 898 w 1208"/>
                        <a:gd name="T27" fmla="*/ 1215 h 1215"/>
                        <a:gd name="T28" fmla="*/ 1080 w 1208"/>
                        <a:gd name="T29" fmla="*/ 1215 h 1215"/>
                        <a:gd name="T30" fmla="*/ 1208 w 1208"/>
                        <a:gd name="T31" fmla="*/ 952 h 1215"/>
                        <a:gd name="T32" fmla="*/ 1208 w 1208"/>
                        <a:gd name="T33" fmla="*/ 743 h 1215"/>
                        <a:gd name="T34" fmla="*/ 1208 w 1208"/>
                        <a:gd name="T35" fmla="*/ 527 h 1215"/>
                        <a:gd name="T36" fmla="*/ 1208 w 1208"/>
                        <a:gd name="T37" fmla="*/ 318 h 1215"/>
                        <a:gd name="T38" fmla="*/ 1208 w 1208"/>
                        <a:gd name="T39" fmla="*/ 129 h 1215"/>
                        <a:gd name="T40" fmla="*/ 1154 w 1208"/>
                        <a:gd name="T41" fmla="*/ 264 h 1215"/>
                        <a:gd name="T42" fmla="*/ 1154 w 1208"/>
                        <a:gd name="T43" fmla="*/ 473 h 1215"/>
                        <a:gd name="T44" fmla="*/ 1154 w 1208"/>
                        <a:gd name="T45" fmla="*/ 689 h 1215"/>
                        <a:gd name="T46" fmla="*/ 1154 w 1208"/>
                        <a:gd name="T47" fmla="*/ 898 h 1215"/>
                        <a:gd name="T48" fmla="*/ 1154 w 1208"/>
                        <a:gd name="T49" fmla="*/ 1087 h 1215"/>
                        <a:gd name="T50" fmla="*/ 952 w 1208"/>
                        <a:gd name="T51" fmla="*/ 1161 h 1215"/>
                        <a:gd name="T52" fmla="*/ 736 w 1208"/>
                        <a:gd name="T53" fmla="*/ 1161 h 1215"/>
                        <a:gd name="T54" fmla="*/ 526 w 1208"/>
                        <a:gd name="T55" fmla="*/ 1161 h 1215"/>
                        <a:gd name="T56" fmla="*/ 310 w 1208"/>
                        <a:gd name="T57" fmla="*/ 1161 h 1215"/>
                        <a:gd name="T58" fmla="*/ 128 w 1208"/>
                        <a:gd name="T59" fmla="*/ 1161 h 1215"/>
                        <a:gd name="T60" fmla="*/ 54 w 1208"/>
                        <a:gd name="T61" fmla="*/ 952 h 1215"/>
                        <a:gd name="T62" fmla="*/ 54 w 1208"/>
                        <a:gd name="T63" fmla="*/ 743 h 1215"/>
                        <a:gd name="T64" fmla="*/ 54 w 1208"/>
                        <a:gd name="T65" fmla="*/ 527 h 1215"/>
                        <a:gd name="T66" fmla="*/ 54 w 1208"/>
                        <a:gd name="T67" fmla="*/ 318 h 1215"/>
                        <a:gd name="T68" fmla="*/ 54 w 1208"/>
                        <a:gd name="T69" fmla="*/ 129 h 1215"/>
                        <a:gd name="T70" fmla="*/ 256 w 1208"/>
                        <a:gd name="T71" fmla="*/ 54 h 1215"/>
                        <a:gd name="T72" fmla="*/ 472 w 1208"/>
                        <a:gd name="T73" fmla="*/ 54 h 1215"/>
                        <a:gd name="T74" fmla="*/ 682 w 1208"/>
                        <a:gd name="T75" fmla="*/ 54 h 1215"/>
                        <a:gd name="T76" fmla="*/ 898 w 1208"/>
                        <a:gd name="T77" fmla="*/ 54 h 1215"/>
                        <a:gd name="T78" fmla="*/ 1080 w 1208"/>
                        <a:gd name="T79" fmla="*/ 54 h 1215"/>
                        <a:gd name="T80" fmla="*/ 1154 w 1208"/>
                        <a:gd name="T81" fmla="*/ 264 h 121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</a:cxnLst>
                      <a:rect l="0" t="0" r="r" b="b"/>
                      <a:pathLst>
                        <a:path w="1208" h="1215">
                          <a:moveTo>
                            <a:pt x="1080" y="0"/>
                          </a:moveTo>
                          <a:cubicBezTo>
                            <a:pt x="952" y="0"/>
                            <a:pt x="952" y="0"/>
                            <a:pt x="952" y="0"/>
                          </a:cubicBezTo>
                          <a:cubicBezTo>
                            <a:pt x="898" y="0"/>
                            <a:pt x="898" y="0"/>
                            <a:pt x="898" y="0"/>
                          </a:cubicBezTo>
                          <a:cubicBezTo>
                            <a:pt x="736" y="0"/>
                            <a:pt x="736" y="0"/>
                            <a:pt x="736" y="0"/>
                          </a:cubicBezTo>
                          <a:cubicBezTo>
                            <a:pt x="682" y="0"/>
                            <a:pt x="682" y="0"/>
                            <a:pt x="682" y="0"/>
                          </a:cubicBezTo>
                          <a:cubicBezTo>
                            <a:pt x="526" y="0"/>
                            <a:pt x="526" y="0"/>
                            <a:pt x="526" y="0"/>
                          </a:cubicBezTo>
                          <a:cubicBezTo>
                            <a:pt x="472" y="0"/>
                            <a:pt x="472" y="0"/>
                            <a:pt x="472" y="0"/>
                          </a:cubicBezTo>
                          <a:cubicBezTo>
                            <a:pt x="310" y="0"/>
                            <a:pt x="310" y="0"/>
                            <a:pt x="310" y="0"/>
                          </a:cubicBezTo>
                          <a:cubicBezTo>
                            <a:pt x="256" y="0"/>
                            <a:pt x="256" y="0"/>
                            <a:pt x="256" y="0"/>
                          </a:cubicBezTo>
                          <a:cubicBezTo>
                            <a:pt x="128" y="0"/>
                            <a:pt x="128" y="0"/>
                            <a:pt x="128" y="0"/>
                          </a:cubicBezTo>
                          <a:cubicBezTo>
                            <a:pt x="54" y="0"/>
                            <a:pt x="0" y="61"/>
                            <a:pt x="0" y="129"/>
                          </a:cubicBezTo>
                          <a:cubicBezTo>
                            <a:pt x="0" y="264"/>
                            <a:pt x="0" y="264"/>
                            <a:pt x="0" y="264"/>
                          </a:cubicBezTo>
                          <a:cubicBezTo>
                            <a:pt x="0" y="318"/>
                            <a:pt x="0" y="318"/>
                            <a:pt x="0" y="318"/>
                          </a:cubicBezTo>
                          <a:cubicBezTo>
                            <a:pt x="0" y="473"/>
                            <a:pt x="0" y="473"/>
                            <a:pt x="0" y="473"/>
                          </a:cubicBezTo>
                          <a:cubicBezTo>
                            <a:pt x="0" y="527"/>
                            <a:pt x="0" y="527"/>
                            <a:pt x="0" y="527"/>
                          </a:cubicBezTo>
                          <a:cubicBezTo>
                            <a:pt x="0" y="689"/>
                            <a:pt x="0" y="689"/>
                            <a:pt x="0" y="689"/>
                          </a:cubicBezTo>
                          <a:cubicBezTo>
                            <a:pt x="0" y="743"/>
                            <a:pt x="0" y="743"/>
                            <a:pt x="0" y="743"/>
                          </a:cubicBezTo>
                          <a:cubicBezTo>
                            <a:pt x="0" y="898"/>
                            <a:pt x="0" y="898"/>
                            <a:pt x="0" y="898"/>
                          </a:cubicBezTo>
                          <a:cubicBezTo>
                            <a:pt x="0" y="952"/>
                            <a:pt x="0" y="952"/>
                            <a:pt x="0" y="952"/>
                          </a:cubicBezTo>
                          <a:cubicBezTo>
                            <a:pt x="0" y="1087"/>
                            <a:pt x="0" y="1087"/>
                            <a:pt x="0" y="1087"/>
                          </a:cubicBezTo>
                          <a:cubicBezTo>
                            <a:pt x="0" y="1161"/>
                            <a:pt x="54" y="1215"/>
                            <a:pt x="128" y="1215"/>
                          </a:cubicBezTo>
                          <a:cubicBezTo>
                            <a:pt x="256" y="1215"/>
                            <a:pt x="256" y="1215"/>
                            <a:pt x="256" y="1215"/>
                          </a:cubicBezTo>
                          <a:cubicBezTo>
                            <a:pt x="310" y="1215"/>
                            <a:pt x="310" y="1215"/>
                            <a:pt x="310" y="1215"/>
                          </a:cubicBezTo>
                          <a:cubicBezTo>
                            <a:pt x="472" y="1215"/>
                            <a:pt x="472" y="1215"/>
                            <a:pt x="472" y="1215"/>
                          </a:cubicBezTo>
                          <a:cubicBezTo>
                            <a:pt x="526" y="1215"/>
                            <a:pt x="526" y="1215"/>
                            <a:pt x="526" y="1215"/>
                          </a:cubicBezTo>
                          <a:cubicBezTo>
                            <a:pt x="682" y="1215"/>
                            <a:pt x="682" y="1215"/>
                            <a:pt x="682" y="1215"/>
                          </a:cubicBezTo>
                          <a:cubicBezTo>
                            <a:pt x="736" y="1215"/>
                            <a:pt x="736" y="1215"/>
                            <a:pt x="736" y="1215"/>
                          </a:cubicBezTo>
                          <a:cubicBezTo>
                            <a:pt x="898" y="1215"/>
                            <a:pt x="898" y="1215"/>
                            <a:pt x="898" y="1215"/>
                          </a:cubicBezTo>
                          <a:cubicBezTo>
                            <a:pt x="952" y="1215"/>
                            <a:pt x="952" y="1215"/>
                            <a:pt x="952" y="1215"/>
                          </a:cubicBezTo>
                          <a:cubicBezTo>
                            <a:pt x="1080" y="1215"/>
                            <a:pt x="1080" y="1215"/>
                            <a:pt x="1080" y="1215"/>
                          </a:cubicBezTo>
                          <a:cubicBezTo>
                            <a:pt x="1154" y="1215"/>
                            <a:pt x="1208" y="1161"/>
                            <a:pt x="1208" y="1087"/>
                          </a:cubicBezTo>
                          <a:cubicBezTo>
                            <a:pt x="1208" y="952"/>
                            <a:pt x="1208" y="952"/>
                            <a:pt x="1208" y="952"/>
                          </a:cubicBezTo>
                          <a:cubicBezTo>
                            <a:pt x="1208" y="898"/>
                            <a:pt x="1208" y="898"/>
                            <a:pt x="1208" y="898"/>
                          </a:cubicBezTo>
                          <a:cubicBezTo>
                            <a:pt x="1208" y="743"/>
                            <a:pt x="1208" y="743"/>
                            <a:pt x="1208" y="743"/>
                          </a:cubicBezTo>
                          <a:cubicBezTo>
                            <a:pt x="1208" y="689"/>
                            <a:pt x="1208" y="689"/>
                            <a:pt x="1208" y="689"/>
                          </a:cubicBezTo>
                          <a:cubicBezTo>
                            <a:pt x="1208" y="527"/>
                            <a:pt x="1208" y="527"/>
                            <a:pt x="1208" y="527"/>
                          </a:cubicBezTo>
                          <a:cubicBezTo>
                            <a:pt x="1208" y="473"/>
                            <a:pt x="1208" y="473"/>
                            <a:pt x="1208" y="473"/>
                          </a:cubicBezTo>
                          <a:cubicBezTo>
                            <a:pt x="1208" y="318"/>
                            <a:pt x="1208" y="318"/>
                            <a:pt x="1208" y="318"/>
                          </a:cubicBezTo>
                          <a:cubicBezTo>
                            <a:pt x="1208" y="264"/>
                            <a:pt x="1208" y="264"/>
                            <a:pt x="1208" y="264"/>
                          </a:cubicBezTo>
                          <a:cubicBezTo>
                            <a:pt x="1208" y="129"/>
                            <a:pt x="1208" y="129"/>
                            <a:pt x="1208" y="129"/>
                          </a:cubicBezTo>
                          <a:cubicBezTo>
                            <a:pt x="1208" y="61"/>
                            <a:pt x="1154" y="0"/>
                            <a:pt x="1080" y="0"/>
                          </a:cubicBezTo>
                          <a:close/>
                          <a:moveTo>
                            <a:pt x="1154" y="264"/>
                          </a:moveTo>
                          <a:cubicBezTo>
                            <a:pt x="1154" y="318"/>
                            <a:pt x="1154" y="318"/>
                            <a:pt x="1154" y="318"/>
                          </a:cubicBezTo>
                          <a:cubicBezTo>
                            <a:pt x="1154" y="473"/>
                            <a:pt x="1154" y="473"/>
                            <a:pt x="1154" y="473"/>
                          </a:cubicBezTo>
                          <a:cubicBezTo>
                            <a:pt x="1154" y="527"/>
                            <a:pt x="1154" y="527"/>
                            <a:pt x="1154" y="527"/>
                          </a:cubicBezTo>
                          <a:cubicBezTo>
                            <a:pt x="1154" y="689"/>
                            <a:pt x="1154" y="689"/>
                            <a:pt x="1154" y="689"/>
                          </a:cubicBezTo>
                          <a:cubicBezTo>
                            <a:pt x="1154" y="743"/>
                            <a:pt x="1154" y="743"/>
                            <a:pt x="1154" y="743"/>
                          </a:cubicBezTo>
                          <a:cubicBezTo>
                            <a:pt x="1154" y="898"/>
                            <a:pt x="1154" y="898"/>
                            <a:pt x="1154" y="898"/>
                          </a:cubicBezTo>
                          <a:cubicBezTo>
                            <a:pt x="1154" y="952"/>
                            <a:pt x="1154" y="952"/>
                            <a:pt x="1154" y="952"/>
                          </a:cubicBezTo>
                          <a:cubicBezTo>
                            <a:pt x="1154" y="1087"/>
                            <a:pt x="1154" y="1087"/>
                            <a:pt x="1154" y="1087"/>
                          </a:cubicBezTo>
                          <a:cubicBezTo>
                            <a:pt x="1154" y="1127"/>
                            <a:pt x="1127" y="1161"/>
                            <a:pt x="1080" y="1161"/>
                          </a:cubicBezTo>
                          <a:cubicBezTo>
                            <a:pt x="952" y="1161"/>
                            <a:pt x="952" y="1161"/>
                            <a:pt x="952" y="1161"/>
                          </a:cubicBezTo>
                          <a:cubicBezTo>
                            <a:pt x="898" y="1161"/>
                            <a:pt x="898" y="1161"/>
                            <a:pt x="898" y="1161"/>
                          </a:cubicBezTo>
                          <a:cubicBezTo>
                            <a:pt x="736" y="1161"/>
                            <a:pt x="736" y="1161"/>
                            <a:pt x="736" y="1161"/>
                          </a:cubicBezTo>
                          <a:cubicBezTo>
                            <a:pt x="682" y="1161"/>
                            <a:pt x="682" y="1161"/>
                            <a:pt x="682" y="1161"/>
                          </a:cubicBezTo>
                          <a:cubicBezTo>
                            <a:pt x="526" y="1161"/>
                            <a:pt x="526" y="1161"/>
                            <a:pt x="526" y="1161"/>
                          </a:cubicBezTo>
                          <a:cubicBezTo>
                            <a:pt x="472" y="1161"/>
                            <a:pt x="472" y="1161"/>
                            <a:pt x="472" y="1161"/>
                          </a:cubicBezTo>
                          <a:cubicBezTo>
                            <a:pt x="310" y="1161"/>
                            <a:pt x="310" y="1161"/>
                            <a:pt x="310" y="1161"/>
                          </a:cubicBezTo>
                          <a:cubicBezTo>
                            <a:pt x="256" y="1161"/>
                            <a:pt x="256" y="1161"/>
                            <a:pt x="256" y="1161"/>
                          </a:cubicBezTo>
                          <a:cubicBezTo>
                            <a:pt x="128" y="1161"/>
                            <a:pt x="128" y="1161"/>
                            <a:pt x="128" y="1161"/>
                          </a:cubicBezTo>
                          <a:cubicBezTo>
                            <a:pt x="81" y="1161"/>
                            <a:pt x="54" y="1127"/>
                            <a:pt x="54" y="1087"/>
                          </a:cubicBezTo>
                          <a:cubicBezTo>
                            <a:pt x="54" y="952"/>
                            <a:pt x="54" y="952"/>
                            <a:pt x="54" y="952"/>
                          </a:cubicBezTo>
                          <a:cubicBezTo>
                            <a:pt x="54" y="898"/>
                            <a:pt x="54" y="898"/>
                            <a:pt x="54" y="898"/>
                          </a:cubicBezTo>
                          <a:cubicBezTo>
                            <a:pt x="54" y="743"/>
                            <a:pt x="54" y="743"/>
                            <a:pt x="54" y="743"/>
                          </a:cubicBezTo>
                          <a:cubicBezTo>
                            <a:pt x="54" y="689"/>
                            <a:pt x="54" y="689"/>
                            <a:pt x="54" y="689"/>
                          </a:cubicBezTo>
                          <a:cubicBezTo>
                            <a:pt x="54" y="527"/>
                            <a:pt x="54" y="527"/>
                            <a:pt x="54" y="527"/>
                          </a:cubicBezTo>
                          <a:cubicBezTo>
                            <a:pt x="54" y="473"/>
                            <a:pt x="54" y="473"/>
                            <a:pt x="54" y="473"/>
                          </a:cubicBezTo>
                          <a:cubicBezTo>
                            <a:pt x="54" y="318"/>
                            <a:pt x="54" y="318"/>
                            <a:pt x="54" y="318"/>
                          </a:cubicBezTo>
                          <a:cubicBezTo>
                            <a:pt x="54" y="264"/>
                            <a:pt x="54" y="264"/>
                            <a:pt x="54" y="264"/>
                          </a:cubicBezTo>
                          <a:cubicBezTo>
                            <a:pt x="54" y="129"/>
                            <a:pt x="54" y="129"/>
                            <a:pt x="54" y="129"/>
                          </a:cubicBezTo>
                          <a:cubicBezTo>
                            <a:pt x="54" y="88"/>
                            <a:pt x="81" y="54"/>
                            <a:pt x="128" y="54"/>
                          </a:cubicBezTo>
                          <a:cubicBezTo>
                            <a:pt x="256" y="54"/>
                            <a:pt x="256" y="54"/>
                            <a:pt x="256" y="54"/>
                          </a:cubicBezTo>
                          <a:cubicBezTo>
                            <a:pt x="310" y="54"/>
                            <a:pt x="310" y="54"/>
                            <a:pt x="310" y="54"/>
                          </a:cubicBezTo>
                          <a:cubicBezTo>
                            <a:pt x="472" y="54"/>
                            <a:pt x="472" y="54"/>
                            <a:pt x="472" y="54"/>
                          </a:cubicBezTo>
                          <a:cubicBezTo>
                            <a:pt x="526" y="54"/>
                            <a:pt x="526" y="54"/>
                            <a:pt x="526" y="54"/>
                          </a:cubicBezTo>
                          <a:cubicBezTo>
                            <a:pt x="682" y="54"/>
                            <a:pt x="682" y="54"/>
                            <a:pt x="682" y="54"/>
                          </a:cubicBezTo>
                          <a:cubicBezTo>
                            <a:pt x="736" y="54"/>
                            <a:pt x="736" y="54"/>
                            <a:pt x="736" y="54"/>
                          </a:cubicBezTo>
                          <a:cubicBezTo>
                            <a:pt x="898" y="54"/>
                            <a:pt x="898" y="54"/>
                            <a:pt x="898" y="54"/>
                          </a:cubicBezTo>
                          <a:cubicBezTo>
                            <a:pt x="952" y="54"/>
                            <a:pt x="952" y="54"/>
                            <a:pt x="952" y="54"/>
                          </a:cubicBezTo>
                          <a:cubicBezTo>
                            <a:pt x="1080" y="54"/>
                            <a:pt x="1080" y="54"/>
                            <a:pt x="1080" y="54"/>
                          </a:cubicBezTo>
                          <a:cubicBezTo>
                            <a:pt x="1127" y="54"/>
                            <a:pt x="1154" y="88"/>
                            <a:pt x="1154" y="129"/>
                          </a:cubicBezTo>
                          <a:cubicBezTo>
                            <a:pt x="1154" y="264"/>
                            <a:pt x="1154" y="264"/>
                            <a:pt x="1154" y="264"/>
                          </a:cubicBezTo>
                          <a:cubicBezTo>
                            <a:pt x="1154" y="264"/>
                            <a:pt x="1154" y="264"/>
                            <a:pt x="1154" y="264"/>
                          </a:cubicBezTo>
                          <a:close/>
                        </a:path>
                      </a:pathLst>
                    </a:custGeom>
                    <a:solidFill>
                      <a:schemeClr val="tx1">
                        <a:lumMod val="85000"/>
                        <a:lumOff val="15000"/>
                      </a:schemeClr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902" name="그림 901">
                    <a:extLst>
                      <a:ext uri="{FF2B5EF4-FFF2-40B4-BE49-F238E27FC236}">
                        <a16:creationId xmlns:a16="http://schemas.microsoft.com/office/drawing/2014/main" id="{D22D3B91-1B8B-6571-3268-1D37E409909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lum bright="100000"/>
                  </a:blip>
                  <a:stretch>
                    <a:fillRect/>
                  </a:stretch>
                </p:blipFill>
                <p:spPr>
                  <a:xfrm>
                    <a:off x="1124483" y="5707212"/>
                    <a:ext cx="491143" cy="179999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844" name="그룹 843">
                <a:extLst>
                  <a:ext uri="{FF2B5EF4-FFF2-40B4-BE49-F238E27FC236}">
                    <a16:creationId xmlns:a16="http://schemas.microsoft.com/office/drawing/2014/main" id="{51F03D1F-88FB-9906-F847-8C7608E7EC7C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006044" y="5500774"/>
                <a:ext cx="166212" cy="228600"/>
                <a:chOff x="3493292" y="3693520"/>
                <a:chExt cx="897069" cy="1233786"/>
              </a:xfrm>
            </p:grpSpPr>
            <p:grpSp>
              <p:nvGrpSpPr>
                <p:cNvPr id="873" name="그룹 872">
                  <a:extLst>
                    <a:ext uri="{FF2B5EF4-FFF2-40B4-BE49-F238E27FC236}">
                      <a16:creationId xmlns:a16="http://schemas.microsoft.com/office/drawing/2014/main" id="{42D999DC-964B-B02B-9BD1-9A190FC00923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3493292" y="3693520"/>
                  <a:ext cx="897069" cy="1233786"/>
                  <a:chOff x="11921389" y="4267727"/>
                  <a:chExt cx="916126" cy="1260000"/>
                </a:xfrm>
              </p:grpSpPr>
              <p:sp>
                <p:nvSpPr>
                  <p:cNvPr id="895" name="사각형: 둥근 모서리 147">
                    <a:extLst>
                      <a:ext uri="{FF2B5EF4-FFF2-40B4-BE49-F238E27FC236}">
                        <a16:creationId xmlns:a16="http://schemas.microsoft.com/office/drawing/2014/main" id="{0B229369-16FF-6AFC-5E13-3BE1129A4296}"/>
                      </a:ext>
                    </a:extLst>
                  </p:cNvPr>
                  <p:cNvSpPr/>
                  <p:nvPr/>
                </p:nvSpPr>
                <p:spPr>
                  <a:xfrm>
                    <a:off x="11923593" y="4271687"/>
                    <a:ext cx="911716" cy="1252078"/>
                  </a:xfrm>
                  <a:prstGeom prst="roundRect">
                    <a:avLst>
                      <a:gd name="adj" fmla="val 7097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-3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grpSp>
                <p:nvGrpSpPr>
                  <p:cNvPr id="896" name="그룹 895">
                    <a:extLst>
                      <a:ext uri="{FF2B5EF4-FFF2-40B4-BE49-F238E27FC236}">
                        <a16:creationId xmlns:a16="http://schemas.microsoft.com/office/drawing/2014/main" id="{C808A56E-3D58-8103-9BCE-9613B934BA19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11921389" y="4267727"/>
                    <a:ext cx="916126" cy="1260000"/>
                    <a:chOff x="14485938" y="-2571751"/>
                    <a:chExt cx="554038" cy="762000"/>
                  </a:xfrm>
                  <a:solidFill>
                    <a:srgbClr val="262626"/>
                  </a:solidFill>
                </p:grpSpPr>
                <p:sp>
                  <p:nvSpPr>
                    <p:cNvPr id="897" name="Freeform 230">
                      <a:extLst>
                        <a:ext uri="{FF2B5EF4-FFF2-40B4-BE49-F238E27FC236}">
                          <a16:creationId xmlns:a16="http://schemas.microsoft.com/office/drawing/2014/main" id="{A922B197-8819-F193-B613-5E28B25BD478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4485938" y="-2571751"/>
                      <a:ext cx="554038" cy="762000"/>
                    </a:xfrm>
                    <a:custGeom>
                      <a:avLst/>
                      <a:gdLst>
                        <a:gd name="T0" fmla="*/ 137 w 147"/>
                        <a:gd name="T1" fmla="*/ 0 h 200"/>
                        <a:gd name="T2" fmla="*/ 10 w 147"/>
                        <a:gd name="T3" fmla="*/ 0 h 200"/>
                        <a:gd name="T4" fmla="*/ 0 w 147"/>
                        <a:gd name="T5" fmla="*/ 10 h 200"/>
                        <a:gd name="T6" fmla="*/ 0 w 147"/>
                        <a:gd name="T7" fmla="*/ 190 h 200"/>
                        <a:gd name="T8" fmla="*/ 10 w 147"/>
                        <a:gd name="T9" fmla="*/ 200 h 200"/>
                        <a:gd name="T10" fmla="*/ 137 w 147"/>
                        <a:gd name="T11" fmla="*/ 200 h 200"/>
                        <a:gd name="T12" fmla="*/ 140 w 147"/>
                        <a:gd name="T13" fmla="*/ 199 h 200"/>
                        <a:gd name="T14" fmla="*/ 146 w 147"/>
                        <a:gd name="T15" fmla="*/ 193 h 200"/>
                        <a:gd name="T16" fmla="*/ 147 w 147"/>
                        <a:gd name="T17" fmla="*/ 190 h 200"/>
                        <a:gd name="T18" fmla="*/ 147 w 147"/>
                        <a:gd name="T19" fmla="*/ 10 h 200"/>
                        <a:gd name="T20" fmla="*/ 137 w 147"/>
                        <a:gd name="T21" fmla="*/ 0 h 200"/>
                        <a:gd name="T22" fmla="*/ 139 w 147"/>
                        <a:gd name="T23" fmla="*/ 189 h 200"/>
                        <a:gd name="T24" fmla="*/ 135 w 147"/>
                        <a:gd name="T25" fmla="*/ 192 h 200"/>
                        <a:gd name="T26" fmla="*/ 10 w 147"/>
                        <a:gd name="T27" fmla="*/ 192 h 200"/>
                        <a:gd name="T28" fmla="*/ 8 w 147"/>
                        <a:gd name="T29" fmla="*/ 190 h 200"/>
                        <a:gd name="T30" fmla="*/ 8 w 147"/>
                        <a:gd name="T31" fmla="*/ 10 h 200"/>
                        <a:gd name="T32" fmla="*/ 10 w 147"/>
                        <a:gd name="T33" fmla="*/ 8 h 200"/>
                        <a:gd name="T34" fmla="*/ 137 w 147"/>
                        <a:gd name="T35" fmla="*/ 8 h 200"/>
                        <a:gd name="T36" fmla="*/ 139 w 147"/>
                        <a:gd name="T37" fmla="*/ 10 h 200"/>
                        <a:gd name="T38" fmla="*/ 139 w 147"/>
                        <a:gd name="T39" fmla="*/ 189 h 2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</a:cxnLst>
                      <a:rect l="0" t="0" r="r" b="b"/>
                      <a:pathLst>
                        <a:path w="147" h="200">
                          <a:moveTo>
                            <a:pt x="137" y="0"/>
                          </a:moveTo>
                          <a:cubicBezTo>
                            <a:pt x="10" y="0"/>
                            <a:pt x="10" y="0"/>
                            <a:pt x="10" y="0"/>
                          </a:cubicBezTo>
                          <a:cubicBezTo>
                            <a:pt x="4" y="0"/>
                            <a:pt x="0" y="5"/>
                            <a:pt x="0" y="10"/>
                          </a:cubicBezTo>
                          <a:cubicBezTo>
                            <a:pt x="0" y="190"/>
                            <a:pt x="0" y="190"/>
                            <a:pt x="0" y="190"/>
                          </a:cubicBezTo>
                          <a:cubicBezTo>
                            <a:pt x="0" y="196"/>
                            <a:pt x="4" y="200"/>
                            <a:pt x="10" y="200"/>
                          </a:cubicBezTo>
                          <a:cubicBezTo>
                            <a:pt x="137" y="200"/>
                            <a:pt x="137" y="200"/>
                            <a:pt x="137" y="200"/>
                          </a:cubicBezTo>
                          <a:cubicBezTo>
                            <a:pt x="138" y="200"/>
                            <a:pt x="139" y="200"/>
                            <a:pt x="140" y="199"/>
                          </a:cubicBezTo>
                          <a:cubicBezTo>
                            <a:pt x="146" y="193"/>
                            <a:pt x="146" y="193"/>
                            <a:pt x="146" y="193"/>
                          </a:cubicBezTo>
                          <a:cubicBezTo>
                            <a:pt x="146" y="192"/>
                            <a:pt x="147" y="191"/>
                            <a:pt x="147" y="190"/>
                          </a:cubicBezTo>
                          <a:cubicBezTo>
                            <a:pt x="147" y="10"/>
                            <a:pt x="147" y="10"/>
                            <a:pt x="147" y="10"/>
                          </a:cubicBezTo>
                          <a:cubicBezTo>
                            <a:pt x="147" y="5"/>
                            <a:pt x="142" y="0"/>
                            <a:pt x="137" y="0"/>
                          </a:cubicBezTo>
                          <a:close/>
                          <a:moveTo>
                            <a:pt x="139" y="189"/>
                          </a:moveTo>
                          <a:cubicBezTo>
                            <a:pt x="135" y="192"/>
                            <a:pt x="135" y="192"/>
                            <a:pt x="135" y="192"/>
                          </a:cubicBezTo>
                          <a:cubicBezTo>
                            <a:pt x="10" y="192"/>
                            <a:pt x="10" y="192"/>
                            <a:pt x="10" y="192"/>
                          </a:cubicBezTo>
                          <a:cubicBezTo>
                            <a:pt x="9" y="192"/>
                            <a:pt x="8" y="191"/>
                            <a:pt x="8" y="190"/>
                          </a:cubicBezTo>
                          <a:cubicBezTo>
                            <a:pt x="8" y="10"/>
                            <a:pt x="8" y="10"/>
                            <a:pt x="8" y="10"/>
                          </a:cubicBezTo>
                          <a:cubicBezTo>
                            <a:pt x="8" y="9"/>
                            <a:pt x="9" y="8"/>
                            <a:pt x="10" y="8"/>
                          </a:cubicBezTo>
                          <a:cubicBezTo>
                            <a:pt x="137" y="8"/>
                            <a:pt x="137" y="8"/>
                            <a:pt x="137" y="8"/>
                          </a:cubicBezTo>
                          <a:cubicBezTo>
                            <a:pt x="138" y="8"/>
                            <a:pt x="139" y="9"/>
                            <a:pt x="139" y="10"/>
                          </a:cubicBezTo>
                          <a:lnTo>
                            <a:pt x="139" y="189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  <p:sp>
                  <p:nvSpPr>
                    <p:cNvPr id="898" name="Freeform 231">
                      <a:extLst>
                        <a:ext uri="{FF2B5EF4-FFF2-40B4-BE49-F238E27FC236}">
                          <a16:creationId xmlns:a16="http://schemas.microsoft.com/office/drawing/2014/main" id="{EB80973D-9332-7797-A630-869B6CDD696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4603413" y="-2403476"/>
                      <a:ext cx="315913" cy="30163"/>
                    </a:xfrm>
                    <a:custGeom>
                      <a:avLst/>
                      <a:gdLst>
                        <a:gd name="T0" fmla="*/ 80 w 84"/>
                        <a:gd name="T1" fmla="*/ 0 h 8"/>
                        <a:gd name="T2" fmla="*/ 4 w 84"/>
                        <a:gd name="T3" fmla="*/ 0 h 8"/>
                        <a:gd name="T4" fmla="*/ 0 w 84"/>
                        <a:gd name="T5" fmla="*/ 4 h 8"/>
                        <a:gd name="T6" fmla="*/ 4 w 84"/>
                        <a:gd name="T7" fmla="*/ 8 h 8"/>
                        <a:gd name="T8" fmla="*/ 80 w 84"/>
                        <a:gd name="T9" fmla="*/ 8 h 8"/>
                        <a:gd name="T10" fmla="*/ 84 w 84"/>
                        <a:gd name="T11" fmla="*/ 4 h 8"/>
                        <a:gd name="T12" fmla="*/ 80 w 84"/>
                        <a:gd name="T13" fmla="*/ 0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4" h="8">
                          <a:moveTo>
                            <a:pt x="80" y="0"/>
                          </a:moveTo>
                          <a:cubicBezTo>
                            <a:pt x="4" y="0"/>
                            <a:pt x="4" y="0"/>
                            <a:pt x="4" y="0"/>
                          </a:cubicBezTo>
                          <a:cubicBezTo>
                            <a:pt x="2" y="0"/>
                            <a:pt x="0" y="2"/>
                            <a:pt x="0" y="4"/>
                          </a:cubicBezTo>
                          <a:cubicBezTo>
                            <a:pt x="0" y="6"/>
                            <a:pt x="2" y="8"/>
                            <a:pt x="4" y="8"/>
                          </a:cubicBezTo>
                          <a:cubicBezTo>
                            <a:pt x="80" y="8"/>
                            <a:pt x="80" y="8"/>
                            <a:pt x="80" y="8"/>
                          </a:cubicBezTo>
                          <a:cubicBezTo>
                            <a:pt x="82" y="8"/>
                            <a:pt x="84" y="6"/>
                            <a:pt x="84" y="4"/>
                          </a:cubicBezTo>
                          <a:cubicBezTo>
                            <a:pt x="84" y="2"/>
                            <a:pt x="82" y="0"/>
                            <a:pt x="80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874" name="그룹 873">
                  <a:extLst>
                    <a:ext uri="{FF2B5EF4-FFF2-40B4-BE49-F238E27FC236}">
                      <a16:creationId xmlns:a16="http://schemas.microsoft.com/office/drawing/2014/main" id="{C4F8854D-ACB2-8922-261C-D2A22E5FAFFE}"/>
                    </a:ext>
                  </a:extLst>
                </p:cNvPr>
                <p:cNvGrpSpPr/>
                <p:nvPr/>
              </p:nvGrpSpPr>
              <p:grpSpPr>
                <a:xfrm>
                  <a:off x="3623554" y="4140320"/>
                  <a:ext cx="636537" cy="634466"/>
                  <a:chOff x="881898" y="5310642"/>
                  <a:chExt cx="976313" cy="973138"/>
                </a:xfrm>
              </p:grpSpPr>
              <p:grpSp>
                <p:nvGrpSpPr>
                  <p:cNvPr id="875" name="그룹 874">
                    <a:extLst>
                      <a:ext uri="{FF2B5EF4-FFF2-40B4-BE49-F238E27FC236}">
                        <a16:creationId xmlns:a16="http://schemas.microsoft.com/office/drawing/2014/main" id="{0885FF66-73FF-0028-E74E-2B722EDB64F1}"/>
                      </a:ext>
                    </a:extLst>
                  </p:cNvPr>
                  <p:cNvGrpSpPr/>
                  <p:nvPr/>
                </p:nvGrpSpPr>
                <p:grpSpPr>
                  <a:xfrm>
                    <a:off x="881898" y="5310642"/>
                    <a:ext cx="976313" cy="973138"/>
                    <a:chOff x="21240750" y="2320925"/>
                    <a:chExt cx="976313" cy="973138"/>
                  </a:xfrm>
                </p:grpSpPr>
                <p:sp>
                  <p:nvSpPr>
                    <p:cNvPr id="877" name="Freeform 113">
                      <a:extLst>
                        <a:ext uri="{FF2B5EF4-FFF2-40B4-BE49-F238E27FC236}">
                          <a16:creationId xmlns:a16="http://schemas.microsoft.com/office/drawing/2014/main" id="{88EFC032-F1BA-6869-B373-7D5776E613C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410343" y="2487232"/>
                      <a:ext cx="637131" cy="640525"/>
                    </a:xfrm>
                    <a:custGeom>
                      <a:avLst/>
                      <a:gdLst>
                        <a:gd name="T0" fmla="*/ 1100 w 1100"/>
                        <a:gd name="T1" fmla="*/ 210 h 1107"/>
                        <a:gd name="T2" fmla="*/ 1100 w 1100"/>
                        <a:gd name="T3" fmla="*/ 264 h 1107"/>
                        <a:gd name="T4" fmla="*/ 1100 w 1100"/>
                        <a:gd name="T5" fmla="*/ 419 h 1107"/>
                        <a:gd name="T6" fmla="*/ 1100 w 1100"/>
                        <a:gd name="T7" fmla="*/ 473 h 1107"/>
                        <a:gd name="T8" fmla="*/ 1100 w 1100"/>
                        <a:gd name="T9" fmla="*/ 635 h 1107"/>
                        <a:gd name="T10" fmla="*/ 1100 w 1100"/>
                        <a:gd name="T11" fmla="*/ 689 h 1107"/>
                        <a:gd name="T12" fmla="*/ 1100 w 1100"/>
                        <a:gd name="T13" fmla="*/ 844 h 1107"/>
                        <a:gd name="T14" fmla="*/ 1100 w 1100"/>
                        <a:gd name="T15" fmla="*/ 898 h 1107"/>
                        <a:gd name="T16" fmla="*/ 1100 w 1100"/>
                        <a:gd name="T17" fmla="*/ 1033 h 1107"/>
                        <a:gd name="T18" fmla="*/ 1026 w 1100"/>
                        <a:gd name="T19" fmla="*/ 1107 h 1107"/>
                        <a:gd name="T20" fmla="*/ 898 w 1100"/>
                        <a:gd name="T21" fmla="*/ 1107 h 1107"/>
                        <a:gd name="T22" fmla="*/ 844 w 1100"/>
                        <a:gd name="T23" fmla="*/ 1107 h 1107"/>
                        <a:gd name="T24" fmla="*/ 682 w 1100"/>
                        <a:gd name="T25" fmla="*/ 1107 h 1107"/>
                        <a:gd name="T26" fmla="*/ 628 w 1100"/>
                        <a:gd name="T27" fmla="*/ 1107 h 1107"/>
                        <a:gd name="T28" fmla="*/ 472 w 1100"/>
                        <a:gd name="T29" fmla="*/ 1107 h 1107"/>
                        <a:gd name="T30" fmla="*/ 418 w 1100"/>
                        <a:gd name="T31" fmla="*/ 1107 h 1107"/>
                        <a:gd name="T32" fmla="*/ 256 w 1100"/>
                        <a:gd name="T33" fmla="*/ 1107 h 1107"/>
                        <a:gd name="T34" fmla="*/ 202 w 1100"/>
                        <a:gd name="T35" fmla="*/ 1107 h 1107"/>
                        <a:gd name="T36" fmla="*/ 74 w 1100"/>
                        <a:gd name="T37" fmla="*/ 1107 h 1107"/>
                        <a:gd name="T38" fmla="*/ 0 w 1100"/>
                        <a:gd name="T39" fmla="*/ 1033 h 1107"/>
                        <a:gd name="T40" fmla="*/ 0 w 1100"/>
                        <a:gd name="T41" fmla="*/ 898 h 1107"/>
                        <a:gd name="T42" fmla="*/ 0 w 1100"/>
                        <a:gd name="T43" fmla="*/ 844 h 1107"/>
                        <a:gd name="T44" fmla="*/ 0 w 1100"/>
                        <a:gd name="T45" fmla="*/ 689 h 1107"/>
                        <a:gd name="T46" fmla="*/ 0 w 1100"/>
                        <a:gd name="T47" fmla="*/ 635 h 1107"/>
                        <a:gd name="T48" fmla="*/ 0 w 1100"/>
                        <a:gd name="T49" fmla="*/ 473 h 1107"/>
                        <a:gd name="T50" fmla="*/ 0 w 1100"/>
                        <a:gd name="T51" fmla="*/ 419 h 1107"/>
                        <a:gd name="T52" fmla="*/ 0 w 1100"/>
                        <a:gd name="T53" fmla="*/ 264 h 1107"/>
                        <a:gd name="T54" fmla="*/ 0 w 1100"/>
                        <a:gd name="T55" fmla="*/ 210 h 1107"/>
                        <a:gd name="T56" fmla="*/ 0 w 1100"/>
                        <a:gd name="T57" fmla="*/ 75 h 1107"/>
                        <a:gd name="T58" fmla="*/ 74 w 1100"/>
                        <a:gd name="T59" fmla="*/ 0 h 1107"/>
                        <a:gd name="T60" fmla="*/ 202 w 1100"/>
                        <a:gd name="T61" fmla="*/ 0 h 1107"/>
                        <a:gd name="T62" fmla="*/ 256 w 1100"/>
                        <a:gd name="T63" fmla="*/ 0 h 1107"/>
                        <a:gd name="T64" fmla="*/ 418 w 1100"/>
                        <a:gd name="T65" fmla="*/ 0 h 1107"/>
                        <a:gd name="T66" fmla="*/ 472 w 1100"/>
                        <a:gd name="T67" fmla="*/ 0 h 1107"/>
                        <a:gd name="T68" fmla="*/ 628 w 1100"/>
                        <a:gd name="T69" fmla="*/ 0 h 1107"/>
                        <a:gd name="T70" fmla="*/ 682 w 1100"/>
                        <a:gd name="T71" fmla="*/ 0 h 1107"/>
                        <a:gd name="T72" fmla="*/ 844 w 1100"/>
                        <a:gd name="T73" fmla="*/ 0 h 1107"/>
                        <a:gd name="T74" fmla="*/ 898 w 1100"/>
                        <a:gd name="T75" fmla="*/ 0 h 1107"/>
                        <a:gd name="T76" fmla="*/ 1026 w 1100"/>
                        <a:gd name="T77" fmla="*/ 0 h 1107"/>
                        <a:gd name="T78" fmla="*/ 1100 w 1100"/>
                        <a:gd name="T79" fmla="*/ 75 h 1107"/>
                        <a:gd name="T80" fmla="*/ 1100 w 1100"/>
                        <a:gd name="T81" fmla="*/ 210 h 1107"/>
                        <a:gd name="T82" fmla="*/ 1100 w 1100"/>
                        <a:gd name="T83" fmla="*/ 210 h 110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</a:cxnLst>
                      <a:rect l="0" t="0" r="r" b="b"/>
                      <a:pathLst>
                        <a:path w="1100" h="1107">
                          <a:moveTo>
                            <a:pt x="1100" y="210"/>
                          </a:moveTo>
                          <a:cubicBezTo>
                            <a:pt x="1100" y="264"/>
                            <a:pt x="1100" y="264"/>
                            <a:pt x="1100" y="264"/>
                          </a:cubicBezTo>
                          <a:cubicBezTo>
                            <a:pt x="1100" y="419"/>
                            <a:pt x="1100" y="419"/>
                            <a:pt x="1100" y="419"/>
                          </a:cubicBezTo>
                          <a:cubicBezTo>
                            <a:pt x="1100" y="473"/>
                            <a:pt x="1100" y="473"/>
                            <a:pt x="1100" y="473"/>
                          </a:cubicBezTo>
                          <a:cubicBezTo>
                            <a:pt x="1100" y="635"/>
                            <a:pt x="1100" y="635"/>
                            <a:pt x="1100" y="635"/>
                          </a:cubicBezTo>
                          <a:cubicBezTo>
                            <a:pt x="1100" y="689"/>
                            <a:pt x="1100" y="689"/>
                            <a:pt x="1100" y="689"/>
                          </a:cubicBezTo>
                          <a:cubicBezTo>
                            <a:pt x="1100" y="844"/>
                            <a:pt x="1100" y="844"/>
                            <a:pt x="1100" y="844"/>
                          </a:cubicBezTo>
                          <a:cubicBezTo>
                            <a:pt x="1100" y="898"/>
                            <a:pt x="1100" y="898"/>
                            <a:pt x="1100" y="898"/>
                          </a:cubicBezTo>
                          <a:cubicBezTo>
                            <a:pt x="1100" y="1033"/>
                            <a:pt x="1100" y="1033"/>
                            <a:pt x="1100" y="1033"/>
                          </a:cubicBezTo>
                          <a:cubicBezTo>
                            <a:pt x="1100" y="1073"/>
                            <a:pt x="1073" y="1107"/>
                            <a:pt x="1026" y="1107"/>
                          </a:cubicBezTo>
                          <a:cubicBezTo>
                            <a:pt x="898" y="1107"/>
                            <a:pt x="898" y="1107"/>
                            <a:pt x="898" y="1107"/>
                          </a:cubicBezTo>
                          <a:cubicBezTo>
                            <a:pt x="844" y="1107"/>
                            <a:pt x="844" y="1107"/>
                            <a:pt x="844" y="1107"/>
                          </a:cubicBezTo>
                          <a:cubicBezTo>
                            <a:pt x="682" y="1107"/>
                            <a:pt x="682" y="1107"/>
                            <a:pt x="682" y="1107"/>
                          </a:cubicBezTo>
                          <a:cubicBezTo>
                            <a:pt x="628" y="1107"/>
                            <a:pt x="628" y="1107"/>
                            <a:pt x="628" y="1107"/>
                          </a:cubicBezTo>
                          <a:cubicBezTo>
                            <a:pt x="472" y="1107"/>
                            <a:pt x="472" y="1107"/>
                            <a:pt x="472" y="1107"/>
                          </a:cubicBezTo>
                          <a:cubicBezTo>
                            <a:pt x="418" y="1107"/>
                            <a:pt x="418" y="1107"/>
                            <a:pt x="418" y="1107"/>
                          </a:cubicBezTo>
                          <a:cubicBezTo>
                            <a:pt x="256" y="1107"/>
                            <a:pt x="256" y="1107"/>
                            <a:pt x="256" y="1107"/>
                          </a:cubicBezTo>
                          <a:cubicBezTo>
                            <a:pt x="202" y="1107"/>
                            <a:pt x="202" y="1107"/>
                            <a:pt x="202" y="1107"/>
                          </a:cubicBezTo>
                          <a:cubicBezTo>
                            <a:pt x="74" y="1107"/>
                            <a:pt x="74" y="1107"/>
                            <a:pt x="74" y="1107"/>
                          </a:cubicBezTo>
                          <a:cubicBezTo>
                            <a:pt x="27" y="1107"/>
                            <a:pt x="0" y="1073"/>
                            <a:pt x="0" y="1033"/>
                          </a:cubicBezTo>
                          <a:cubicBezTo>
                            <a:pt x="0" y="898"/>
                            <a:pt x="0" y="898"/>
                            <a:pt x="0" y="898"/>
                          </a:cubicBezTo>
                          <a:cubicBezTo>
                            <a:pt x="0" y="844"/>
                            <a:pt x="0" y="844"/>
                            <a:pt x="0" y="844"/>
                          </a:cubicBezTo>
                          <a:cubicBezTo>
                            <a:pt x="0" y="689"/>
                            <a:pt x="0" y="689"/>
                            <a:pt x="0" y="689"/>
                          </a:cubicBezTo>
                          <a:cubicBezTo>
                            <a:pt x="0" y="635"/>
                            <a:pt x="0" y="635"/>
                            <a:pt x="0" y="635"/>
                          </a:cubicBezTo>
                          <a:cubicBezTo>
                            <a:pt x="0" y="473"/>
                            <a:pt x="0" y="473"/>
                            <a:pt x="0" y="473"/>
                          </a:cubicBezTo>
                          <a:cubicBezTo>
                            <a:pt x="0" y="419"/>
                            <a:pt x="0" y="419"/>
                            <a:pt x="0" y="419"/>
                          </a:cubicBezTo>
                          <a:cubicBezTo>
                            <a:pt x="0" y="264"/>
                            <a:pt x="0" y="264"/>
                            <a:pt x="0" y="264"/>
                          </a:cubicBezTo>
                          <a:cubicBezTo>
                            <a:pt x="0" y="210"/>
                            <a:pt x="0" y="210"/>
                            <a:pt x="0" y="210"/>
                          </a:cubicBezTo>
                          <a:cubicBezTo>
                            <a:pt x="0" y="75"/>
                            <a:pt x="0" y="75"/>
                            <a:pt x="0" y="75"/>
                          </a:cubicBezTo>
                          <a:cubicBezTo>
                            <a:pt x="0" y="34"/>
                            <a:pt x="27" y="0"/>
                            <a:pt x="74" y="0"/>
                          </a:cubicBezTo>
                          <a:cubicBezTo>
                            <a:pt x="202" y="0"/>
                            <a:pt x="202" y="0"/>
                            <a:pt x="202" y="0"/>
                          </a:cubicBezTo>
                          <a:cubicBezTo>
                            <a:pt x="256" y="0"/>
                            <a:pt x="256" y="0"/>
                            <a:pt x="256" y="0"/>
                          </a:cubicBezTo>
                          <a:cubicBezTo>
                            <a:pt x="418" y="0"/>
                            <a:pt x="418" y="0"/>
                            <a:pt x="418" y="0"/>
                          </a:cubicBezTo>
                          <a:cubicBezTo>
                            <a:pt x="472" y="0"/>
                            <a:pt x="472" y="0"/>
                            <a:pt x="472" y="0"/>
                          </a:cubicBezTo>
                          <a:cubicBezTo>
                            <a:pt x="628" y="0"/>
                            <a:pt x="628" y="0"/>
                            <a:pt x="628" y="0"/>
                          </a:cubicBezTo>
                          <a:cubicBezTo>
                            <a:pt x="682" y="0"/>
                            <a:pt x="682" y="0"/>
                            <a:pt x="682" y="0"/>
                          </a:cubicBezTo>
                          <a:cubicBezTo>
                            <a:pt x="844" y="0"/>
                            <a:pt x="844" y="0"/>
                            <a:pt x="844" y="0"/>
                          </a:cubicBezTo>
                          <a:cubicBezTo>
                            <a:pt x="898" y="0"/>
                            <a:pt x="898" y="0"/>
                            <a:pt x="898" y="0"/>
                          </a:cubicBezTo>
                          <a:cubicBezTo>
                            <a:pt x="1026" y="0"/>
                            <a:pt x="1026" y="0"/>
                            <a:pt x="1026" y="0"/>
                          </a:cubicBezTo>
                          <a:cubicBezTo>
                            <a:pt x="1073" y="0"/>
                            <a:pt x="1100" y="34"/>
                            <a:pt x="1100" y="75"/>
                          </a:cubicBezTo>
                          <a:cubicBezTo>
                            <a:pt x="1100" y="210"/>
                            <a:pt x="1100" y="210"/>
                            <a:pt x="1100" y="210"/>
                          </a:cubicBezTo>
                          <a:cubicBezTo>
                            <a:pt x="1100" y="210"/>
                            <a:pt x="1100" y="210"/>
                            <a:pt x="1100" y="210"/>
                          </a:cubicBezTo>
                          <a:close/>
                        </a:path>
                      </a:pathLst>
                    </a:custGeom>
                    <a:solidFill>
                      <a:schemeClr val="tx1">
                        <a:lumMod val="85000"/>
                        <a:lumOff val="15000"/>
                      </a:schemeClr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78" name="Freeform 96">
                      <a:extLst>
                        <a:ext uri="{FF2B5EF4-FFF2-40B4-BE49-F238E27FC236}">
                          <a16:creationId xmlns:a16="http://schemas.microsoft.com/office/drawing/2014/main" id="{33B83C04-024C-E4FE-6FD1-507CB2F3714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085300" y="2620963"/>
                      <a:ext cx="131763" cy="30163"/>
                    </a:xfrm>
                    <a:custGeom>
                      <a:avLst/>
                      <a:gdLst>
                        <a:gd name="T0" fmla="*/ 244 w 244"/>
                        <a:gd name="T1" fmla="*/ 28 h 55"/>
                        <a:gd name="T2" fmla="*/ 217 w 244"/>
                        <a:gd name="T3" fmla="*/ 0 h 55"/>
                        <a:gd name="T4" fmla="*/ 0 w 244"/>
                        <a:gd name="T5" fmla="*/ 0 h 55"/>
                        <a:gd name="T6" fmla="*/ 0 w 244"/>
                        <a:gd name="T7" fmla="*/ 55 h 55"/>
                        <a:gd name="T8" fmla="*/ 217 w 244"/>
                        <a:gd name="T9" fmla="*/ 55 h 55"/>
                        <a:gd name="T10" fmla="*/ 244 w 244"/>
                        <a:gd name="T11" fmla="*/ 28 h 5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4" h="55">
                          <a:moveTo>
                            <a:pt x="244" y="28"/>
                          </a:moveTo>
                          <a:cubicBezTo>
                            <a:pt x="244" y="14"/>
                            <a:pt x="230" y="0"/>
                            <a:pt x="217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55"/>
                            <a:pt x="0" y="55"/>
                            <a:pt x="0" y="55"/>
                          </a:cubicBezTo>
                          <a:cubicBezTo>
                            <a:pt x="217" y="55"/>
                            <a:pt x="217" y="55"/>
                            <a:pt x="217" y="55"/>
                          </a:cubicBezTo>
                          <a:cubicBezTo>
                            <a:pt x="230" y="55"/>
                            <a:pt x="244" y="41"/>
                            <a:pt x="244" y="28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79" name="Freeform 97">
                      <a:extLst>
                        <a:ext uri="{FF2B5EF4-FFF2-40B4-BE49-F238E27FC236}">
                          <a16:creationId xmlns:a16="http://schemas.microsoft.com/office/drawing/2014/main" id="{7AE1D676-6C33-D224-008B-930763FF422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085300" y="2733675"/>
                      <a:ext cx="131763" cy="30163"/>
                    </a:xfrm>
                    <a:custGeom>
                      <a:avLst/>
                      <a:gdLst>
                        <a:gd name="T0" fmla="*/ 217 w 244"/>
                        <a:gd name="T1" fmla="*/ 0 h 54"/>
                        <a:gd name="T2" fmla="*/ 0 w 244"/>
                        <a:gd name="T3" fmla="*/ 0 h 54"/>
                        <a:gd name="T4" fmla="*/ 0 w 244"/>
                        <a:gd name="T5" fmla="*/ 54 h 54"/>
                        <a:gd name="T6" fmla="*/ 217 w 244"/>
                        <a:gd name="T7" fmla="*/ 54 h 54"/>
                        <a:gd name="T8" fmla="*/ 244 w 244"/>
                        <a:gd name="T9" fmla="*/ 27 h 54"/>
                        <a:gd name="T10" fmla="*/ 217 w 244"/>
                        <a:gd name="T11" fmla="*/ 0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4" h="54">
                          <a:moveTo>
                            <a:pt x="217" y="0"/>
                          </a:move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54"/>
                            <a:pt x="0" y="54"/>
                            <a:pt x="0" y="54"/>
                          </a:cubicBezTo>
                          <a:cubicBezTo>
                            <a:pt x="217" y="54"/>
                            <a:pt x="217" y="54"/>
                            <a:pt x="217" y="54"/>
                          </a:cubicBezTo>
                          <a:cubicBezTo>
                            <a:pt x="230" y="54"/>
                            <a:pt x="244" y="47"/>
                            <a:pt x="244" y="27"/>
                          </a:cubicBezTo>
                          <a:cubicBezTo>
                            <a:pt x="244" y="13"/>
                            <a:pt x="230" y="0"/>
                            <a:pt x="217" y="0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80" name="Freeform 98">
                      <a:extLst>
                        <a:ext uri="{FF2B5EF4-FFF2-40B4-BE49-F238E27FC236}">
                          <a16:creationId xmlns:a16="http://schemas.microsoft.com/office/drawing/2014/main" id="{6FD43A9D-E751-87F4-E195-3AB54FABAE0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085300" y="2851150"/>
                      <a:ext cx="131763" cy="30163"/>
                    </a:xfrm>
                    <a:custGeom>
                      <a:avLst/>
                      <a:gdLst>
                        <a:gd name="T0" fmla="*/ 217 w 244"/>
                        <a:gd name="T1" fmla="*/ 0 h 54"/>
                        <a:gd name="T2" fmla="*/ 0 w 244"/>
                        <a:gd name="T3" fmla="*/ 0 h 54"/>
                        <a:gd name="T4" fmla="*/ 0 w 244"/>
                        <a:gd name="T5" fmla="*/ 54 h 54"/>
                        <a:gd name="T6" fmla="*/ 217 w 244"/>
                        <a:gd name="T7" fmla="*/ 54 h 54"/>
                        <a:gd name="T8" fmla="*/ 244 w 244"/>
                        <a:gd name="T9" fmla="*/ 27 h 54"/>
                        <a:gd name="T10" fmla="*/ 217 w 244"/>
                        <a:gd name="T11" fmla="*/ 0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4" h="54">
                          <a:moveTo>
                            <a:pt x="217" y="0"/>
                          </a:move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54"/>
                            <a:pt x="0" y="54"/>
                            <a:pt x="0" y="54"/>
                          </a:cubicBezTo>
                          <a:cubicBezTo>
                            <a:pt x="217" y="54"/>
                            <a:pt x="217" y="54"/>
                            <a:pt x="217" y="54"/>
                          </a:cubicBezTo>
                          <a:cubicBezTo>
                            <a:pt x="230" y="54"/>
                            <a:pt x="244" y="41"/>
                            <a:pt x="244" y="27"/>
                          </a:cubicBezTo>
                          <a:cubicBezTo>
                            <a:pt x="244" y="14"/>
                            <a:pt x="230" y="0"/>
                            <a:pt x="217" y="0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81" name="Freeform 99">
                      <a:extLst>
                        <a:ext uri="{FF2B5EF4-FFF2-40B4-BE49-F238E27FC236}">
                          <a16:creationId xmlns:a16="http://schemas.microsoft.com/office/drawing/2014/main" id="{D1A1D678-F98D-05F1-FF71-0B5F32C1F8E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085300" y="2965450"/>
                      <a:ext cx="131763" cy="28575"/>
                    </a:xfrm>
                    <a:custGeom>
                      <a:avLst/>
                      <a:gdLst>
                        <a:gd name="T0" fmla="*/ 217 w 244"/>
                        <a:gd name="T1" fmla="*/ 0 h 54"/>
                        <a:gd name="T2" fmla="*/ 0 w 244"/>
                        <a:gd name="T3" fmla="*/ 0 h 54"/>
                        <a:gd name="T4" fmla="*/ 0 w 244"/>
                        <a:gd name="T5" fmla="*/ 54 h 54"/>
                        <a:gd name="T6" fmla="*/ 217 w 244"/>
                        <a:gd name="T7" fmla="*/ 54 h 54"/>
                        <a:gd name="T8" fmla="*/ 244 w 244"/>
                        <a:gd name="T9" fmla="*/ 27 h 54"/>
                        <a:gd name="T10" fmla="*/ 217 w 244"/>
                        <a:gd name="T11" fmla="*/ 0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4" h="54">
                          <a:moveTo>
                            <a:pt x="217" y="0"/>
                          </a:move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54"/>
                            <a:pt x="0" y="54"/>
                            <a:pt x="0" y="54"/>
                          </a:cubicBezTo>
                          <a:cubicBezTo>
                            <a:pt x="217" y="54"/>
                            <a:pt x="217" y="54"/>
                            <a:pt x="217" y="54"/>
                          </a:cubicBezTo>
                          <a:cubicBezTo>
                            <a:pt x="230" y="54"/>
                            <a:pt x="244" y="47"/>
                            <a:pt x="244" y="27"/>
                          </a:cubicBezTo>
                          <a:cubicBezTo>
                            <a:pt x="244" y="13"/>
                            <a:pt x="230" y="0"/>
                            <a:pt x="217" y="0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82" name="Freeform 100">
                      <a:extLst>
                        <a:ext uri="{FF2B5EF4-FFF2-40B4-BE49-F238E27FC236}">
                          <a16:creationId xmlns:a16="http://schemas.microsoft.com/office/drawing/2014/main" id="{A211CA6F-EB5E-398A-D0C5-64A70B46B57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240750" y="2620963"/>
                      <a:ext cx="131763" cy="30163"/>
                    </a:xfrm>
                    <a:custGeom>
                      <a:avLst/>
                      <a:gdLst>
                        <a:gd name="T0" fmla="*/ 0 w 243"/>
                        <a:gd name="T1" fmla="*/ 28 h 55"/>
                        <a:gd name="T2" fmla="*/ 27 w 243"/>
                        <a:gd name="T3" fmla="*/ 55 h 55"/>
                        <a:gd name="T4" fmla="*/ 243 w 243"/>
                        <a:gd name="T5" fmla="*/ 55 h 55"/>
                        <a:gd name="T6" fmla="*/ 243 w 243"/>
                        <a:gd name="T7" fmla="*/ 0 h 55"/>
                        <a:gd name="T8" fmla="*/ 27 w 243"/>
                        <a:gd name="T9" fmla="*/ 0 h 55"/>
                        <a:gd name="T10" fmla="*/ 0 w 243"/>
                        <a:gd name="T11" fmla="*/ 28 h 5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3" h="55">
                          <a:moveTo>
                            <a:pt x="0" y="28"/>
                          </a:moveTo>
                          <a:cubicBezTo>
                            <a:pt x="0" y="41"/>
                            <a:pt x="14" y="55"/>
                            <a:pt x="27" y="55"/>
                          </a:cubicBezTo>
                          <a:cubicBezTo>
                            <a:pt x="243" y="55"/>
                            <a:pt x="243" y="55"/>
                            <a:pt x="243" y="55"/>
                          </a:cubicBezTo>
                          <a:cubicBezTo>
                            <a:pt x="243" y="0"/>
                            <a:pt x="243" y="0"/>
                            <a:pt x="243" y="0"/>
                          </a:cubicBezTo>
                          <a:cubicBezTo>
                            <a:pt x="27" y="0"/>
                            <a:pt x="27" y="0"/>
                            <a:pt x="27" y="0"/>
                          </a:cubicBezTo>
                          <a:cubicBezTo>
                            <a:pt x="14" y="0"/>
                            <a:pt x="0" y="14"/>
                            <a:pt x="0" y="28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83" name="Freeform 101">
                      <a:extLst>
                        <a:ext uri="{FF2B5EF4-FFF2-40B4-BE49-F238E27FC236}">
                          <a16:creationId xmlns:a16="http://schemas.microsoft.com/office/drawing/2014/main" id="{7669581A-6024-45D3-473F-7AFE619C648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240750" y="2733675"/>
                      <a:ext cx="131763" cy="30163"/>
                    </a:xfrm>
                    <a:custGeom>
                      <a:avLst/>
                      <a:gdLst>
                        <a:gd name="T0" fmla="*/ 0 w 243"/>
                        <a:gd name="T1" fmla="*/ 27 h 54"/>
                        <a:gd name="T2" fmla="*/ 27 w 243"/>
                        <a:gd name="T3" fmla="*/ 54 h 54"/>
                        <a:gd name="T4" fmla="*/ 243 w 243"/>
                        <a:gd name="T5" fmla="*/ 54 h 54"/>
                        <a:gd name="T6" fmla="*/ 243 w 243"/>
                        <a:gd name="T7" fmla="*/ 0 h 54"/>
                        <a:gd name="T8" fmla="*/ 27 w 243"/>
                        <a:gd name="T9" fmla="*/ 0 h 54"/>
                        <a:gd name="T10" fmla="*/ 0 w 243"/>
                        <a:gd name="T11" fmla="*/ 27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3" h="54">
                          <a:moveTo>
                            <a:pt x="0" y="27"/>
                          </a:moveTo>
                          <a:cubicBezTo>
                            <a:pt x="0" y="47"/>
                            <a:pt x="14" y="54"/>
                            <a:pt x="27" y="54"/>
                          </a:cubicBezTo>
                          <a:cubicBezTo>
                            <a:pt x="243" y="54"/>
                            <a:pt x="243" y="54"/>
                            <a:pt x="243" y="54"/>
                          </a:cubicBezTo>
                          <a:cubicBezTo>
                            <a:pt x="243" y="0"/>
                            <a:pt x="243" y="0"/>
                            <a:pt x="243" y="0"/>
                          </a:cubicBezTo>
                          <a:cubicBezTo>
                            <a:pt x="27" y="0"/>
                            <a:pt x="27" y="0"/>
                            <a:pt x="27" y="0"/>
                          </a:cubicBezTo>
                          <a:cubicBezTo>
                            <a:pt x="14" y="0"/>
                            <a:pt x="0" y="13"/>
                            <a:pt x="0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84" name="Freeform 102">
                      <a:extLst>
                        <a:ext uri="{FF2B5EF4-FFF2-40B4-BE49-F238E27FC236}">
                          <a16:creationId xmlns:a16="http://schemas.microsoft.com/office/drawing/2014/main" id="{78D14490-AD58-F84D-EA9B-DBD0E7BDCC4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240750" y="2851150"/>
                      <a:ext cx="131763" cy="30163"/>
                    </a:xfrm>
                    <a:custGeom>
                      <a:avLst/>
                      <a:gdLst>
                        <a:gd name="T0" fmla="*/ 0 w 243"/>
                        <a:gd name="T1" fmla="*/ 27 h 54"/>
                        <a:gd name="T2" fmla="*/ 27 w 243"/>
                        <a:gd name="T3" fmla="*/ 54 h 54"/>
                        <a:gd name="T4" fmla="*/ 243 w 243"/>
                        <a:gd name="T5" fmla="*/ 54 h 54"/>
                        <a:gd name="T6" fmla="*/ 243 w 243"/>
                        <a:gd name="T7" fmla="*/ 0 h 54"/>
                        <a:gd name="T8" fmla="*/ 27 w 243"/>
                        <a:gd name="T9" fmla="*/ 0 h 54"/>
                        <a:gd name="T10" fmla="*/ 0 w 243"/>
                        <a:gd name="T11" fmla="*/ 27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3" h="54">
                          <a:moveTo>
                            <a:pt x="0" y="27"/>
                          </a:moveTo>
                          <a:cubicBezTo>
                            <a:pt x="0" y="41"/>
                            <a:pt x="14" y="54"/>
                            <a:pt x="27" y="54"/>
                          </a:cubicBezTo>
                          <a:cubicBezTo>
                            <a:pt x="243" y="54"/>
                            <a:pt x="243" y="54"/>
                            <a:pt x="243" y="54"/>
                          </a:cubicBezTo>
                          <a:cubicBezTo>
                            <a:pt x="243" y="0"/>
                            <a:pt x="243" y="0"/>
                            <a:pt x="243" y="0"/>
                          </a:cubicBezTo>
                          <a:cubicBezTo>
                            <a:pt x="27" y="0"/>
                            <a:pt x="27" y="0"/>
                            <a:pt x="27" y="0"/>
                          </a:cubicBezTo>
                          <a:cubicBezTo>
                            <a:pt x="14" y="0"/>
                            <a:pt x="0" y="14"/>
                            <a:pt x="0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85" name="Freeform 103">
                      <a:extLst>
                        <a:ext uri="{FF2B5EF4-FFF2-40B4-BE49-F238E27FC236}">
                          <a16:creationId xmlns:a16="http://schemas.microsoft.com/office/drawing/2014/main" id="{21361DC2-179E-E050-1C42-0F3F033DA32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240750" y="2965450"/>
                      <a:ext cx="131763" cy="28575"/>
                    </a:xfrm>
                    <a:custGeom>
                      <a:avLst/>
                      <a:gdLst>
                        <a:gd name="T0" fmla="*/ 0 w 243"/>
                        <a:gd name="T1" fmla="*/ 27 h 54"/>
                        <a:gd name="T2" fmla="*/ 27 w 243"/>
                        <a:gd name="T3" fmla="*/ 54 h 54"/>
                        <a:gd name="T4" fmla="*/ 243 w 243"/>
                        <a:gd name="T5" fmla="*/ 54 h 54"/>
                        <a:gd name="T6" fmla="*/ 243 w 243"/>
                        <a:gd name="T7" fmla="*/ 0 h 54"/>
                        <a:gd name="T8" fmla="*/ 27 w 243"/>
                        <a:gd name="T9" fmla="*/ 0 h 54"/>
                        <a:gd name="T10" fmla="*/ 0 w 243"/>
                        <a:gd name="T11" fmla="*/ 27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3" h="54">
                          <a:moveTo>
                            <a:pt x="0" y="27"/>
                          </a:moveTo>
                          <a:cubicBezTo>
                            <a:pt x="0" y="47"/>
                            <a:pt x="14" y="54"/>
                            <a:pt x="27" y="54"/>
                          </a:cubicBezTo>
                          <a:cubicBezTo>
                            <a:pt x="243" y="54"/>
                            <a:pt x="243" y="54"/>
                            <a:pt x="243" y="54"/>
                          </a:cubicBezTo>
                          <a:cubicBezTo>
                            <a:pt x="243" y="0"/>
                            <a:pt x="243" y="0"/>
                            <a:pt x="243" y="0"/>
                          </a:cubicBezTo>
                          <a:cubicBezTo>
                            <a:pt x="27" y="0"/>
                            <a:pt x="27" y="0"/>
                            <a:pt x="27" y="0"/>
                          </a:cubicBezTo>
                          <a:cubicBezTo>
                            <a:pt x="14" y="0"/>
                            <a:pt x="0" y="13"/>
                            <a:pt x="0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86" name="Freeform 104">
                      <a:extLst>
                        <a:ext uri="{FF2B5EF4-FFF2-40B4-BE49-F238E27FC236}">
                          <a16:creationId xmlns:a16="http://schemas.microsoft.com/office/drawing/2014/main" id="{D777337F-0409-E6A7-68FE-88B0804B71E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540788" y="2320925"/>
                      <a:ext cx="28575" cy="128588"/>
                    </a:xfrm>
                    <a:custGeom>
                      <a:avLst/>
                      <a:gdLst>
                        <a:gd name="T0" fmla="*/ 54 w 54"/>
                        <a:gd name="T1" fmla="*/ 27 h 237"/>
                        <a:gd name="T2" fmla="*/ 27 w 54"/>
                        <a:gd name="T3" fmla="*/ 0 h 237"/>
                        <a:gd name="T4" fmla="*/ 0 w 54"/>
                        <a:gd name="T5" fmla="*/ 27 h 237"/>
                        <a:gd name="T6" fmla="*/ 0 w 54"/>
                        <a:gd name="T7" fmla="*/ 237 h 237"/>
                        <a:gd name="T8" fmla="*/ 54 w 54"/>
                        <a:gd name="T9" fmla="*/ 237 h 237"/>
                        <a:gd name="T10" fmla="*/ 54 w 54"/>
                        <a:gd name="T11" fmla="*/ 27 h 237"/>
                        <a:gd name="T12" fmla="*/ 54 w 54"/>
                        <a:gd name="T13" fmla="*/ 27 h 2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7">
                          <a:moveTo>
                            <a:pt x="54" y="27"/>
                          </a:moveTo>
                          <a:cubicBezTo>
                            <a:pt x="54" y="14"/>
                            <a:pt x="40" y="0"/>
                            <a:pt x="27" y="0"/>
                          </a:cubicBezTo>
                          <a:cubicBezTo>
                            <a:pt x="13" y="0"/>
                            <a:pt x="0" y="14"/>
                            <a:pt x="0" y="27"/>
                          </a:cubicBezTo>
                          <a:cubicBezTo>
                            <a:pt x="0" y="237"/>
                            <a:pt x="0" y="237"/>
                            <a:pt x="0" y="237"/>
                          </a:cubicBezTo>
                          <a:cubicBezTo>
                            <a:pt x="54" y="237"/>
                            <a:pt x="54" y="237"/>
                            <a:pt x="54" y="23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87" name="Freeform 105">
                      <a:extLst>
                        <a:ext uri="{FF2B5EF4-FFF2-40B4-BE49-F238E27FC236}">
                          <a16:creationId xmlns:a16="http://schemas.microsoft.com/office/drawing/2014/main" id="{356B9B5C-DA60-2318-9AB0-F58D76C81A6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658263" y="2320925"/>
                      <a:ext cx="28575" cy="128588"/>
                    </a:xfrm>
                    <a:custGeom>
                      <a:avLst/>
                      <a:gdLst>
                        <a:gd name="T0" fmla="*/ 54 w 54"/>
                        <a:gd name="T1" fmla="*/ 27 h 237"/>
                        <a:gd name="T2" fmla="*/ 27 w 54"/>
                        <a:gd name="T3" fmla="*/ 0 h 237"/>
                        <a:gd name="T4" fmla="*/ 0 w 54"/>
                        <a:gd name="T5" fmla="*/ 27 h 237"/>
                        <a:gd name="T6" fmla="*/ 0 w 54"/>
                        <a:gd name="T7" fmla="*/ 237 h 237"/>
                        <a:gd name="T8" fmla="*/ 54 w 54"/>
                        <a:gd name="T9" fmla="*/ 237 h 237"/>
                        <a:gd name="T10" fmla="*/ 54 w 54"/>
                        <a:gd name="T11" fmla="*/ 27 h 237"/>
                        <a:gd name="T12" fmla="*/ 54 w 54"/>
                        <a:gd name="T13" fmla="*/ 27 h 2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7">
                          <a:moveTo>
                            <a:pt x="54" y="27"/>
                          </a:moveTo>
                          <a:cubicBezTo>
                            <a:pt x="54" y="14"/>
                            <a:pt x="40" y="0"/>
                            <a:pt x="27" y="0"/>
                          </a:cubicBezTo>
                          <a:cubicBezTo>
                            <a:pt x="13" y="0"/>
                            <a:pt x="0" y="14"/>
                            <a:pt x="0" y="27"/>
                          </a:cubicBezTo>
                          <a:cubicBezTo>
                            <a:pt x="0" y="237"/>
                            <a:pt x="0" y="237"/>
                            <a:pt x="0" y="237"/>
                          </a:cubicBezTo>
                          <a:cubicBezTo>
                            <a:pt x="54" y="237"/>
                            <a:pt x="54" y="237"/>
                            <a:pt x="54" y="23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88" name="Freeform 106">
                      <a:extLst>
                        <a:ext uri="{FF2B5EF4-FFF2-40B4-BE49-F238E27FC236}">
                          <a16:creationId xmlns:a16="http://schemas.microsoft.com/office/drawing/2014/main" id="{0618A88C-E2D7-0E4B-977D-D3BDF8124D3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770975" y="2320925"/>
                      <a:ext cx="30163" cy="128588"/>
                    </a:xfrm>
                    <a:custGeom>
                      <a:avLst/>
                      <a:gdLst>
                        <a:gd name="T0" fmla="*/ 54 w 54"/>
                        <a:gd name="T1" fmla="*/ 27 h 237"/>
                        <a:gd name="T2" fmla="*/ 27 w 54"/>
                        <a:gd name="T3" fmla="*/ 0 h 237"/>
                        <a:gd name="T4" fmla="*/ 0 w 54"/>
                        <a:gd name="T5" fmla="*/ 27 h 237"/>
                        <a:gd name="T6" fmla="*/ 0 w 54"/>
                        <a:gd name="T7" fmla="*/ 237 h 237"/>
                        <a:gd name="T8" fmla="*/ 54 w 54"/>
                        <a:gd name="T9" fmla="*/ 237 h 237"/>
                        <a:gd name="T10" fmla="*/ 54 w 54"/>
                        <a:gd name="T11" fmla="*/ 27 h 237"/>
                        <a:gd name="T12" fmla="*/ 54 w 54"/>
                        <a:gd name="T13" fmla="*/ 27 h 2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7">
                          <a:moveTo>
                            <a:pt x="54" y="27"/>
                          </a:moveTo>
                          <a:cubicBezTo>
                            <a:pt x="54" y="14"/>
                            <a:pt x="40" y="0"/>
                            <a:pt x="27" y="0"/>
                          </a:cubicBezTo>
                          <a:cubicBezTo>
                            <a:pt x="13" y="0"/>
                            <a:pt x="0" y="14"/>
                            <a:pt x="0" y="27"/>
                          </a:cubicBezTo>
                          <a:cubicBezTo>
                            <a:pt x="0" y="237"/>
                            <a:pt x="0" y="237"/>
                            <a:pt x="0" y="237"/>
                          </a:cubicBezTo>
                          <a:cubicBezTo>
                            <a:pt x="54" y="237"/>
                            <a:pt x="54" y="237"/>
                            <a:pt x="54" y="23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89" name="Freeform 107">
                      <a:extLst>
                        <a:ext uri="{FF2B5EF4-FFF2-40B4-BE49-F238E27FC236}">
                          <a16:creationId xmlns:a16="http://schemas.microsoft.com/office/drawing/2014/main" id="{BF7A9350-A84C-D893-B484-2EB13A278F5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886863" y="2320925"/>
                      <a:ext cx="30163" cy="128588"/>
                    </a:xfrm>
                    <a:custGeom>
                      <a:avLst/>
                      <a:gdLst>
                        <a:gd name="T0" fmla="*/ 54 w 54"/>
                        <a:gd name="T1" fmla="*/ 27 h 237"/>
                        <a:gd name="T2" fmla="*/ 27 w 54"/>
                        <a:gd name="T3" fmla="*/ 0 h 237"/>
                        <a:gd name="T4" fmla="*/ 0 w 54"/>
                        <a:gd name="T5" fmla="*/ 27 h 237"/>
                        <a:gd name="T6" fmla="*/ 0 w 54"/>
                        <a:gd name="T7" fmla="*/ 237 h 237"/>
                        <a:gd name="T8" fmla="*/ 54 w 54"/>
                        <a:gd name="T9" fmla="*/ 237 h 237"/>
                        <a:gd name="T10" fmla="*/ 54 w 54"/>
                        <a:gd name="T11" fmla="*/ 27 h 237"/>
                        <a:gd name="T12" fmla="*/ 54 w 54"/>
                        <a:gd name="T13" fmla="*/ 27 h 2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7">
                          <a:moveTo>
                            <a:pt x="54" y="27"/>
                          </a:moveTo>
                          <a:cubicBezTo>
                            <a:pt x="54" y="14"/>
                            <a:pt x="40" y="0"/>
                            <a:pt x="27" y="0"/>
                          </a:cubicBezTo>
                          <a:cubicBezTo>
                            <a:pt x="13" y="0"/>
                            <a:pt x="0" y="14"/>
                            <a:pt x="0" y="27"/>
                          </a:cubicBezTo>
                          <a:cubicBezTo>
                            <a:pt x="0" y="237"/>
                            <a:pt x="0" y="237"/>
                            <a:pt x="0" y="237"/>
                          </a:cubicBezTo>
                          <a:cubicBezTo>
                            <a:pt x="54" y="237"/>
                            <a:pt x="54" y="237"/>
                            <a:pt x="54" y="23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90" name="Freeform 108">
                      <a:extLst>
                        <a:ext uri="{FF2B5EF4-FFF2-40B4-BE49-F238E27FC236}">
                          <a16:creationId xmlns:a16="http://schemas.microsoft.com/office/drawing/2014/main" id="{45ACA6E4-4604-B96B-D4D2-775EDD8CCFA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540788" y="3165475"/>
                      <a:ext cx="28575" cy="128588"/>
                    </a:xfrm>
                    <a:custGeom>
                      <a:avLst/>
                      <a:gdLst>
                        <a:gd name="T0" fmla="*/ 0 w 54"/>
                        <a:gd name="T1" fmla="*/ 211 h 238"/>
                        <a:gd name="T2" fmla="*/ 27 w 54"/>
                        <a:gd name="T3" fmla="*/ 238 h 238"/>
                        <a:gd name="T4" fmla="*/ 54 w 54"/>
                        <a:gd name="T5" fmla="*/ 211 h 238"/>
                        <a:gd name="T6" fmla="*/ 54 w 54"/>
                        <a:gd name="T7" fmla="*/ 0 h 238"/>
                        <a:gd name="T8" fmla="*/ 0 w 54"/>
                        <a:gd name="T9" fmla="*/ 0 h 238"/>
                        <a:gd name="T10" fmla="*/ 0 w 54"/>
                        <a:gd name="T11" fmla="*/ 211 h 238"/>
                        <a:gd name="T12" fmla="*/ 0 w 54"/>
                        <a:gd name="T13" fmla="*/ 211 h 2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8">
                          <a:moveTo>
                            <a:pt x="0" y="211"/>
                          </a:moveTo>
                          <a:cubicBezTo>
                            <a:pt x="0" y="231"/>
                            <a:pt x="13" y="238"/>
                            <a:pt x="27" y="238"/>
                          </a:cubicBezTo>
                          <a:cubicBezTo>
                            <a:pt x="40" y="238"/>
                            <a:pt x="54" y="231"/>
                            <a:pt x="54" y="211"/>
                          </a:cubicBezTo>
                          <a:cubicBezTo>
                            <a:pt x="54" y="0"/>
                            <a:pt x="54" y="0"/>
                            <a:pt x="54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91" name="Freeform 109">
                      <a:extLst>
                        <a:ext uri="{FF2B5EF4-FFF2-40B4-BE49-F238E27FC236}">
                          <a16:creationId xmlns:a16="http://schemas.microsoft.com/office/drawing/2014/main" id="{C4B596D1-C9F4-43C3-66F9-50C049A9561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658263" y="3165475"/>
                      <a:ext cx="28575" cy="128588"/>
                    </a:xfrm>
                    <a:custGeom>
                      <a:avLst/>
                      <a:gdLst>
                        <a:gd name="T0" fmla="*/ 0 w 54"/>
                        <a:gd name="T1" fmla="*/ 211 h 238"/>
                        <a:gd name="T2" fmla="*/ 27 w 54"/>
                        <a:gd name="T3" fmla="*/ 238 h 238"/>
                        <a:gd name="T4" fmla="*/ 54 w 54"/>
                        <a:gd name="T5" fmla="*/ 211 h 238"/>
                        <a:gd name="T6" fmla="*/ 54 w 54"/>
                        <a:gd name="T7" fmla="*/ 0 h 238"/>
                        <a:gd name="T8" fmla="*/ 0 w 54"/>
                        <a:gd name="T9" fmla="*/ 0 h 238"/>
                        <a:gd name="T10" fmla="*/ 0 w 54"/>
                        <a:gd name="T11" fmla="*/ 211 h 238"/>
                        <a:gd name="T12" fmla="*/ 0 w 54"/>
                        <a:gd name="T13" fmla="*/ 211 h 2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8">
                          <a:moveTo>
                            <a:pt x="0" y="211"/>
                          </a:moveTo>
                          <a:cubicBezTo>
                            <a:pt x="0" y="231"/>
                            <a:pt x="13" y="238"/>
                            <a:pt x="27" y="238"/>
                          </a:cubicBezTo>
                          <a:cubicBezTo>
                            <a:pt x="40" y="238"/>
                            <a:pt x="54" y="231"/>
                            <a:pt x="54" y="211"/>
                          </a:cubicBezTo>
                          <a:cubicBezTo>
                            <a:pt x="54" y="0"/>
                            <a:pt x="54" y="0"/>
                            <a:pt x="54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92" name="Freeform 110">
                      <a:extLst>
                        <a:ext uri="{FF2B5EF4-FFF2-40B4-BE49-F238E27FC236}">
                          <a16:creationId xmlns:a16="http://schemas.microsoft.com/office/drawing/2014/main" id="{936311CF-DE13-8D0E-71A7-509E9ABFE72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770975" y="3165475"/>
                      <a:ext cx="30163" cy="128588"/>
                    </a:xfrm>
                    <a:custGeom>
                      <a:avLst/>
                      <a:gdLst>
                        <a:gd name="T0" fmla="*/ 0 w 54"/>
                        <a:gd name="T1" fmla="*/ 211 h 238"/>
                        <a:gd name="T2" fmla="*/ 27 w 54"/>
                        <a:gd name="T3" fmla="*/ 238 h 238"/>
                        <a:gd name="T4" fmla="*/ 54 w 54"/>
                        <a:gd name="T5" fmla="*/ 211 h 238"/>
                        <a:gd name="T6" fmla="*/ 54 w 54"/>
                        <a:gd name="T7" fmla="*/ 0 h 238"/>
                        <a:gd name="T8" fmla="*/ 0 w 54"/>
                        <a:gd name="T9" fmla="*/ 0 h 238"/>
                        <a:gd name="T10" fmla="*/ 0 w 54"/>
                        <a:gd name="T11" fmla="*/ 211 h 238"/>
                        <a:gd name="T12" fmla="*/ 0 w 54"/>
                        <a:gd name="T13" fmla="*/ 211 h 2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8">
                          <a:moveTo>
                            <a:pt x="0" y="211"/>
                          </a:moveTo>
                          <a:cubicBezTo>
                            <a:pt x="0" y="231"/>
                            <a:pt x="13" y="238"/>
                            <a:pt x="27" y="238"/>
                          </a:cubicBezTo>
                          <a:cubicBezTo>
                            <a:pt x="40" y="238"/>
                            <a:pt x="54" y="231"/>
                            <a:pt x="54" y="211"/>
                          </a:cubicBezTo>
                          <a:cubicBezTo>
                            <a:pt x="54" y="0"/>
                            <a:pt x="54" y="0"/>
                            <a:pt x="54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93" name="Freeform 111">
                      <a:extLst>
                        <a:ext uri="{FF2B5EF4-FFF2-40B4-BE49-F238E27FC236}">
                          <a16:creationId xmlns:a16="http://schemas.microsoft.com/office/drawing/2014/main" id="{1F035934-3A77-16C6-E207-35280A48671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886863" y="3165475"/>
                      <a:ext cx="30163" cy="128588"/>
                    </a:xfrm>
                    <a:custGeom>
                      <a:avLst/>
                      <a:gdLst>
                        <a:gd name="T0" fmla="*/ 0 w 54"/>
                        <a:gd name="T1" fmla="*/ 211 h 238"/>
                        <a:gd name="T2" fmla="*/ 27 w 54"/>
                        <a:gd name="T3" fmla="*/ 238 h 238"/>
                        <a:gd name="T4" fmla="*/ 54 w 54"/>
                        <a:gd name="T5" fmla="*/ 211 h 238"/>
                        <a:gd name="T6" fmla="*/ 54 w 54"/>
                        <a:gd name="T7" fmla="*/ 0 h 238"/>
                        <a:gd name="T8" fmla="*/ 0 w 54"/>
                        <a:gd name="T9" fmla="*/ 0 h 238"/>
                        <a:gd name="T10" fmla="*/ 0 w 54"/>
                        <a:gd name="T11" fmla="*/ 211 h 238"/>
                        <a:gd name="T12" fmla="*/ 0 w 54"/>
                        <a:gd name="T13" fmla="*/ 211 h 2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8">
                          <a:moveTo>
                            <a:pt x="0" y="211"/>
                          </a:moveTo>
                          <a:cubicBezTo>
                            <a:pt x="0" y="231"/>
                            <a:pt x="13" y="238"/>
                            <a:pt x="27" y="238"/>
                          </a:cubicBezTo>
                          <a:cubicBezTo>
                            <a:pt x="40" y="238"/>
                            <a:pt x="54" y="231"/>
                            <a:pt x="54" y="211"/>
                          </a:cubicBezTo>
                          <a:cubicBezTo>
                            <a:pt x="54" y="0"/>
                            <a:pt x="54" y="0"/>
                            <a:pt x="54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94" name="Freeform 112">
                      <a:extLst>
                        <a:ext uri="{FF2B5EF4-FFF2-40B4-BE49-F238E27FC236}">
                          <a16:creationId xmlns:a16="http://schemas.microsoft.com/office/drawing/2014/main" id="{CE97E6AA-F8AA-9BCF-51D8-F32CCA372F60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21401088" y="2478088"/>
                      <a:ext cx="654050" cy="658813"/>
                    </a:xfrm>
                    <a:custGeom>
                      <a:avLst/>
                      <a:gdLst>
                        <a:gd name="T0" fmla="*/ 952 w 1208"/>
                        <a:gd name="T1" fmla="*/ 0 h 1215"/>
                        <a:gd name="T2" fmla="*/ 736 w 1208"/>
                        <a:gd name="T3" fmla="*/ 0 h 1215"/>
                        <a:gd name="T4" fmla="*/ 526 w 1208"/>
                        <a:gd name="T5" fmla="*/ 0 h 1215"/>
                        <a:gd name="T6" fmla="*/ 310 w 1208"/>
                        <a:gd name="T7" fmla="*/ 0 h 1215"/>
                        <a:gd name="T8" fmla="*/ 128 w 1208"/>
                        <a:gd name="T9" fmla="*/ 0 h 1215"/>
                        <a:gd name="T10" fmla="*/ 0 w 1208"/>
                        <a:gd name="T11" fmla="*/ 264 h 1215"/>
                        <a:gd name="T12" fmla="*/ 0 w 1208"/>
                        <a:gd name="T13" fmla="*/ 473 h 1215"/>
                        <a:gd name="T14" fmla="*/ 0 w 1208"/>
                        <a:gd name="T15" fmla="*/ 689 h 1215"/>
                        <a:gd name="T16" fmla="*/ 0 w 1208"/>
                        <a:gd name="T17" fmla="*/ 898 h 1215"/>
                        <a:gd name="T18" fmla="*/ 0 w 1208"/>
                        <a:gd name="T19" fmla="*/ 1087 h 1215"/>
                        <a:gd name="T20" fmla="*/ 256 w 1208"/>
                        <a:gd name="T21" fmla="*/ 1215 h 1215"/>
                        <a:gd name="T22" fmla="*/ 472 w 1208"/>
                        <a:gd name="T23" fmla="*/ 1215 h 1215"/>
                        <a:gd name="T24" fmla="*/ 682 w 1208"/>
                        <a:gd name="T25" fmla="*/ 1215 h 1215"/>
                        <a:gd name="T26" fmla="*/ 898 w 1208"/>
                        <a:gd name="T27" fmla="*/ 1215 h 1215"/>
                        <a:gd name="T28" fmla="*/ 1080 w 1208"/>
                        <a:gd name="T29" fmla="*/ 1215 h 1215"/>
                        <a:gd name="T30" fmla="*/ 1208 w 1208"/>
                        <a:gd name="T31" fmla="*/ 952 h 1215"/>
                        <a:gd name="T32" fmla="*/ 1208 w 1208"/>
                        <a:gd name="T33" fmla="*/ 743 h 1215"/>
                        <a:gd name="T34" fmla="*/ 1208 w 1208"/>
                        <a:gd name="T35" fmla="*/ 527 h 1215"/>
                        <a:gd name="T36" fmla="*/ 1208 w 1208"/>
                        <a:gd name="T37" fmla="*/ 318 h 1215"/>
                        <a:gd name="T38" fmla="*/ 1208 w 1208"/>
                        <a:gd name="T39" fmla="*/ 129 h 1215"/>
                        <a:gd name="T40" fmla="*/ 1154 w 1208"/>
                        <a:gd name="T41" fmla="*/ 264 h 1215"/>
                        <a:gd name="T42" fmla="*/ 1154 w 1208"/>
                        <a:gd name="T43" fmla="*/ 473 h 1215"/>
                        <a:gd name="T44" fmla="*/ 1154 w 1208"/>
                        <a:gd name="T45" fmla="*/ 689 h 1215"/>
                        <a:gd name="T46" fmla="*/ 1154 w 1208"/>
                        <a:gd name="T47" fmla="*/ 898 h 1215"/>
                        <a:gd name="T48" fmla="*/ 1154 w 1208"/>
                        <a:gd name="T49" fmla="*/ 1087 h 1215"/>
                        <a:gd name="T50" fmla="*/ 952 w 1208"/>
                        <a:gd name="T51" fmla="*/ 1161 h 1215"/>
                        <a:gd name="T52" fmla="*/ 736 w 1208"/>
                        <a:gd name="T53" fmla="*/ 1161 h 1215"/>
                        <a:gd name="T54" fmla="*/ 526 w 1208"/>
                        <a:gd name="T55" fmla="*/ 1161 h 1215"/>
                        <a:gd name="T56" fmla="*/ 310 w 1208"/>
                        <a:gd name="T57" fmla="*/ 1161 h 1215"/>
                        <a:gd name="T58" fmla="*/ 128 w 1208"/>
                        <a:gd name="T59" fmla="*/ 1161 h 1215"/>
                        <a:gd name="T60" fmla="*/ 54 w 1208"/>
                        <a:gd name="T61" fmla="*/ 952 h 1215"/>
                        <a:gd name="T62" fmla="*/ 54 w 1208"/>
                        <a:gd name="T63" fmla="*/ 743 h 1215"/>
                        <a:gd name="T64" fmla="*/ 54 w 1208"/>
                        <a:gd name="T65" fmla="*/ 527 h 1215"/>
                        <a:gd name="T66" fmla="*/ 54 w 1208"/>
                        <a:gd name="T67" fmla="*/ 318 h 1215"/>
                        <a:gd name="T68" fmla="*/ 54 w 1208"/>
                        <a:gd name="T69" fmla="*/ 129 h 1215"/>
                        <a:gd name="T70" fmla="*/ 256 w 1208"/>
                        <a:gd name="T71" fmla="*/ 54 h 1215"/>
                        <a:gd name="T72" fmla="*/ 472 w 1208"/>
                        <a:gd name="T73" fmla="*/ 54 h 1215"/>
                        <a:gd name="T74" fmla="*/ 682 w 1208"/>
                        <a:gd name="T75" fmla="*/ 54 h 1215"/>
                        <a:gd name="T76" fmla="*/ 898 w 1208"/>
                        <a:gd name="T77" fmla="*/ 54 h 1215"/>
                        <a:gd name="T78" fmla="*/ 1080 w 1208"/>
                        <a:gd name="T79" fmla="*/ 54 h 1215"/>
                        <a:gd name="T80" fmla="*/ 1154 w 1208"/>
                        <a:gd name="T81" fmla="*/ 264 h 121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</a:cxnLst>
                      <a:rect l="0" t="0" r="r" b="b"/>
                      <a:pathLst>
                        <a:path w="1208" h="1215">
                          <a:moveTo>
                            <a:pt x="1080" y="0"/>
                          </a:moveTo>
                          <a:cubicBezTo>
                            <a:pt x="952" y="0"/>
                            <a:pt x="952" y="0"/>
                            <a:pt x="952" y="0"/>
                          </a:cubicBezTo>
                          <a:cubicBezTo>
                            <a:pt x="898" y="0"/>
                            <a:pt x="898" y="0"/>
                            <a:pt x="898" y="0"/>
                          </a:cubicBezTo>
                          <a:cubicBezTo>
                            <a:pt x="736" y="0"/>
                            <a:pt x="736" y="0"/>
                            <a:pt x="736" y="0"/>
                          </a:cubicBezTo>
                          <a:cubicBezTo>
                            <a:pt x="682" y="0"/>
                            <a:pt x="682" y="0"/>
                            <a:pt x="682" y="0"/>
                          </a:cubicBezTo>
                          <a:cubicBezTo>
                            <a:pt x="526" y="0"/>
                            <a:pt x="526" y="0"/>
                            <a:pt x="526" y="0"/>
                          </a:cubicBezTo>
                          <a:cubicBezTo>
                            <a:pt x="472" y="0"/>
                            <a:pt x="472" y="0"/>
                            <a:pt x="472" y="0"/>
                          </a:cubicBezTo>
                          <a:cubicBezTo>
                            <a:pt x="310" y="0"/>
                            <a:pt x="310" y="0"/>
                            <a:pt x="310" y="0"/>
                          </a:cubicBezTo>
                          <a:cubicBezTo>
                            <a:pt x="256" y="0"/>
                            <a:pt x="256" y="0"/>
                            <a:pt x="256" y="0"/>
                          </a:cubicBezTo>
                          <a:cubicBezTo>
                            <a:pt x="128" y="0"/>
                            <a:pt x="128" y="0"/>
                            <a:pt x="128" y="0"/>
                          </a:cubicBezTo>
                          <a:cubicBezTo>
                            <a:pt x="54" y="0"/>
                            <a:pt x="0" y="61"/>
                            <a:pt x="0" y="129"/>
                          </a:cubicBezTo>
                          <a:cubicBezTo>
                            <a:pt x="0" y="264"/>
                            <a:pt x="0" y="264"/>
                            <a:pt x="0" y="264"/>
                          </a:cubicBezTo>
                          <a:cubicBezTo>
                            <a:pt x="0" y="318"/>
                            <a:pt x="0" y="318"/>
                            <a:pt x="0" y="318"/>
                          </a:cubicBezTo>
                          <a:cubicBezTo>
                            <a:pt x="0" y="473"/>
                            <a:pt x="0" y="473"/>
                            <a:pt x="0" y="473"/>
                          </a:cubicBezTo>
                          <a:cubicBezTo>
                            <a:pt x="0" y="527"/>
                            <a:pt x="0" y="527"/>
                            <a:pt x="0" y="527"/>
                          </a:cubicBezTo>
                          <a:cubicBezTo>
                            <a:pt x="0" y="689"/>
                            <a:pt x="0" y="689"/>
                            <a:pt x="0" y="689"/>
                          </a:cubicBezTo>
                          <a:cubicBezTo>
                            <a:pt x="0" y="743"/>
                            <a:pt x="0" y="743"/>
                            <a:pt x="0" y="743"/>
                          </a:cubicBezTo>
                          <a:cubicBezTo>
                            <a:pt x="0" y="898"/>
                            <a:pt x="0" y="898"/>
                            <a:pt x="0" y="898"/>
                          </a:cubicBezTo>
                          <a:cubicBezTo>
                            <a:pt x="0" y="952"/>
                            <a:pt x="0" y="952"/>
                            <a:pt x="0" y="952"/>
                          </a:cubicBezTo>
                          <a:cubicBezTo>
                            <a:pt x="0" y="1087"/>
                            <a:pt x="0" y="1087"/>
                            <a:pt x="0" y="1087"/>
                          </a:cubicBezTo>
                          <a:cubicBezTo>
                            <a:pt x="0" y="1161"/>
                            <a:pt x="54" y="1215"/>
                            <a:pt x="128" y="1215"/>
                          </a:cubicBezTo>
                          <a:cubicBezTo>
                            <a:pt x="256" y="1215"/>
                            <a:pt x="256" y="1215"/>
                            <a:pt x="256" y="1215"/>
                          </a:cubicBezTo>
                          <a:cubicBezTo>
                            <a:pt x="310" y="1215"/>
                            <a:pt x="310" y="1215"/>
                            <a:pt x="310" y="1215"/>
                          </a:cubicBezTo>
                          <a:cubicBezTo>
                            <a:pt x="472" y="1215"/>
                            <a:pt x="472" y="1215"/>
                            <a:pt x="472" y="1215"/>
                          </a:cubicBezTo>
                          <a:cubicBezTo>
                            <a:pt x="526" y="1215"/>
                            <a:pt x="526" y="1215"/>
                            <a:pt x="526" y="1215"/>
                          </a:cubicBezTo>
                          <a:cubicBezTo>
                            <a:pt x="682" y="1215"/>
                            <a:pt x="682" y="1215"/>
                            <a:pt x="682" y="1215"/>
                          </a:cubicBezTo>
                          <a:cubicBezTo>
                            <a:pt x="736" y="1215"/>
                            <a:pt x="736" y="1215"/>
                            <a:pt x="736" y="1215"/>
                          </a:cubicBezTo>
                          <a:cubicBezTo>
                            <a:pt x="898" y="1215"/>
                            <a:pt x="898" y="1215"/>
                            <a:pt x="898" y="1215"/>
                          </a:cubicBezTo>
                          <a:cubicBezTo>
                            <a:pt x="952" y="1215"/>
                            <a:pt x="952" y="1215"/>
                            <a:pt x="952" y="1215"/>
                          </a:cubicBezTo>
                          <a:cubicBezTo>
                            <a:pt x="1080" y="1215"/>
                            <a:pt x="1080" y="1215"/>
                            <a:pt x="1080" y="1215"/>
                          </a:cubicBezTo>
                          <a:cubicBezTo>
                            <a:pt x="1154" y="1215"/>
                            <a:pt x="1208" y="1161"/>
                            <a:pt x="1208" y="1087"/>
                          </a:cubicBezTo>
                          <a:cubicBezTo>
                            <a:pt x="1208" y="952"/>
                            <a:pt x="1208" y="952"/>
                            <a:pt x="1208" y="952"/>
                          </a:cubicBezTo>
                          <a:cubicBezTo>
                            <a:pt x="1208" y="898"/>
                            <a:pt x="1208" y="898"/>
                            <a:pt x="1208" y="898"/>
                          </a:cubicBezTo>
                          <a:cubicBezTo>
                            <a:pt x="1208" y="743"/>
                            <a:pt x="1208" y="743"/>
                            <a:pt x="1208" y="743"/>
                          </a:cubicBezTo>
                          <a:cubicBezTo>
                            <a:pt x="1208" y="689"/>
                            <a:pt x="1208" y="689"/>
                            <a:pt x="1208" y="689"/>
                          </a:cubicBezTo>
                          <a:cubicBezTo>
                            <a:pt x="1208" y="527"/>
                            <a:pt x="1208" y="527"/>
                            <a:pt x="1208" y="527"/>
                          </a:cubicBezTo>
                          <a:cubicBezTo>
                            <a:pt x="1208" y="473"/>
                            <a:pt x="1208" y="473"/>
                            <a:pt x="1208" y="473"/>
                          </a:cubicBezTo>
                          <a:cubicBezTo>
                            <a:pt x="1208" y="318"/>
                            <a:pt x="1208" y="318"/>
                            <a:pt x="1208" y="318"/>
                          </a:cubicBezTo>
                          <a:cubicBezTo>
                            <a:pt x="1208" y="264"/>
                            <a:pt x="1208" y="264"/>
                            <a:pt x="1208" y="264"/>
                          </a:cubicBezTo>
                          <a:cubicBezTo>
                            <a:pt x="1208" y="129"/>
                            <a:pt x="1208" y="129"/>
                            <a:pt x="1208" y="129"/>
                          </a:cubicBezTo>
                          <a:cubicBezTo>
                            <a:pt x="1208" y="61"/>
                            <a:pt x="1154" y="0"/>
                            <a:pt x="1080" y="0"/>
                          </a:cubicBezTo>
                          <a:close/>
                          <a:moveTo>
                            <a:pt x="1154" y="264"/>
                          </a:moveTo>
                          <a:cubicBezTo>
                            <a:pt x="1154" y="318"/>
                            <a:pt x="1154" y="318"/>
                            <a:pt x="1154" y="318"/>
                          </a:cubicBezTo>
                          <a:cubicBezTo>
                            <a:pt x="1154" y="473"/>
                            <a:pt x="1154" y="473"/>
                            <a:pt x="1154" y="473"/>
                          </a:cubicBezTo>
                          <a:cubicBezTo>
                            <a:pt x="1154" y="527"/>
                            <a:pt x="1154" y="527"/>
                            <a:pt x="1154" y="527"/>
                          </a:cubicBezTo>
                          <a:cubicBezTo>
                            <a:pt x="1154" y="689"/>
                            <a:pt x="1154" y="689"/>
                            <a:pt x="1154" y="689"/>
                          </a:cubicBezTo>
                          <a:cubicBezTo>
                            <a:pt x="1154" y="743"/>
                            <a:pt x="1154" y="743"/>
                            <a:pt x="1154" y="743"/>
                          </a:cubicBezTo>
                          <a:cubicBezTo>
                            <a:pt x="1154" y="898"/>
                            <a:pt x="1154" y="898"/>
                            <a:pt x="1154" y="898"/>
                          </a:cubicBezTo>
                          <a:cubicBezTo>
                            <a:pt x="1154" y="952"/>
                            <a:pt x="1154" y="952"/>
                            <a:pt x="1154" y="952"/>
                          </a:cubicBezTo>
                          <a:cubicBezTo>
                            <a:pt x="1154" y="1087"/>
                            <a:pt x="1154" y="1087"/>
                            <a:pt x="1154" y="1087"/>
                          </a:cubicBezTo>
                          <a:cubicBezTo>
                            <a:pt x="1154" y="1127"/>
                            <a:pt x="1127" y="1161"/>
                            <a:pt x="1080" y="1161"/>
                          </a:cubicBezTo>
                          <a:cubicBezTo>
                            <a:pt x="952" y="1161"/>
                            <a:pt x="952" y="1161"/>
                            <a:pt x="952" y="1161"/>
                          </a:cubicBezTo>
                          <a:cubicBezTo>
                            <a:pt x="898" y="1161"/>
                            <a:pt x="898" y="1161"/>
                            <a:pt x="898" y="1161"/>
                          </a:cubicBezTo>
                          <a:cubicBezTo>
                            <a:pt x="736" y="1161"/>
                            <a:pt x="736" y="1161"/>
                            <a:pt x="736" y="1161"/>
                          </a:cubicBezTo>
                          <a:cubicBezTo>
                            <a:pt x="682" y="1161"/>
                            <a:pt x="682" y="1161"/>
                            <a:pt x="682" y="1161"/>
                          </a:cubicBezTo>
                          <a:cubicBezTo>
                            <a:pt x="526" y="1161"/>
                            <a:pt x="526" y="1161"/>
                            <a:pt x="526" y="1161"/>
                          </a:cubicBezTo>
                          <a:cubicBezTo>
                            <a:pt x="472" y="1161"/>
                            <a:pt x="472" y="1161"/>
                            <a:pt x="472" y="1161"/>
                          </a:cubicBezTo>
                          <a:cubicBezTo>
                            <a:pt x="310" y="1161"/>
                            <a:pt x="310" y="1161"/>
                            <a:pt x="310" y="1161"/>
                          </a:cubicBezTo>
                          <a:cubicBezTo>
                            <a:pt x="256" y="1161"/>
                            <a:pt x="256" y="1161"/>
                            <a:pt x="256" y="1161"/>
                          </a:cubicBezTo>
                          <a:cubicBezTo>
                            <a:pt x="128" y="1161"/>
                            <a:pt x="128" y="1161"/>
                            <a:pt x="128" y="1161"/>
                          </a:cubicBezTo>
                          <a:cubicBezTo>
                            <a:pt x="81" y="1161"/>
                            <a:pt x="54" y="1127"/>
                            <a:pt x="54" y="1087"/>
                          </a:cubicBezTo>
                          <a:cubicBezTo>
                            <a:pt x="54" y="952"/>
                            <a:pt x="54" y="952"/>
                            <a:pt x="54" y="952"/>
                          </a:cubicBezTo>
                          <a:cubicBezTo>
                            <a:pt x="54" y="898"/>
                            <a:pt x="54" y="898"/>
                            <a:pt x="54" y="898"/>
                          </a:cubicBezTo>
                          <a:cubicBezTo>
                            <a:pt x="54" y="743"/>
                            <a:pt x="54" y="743"/>
                            <a:pt x="54" y="743"/>
                          </a:cubicBezTo>
                          <a:cubicBezTo>
                            <a:pt x="54" y="689"/>
                            <a:pt x="54" y="689"/>
                            <a:pt x="54" y="689"/>
                          </a:cubicBezTo>
                          <a:cubicBezTo>
                            <a:pt x="54" y="527"/>
                            <a:pt x="54" y="527"/>
                            <a:pt x="54" y="527"/>
                          </a:cubicBezTo>
                          <a:cubicBezTo>
                            <a:pt x="54" y="473"/>
                            <a:pt x="54" y="473"/>
                            <a:pt x="54" y="473"/>
                          </a:cubicBezTo>
                          <a:cubicBezTo>
                            <a:pt x="54" y="318"/>
                            <a:pt x="54" y="318"/>
                            <a:pt x="54" y="318"/>
                          </a:cubicBezTo>
                          <a:cubicBezTo>
                            <a:pt x="54" y="264"/>
                            <a:pt x="54" y="264"/>
                            <a:pt x="54" y="264"/>
                          </a:cubicBezTo>
                          <a:cubicBezTo>
                            <a:pt x="54" y="129"/>
                            <a:pt x="54" y="129"/>
                            <a:pt x="54" y="129"/>
                          </a:cubicBezTo>
                          <a:cubicBezTo>
                            <a:pt x="54" y="88"/>
                            <a:pt x="81" y="54"/>
                            <a:pt x="128" y="54"/>
                          </a:cubicBezTo>
                          <a:cubicBezTo>
                            <a:pt x="256" y="54"/>
                            <a:pt x="256" y="54"/>
                            <a:pt x="256" y="54"/>
                          </a:cubicBezTo>
                          <a:cubicBezTo>
                            <a:pt x="310" y="54"/>
                            <a:pt x="310" y="54"/>
                            <a:pt x="310" y="54"/>
                          </a:cubicBezTo>
                          <a:cubicBezTo>
                            <a:pt x="472" y="54"/>
                            <a:pt x="472" y="54"/>
                            <a:pt x="472" y="54"/>
                          </a:cubicBezTo>
                          <a:cubicBezTo>
                            <a:pt x="526" y="54"/>
                            <a:pt x="526" y="54"/>
                            <a:pt x="526" y="54"/>
                          </a:cubicBezTo>
                          <a:cubicBezTo>
                            <a:pt x="682" y="54"/>
                            <a:pt x="682" y="54"/>
                            <a:pt x="682" y="54"/>
                          </a:cubicBezTo>
                          <a:cubicBezTo>
                            <a:pt x="736" y="54"/>
                            <a:pt x="736" y="54"/>
                            <a:pt x="736" y="54"/>
                          </a:cubicBezTo>
                          <a:cubicBezTo>
                            <a:pt x="898" y="54"/>
                            <a:pt x="898" y="54"/>
                            <a:pt x="898" y="54"/>
                          </a:cubicBezTo>
                          <a:cubicBezTo>
                            <a:pt x="952" y="54"/>
                            <a:pt x="952" y="54"/>
                            <a:pt x="952" y="54"/>
                          </a:cubicBezTo>
                          <a:cubicBezTo>
                            <a:pt x="1080" y="54"/>
                            <a:pt x="1080" y="54"/>
                            <a:pt x="1080" y="54"/>
                          </a:cubicBezTo>
                          <a:cubicBezTo>
                            <a:pt x="1127" y="54"/>
                            <a:pt x="1154" y="88"/>
                            <a:pt x="1154" y="129"/>
                          </a:cubicBezTo>
                          <a:cubicBezTo>
                            <a:pt x="1154" y="264"/>
                            <a:pt x="1154" y="264"/>
                            <a:pt x="1154" y="264"/>
                          </a:cubicBezTo>
                          <a:cubicBezTo>
                            <a:pt x="1154" y="264"/>
                            <a:pt x="1154" y="264"/>
                            <a:pt x="1154" y="264"/>
                          </a:cubicBezTo>
                          <a:close/>
                        </a:path>
                      </a:pathLst>
                    </a:custGeom>
                    <a:solidFill>
                      <a:schemeClr val="tx1">
                        <a:lumMod val="85000"/>
                        <a:lumOff val="15000"/>
                      </a:schemeClr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876" name="그림 875">
                    <a:extLst>
                      <a:ext uri="{FF2B5EF4-FFF2-40B4-BE49-F238E27FC236}">
                        <a16:creationId xmlns:a16="http://schemas.microsoft.com/office/drawing/2014/main" id="{8A5605D5-41E5-A7B7-BA7E-E6BB98C8F2D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lum bright="100000"/>
                  </a:blip>
                  <a:stretch>
                    <a:fillRect/>
                  </a:stretch>
                </p:blipFill>
                <p:spPr>
                  <a:xfrm>
                    <a:off x="1124483" y="5707212"/>
                    <a:ext cx="491143" cy="179999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845" name="그룹 844">
                <a:extLst>
                  <a:ext uri="{FF2B5EF4-FFF2-40B4-BE49-F238E27FC236}">
                    <a16:creationId xmlns:a16="http://schemas.microsoft.com/office/drawing/2014/main" id="{CFFDDB46-FF3E-F8FC-3296-6A692799A9DF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496875" y="5500774"/>
                <a:ext cx="166212" cy="228600"/>
                <a:chOff x="3493283" y="3693520"/>
                <a:chExt cx="897069" cy="1233786"/>
              </a:xfrm>
            </p:grpSpPr>
            <p:grpSp>
              <p:nvGrpSpPr>
                <p:cNvPr id="847" name="그룹 846">
                  <a:extLst>
                    <a:ext uri="{FF2B5EF4-FFF2-40B4-BE49-F238E27FC236}">
                      <a16:creationId xmlns:a16="http://schemas.microsoft.com/office/drawing/2014/main" id="{AB8A5C5C-A30C-43A7-0F55-C8B56497E190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3493283" y="3693520"/>
                  <a:ext cx="897069" cy="1233786"/>
                  <a:chOff x="11921380" y="4267727"/>
                  <a:chExt cx="916126" cy="1260000"/>
                </a:xfrm>
              </p:grpSpPr>
              <p:sp>
                <p:nvSpPr>
                  <p:cNvPr id="869" name="사각형: 둥근 모서리 800">
                    <a:extLst>
                      <a:ext uri="{FF2B5EF4-FFF2-40B4-BE49-F238E27FC236}">
                        <a16:creationId xmlns:a16="http://schemas.microsoft.com/office/drawing/2014/main" id="{8F38BFF0-9168-FAE6-AF21-6BCAC634C411}"/>
                      </a:ext>
                    </a:extLst>
                  </p:cNvPr>
                  <p:cNvSpPr/>
                  <p:nvPr/>
                </p:nvSpPr>
                <p:spPr>
                  <a:xfrm>
                    <a:off x="11923593" y="4271687"/>
                    <a:ext cx="911716" cy="1252078"/>
                  </a:xfrm>
                  <a:prstGeom prst="roundRect">
                    <a:avLst>
                      <a:gd name="adj" fmla="val 7097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-3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grpSp>
                <p:nvGrpSpPr>
                  <p:cNvPr id="870" name="그룹 869">
                    <a:extLst>
                      <a:ext uri="{FF2B5EF4-FFF2-40B4-BE49-F238E27FC236}">
                        <a16:creationId xmlns:a16="http://schemas.microsoft.com/office/drawing/2014/main" id="{3FCBADEA-AEE9-173E-14EE-6B91A055084B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11921380" y="4267727"/>
                    <a:ext cx="916126" cy="1260000"/>
                    <a:chOff x="14485933" y="-2571751"/>
                    <a:chExt cx="554038" cy="762000"/>
                  </a:xfrm>
                  <a:solidFill>
                    <a:srgbClr val="262626"/>
                  </a:solidFill>
                </p:grpSpPr>
                <p:sp>
                  <p:nvSpPr>
                    <p:cNvPr id="871" name="Freeform 230">
                      <a:extLst>
                        <a:ext uri="{FF2B5EF4-FFF2-40B4-BE49-F238E27FC236}">
                          <a16:creationId xmlns:a16="http://schemas.microsoft.com/office/drawing/2014/main" id="{A5735BB6-0025-2B8E-A32C-58DEDEFCADA0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4485933" y="-2571751"/>
                      <a:ext cx="554038" cy="762000"/>
                    </a:xfrm>
                    <a:custGeom>
                      <a:avLst/>
                      <a:gdLst>
                        <a:gd name="T0" fmla="*/ 137 w 147"/>
                        <a:gd name="T1" fmla="*/ 0 h 200"/>
                        <a:gd name="T2" fmla="*/ 10 w 147"/>
                        <a:gd name="T3" fmla="*/ 0 h 200"/>
                        <a:gd name="T4" fmla="*/ 0 w 147"/>
                        <a:gd name="T5" fmla="*/ 10 h 200"/>
                        <a:gd name="T6" fmla="*/ 0 w 147"/>
                        <a:gd name="T7" fmla="*/ 190 h 200"/>
                        <a:gd name="T8" fmla="*/ 10 w 147"/>
                        <a:gd name="T9" fmla="*/ 200 h 200"/>
                        <a:gd name="T10" fmla="*/ 137 w 147"/>
                        <a:gd name="T11" fmla="*/ 200 h 200"/>
                        <a:gd name="T12" fmla="*/ 140 w 147"/>
                        <a:gd name="T13" fmla="*/ 199 h 200"/>
                        <a:gd name="T14" fmla="*/ 146 w 147"/>
                        <a:gd name="T15" fmla="*/ 193 h 200"/>
                        <a:gd name="T16" fmla="*/ 147 w 147"/>
                        <a:gd name="T17" fmla="*/ 190 h 200"/>
                        <a:gd name="T18" fmla="*/ 147 w 147"/>
                        <a:gd name="T19" fmla="*/ 10 h 200"/>
                        <a:gd name="T20" fmla="*/ 137 w 147"/>
                        <a:gd name="T21" fmla="*/ 0 h 200"/>
                        <a:gd name="T22" fmla="*/ 139 w 147"/>
                        <a:gd name="T23" fmla="*/ 189 h 200"/>
                        <a:gd name="T24" fmla="*/ 135 w 147"/>
                        <a:gd name="T25" fmla="*/ 192 h 200"/>
                        <a:gd name="T26" fmla="*/ 10 w 147"/>
                        <a:gd name="T27" fmla="*/ 192 h 200"/>
                        <a:gd name="T28" fmla="*/ 8 w 147"/>
                        <a:gd name="T29" fmla="*/ 190 h 200"/>
                        <a:gd name="T30" fmla="*/ 8 w 147"/>
                        <a:gd name="T31" fmla="*/ 10 h 200"/>
                        <a:gd name="T32" fmla="*/ 10 w 147"/>
                        <a:gd name="T33" fmla="*/ 8 h 200"/>
                        <a:gd name="T34" fmla="*/ 137 w 147"/>
                        <a:gd name="T35" fmla="*/ 8 h 200"/>
                        <a:gd name="T36" fmla="*/ 139 w 147"/>
                        <a:gd name="T37" fmla="*/ 10 h 200"/>
                        <a:gd name="T38" fmla="*/ 139 w 147"/>
                        <a:gd name="T39" fmla="*/ 189 h 2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</a:cxnLst>
                      <a:rect l="0" t="0" r="r" b="b"/>
                      <a:pathLst>
                        <a:path w="147" h="200">
                          <a:moveTo>
                            <a:pt x="137" y="0"/>
                          </a:moveTo>
                          <a:cubicBezTo>
                            <a:pt x="10" y="0"/>
                            <a:pt x="10" y="0"/>
                            <a:pt x="10" y="0"/>
                          </a:cubicBezTo>
                          <a:cubicBezTo>
                            <a:pt x="4" y="0"/>
                            <a:pt x="0" y="5"/>
                            <a:pt x="0" y="10"/>
                          </a:cubicBezTo>
                          <a:cubicBezTo>
                            <a:pt x="0" y="190"/>
                            <a:pt x="0" y="190"/>
                            <a:pt x="0" y="190"/>
                          </a:cubicBezTo>
                          <a:cubicBezTo>
                            <a:pt x="0" y="196"/>
                            <a:pt x="4" y="200"/>
                            <a:pt x="10" y="200"/>
                          </a:cubicBezTo>
                          <a:cubicBezTo>
                            <a:pt x="137" y="200"/>
                            <a:pt x="137" y="200"/>
                            <a:pt x="137" y="200"/>
                          </a:cubicBezTo>
                          <a:cubicBezTo>
                            <a:pt x="138" y="200"/>
                            <a:pt x="139" y="200"/>
                            <a:pt x="140" y="199"/>
                          </a:cubicBezTo>
                          <a:cubicBezTo>
                            <a:pt x="146" y="193"/>
                            <a:pt x="146" y="193"/>
                            <a:pt x="146" y="193"/>
                          </a:cubicBezTo>
                          <a:cubicBezTo>
                            <a:pt x="146" y="192"/>
                            <a:pt x="147" y="191"/>
                            <a:pt x="147" y="190"/>
                          </a:cubicBezTo>
                          <a:cubicBezTo>
                            <a:pt x="147" y="10"/>
                            <a:pt x="147" y="10"/>
                            <a:pt x="147" y="10"/>
                          </a:cubicBezTo>
                          <a:cubicBezTo>
                            <a:pt x="147" y="5"/>
                            <a:pt x="142" y="0"/>
                            <a:pt x="137" y="0"/>
                          </a:cubicBezTo>
                          <a:close/>
                          <a:moveTo>
                            <a:pt x="139" y="189"/>
                          </a:moveTo>
                          <a:cubicBezTo>
                            <a:pt x="135" y="192"/>
                            <a:pt x="135" y="192"/>
                            <a:pt x="135" y="192"/>
                          </a:cubicBezTo>
                          <a:cubicBezTo>
                            <a:pt x="10" y="192"/>
                            <a:pt x="10" y="192"/>
                            <a:pt x="10" y="192"/>
                          </a:cubicBezTo>
                          <a:cubicBezTo>
                            <a:pt x="9" y="192"/>
                            <a:pt x="8" y="191"/>
                            <a:pt x="8" y="190"/>
                          </a:cubicBezTo>
                          <a:cubicBezTo>
                            <a:pt x="8" y="10"/>
                            <a:pt x="8" y="10"/>
                            <a:pt x="8" y="10"/>
                          </a:cubicBezTo>
                          <a:cubicBezTo>
                            <a:pt x="8" y="9"/>
                            <a:pt x="9" y="8"/>
                            <a:pt x="10" y="8"/>
                          </a:cubicBezTo>
                          <a:cubicBezTo>
                            <a:pt x="137" y="8"/>
                            <a:pt x="137" y="8"/>
                            <a:pt x="137" y="8"/>
                          </a:cubicBezTo>
                          <a:cubicBezTo>
                            <a:pt x="138" y="8"/>
                            <a:pt x="139" y="9"/>
                            <a:pt x="139" y="10"/>
                          </a:cubicBezTo>
                          <a:lnTo>
                            <a:pt x="139" y="189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  <p:sp>
                  <p:nvSpPr>
                    <p:cNvPr id="872" name="Freeform 231">
                      <a:extLst>
                        <a:ext uri="{FF2B5EF4-FFF2-40B4-BE49-F238E27FC236}">
                          <a16:creationId xmlns:a16="http://schemas.microsoft.com/office/drawing/2014/main" id="{2AE2B7AC-A490-7417-19E6-71BB9685BCE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4603413" y="-2403476"/>
                      <a:ext cx="315913" cy="30163"/>
                    </a:xfrm>
                    <a:custGeom>
                      <a:avLst/>
                      <a:gdLst>
                        <a:gd name="T0" fmla="*/ 80 w 84"/>
                        <a:gd name="T1" fmla="*/ 0 h 8"/>
                        <a:gd name="T2" fmla="*/ 4 w 84"/>
                        <a:gd name="T3" fmla="*/ 0 h 8"/>
                        <a:gd name="T4" fmla="*/ 0 w 84"/>
                        <a:gd name="T5" fmla="*/ 4 h 8"/>
                        <a:gd name="T6" fmla="*/ 4 w 84"/>
                        <a:gd name="T7" fmla="*/ 8 h 8"/>
                        <a:gd name="T8" fmla="*/ 80 w 84"/>
                        <a:gd name="T9" fmla="*/ 8 h 8"/>
                        <a:gd name="T10" fmla="*/ 84 w 84"/>
                        <a:gd name="T11" fmla="*/ 4 h 8"/>
                        <a:gd name="T12" fmla="*/ 80 w 84"/>
                        <a:gd name="T13" fmla="*/ 0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4" h="8">
                          <a:moveTo>
                            <a:pt x="80" y="0"/>
                          </a:moveTo>
                          <a:cubicBezTo>
                            <a:pt x="4" y="0"/>
                            <a:pt x="4" y="0"/>
                            <a:pt x="4" y="0"/>
                          </a:cubicBezTo>
                          <a:cubicBezTo>
                            <a:pt x="2" y="0"/>
                            <a:pt x="0" y="2"/>
                            <a:pt x="0" y="4"/>
                          </a:cubicBezTo>
                          <a:cubicBezTo>
                            <a:pt x="0" y="6"/>
                            <a:pt x="2" y="8"/>
                            <a:pt x="4" y="8"/>
                          </a:cubicBezTo>
                          <a:cubicBezTo>
                            <a:pt x="80" y="8"/>
                            <a:pt x="80" y="8"/>
                            <a:pt x="80" y="8"/>
                          </a:cubicBezTo>
                          <a:cubicBezTo>
                            <a:pt x="82" y="8"/>
                            <a:pt x="84" y="6"/>
                            <a:pt x="84" y="4"/>
                          </a:cubicBezTo>
                          <a:cubicBezTo>
                            <a:pt x="84" y="2"/>
                            <a:pt x="82" y="0"/>
                            <a:pt x="80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848" name="그룹 847">
                  <a:extLst>
                    <a:ext uri="{FF2B5EF4-FFF2-40B4-BE49-F238E27FC236}">
                      <a16:creationId xmlns:a16="http://schemas.microsoft.com/office/drawing/2014/main" id="{075C0791-E12F-4F02-6821-10B563D158EC}"/>
                    </a:ext>
                  </a:extLst>
                </p:cNvPr>
                <p:cNvGrpSpPr/>
                <p:nvPr/>
              </p:nvGrpSpPr>
              <p:grpSpPr>
                <a:xfrm>
                  <a:off x="3623554" y="4140320"/>
                  <a:ext cx="636537" cy="634466"/>
                  <a:chOff x="881898" y="5310642"/>
                  <a:chExt cx="976313" cy="973138"/>
                </a:xfrm>
              </p:grpSpPr>
              <p:grpSp>
                <p:nvGrpSpPr>
                  <p:cNvPr id="849" name="그룹 848">
                    <a:extLst>
                      <a:ext uri="{FF2B5EF4-FFF2-40B4-BE49-F238E27FC236}">
                        <a16:creationId xmlns:a16="http://schemas.microsoft.com/office/drawing/2014/main" id="{468F7C7C-C7D5-D495-1E29-4D3FC65E6091}"/>
                      </a:ext>
                    </a:extLst>
                  </p:cNvPr>
                  <p:cNvGrpSpPr/>
                  <p:nvPr/>
                </p:nvGrpSpPr>
                <p:grpSpPr>
                  <a:xfrm>
                    <a:off x="881898" y="5310642"/>
                    <a:ext cx="976313" cy="973138"/>
                    <a:chOff x="21240750" y="2320925"/>
                    <a:chExt cx="976313" cy="973138"/>
                  </a:xfrm>
                </p:grpSpPr>
                <p:sp>
                  <p:nvSpPr>
                    <p:cNvPr id="851" name="Freeform 113">
                      <a:extLst>
                        <a:ext uri="{FF2B5EF4-FFF2-40B4-BE49-F238E27FC236}">
                          <a16:creationId xmlns:a16="http://schemas.microsoft.com/office/drawing/2014/main" id="{50C2B2AD-02F0-1E59-1EBA-43884268F38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410343" y="2487232"/>
                      <a:ext cx="637131" cy="640525"/>
                    </a:xfrm>
                    <a:custGeom>
                      <a:avLst/>
                      <a:gdLst>
                        <a:gd name="T0" fmla="*/ 1100 w 1100"/>
                        <a:gd name="T1" fmla="*/ 210 h 1107"/>
                        <a:gd name="T2" fmla="*/ 1100 w 1100"/>
                        <a:gd name="T3" fmla="*/ 264 h 1107"/>
                        <a:gd name="T4" fmla="*/ 1100 w 1100"/>
                        <a:gd name="T5" fmla="*/ 419 h 1107"/>
                        <a:gd name="T6" fmla="*/ 1100 w 1100"/>
                        <a:gd name="T7" fmla="*/ 473 h 1107"/>
                        <a:gd name="T8" fmla="*/ 1100 w 1100"/>
                        <a:gd name="T9" fmla="*/ 635 h 1107"/>
                        <a:gd name="T10" fmla="*/ 1100 w 1100"/>
                        <a:gd name="T11" fmla="*/ 689 h 1107"/>
                        <a:gd name="T12" fmla="*/ 1100 w 1100"/>
                        <a:gd name="T13" fmla="*/ 844 h 1107"/>
                        <a:gd name="T14" fmla="*/ 1100 w 1100"/>
                        <a:gd name="T15" fmla="*/ 898 h 1107"/>
                        <a:gd name="T16" fmla="*/ 1100 w 1100"/>
                        <a:gd name="T17" fmla="*/ 1033 h 1107"/>
                        <a:gd name="T18" fmla="*/ 1026 w 1100"/>
                        <a:gd name="T19" fmla="*/ 1107 h 1107"/>
                        <a:gd name="T20" fmla="*/ 898 w 1100"/>
                        <a:gd name="T21" fmla="*/ 1107 h 1107"/>
                        <a:gd name="T22" fmla="*/ 844 w 1100"/>
                        <a:gd name="T23" fmla="*/ 1107 h 1107"/>
                        <a:gd name="T24" fmla="*/ 682 w 1100"/>
                        <a:gd name="T25" fmla="*/ 1107 h 1107"/>
                        <a:gd name="T26" fmla="*/ 628 w 1100"/>
                        <a:gd name="T27" fmla="*/ 1107 h 1107"/>
                        <a:gd name="T28" fmla="*/ 472 w 1100"/>
                        <a:gd name="T29" fmla="*/ 1107 h 1107"/>
                        <a:gd name="T30" fmla="*/ 418 w 1100"/>
                        <a:gd name="T31" fmla="*/ 1107 h 1107"/>
                        <a:gd name="T32" fmla="*/ 256 w 1100"/>
                        <a:gd name="T33" fmla="*/ 1107 h 1107"/>
                        <a:gd name="T34" fmla="*/ 202 w 1100"/>
                        <a:gd name="T35" fmla="*/ 1107 h 1107"/>
                        <a:gd name="T36" fmla="*/ 74 w 1100"/>
                        <a:gd name="T37" fmla="*/ 1107 h 1107"/>
                        <a:gd name="T38" fmla="*/ 0 w 1100"/>
                        <a:gd name="T39" fmla="*/ 1033 h 1107"/>
                        <a:gd name="T40" fmla="*/ 0 w 1100"/>
                        <a:gd name="T41" fmla="*/ 898 h 1107"/>
                        <a:gd name="T42" fmla="*/ 0 w 1100"/>
                        <a:gd name="T43" fmla="*/ 844 h 1107"/>
                        <a:gd name="T44" fmla="*/ 0 w 1100"/>
                        <a:gd name="T45" fmla="*/ 689 h 1107"/>
                        <a:gd name="T46" fmla="*/ 0 w 1100"/>
                        <a:gd name="T47" fmla="*/ 635 h 1107"/>
                        <a:gd name="T48" fmla="*/ 0 w 1100"/>
                        <a:gd name="T49" fmla="*/ 473 h 1107"/>
                        <a:gd name="T50" fmla="*/ 0 w 1100"/>
                        <a:gd name="T51" fmla="*/ 419 h 1107"/>
                        <a:gd name="T52" fmla="*/ 0 w 1100"/>
                        <a:gd name="T53" fmla="*/ 264 h 1107"/>
                        <a:gd name="T54" fmla="*/ 0 w 1100"/>
                        <a:gd name="T55" fmla="*/ 210 h 1107"/>
                        <a:gd name="T56" fmla="*/ 0 w 1100"/>
                        <a:gd name="T57" fmla="*/ 75 h 1107"/>
                        <a:gd name="T58" fmla="*/ 74 w 1100"/>
                        <a:gd name="T59" fmla="*/ 0 h 1107"/>
                        <a:gd name="T60" fmla="*/ 202 w 1100"/>
                        <a:gd name="T61" fmla="*/ 0 h 1107"/>
                        <a:gd name="T62" fmla="*/ 256 w 1100"/>
                        <a:gd name="T63" fmla="*/ 0 h 1107"/>
                        <a:gd name="T64" fmla="*/ 418 w 1100"/>
                        <a:gd name="T65" fmla="*/ 0 h 1107"/>
                        <a:gd name="T66" fmla="*/ 472 w 1100"/>
                        <a:gd name="T67" fmla="*/ 0 h 1107"/>
                        <a:gd name="T68" fmla="*/ 628 w 1100"/>
                        <a:gd name="T69" fmla="*/ 0 h 1107"/>
                        <a:gd name="T70" fmla="*/ 682 w 1100"/>
                        <a:gd name="T71" fmla="*/ 0 h 1107"/>
                        <a:gd name="T72" fmla="*/ 844 w 1100"/>
                        <a:gd name="T73" fmla="*/ 0 h 1107"/>
                        <a:gd name="T74" fmla="*/ 898 w 1100"/>
                        <a:gd name="T75" fmla="*/ 0 h 1107"/>
                        <a:gd name="T76" fmla="*/ 1026 w 1100"/>
                        <a:gd name="T77" fmla="*/ 0 h 1107"/>
                        <a:gd name="T78" fmla="*/ 1100 w 1100"/>
                        <a:gd name="T79" fmla="*/ 75 h 1107"/>
                        <a:gd name="T80" fmla="*/ 1100 w 1100"/>
                        <a:gd name="T81" fmla="*/ 210 h 1107"/>
                        <a:gd name="T82" fmla="*/ 1100 w 1100"/>
                        <a:gd name="T83" fmla="*/ 210 h 110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</a:cxnLst>
                      <a:rect l="0" t="0" r="r" b="b"/>
                      <a:pathLst>
                        <a:path w="1100" h="1107">
                          <a:moveTo>
                            <a:pt x="1100" y="210"/>
                          </a:moveTo>
                          <a:cubicBezTo>
                            <a:pt x="1100" y="264"/>
                            <a:pt x="1100" y="264"/>
                            <a:pt x="1100" y="264"/>
                          </a:cubicBezTo>
                          <a:cubicBezTo>
                            <a:pt x="1100" y="419"/>
                            <a:pt x="1100" y="419"/>
                            <a:pt x="1100" y="419"/>
                          </a:cubicBezTo>
                          <a:cubicBezTo>
                            <a:pt x="1100" y="473"/>
                            <a:pt x="1100" y="473"/>
                            <a:pt x="1100" y="473"/>
                          </a:cubicBezTo>
                          <a:cubicBezTo>
                            <a:pt x="1100" y="635"/>
                            <a:pt x="1100" y="635"/>
                            <a:pt x="1100" y="635"/>
                          </a:cubicBezTo>
                          <a:cubicBezTo>
                            <a:pt x="1100" y="689"/>
                            <a:pt x="1100" y="689"/>
                            <a:pt x="1100" y="689"/>
                          </a:cubicBezTo>
                          <a:cubicBezTo>
                            <a:pt x="1100" y="844"/>
                            <a:pt x="1100" y="844"/>
                            <a:pt x="1100" y="844"/>
                          </a:cubicBezTo>
                          <a:cubicBezTo>
                            <a:pt x="1100" y="898"/>
                            <a:pt x="1100" y="898"/>
                            <a:pt x="1100" y="898"/>
                          </a:cubicBezTo>
                          <a:cubicBezTo>
                            <a:pt x="1100" y="1033"/>
                            <a:pt x="1100" y="1033"/>
                            <a:pt x="1100" y="1033"/>
                          </a:cubicBezTo>
                          <a:cubicBezTo>
                            <a:pt x="1100" y="1073"/>
                            <a:pt x="1073" y="1107"/>
                            <a:pt x="1026" y="1107"/>
                          </a:cubicBezTo>
                          <a:cubicBezTo>
                            <a:pt x="898" y="1107"/>
                            <a:pt x="898" y="1107"/>
                            <a:pt x="898" y="1107"/>
                          </a:cubicBezTo>
                          <a:cubicBezTo>
                            <a:pt x="844" y="1107"/>
                            <a:pt x="844" y="1107"/>
                            <a:pt x="844" y="1107"/>
                          </a:cubicBezTo>
                          <a:cubicBezTo>
                            <a:pt x="682" y="1107"/>
                            <a:pt x="682" y="1107"/>
                            <a:pt x="682" y="1107"/>
                          </a:cubicBezTo>
                          <a:cubicBezTo>
                            <a:pt x="628" y="1107"/>
                            <a:pt x="628" y="1107"/>
                            <a:pt x="628" y="1107"/>
                          </a:cubicBezTo>
                          <a:cubicBezTo>
                            <a:pt x="472" y="1107"/>
                            <a:pt x="472" y="1107"/>
                            <a:pt x="472" y="1107"/>
                          </a:cubicBezTo>
                          <a:cubicBezTo>
                            <a:pt x="418" y="1107"/>
                            <a:pt x="418" y="1107"/>
                            <a:pt x="418" y="1107"/>
                          </a:cubicBezTo>
                          <a:cubicBezTo>
                            <a:pt x="256" y="1107"/>
                            <a:pt x="256" y="1107"/>
                            <a:pt x="256" y="1107"/>
                          </a:cubicBezTo>
                          <a:cubicBezTo>
                            <a:pt x="202" y="1107"/>
                            <a:pt x="202" y="1107"/>
                            <a:pt x="202" y="1107"/>
                          </a:cubicBezTo>
                          <a:cubicBezTo>
                            <a:pt x="74" y="1107"/>
                            <a:pt x="74" y="1107"/>
                            <a:pt x="74" y="1107"/>
                          </a:cubicBezTo>
                          <a:cubicBezTo>
                            <a:pt x="27" y="1107"/>
                            <a:pt x="0" y="1073"/>
                            <a:pt x="0" y="1033"/>
                          </a:cubicBezTo>
                          <a:cubicBezTo>
                            <a:pt x="0" y="898"/>
                            <a:pt x="0" y="898"/>
                            <a:pt x="0" y="898"/>
                          </a:cubicBezTo>
                          <a:cubicBezTo>
                            <a:pt x="0" y="844"/>
                            <a:pt x="0" y="844"/>
                            <a:pt x="0" y="844"/>
                          </a:cubicBezTo>
                          <a:cubicBezTo>
                            <a:pt x="0" y="689"/>
                            <a:pt x="0" y="689"/>
                            <a:pt x="0" y="689"/>
                          </a:cubicBezTo>
                          <a:cubicBezTo>
                            <a:pt x="0" y="635"/>
                            <a:pt x="0" y="635"/>
                            <a:pt x="0" y="635"/>
                          </a:cubicBezTo>
                          <a:cubicBezTo>
                            <a:pt x="0" y="473"/>
                            <a:pt x="0" y="473"/>
                            <a:pt x="0" y="473"/>
                          </a:cubicBezTo>
                          <a:cubicBezTo>
                            <a:pt x="0" y="419"/>
                            <a:pt x="0" y="419"/>
                            <a:pt x="0" y="419"/>
                          </a:cubicBezTo>
                          <a:cubicBezTo>
                            <a:pt x="0" y="264"/>
                            <a:pt x="0" y="264"/>
                            <a:pt x="0" y="264"/>
                          </a:cubicBezTo>
                          <a:cubicBezTo>
                            <a:pt x="0" y="210"/>
                            <a:pt x="0" y="210"/>
                            <a:pt x="0" y="210"/>
                          </a:cubicBezTo>
                          <a:cubicBezTo>
                            <a:pt x="0" y="75"/>
                            <a:pt x="0" y="75"/>
                            <a:pt x="0" y="75"/>
                          </a:cubicBezTo>
                          <a:cubicBezTo>
                            <a:pt x="0" y="34"/>
                            <a:pt x="27" y="0"/>
                            <a:pt x="74" y="0"/>
                          </a:cubicBezTo>
                          <a:cubicBezTo>
                            <a:pt x="202" y="0"/>
                            <a:pt x="202" y="0"/>
                            <a:pt x="202" y="0"/>
                          </a:cubicBezTo>
                          <a:cubicBezTo>
                            <a:pt x="256" y="0"/>
                            <a:pt x="256" y="0"/>
                            <a:pt x="256" y="0"/>
                          </a:cubicBezTo>
                          <a:cubicBezTo>
                            <a:pt x="418" y="0"/>
                            <a:pt x="418" y="0"/>
                            <a:pt x="418" y="0"/>
                          </a:cubicBezTo>
                          <a:cubicBezTo>
                            <a:pt x="472" y="0"/>
                            <a:pt x="472" y="0"/>
                            <a:pt x="472" y="0"/>
                          </a:cubicBezTo>
                          <a:cubicBezTo>
                            <a:pt x="628" y="0"/>
                            <a:pt x="628" y="0"/>
                            <a:pt x="628" y="0"/>
                          </a:cubicBezTo>
                          <a:cubicBezTo>
                            <a:pt x="682" y="0"/>
                            <a:pt x="682" y="0"/>
                            <a:pt x="682" y="0"/>
                          </a:cubicBezTo>
                          <a:cubicBezTo>
                            <a:pt x="844" y="0"/>
                            <a:pt x="844" y="0"/>
                            <a:pt x="844" y="0"/>
                          </a:cubicBezTo>
                          <a:cubicBezTo>
                            <a:pt x="898" y="0"/>
                            <a:pt x="898" y="0"/>
                            <a:pt x="898" y="0"/>
                          </a:cubicBezTo>
                          <a:cubicBezTo>
                            <a:pt x="1026" y="0"/>
                            <a:pt x="1026" y="0"/>
                            <a:pt x="1026" y="0"/>
                          </a:cubicBezTo>
                          <a:cubicBezTo>
                            <a:pt x="1073" y="0"/>
                            <a:pt x="1100" y="34"/>
                            <a:pt x="1100" y="75"/>
                          </a:cubicBezTo>
                          <a:cubicBezTo>
                            <a:pt x="1100" y="210"/>
                            <a:pt x="1100" y="210"/>
                            <a:pt x="1100" y="210"/>
                          </a:cubicBezTo>
                          <a:cubicBezTo>
                            <a:pt x="1100" y="210"/>
                            <a:pt x="1100" y="210"/>
                            <a:pt x="1100" y="210"/>
                          </a:cubicBezTo>
                          <a:close/>
                        </a:path>
                      </a:pathLst>
                    </a:custGeom>
                    <a:solidFill>
                      <a:schemeClr val="tx1">
                        <a:lumMod val="85000"/>
                        <a:lumOff val="15000"/>
                      </a:schemeClr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52" name="Freeform 96">
                      <a:extLst>
                        <a:ext uri="{FF2B5EF4-FFF2-40B4-BE49-F238E27FC236}">
                          <a16:creationId xmlns:a16="http://schemas.microsoft.com/office/drawing/2014/main" id="{D56ABB4D-3156-DFFA-4B8F-D8444B670F0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085300" y="2620963"/>
                      <a:ext cx="131763" cy="30163"/>
                    </a:xfrm>
                    <a:custGeom>
                      <a:avLst/>
                      <a:gdLst>
                        <a:gd name="T0" fmla="*/ 244 w 244"/>
                        <a:gd name="T1" fmla="*/ 28 h 55"/>
                        <a:gd name="T2" fmla="*/ 217 w 244"/>
                        <a:gd name="T3" fmla="*/ 0 h 55"/>
                        <a:gd name="T4" fmla="*/ 0 w 244"/>
                        <a:gd name="T5" fmla="*/ 0 h 55"/>
                        <a:gd name="T6" fmla="*/ 0 w 244"/>
                        <a:gd name="T7" fmla="*/ 55 h 55"/>
                        <a:gd name="T8" fmla="*/ 217 w 244"/>
                        <a:gd name="T9" fmla="*/ 55 h 55"/>
                        <a:gd name="T10" fmla="*/ 244 w 244"/>
                        <a:gd name="T11" fmla="*/ 28 h 5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4" h="55">
                          <a:moveTo>
                            <a:pt x="244" y="28"/>
                          </a:moveTo>
                          <a:cubicBezTo>
                            <a:pt x="244" y="14"/>
                            <a:pt x="230" y="0"/>
                            <a:pt x="217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55"/>
                            <a:pt x="0" y="55"/>
                            <a:pt x="0" y="55"/>
                          </a:cubicBezTo>
                          <a:cubicBezTo>
                            <a:pt x="217" y="55"/>
                            <a:pt x="217" y="55"/>
                            <a:pt x="217" y="55"/>
                          </a:cubicBezTo>
                          <a:cubicBezTo>
                            <a:pt x="230" y="55"/>
                            <a:pt x="244" y="41"/>
                            <a:pt x="244" y="28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53" name="Freeform 97">
                      <a:extLst>
                        <a:ext uri="{FF2B5EF4-FFF2-40B4-BE49-F238E27FC236}">
                          <a16:creationId xmlns:a16="http://schemas.microsoft.com/office/drawing/2014/main" id="{2FA54520-3F61-F09C-42BD-3F0A7CCA4D6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085300" y="2733675"/>
                      <a:ext cx="131763" cy="30163"/>
                    </a:xfrm>
                    <a:custGeom>
                      <a:avLst/>
                      <a:gdLst>
                        <a:gd name="T0" fmla="*/ 217 w 244"/>
                        <a:gd name="T1" fmla="*/ 0 h 54"/>
                        <a:gd name="T2" fmla="*/ 0 w 244"/>
                        <a:gd name="T3" fmla="*/ 0 h 54"/>
                        <a:gd name="T4" fmla="*/ 0 w 244"/>
                        <a:gd name="T5" fmla="*/ 54 h 54"/>
                        <a:gd name="T6" fmla="*/ 217 w 244"/>
                        <a:gd name="T7" fmla="*/ 54 h 54"/>
                        <a:gd name="T8" fmla="*/ 244 w 244"/>
                        <a:gd name="T9" fmla="*/ 27 h 54"/>
                        <a:gd name="T10" fmla="*/ 217 w 244"/>
                        <a:gd name="T11" fmla="*/ 0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4" h="54">
                          <a:moveTo>
                            <a:pt x="217" y="0"/>
                          </a:move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54"/>
                            <a:pt x="0" y="54"/>
                            <a:pt x="0" y="54"/>
                          </a:cubicBezTo>
                          <a:cubicBezTo>
                            <a:pt x="217" y="54"/>
                            <a:pt x="217" y="54"/>
                            <a:pt x="217" y="54"/>
                          </a:cubicBezTo>
                          <a:cubicBezTo>
                            <a:pt x="230" y="54"/>
                            <a:pt x="244" y="47"/>
                            <a:pt x="244" y="27"/>
                          </a:cubicBezTo>
                          <a:cubicBezTo>
                            <a:pt x="244" y="13"/>
                            <a:pt x="230" y="0"/>
                            <a:pt x="217" y="0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54" name="Freeform 98">
                      <a:extLst>
                        <a:ext uri="{FF2B5EF4-FFF2-40B4-BE49-F238E27FC236}">
                          <a16:creationId xmlns:a16="http://schemas.microsoft.com/office/drawing/2014/main" id="{CD73C2F5-24B2-6588-4A1D-3F0E20DE033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085300" y="2851150"/>
                      <a:ext cx="131763" cy="30163"/>
                    </a:xfrm>
                    <a:custGeom>
                      <a:avLst/>
                      <a:gdLst>
                        <a:gd name="T0" fmla="*/ 217 w 244"/>
                        <a:gd name="T1" fmla="*/ 0 h 54"/>
                        <a:gd name="T2" fmla="*/ 0 w 244"/>
                        <a:gd name="T3" fmla="*/ 0 h 54"/>
                        <a:gd name="T4" fmla="*/ 0 w 244"/>
                        <a:gd name="T5" fmla="*/ 54 h 54"/>
                        <a:gd name="T6" fmla="*/ 217 w 244"/>
                        <a:gd name="T7" fmla="*/ 54 h 54"/>
                        <a:gd name="T8" fmla="*/ 244 w 244"/>
                        <a:gd name="T9" fmla="*/ 27 h 54"/>
                        <a:gd name="T10" fmla="*/ 217 w 244"/>
                        <a:gd name="T11" fmla="*/ 0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4" h="54">
                          <a:moveTo>
                            <a:pt x="217" y="0"/>
                          </a:move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54"/>
                            <a:pt x="0" y="54"/>
                            <a:pt x="0" y="54"/>
                          </a:cubicBezTo>
                          <a:cubicBezTo>
                            <a:pt x="217" y="54"/>
                            <a:pt x="217" y="54"/>
                            <a:pt x="217" y="54"/>
                          </a:cubicBezTo>
                          <a:cubicBezTo>
                            <a:pt x="230" y="54"/>
                            <a:pt x="244" y="41"/>
                            <a:pt x="244" y="27"/>
                          </a:cubicBezTo>
                          <a:cubicBezTo>
                            <a:pt x="244" y="14"/>
                            <a:pt x="230" y="0"/>
                            <a:pt x="217" y="0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55" name="Freeform 99">
                      <a:extLst>
                        <a:ext uri="{FF2B5EF4-FFF2-40B4-BE49-F238E27FC236}">
                          <a16:creationId xmlns:a16="http://schemas.microsoft.com/office/drawing/2014/main" id="{A12949D4-AAFA-C278-7378-BCD54AC94DE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085300" y="2965450"/>
                      <a:ext cx="131763" cy="28575"/>
                    </a:xfrm>
                    <a:custGeom>
                      <a:avLst/>
                      <a:gdLst>
                        <a:gd name="T0" fmla="*/ 217 w 244"/>
                        <a:gd name="T1" fmla="*/ 0 h 54"/>
                        <a:gd name="T2" fmla="*/ 0 w 244"/>
                        <a:gd name="T3" fmla="*/ 0 h 54"/>
                        <a:gd name="T4" fmla="*/ 0 w 244"/>
                        <a:gd name="T5" fmla="*/ 54 h 54"/>
                        <a:gd name="T6" fmla="*/ 217 w 244"/>
                        <a:gd name="T7" fmla="*/ 54 h 54"/>
                        <a:gd name="T8" fmla="*/ 244 w 244"/>
                        <a:gd name="T9" fmla="*/ 27 h 54"/>
                        <a:gd name="T10" fmla="*/ 217 w 244"/>
                        <a:gd name="T11" fmla="*/ 0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4" h="54">
                          <a:moveTo>
                            <a:pt x="217" y="0"/>
                          </a:move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54"/>
                            <a:pt x="0" y="54"/>
                            <a:pt x="0" y="54"/>
                          </a:cubicBezTo>
                          <a:cubicBezTo>
                            <a:pt x="217" y="54"/>
                            <a:pt x="217" y="54"/>
                            <a:pt x="217" y="54"/>
                          </a:cubicBezTo>
                          <a:cubicBezTo>
                            <a:pt x="230" y="54"/>
                            <a:pt x="244" y="47"/>
                            <a:pt x="244" y="27"/>
                          </a:cubicBezTo>
                          <a:cubicBezTo>
                            <a:pt x="244" y="13"/>
                            <a:pt x="230" y="0"/>
                            <a:pt x="217" y="0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56" name="Freeform 100">
                      <a:extLst>
                        <a:ext uri="{FF2B5EF4-FFF2-40B4-BE49-F238E27FC236}">
                          <a16:creationId xmlns:a16="http://schemas.microsoft.com/office/drawing/2014/main" id="{23BB2BD8-0562-BAF2-3E4A-CAE85EC46F9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240750" y="2620963"/>
                      <a:ext cx="131763" cy="30163"/>
                    </a:xfrm>
                    <a:custGeom>
                      <a:avLst/>
                      <a:gdLst>
                        <a:gd name="T0" fmla="*/ 0 w 243"/>
                        <a:gd name="T1" fmla="*/ 28 h 55"/>
                        <a:gd name="T2" fmla="*/ 27 w 243"/>
                        <a:gd name="T3" fmla="*/ 55 h 55"/>
                        <a:gd name="T4" fmla="*/ 243 w 243"/>
                        <a:gd name="T5" fmla="*/ 55 h 55"/>
                        <a:gd name="T6" fmla="*/ 243 w 243"/>
                        <a:gd name="T7" fmla="*/ 0 h 55"/>
                        <a:gd name="T8" fmla="*/ 27 w 243"/>
                        <a:gd name="T9" fmla="*/ 0 h 55"/>
                        <a:gd name="T10" fmla="*/ 0 w 243"/>
                        <a:gd name="T11" fmla="*/ 28 h 5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3" h="55">
                          <a:moveTo>
                            <a:pt x="0" y="28"/>
                          </a:moveTo>
                          <a:cubicBezTo>
                            <a:pt x="0" y="41"/>
                            <a:pt x="14" y="55"/>
                            <a:pt x="27" y="55"/>
                          </a:cubicBezTo>
                          <a:cubicBezTo>
                            <a:pt x="243" y="55"/>
                            <a:pt x="243" y="55"/>
                            <a:pt x="243" y="55"/>
                          </a:cubicBezTo>
                          <a:cubicBezTo>
                            <a:pt x="243" y="0"/>
                            <a:pt x="243" y="0"/>
                            <a:pt x="243" y="0"/>
                          </a:cubicBezTo>
                          <a:cubicBezTo>
                            <a:pt x="27" y="0"/>
                            <a:pt x="27" y="0"/>
                            <a:pt x="27" y="0"/>
                          </a:cubicBezTo>
                          <a:cubicBezTo>
                            <a:pt x="14" y="0"/>
                            <a:pt x="0" y="14"/>
                            <a:pt x="0" y="28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57" name="Freeform 101">
                      <a:extLst>
                        <a:ext uri="{FF2B5EF4-FFF2-40B4-BE49-F238E27FC236}">
                          <a16:creationId xmlns:a16="http://schemas.microsoft.com/office/drawing/2014/main" id="{25153F3E-C375-776E-50AB-F02C761698B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240750" y="2733675"/>
                      <a:ext cx="131763" cy="30163"/>
                    </a:xfrm>
                    <a:custGeom>
                      <a:avLst/>
                      <a:gdLst>
                        <a:gd name="T0" fmla="*/ 0 w 243"/>
                        <a:gd name="T1" fmla="*/ 27 h 54"/>
                        <a:gd name="T2" fmla="*/ 27 w 243"/>
                        <a:gd name="T3" fmla="*/ 54 h 54"/>
                        <a:gd name="T4" fmla="*/ 243 w 243"/>
                        <a:gd name="T5" fmla="*/ 54 h 54"/>
                        <a:gd name="T6" fmla="*/ 243 w 243"/>
                        <a:gd name="T7" fmla="*/ 0 h 54"/>
                        <a:gd name="T8" fmla="*/ 27 w 243"/>
                        <a:gd name="T9" fmla="*/ 0 h 54"/>
                        <a:gd name="T10" fmla="*/ 0 w 243"/>
                        <a:gd name="T11" fmla="*/ 27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3" h="54">
                          <a:moveTo>
                            <a:pt x="0" y="27"/>
                          </a:moveTo>
                          <a:cubicBezTo>
                            <a:pt x="0" y="47"/>
                            <a:pt x="14" y="54"/>
                            <a:pt x="27" y="54"/>
                          </a:cubicBezTo>
                          <a:cubicBezTo>
                            <a:pt x="243" y="54"/>
                            <a:pt x="243" y="54"/>
                            <a:pt x="243" y="54"/>
                          </a:cubicBezTo>
                          <a:cubicBezTo>
                            <a:pt x="243" y="0"/>
                            <a:pt x="243" y="0"/>
                            <a:pt x="243" y="0"/>
                          </a:cubicBezTo>
                          <a:cubicBezTo>
                            <a:pt x="27" y="0"/>
                            <a:pt x="27" y="0"/>
                            <a:pt x="27" y="0"/>
                          </a:cubicBezTo>
                          <a:cubicBezTo>
                            <a:pt x="14" y="0"/>
                            <a:pt x="0" y="13"/>
                            <a:pt x="0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58" name="Freeform 102">
                      <a:extLst>
                        <a:ext uri="{FF2B5EF4-FFF2-40B4-BE49-F238E27FC236}">
                          <a16:creationId xmlns:a16="http://schemas.microsoft.com/office/drawing/2014/main" id="{CAD4A146-D22F-4E65-8ED1-6C2D84EC43F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240750" y="2851150"/>
                      <a:ext cx="131763" cy="30163"/>
                    </a:xfrm>
                    <a:custGeom>
                      <a:avLst/>
                      <a:gdLst>
                        <a:gd name="T0" fmla="*/ 0 w 243"/>
                        <a:gd name="T1" fmla="*/ 27 h 54"/>
                        <a:gd name="T2" fmla="*/ 27 w 243"/>
                        <a:gd name="T3" fmla="*/ 54 h 54"/>
                        <a:gd name="T4" fmla="*/ 243 w 243"/>
                        <a:gd name="T5" fmla="*/ 54 h 54"/>
                        <a:gd name="T6" fmla="*/ 243 w 243"/>
                        <a:gd name="T7" fmla="*/ 0 h 54"/>
                        <a:gd name="T8" fmla="*/ 27 w 243"/>
                        <a:gd name="T9" fmla="*/ 0 h 54"/>
                        <a:gd name="T10" fmla="*/ 0 w 243"/>
                        <a:gd name="T11" fmla="*/ 27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3" h="54">
                          <a:moveTo>
                            <a:pt x="0" y="27"/>
                          </a:moveTo>
                          <a:cubicBezTo>
                            <a:pt x="0" y="41"/>
                            <a:pt x="14" y="54"/>
                            <a:pt x="27" y="54"/>
                          </a:cubicBezTo>
                          <a:cubicBezTo>
                            <a:pt x="243" y="54"/>
                            <a:pt x="243" y="54"/>
                            <a:pt x="243" y="54"/>
                          </a:cubicBezTo>
                          <a:cubicBezTo>
                            <a:pt x="243" y="0"/>
                            <a:pt x="243" y="0"/>
                            <a:pt x="243" y="0"/>
                          </a:cubicBezTo>
                          <a:cubicBezTo>
                            <a:pt x="27" y="0"/>
                            <a:pt x="27" y="0"/>
                            <a:pt x="27" y="0"/>
                          </a:cubicBezTo>
                          <a:cubicBezTo>
                            <a:pt x="14" y="0"/>
                            <a:pt x="0" y="14"/>
                            <a:pt x="0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59" name="Freeform 103">
                      <a:extLst>
                        <a:ext uri="{FF2B5EF4-FFF2-40B4-BE49-F238E27FC236}">
                          <a16:creationId xmlns:a16="http://schemas.microsoft.com/office/drawing/2014/main" id="{EA767F68-C97B-2403-7475-24029F86DDF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240750" y="2965450"/>
                      <a:ext cx="131763" cy="28575"/>
                    </a:xfrm>
                    <a:custGeom>
                      <a:avLst/>
                      <a:gdLst>
                        <a:gd name="T0" fmla="*/ 0 w 243"/>
                        <a:gd name="T1" fmla="*/ 27 h 54"/>
                        <a:gd name="T2" fmla="*/ 27 w 243"/>
                        <a:gd name="T3" fmla="*/ 54 h 54"/>
                        <a:gd name="T4" fmla="*/ 243 w 243"/>
                        <a:gd name="T5" fmla="*/ 54 h 54"/>
                        <a:gd name="T6" fmla="*/ 243 w 243"/>
                        <a:gd name="T7" fmla="*/ 0 h 54"/>
                        <a:gd name="T8" fmla="*/ 27 w 243"/>
                        <a:gd name="T9" fmla="*/ 0 h 54"/>
                        <a:gd name="T10" fmla="*/ 0 w 243"/>
                        <a:gd name="T11" fmla="*/ 27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3" h="54">
                          <a:moveTo>
                            <a:pt x="0" y="27"/>
                          </a:moveTo>
                          <a:cubicBezTo>
                            <a:pt x="0" y="47"/>
                            <a:pt x="14" y="54"/>
                            <a:pt x="27" y="54"/>
                          </a:cubicBezTo>
                          <a:cubicBezTo>
                            <a:pt x="243" y="54"/>
                            <a:pt x="243" y="54"/>
                            <a:pt x="243" y="54"/>
                          </a:cubicBezTo>
                          <a:cubicBezTo>
                            <a:pt x="243" y="0"/>
                            <a:pt x="243" y="0"/>
                            <a:pt x="243" y="0"/>
                          </a:cubicBezTo>
                          <a:cubicBezTo>
                            <a:pt x="27" y="0"/>
                            <a:pt x="27" y="0"/>
                            <a:pt x="27" y="0"/>
                          </a:cubicBezTo>
                          <a:cubicBezTo>
                            <a:pt x="14" y="0"/>
                            <a:pt x="0" y="13"/>
                            <a:pt x="0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60" name="Freeform 104">
                      <a:extLst>
                        <a:ext uri="{FF2B5EF4-FFF2-40B4-BE49-F238E27FC236}">
                          <a16:creationId xmlns:a16="http://schemas.microsoft.com/office/drawing/2014/main" id="{060BD016-8104-DB7C-9084-8C0F0F2F0BC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540788" y="2320925"/>
                      <a:ext cx="28575" cy="128588"/>
                    </a:xfrm>
                    <a:custGeom>
                      <a:avLst/>
                      <a:gdLst>
                        <a:gd name="T0" fmla="*/ 54 w 54"/>
                        <a:gd name="T1" fmla="*/ 27 h 237"/>
                        <a:gd name="T2" fmla="*/ 27 w 54"/>
                        <a:gd name="T3" fmla="*/ 0 h 237"/>
                        <a:gd name="T4" fmla="*/ 0 w 54"/>
                        <a:gd name="T5" fmla="*/ 27 h 237"/>
                        <a:gd name="T6" fmla="*/ 0 w 54"/>
                        <a:gd name="T7" fmla="*/ 237 h 237"/>
                        <a:gd name="T8" fmla="*/ 54 w 54"/>
                        <a:gd name="T9" fmla="*/ 237 h 237"/>
                        <a:gd name="T10" fmla="*/ 54 w 54"/>
                        <a:gd name="T11" fmla="*/ 27 h 237"/>
                        <a:gd name="T12" fmla="*/ 54 w 54"/>
                        <a:gd name="T13" fmla="*/ 27 h 2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7">
                          <a:moveTo>
                            <a:pt x="54" y="27"/>
                          </a:moveTo>
                          <a:cubicBezTo>
                            <a:pt x="54" y="14"/>
                            <a:pt x="40" y="0"/>
                            <a:pt x="27" y="0"/>
                          </a:cubicBezTo>
                          <a:cubicBezTo>
                            <a:pt x="13" y="0"/>
                            <a:pt x="0" y="14"/>
                            <a:pt x="0" y="27"/>
                          </a:cubicBezTo>
                          <a:cubicBezTo>
                            <a:pt x="0" y="237"/>
                            <a:pt x="0" y="237"/>
                            <a:pt x="0" y="237"/>
                          </a:cubicBezTo>
                          <a:cubicBezTo>
                            <a:pt x="54" y="237"/>
                            <a:pt x="54" y="237"/>
                            <a:pt x="54" y="23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61" name="Freeform 105">
                      <a:extLst>
                        <a:ext uri="{FF2B5EF4-FFF2-40B4-BE49-F238E27FC236}">
                          <a16:creationId xmlns:a16="http://schemas.microsoft.com/office/drawing/2014/main" id="{37CCDC46-61E3-2037-D25A-36A00E6EBF0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658263" y="2320925"/>
                      <a:ext cx="28575" cy="128588"/>
                    </a:xfrm>
                    <a:custGeom>
                      <a:avLst/>
                      <a:gdLst>
                        <a:gd name="T0" fmla="*/ 54 w 54"/>
                        <a:gd name="T1" fmla="*/ 27 h 237"/>
                        <a:gd name="T2" fmla="*/ 27 w 54"/>
                        <a:gd name="T3" fmla="*/ 0 h 237"/>
                        <a:gd name="T4" fmla="*/ 0 w 54"/>
                        <a:gd name="T5" fmla="*/ 27 h 237"/>
                        <a:gd name="T6" fmla="*/ 0 w 54"/>
                        <a:gd name="T7" fmla="*/ 237 h 237"/>
                        <a:gd name="T8" fmla="*/ 54 w 54"/>
                        <a:gd name="T9" fmla="*/ 237 h 237"/>
                        <a:gd name="T10" fmla="*/ 54 w 54"/>
                        <a:gd name="T11" fmla="*/ 27 h 237"/>
                        <a:gd name="T12" fmla="*/ 54 w 54"/>
                        <a:gd name="T13" fmla="*/ 27 h 2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7">
                          <a:moveTo>
                            <a:pt x="54" y="27"/>
                          </a:moveTo>
                          <a:cubicBezTo>
                            <a:pt x="54" y="14"/>
                            <a:pt x="40" y="0"/>
                            <a:pt x="27" y="0"/>
                          </a:cubicBezTo>
                          <a:cubicBezTo>
                            <a:pt x="13" y="0"/>
                            <a:pt x="0" y="14"/>
                            <a:pt x="0" y="27"/>
                          </a:cubicBezTo>
                          <a:cubicBezTo>
                            <a:pt x="0" y="237"/>
                            <a:pt x="0" y="237"/>
                            <a:pt x="0" y="237"/>
                          </a:cubicBezTo>
                          <a:cubicBezTo>
                            <a:pt x="54" y="237"/>
                            <a:pt x="54" y="237"/>
                            <a:pt x="54" y="23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62" name="Freeform 106">
                      <a:extLst>
                        <a:ext uri="{FF2B5EF4-FFF2-40B4-BE49-F238E27FC236}">
                          <a16:creationId xmlns:a16="http://schemas.microsoft.com/office/drawing/2014/main" id="{378EC24A-72C2-F75D-38A6-953953EE9B7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770975" y="2320925"/>
                      <a:ext cx="30163" cy="128588"/>
                    </a:xfrm>
                    <a:custGeom>
                      <a:avLst/>
                      <a:gdLst>
                        <a:gd name="T0" fmla="*/ 54 w 54"/>
                        <a:gd name="T1" fmla="*/ 27 h 237"/>
                        <a:gd name="T2" fmla="*/ 27 w 54"/>
                        <a:gd name="T3" fmla="*/ 0 h 237"/>
                        <a:gd name="T4" fmla="*/ 0 w 54"/>
                        <a:gd name="T5" fmla="*/ 27 h 237"/>
                        <a:gd name="T6" fmla="*/ 0 w 54"/>
                        <a:gd name="T7" fmla="*/ 237 h 237"/>
                        <a:gd name="T8" fmla="*/ 54 w 54"/>
                        <a:gd name="T9" fmla="*/ 237 h 237"/>
                        <a:gd name="T10" fmla="*/ 54 w 54"/>
                        <a:gd name="T11" fmla="*/ 27 h 237"/>
                        <a:gd name="T12" fmla="*/ 54 w 54"/>
                        <a:gd name="T13" fmla="*/ 27 h 2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7">
                          <a:moveTo>
                            <a:pt x="54" y="27"/>
                          </a:moveTo>
                          <a:cubicBezTo>
                            <a:pt x="54" y="14"/>
                            <a:pt x="40" y="0"/>
                            <a:pt x="27" y="0"/>
                          </a:cubicBezTo>
                          <a:cubicBezTo>
                            <a:pt x="13" y="0"/>
                            <a:pt x="0" y="14"/>
                            <a:pt x="0" y="27"/>
                          </a:cubicBezTo>
                          <a:cubicBezTo>
                            <a:pt x="0" y="237"/>
                            <a:pt x="0" y="237"/>
                            <a:pt x="0" y="237"/>
                          </a:cubicBezTo>
                          <a:cubicBezTo>
                            <a:pt x="54" y="237"/>
                            <a:pt x="54" y="237"/>
                            <a:pt x="54" y="23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63" name="Freeform 107">
                      <a:extLst>
                        <a:ext uri="{FF2B5EF4-FFF2-40B4-BE49-F238E27FC236}">
                          <a16:creationId xmlns:a16="http://schemas.microsoft.com/office/drawing/2014/main" id="{74C38C8C-D3B0-348E-AA62-D132B2EDFC1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886863" y="2320925"/>
                      <a:ext cx="30163" cy="128588"/>
                    </a:xfrm>
                    <a:custGeom>
                      <a:avLst/>
                      <a:gdLst>
                        <a:gd name="T0" fmla="*/ 54 w 54"/>
                        <a:gd name="T1" fmla="*/ 27 h 237"/>
                        <a:gd name="T2" fmla="*/ 27 w 54"/>
                        <a:gd name="T3" fmla="*/ 0 h 237"/>
                        <a:gd name="T4" fmla="*/ 0 w 54"/>
                        <a:gd name="T5" fmla="*/ 27 h 237"/>
                        <a:gd name="T6" fmla="*/ 0 w 54"/>
                        <a:gd name="T7" fmla="*/ 237 h 237"/>
                        <a:gd name="T8" fmla="*/ 54 w 54"/>
                        <a:gd name="T9" fmla="*/ 237 h 237"/>
                        <a:gd name="T10" fmla="*/ 54 w 54"/>
                        <a:gd name="T11" fmla="*/ 27 h 237"/>
                        <a:gd name="T12" fmla="*/ 54 w 54"/>
                        <a:gd name="T13" fmla="*/ 27 h 2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7">
                          <a:moveTo>
                            <a:pt x="54" y="27"/>
                          </a:moveTo>
                          <a:cubicBezTo>
                            <a:pt x="54" y="14"/>
                            <a:pt x="40" y="0"/>
                            <a:pt x="27" y="0"/>
                          </a:cubicBezTo>
                          <a:cubicBezTo>
                            <a:pt x="13" y="0"/>
                            <a:pt x="0" y="14"/>
                            <a:pt x="0" y="27"/>
                          </a:cubicBezTo>
                          <a:cubicBezTo>
                            <a:pt x="0" y="237"/>
                            <a:pt x="0" y="237"/>
                            <a:pt x="0" y="237"/>
                          </a:cubicBezTo>
                          <a:cubicBezTo>
                            <a:pt x="54" y="237"/>
                            <a:pt x="54" y="237"/>
                            <a:pt x="54" y="23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64" name="Freeform 108">
                      <a:extLst>
                        <a:ext uri="{FF2B5EF4-FFF2-40B4-BE49-F238E27FC236}">
                          <a16:creationId xmlns:a16="http://schemas.microsoft.com/office/drawing/2014/main" id="{C7F75D2F-5A6E-FC9B-0377-7B18F2A4CDA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540788" y="3165475"/>
                      <a:ext cx="28575" cy="128588"/>
                    </a:xfrm>
                    <a:custGeom>
                      <a:avLst/>
                      <a:gdLst>
                        <a:gd name="T0" fmla="*/ 0 w 54"/>
                        <a:gd name="T1" fmla="*/ 211 h 238"/>
                        <a:gd name="T2" fmla="*/ 27 w 54"/>
                        <a:gd name="T3" fmla="*/ 238 h 238"/>
                        <a:gd name="T4" fmla="*/ 54 w 54"/>
                        <a:gd name="T5" fmla="*/ 211 h 238"/>
                        <a:gd name="T6" fmla="*/ 54 w 54"/>
                        <a:gd name="T7" fmla="*/ 0 h 238"/>
                        <a:gd name="T8" fmla="*/ 0 w 54"/>
                        <a:gd name="T9" fmla="*/ 0 h 238"/>
                        <a:gd name="T10" fmla="*/ 0 w 54"/>
                        <a:gd name="T11" fmla="*/ 211 h 238"/>
                        <a:gd name="T12" fmla="*/ 0 w 54"/>
                        <a:gd name="T13" fmla="*/ 211 h 2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8">
                          <a:moveTo>
                            <a:pt x="0" y="211"/>
                          </a:moveTo>
                          <a:cubicBezTo>
                            <a:pt x="0" y="231"/>
                            <a:pt x="13" y="238"/>
                            <a:pt x="27" y="238"/>
                          </a:cubicBezTo>
                          <a:cubicBezTo>
                            <a:pt x="40" y="238"/>
                            <a:pt x="54" y="231"/>
                            <a:pt x="54" y="211"/>
                          </a:cubicBezTo>
                          <a:cubicBezTo>
                            <a:pt x="54" y="0"/>
                            <a:pt x="54" y="0"/>
                            <a:pt x="54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65" name="Freeform 109">
                      <a:extLst>
                        <a:ext uri="{FF2B5EF4-FFF2-40B4-BE49-F238E27FC236}">
                          <a16:creationId xmlns:a16="http://schemas.microsoft.com/office/drawing/2014/main" id="{7BAF2CB3-0FFC-03F1-C2BD-B7A149CE712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658263" y="3165475"/>
                      <a:ext cx="28575" cy="128588"/>
                    </a:xfrm>
                    <a:custGeom>
                      <a:avLst/>
                      <a:gdLst>
                        <a:gd name="T0" fmla="*/ 0 w 54"/>
                        <a:gd name="T1" fmla="*/ 211 h 238"/>
                        <a:gd name="T2" fmla="*/ 27 w 54"/>
                        <a:gd name="T3" fmla="*/ 238 h 238"/>
                        <a:gd name="T4" fmla="*/ 54 w 54"/>
                        <a:gd name="T5" fmla="*/ 211 h 238"/>
                        <a:gd name="T6" fmla="*/ 54 w 54"/>
                        <a:gd name="T7" fmla="*/ 0 h 238"/>
                        <a:gd name="T8" fmla="*/ 0 w 54"/>
                        <a:gd name="T9" fmla="*/ 0 h 238"/>
                        <a:gd name="T10" fmla="*/ 0 w 54"/>
                        <a:gd name="T11" fmla="*/ 211 h 238"/>
                        <a:gd name="T12" fmla="*/ 0 w 54"/>
                        <a:gd name="T13" fmla="*/ 211 h 2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8">
                          <a:moveTo>
                            <a:pt x="0" y="211"/>
                          </a:moveTo>
                          <a:cubicBezTo>
                            <a:pt x="0" y="231"/>
                            <a:pt x="13" y="238"/>
                            <a:pt x="27" y="238"/>
                          </a:cubicBezTo>
                          <a:cubicBezTo>
                            <a:pt x="40" y="238"/>
                            <a:pt x="54" y="231"/>
                            <a:pt x="54" y="211"/>
                          </a:cubicBezTo>
                          <a:cubicBezTo>
                            <a:pt x="54" y="0"/>
                            <a:pt x="54" y="0"/>
                            <a:pt x="54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66" name="Freeform 110">
                      <a:extLst>
                        <a:ext uri="{FF2B5EF4-FFF2-40B4-BE49-F238E27FC236}">
                          <a16:creationId xmlns:a16="http://schemas.microsoft.com/office/drawing/2014/main" id="{C5E0ADC1-F9A2-130F-0630-0A45F57E5EE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770975" y="3165475"/>
                      <a:ext cx="30163" cy="128588"/>
                    </a:xfrm>
                    <a:custGeom>
                      <a:avLst/>
                      <a:gdLst>
                        <a:gd name="T0" fmla="*/ 0 w 54"/>
                        <a:gd name="T1" fmla="*/ 211 h 238"/>
                        <a:gd name="T2" fmla="*/ 27 w 54"/>
                        <a:gd name="T3" fmla="*/ 238 h 238"/>
                        <a:gd name="T4" fmla="*/ 54 w 54"/>
                        <a:gd name="T5" fmla="*/ 211 h 238"/>
                        <a:gd name="T6" fmla="*/ 54 w 54"/>
                        <a:gd name="T7" fmla="*/ 0 h 238"/>
                        <a:gd name="T8" fmla="*/ 0 w 54"/>
                        <a:gd name="T9" fmla="*/ 0 h 238"/>
                        <a:gd name="T10" fmla="*/ 0 w 54"/>
                        <a:gd name="T11" fmla="*/ 211 h 238"/>
                        <a:gd name="T12" fmla="*/ 0 w 54"/>
                        <a:gd name="T13" fmla="*/ 211 h 2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8">
                          <a:moveTo>
                            <a:pt x="0" y="211"/>
                          </a:moveTo>
                          <a:cubicBezTo>
                            <a:pt x="0" y="231"/>
                            <a:pt x="13" y="238"/>
                            <a:pt x="27" y="238"/>
                          </a:cubicBezTo>
                          <a:cubicBezTo>
                            <a:pt x="40" y="238"/>
                            <a:pt x="54" y="231"/>
                            <a:pt x="54" y="211"/>
                          </a:cubicBezTo>
                          <a:cubicBezTo>
                            <a:pt x="54" y="0"/>
                            <a:pt x="54" y="0"/>
                            <a:pt x="54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67" name="Freeform 111">
                      <a:extLst>
                        <a:ext uri="{FF2B5EF4-FFF2-40B4-BE49-F238E27FC236}">
                          <a16:creationId xmlns:a16="http://schemas.microsoft.com/office/drawing/2014/main" id="{3A2572C6-70B3-5017-FA28-F2D8BB12399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886863" y="3165475"/>
                      <a:ext cx="30163" cy="128588"/>
                    </a:xfrm>
                    <a:custGeom>
                      <a:avLst/>
                      <a:gdLst>
                        <a:gd name="T0" fmla="*/ 0 w 54"/>
                        <a:gd name="T1" fmla="*/ 211 h 238"/>
                        <a:gd name="T2" fmla="*/ 27 w 54"/>
                        <a:gd name="T3" fmla="*/ 238 h 238"/>
                        <a:gd name="T4" fmla="*/ 54 w 54"/>
                        <a:gd name="T5" fmla="*/ 211 h 238"/>
                        <a:gd name="T6" fmla="*/ 54 w 54"/>
                        <a:gd name="T7" fmla="*/ 0 h 238"/>
                        <a:gd name="T8" fmla="*/ 0 w 54"/>
                        <a:gd name="T9" fmla="*/ 0 h 238"/>
                        <a:gd name="T10" fmla="*/ 0 w 54"/>
                        <a:gd name="T11" fmla="*/ 211 h 238"/>
                        <a:gd name="T12" fmla="*/ 0 w 54"/>
                        <a:gd name="T13" fmla="*/ 211 h 2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8">
                          <a:moveTo>
                            <a:pt x="0" y="211"/>
                          </a:moveTo>
                          <a:cubicBezTo>
                            <a:pt x="0" y="231"/>
                            <a:pt x="13" y="238"/>
                            <a:pt x="27" y="238"/>
                          </a:cubicBezTo>
                          <a:cubicBezTo>
                            <a:pt x="40" y="238"/>
                            <a:pt x="54" y="231"/>
                            <a:pt x="54" y="211"/>
                          </a:cubicBezTo>
                          <a:cubicBezTo>
                            <a:pt x="54" y="0"/>
                            <a:pt x="54" y="0"/>
                            <a:pt x="54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868" name="Freeform 112">
                      <a:extLst>
                        <a:ext uri="{FF2B5EF4-FFF2-40B4-BE49-F238E27FC236}">
                          <a16:creationId xmlns:a16="http://schemas.microsoft.com/office/drawing/2014/main" id="{4B0622DB-1629-D390-520F-970F425F94D0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21401088" y="2478088"/>
                      <a:ext cx="654050" cy="658813"/>
                    </a:xfrm>
                    <a:custGeom>
                      <a:avLst/>
                      <a:gdLst>
                        <a:gd name="T0" fmla="*/ 952 w 1208"/>
                        <a:gd name="T1" fmla="*/ 0 h 1215"/>
                        <a:gd name="T2" fmla="*/ 736 w 1208"/>
                        <a:gd name="T3" fmla="*/ 0 h 1215"/>
                        <a:gd name="T4" fmla="*/ 526 w 1208"/>
                        <a:gd name="T5" fmla="*/ 0 h 1215"/>
                        <a:gd name="T6" fmla="*/ 310 w 1208"/>
                        <a:gd name="T7" fmla="*/ 0 h 1215"/>
                        <a:gd name="T8" fmla="*/ 128 w 1208"/>
                        <a:gd name="T9" fmla="*/ 0 h 1215"/>
                        <a:gd name="T10" fmla="*/ 0 w 1208"/>
                        <a:gd name="T11" fmla="*/ 264 h 1215"/>
                        <a:gd name="T12" fmla="*/ 0 w 1208"/>
                        <a:gd name="T13" fmla="*/ 473 h 1215"/>
                        <a:gd name="T14" fmla="*/ 0 w 1208"/>
                        <a:gd name="T15" fmla="*/ 689 h 1215"/>
                        <a:gd name="T16" fmla="*/ 0 w 1208"/>
                        <a:gd name="T17" fmla="*/ 898 h 1215"/>
                        <a:gd name="T18" fmla="*/ 0 w 1208"/>
                        <a:gd name="T19" fmla="*/ 1087 h 1215"/>
                        <a:gd name="T20" fmla="*/ 256 w 1208"/>
                        <a:gd name="T21" fmla="*/ 1215 h 1215"/>
                        <a:gd name="T22" fmla="*/ 472 w 1208"/>
                        <a:gd name="T23" fmla="*/ 1215 h 1215"/>
                        <a:gd name="T24" fmla="*/ 682 w 1208"/>
                        <a:gd name="T25" fmla="*/ 1215 h 1215"/>
                        <a:gd name="T26" fmla="*/ 898 w 1208"/>
                        <a:gd name="T27" fmla="*/ 1215 h 1215"/>
                        <a:gd name="T28" fmla="*/ 1080 w 1208"/>
                        <a:gd name="T29" fmla="*/ 1215 h 1215"/>
                        <a:gd name="T30" fmla="*/ 1208 w 1208"/>
                        <a:gd name="T31" fmla="*/ 952 h 1215"/>
                        <a:gd name="T32" fmla="*/ 1208 w 1208"/>
                        <a:gd name="T33" fmla="*/ 743 h 1215"/>
                        <a:gd name="T34" fmla="*/ 1208 w 1208"/>
                        <a:gd name="T35" fmla="*/ 527 h 1215"/>
                        <a:gd name="T36" fmla="*/ 1208 w 1208"/>
                        <a:gd name="T37" fmla="*/ 318 h 1215"/>
                        <a:gd name="T38" fmla="*/ 1208 w 1208"/>
                        <a:gd name="T39" fmla="*/ 129 h 1215"/>
                        <a:gd name="T40" fmla="*/ 1154 w 1208"/>
                        <a:gd name="T41" fmla="*/ 264 h 1215"/>
                        <a:gd name="T42" fmla="*/ 1154 w 1208"/>
                        <a:gd name="T43" fmla="*/ 473 h 1215"/>
                        <a:gd name="T44" fmla="*/ 1154 w 1208"/>
                        <a:gd name="T45" fmla="*/ 689 h 1215"/>
                        <a:gd name="T46" fmla="*/ 1154 w 1208"/>
                        <a:gd name="T47" fmla="*/ 898 h 1215"/>
                        <a:gd name="T48" fmla="*/ 1154 w 1208"/>
                        <a:gd name="T49" fmla="*/ 1087 h 1215"/>
                        <a:gd name="T50" fmla="*/ 952 w 1208"/>
                        <a:gd name="T51" fmla="*/ 1161 h 1215"/>
                        <a:gd name="T52" fmla="*/ 736 w 1208"/>
                        <a:gd name="T53" fmla="*/ 1161 h 1215"/>
                        <a:gd name="T54" fmla="*/ 526 w 1208"/>
                        <a:gd name="T55" fmla="*/ 1161 h 1215"/>
                        <a:gd name="T56" fmla="*/ 310 w 1208"/>
                        <a:gd name="T57" fmla="*/ 1161 h 1215"/>
                        <a:gd name="T58" fmla="*/ 128 w 1208"/>
                        <a:gd name="T59" fmla="*/ 1161 h 1215"/>
                        <a:gd name="T60" fmla="*/ 54 w 1208"/>
                        <a:gd name="T61" fmla="*/ 952 h 1215"/>
                        <a:gd name="T62" fmla="*/ 54 w 1208"/>
                        <a:gd name="T63" fmla="*/ 743 h 1215"/>
                        <a:gd name="T64" fmla="*/ 54 w 1208"/>
                        <a:gd name="T65" fmla="*/ 527 h 1215"/>
                        <a:gd name="T66" fmla="*/ 54 w 1208"/>
                        <a:gd name="T67" fmla="*/ 318 h 1215"/>
                        <a:gd name="T68" fmla="*/ 54 w 1208"/>
                        <a:gd name="T69" fmla="*/ 129 h 1215"/>
                        <a:gd name="T70" fmla="*/ 256 w 1208"/>
                        <a:gd name="T71" fmla="*/ 54 h 1215"/>
                        <a:gd name="T72" fmla="*/ 472 w 1208"/>
                        <a:gd name="T73" fmla="*/ 54 h 1215"/>
                        <a:gd name="T74" fmla="*/ 682 w 1208"/>
                        <a:gd name="T75" fmla="*/ 54 h 1215"/>
                        <a:gd name="T76" fmla="*/ 898 w 1208"/>
                        <a:gd name="T77" fmla="*/ 54 h 1215"/>
                        <a:gd name="T78" fmla="*/ 1080 w 1208"/>
                        <a:gd name="T79" fmla="*/ 54 h 1215"/>
                        <a:gd name="T80" fmla="*/ 1154 w 1208"/>
                        <a:gd name="T81" fmla="*/ 264 h 121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</a:cxnLst>
                      <a:rect l="0" t="0" r="r" b="b"/>
                      <a:pathLst>
                        <a:path w="1208" h="1215">
                          <a:moveTo>
                            <a:pt x="1080" y="0"/>
                          </a:moveTo>
                          <a:cubicBezTo>
                            <a:pt x="952" y="0"/>
                            <a:pt x="952" y="0"/>
                            <a:pt x="952" y="0"/>
                          </a:cubicBezTo>
                          <a:cubicBezTo>
                            <a:pt x="898" y="0"/>
                            <a:pt x="898" y="0"/>
                            <a:pt x="898" y="0"/>
                          </a:cubicBezTo>
                          <a:cubicBezTo>
                            <a:pt x="736" y="0"/>
                            <a:pt x="736" y="0"/>
                            <a:pt x="736" y="0"/>
                          </a:cubicBezTo>
                          <a:cubicBezTo>
                            <a:pt x="682" y="0"/>
                            <a:pt x="682" y="0"/>
                            <a:pt x="682" y="0"/>
                          </a:cubicBezTo>
                          <a:cubicBezTo>
                            <a:pt x="526" y="0"/>
                            <a:pt x="526" y="0"/>
                            <a:pt x="526" y="0"/>
                          </a:cubicBezTo>
                          <a:cubicBezTo>
                            <a:pt x="472" y="0"/>
                            <a:pt x="472" y="0"/>
                            <a:pt x="472" y="0"/>
                          </a:cubicBezTo>
                          <a:cubicBezTo>
                            <a:pt x="310" y="0"/>
                            <a:pt x="310" y="0"/>
                            <a:pt x="310" y="0"/>
                          </a:cubicBezTo>
                          <a:cubicBezTo>
                            <a:pt x="256" y="0"/>
                            <a:pt x="256" y="0"/>
                            <a:pt x="256" y="0"/>
                          </a:cubicBezTo>
                          <a:cubicBezTo>
                            <a:pt x="128" y="0"/>
                            <a:pt x="128" y="0"/>
                            <a:pt x="128" y="0"/>
                          </a:cubicBezTo>
                          <a:cubicBezTo>
                            <a:pt x="54" y="0"/>
                            <a:pt x="0" y="61"/>
                            <a:pt x="0" y="129"/>
                          </a:cubicBezTo>
                          <a:cubicBezTo>
                            <a:pt x="0" y="264"/>
                            <a:pt x="0" y="264"/>
                            <a:pt x="0" y="264"/>
                          </a:cubicBezTo>
                          <a:cubicBezTo>
                            <a:pt x="0" y="318"/>
                            <a:pt x="0" y="318"/>
                            <a:pt x="0" y="318"/>
                          </a:cubicBezTo>
                          <a:cubicBezTo>
                            <a:pt x="0" y="473"/>
                            <a:pt x="0" y="473"/>
                            <a:pt x="0" y="473"/>
                          </a:cubicBezTo>
                          <a:cubicBezTo>
                            <a:pt x="0" y="527"/>
                            <a:pt x="0" y="527"/>
                            <a:pt x="0" y="527"/>
                          </a:cubicBezTo>
                          <a:cubicBezTo>
                            <a:pt x="0" y="689"/>
                            <a:pt x="0" y="689"/>
                            <a:pt x="0" y="689"/>
                          </a:cubicBezTo>
                          <a:cubicBezTo>
                            <a:pt x="0" y="743"/>
                            <a:pt x="0" y="743"/>
                            <a:pt x="0" y="743"/>
                          </a:cubicBezTo>
                          <a:cubicBezTo>
                            <a:pt x="0" y="898"/>
                            <a:pt x="0" y="898"/>
                            <a:pt x="0" y="898"/>
                          </a:cubicBezTo>
                          <a:cubicBezTo>
                            <a:pt x="0" y="952"/>
                            <a:pt x="0" y="952"/>
                            <a:pt x="0" y="952"/>
                          </a:cubicBezTo>
                          <a:cubicBezTo>
                            <a:pt x="0" y="1087"/>
                            <a:pt x="0" y="1087"/>
                            <a:pt x="0" y="1087"/>
                          </a:cubicBezTo>
                          <a:cubicBezTo>
                            <a:pt x="0" y="1161"/>
                            <a:pt x="54" y="1215"/>
                            <a:pt x="128" y="1215"/>
                          </a:cubicBezTo>
                          <a:cubicBezTo>
                            <a:pt x="256" y="1215"/>
                            <a:pt x="256" y="1215"/>
                            <a:pt x="256" y="1215"/>
                          </a:cubicBezTo>
                          <a:cubicBezTo>
                            <a:pt x="310" y="1215"/>
                            <a:pt x="310" y="1215"/>
                            <a:pt x="310" y="1215"/>
                          </a:cubicBezTo>
                          <a:cubicBezTo>
                            <a:pt x="472" y="1215"/>
                            <a:pt x="472" y="1215"/>
                            <a:pt x="472" y="1215"/>
                          </a:cubicBezTo>
                          <a:cubicBezTo>
                            <a:pt x="526" y="1215"/>
                            <a:pt x="526" y="1215"/>
                            <a:pt x="526" y="1215"/>
                          </a:cubicBezTo>
                          <a:cubicBezTo>
                            <a:pt x="682" y="1215"/>
                            <a:pt x="682" y="1215"/>
                            <a:pt x="682" y="1215"/>
                          </a:cubicBezTo>
                          <a:cubicBezTo>
                            <a:pt x="736" y="1215"/>
                            <a:pt x="736" y="1215"/>
                            <a:pt x="736" y="1215"/>
                          </a:cubicBezTo>
                          <a:cubicBezTo>
                            <a:pt x="898" y="1215"/>
                            <a:pt x="898" y="1215"/>
                            <a:pt x="898" y="1215"/>
                          </a:cubicBezTo>
                          <a:cubicBezTo>
                            <a:pt x="952" y="1215"/>
                            <a:pt x="952" y="1215"/>
                            <a:pt x="952" y="1215"/>
                          </a:cubicBezTo>
                          <a:cubicBezTo>
                            <a:pt x="1080" y="1215"/>
                            <a:pt x="1080" y="1215"/>
                            <a:pt x="1080" y="1215"/>
                          </a:cubicBezTo>
                          <a:cubicBezTo>
                            <a:pt x="1154" y="1215"/>
                            <a:pt x="1208" y="1161"/>
                            <a:pt x="1208" y="1087"/>
                          </a:cubicBezTo>
                          <a:cubicBezTo>
                            <a:pt x="1208" y="952"/>
                            <a:pt x="1208" y="952"/>
                            <a:pt x="1208" y="952"/>
                          </a:cubicBezTo>
                          <a:cubicBezTo>
                            <a:pt x="1208" y="898"/>
                            <a:pt x="1208" y="898"/>
                            <a:pt x="1208" y="898"/>
                          </a:cubicBezTo>
                          <a:cubicBezTo>
                            <a:pt x="1208" y="743"/>
                            <a:pt x="1208" y="743"/>
                            <a:pt x="1208" y="743"/>
                          </a:cubicBezTo>
                          <a:cubicBezTo>
                            <a:pt x="1208" y="689"/>
                            <a:pt x="1208" y="689"/>
                            <a:pt x="1208" y="689"/>
                          </a:cubicBezTo>
                          <a:cubicBezTo>
                            <a:pt x="1208" y="527"/>
                            <a:pt x="1208" y="527"/>
                            <a:pt x="1208" y="527"/>
                          </a:cubicBezTo>
                          <a:cubicBezTo>
                            <a:pt x="1208" y="473"/>
                            <a:pt x="1208" y="473"/>
                            <a:pt x="1208" y="473"/>
                          </a:cubicBezTo>
                          <a:cubicBezTo>
                            <a:pt x="1208" y="318"/>
                            <a:pt x="1208" y="318"/>
                            <a:pt x="1208" y="318"/>
                          </a:cubicBezTo>
                          <a:cubicBezTo>
                            <a:pt x="1208" y="264"/>
                            <a:pt x="1208" y="264"/>
                            <a:pt x="1208" y="264"/>
                          </a:cubicBezTo>
                          <a:cubicBezTo>
                            <a:pt x="1208" y="129"/>
                            <a:pt x="1208" y="129"/>
                            <a:pt x="1208" y="129"/>
                          </a:cubicBezTo>
                          <a:cubicBezTo>
                            <a:pt x="1208" y="61"/>
                            <a:pt x="1154" y="0"/>
                            <a:pt x="1080" y="0"/>
                          </a:cubicBezTo>
                          <a:close/>
                          <a:moveTo>
                            <a:pt x="1154" y="264"/>
                          </a:moveTo>
                          <a:cubicBezTo>
                            <a:pt x="1154" y="318"/>
                            <a:pt x="1154" y="318"/>
                            <a:pt x="1154" y="318"/>
                          </a:cubicBezTo>
                          <a:cubicBezTo>
                            <a:pt x="1154" y="473"/>
                            <a:pt x="1154" y="473"/>
                            <a:pt x="1154" y="473"/>
                          </a:cubicBezTo>
                          <a:cubicBezTo>
                            <a:pt x="1154" y="527"/>
                            <a:pt x="1154" y="527"/>
                            <a:pt x="1154" y="527"/>
                          </a:cubicBezTo>
                          <a:cubicBezTo>
                            <a:pt x="1154" y="689"/>
                            <a:pt x="1154" y="689"/>
                            <a:pt x="1154" y="689"/>
                          </a:cubicBezTo>
                          <a:cubicBezTo>
                            <a:pt x="1154" y="743"/>
                            <a:pt x="1154" y="743"/>
                            <a:pt x="1154" y="743"/>
                          </a:cubicBezTo>
                          <a:cubicBezTo>
                            <a:pt x="1154" y="898"/>
                            <a:pt x="1154" y="898"/>
                            <a:pt x="1154" y="898"/>
                          </a:cubicBezTo>
                          <a:cubicBezTo>
                            <a:pt x="1154" y="952"/>
                            <a:pt x="1154" y="952"/>
                            <a:pt x="1154" y="952"/>
                          </a:cubicBezTo>
                          <a:cubicBezTo>
                            <a:pt x="1154" y="1087"/>
                            <a:pt x="1154" y="1087"/>
                            <a:pt x="1154" y="1087"/>
                          </a:cubicBezTo>
                          <a:cubicBezTo>
                            <a:pt x="1154" y="1127"/>
                            <a:pt x="1127" y="1161"/>
                            <a:pt x="1080" y="1161"/>
                          </a:cubicBezTo>
                          <a:cubicBezTo>
                            <a:pt x="952" y="1161"/>
                            <a:pt x="952" y="1161"/>
                            <a:pt x="952" y="1161"/>
                          </a:cubicBezTo>
                          <a:cubicBezTo>
                            <a:pt x="898" y="1161"/>
                            <a:pt x="898" y="1161"/>
                            <a:pt x="898" y="1161"/>
                          </a:cubicBezTo>
                          <a:cubicBezTo>
                            <a:pt x="736" y="1161"/>
                            <a:pt x="736" y="1161"/>
                            <a:pt x="736" y="1161"/>
                          </a:cubicBezTo>
                          <a:cubicBezTo>
                            <a:pt x="682" y="1161"/>
                            <a:pt x="682" y="1161"/>
                            <a:pt x="682" y="1161"/>
                          </a:cubicBezTo>
                          <a:cubicBezTo>
                            <a:pt x="526" y="1161"/>
                            <a:pt x="526" y="1161"/>
                            <a:pt x="526" y="1161"/>
                          </a:cubicBezTo>
                          <a:cubicBezTo>
                            <a:pt x="472" y="1161"/>
                            <a:pt x="472" y="1161"/>
                            <a:pt x="472" y="1161"/>
                          </a:cubicBezTo>
                          <a:cubicBezTo>
                            <a:pt x="310" y="1161"/>
                            <a:pt x="310" y="1161"/>
                            <a:pt x="310" y="1161"/>
                          </a:cubicBezTo>
                          <a:cubicBezTo>
                            <a:pt x="256" y="1161"/>
                            <a:pt x="256" y="1161"/>
                            <a:pt x="256" y="1161"/>
                          </a:cubicBezTo>
                          <a:cubicBezTo>
                            <a:pt x="128" y="1161"/>
                            <a:pt x="128" y="1161"/>
                            <a:pt x="128" y="1161"/>
                          </a:cubicBezTo>
                          <a:cubicBezTo>
                            <a:pt x="81" y="1161"/>
                            <a:pt x="54" y="1127"/>
                            <a:pt x="54" y="1087"/>
                          </a:cubicBezTo>
                          <a:cubicBezTo>
                            <a:pt x="54" y="952"/>
                            <a:pt x="54" y="952"/>
                            <a:pt x="54" y="952"/>
                          </a:cubicBezTo>
                          <a:cubicBezTo>
                            <a:pt x="54" y="898"/>
                            <a:pt x="54" y="898"/>
                            <a:pt x="54" y="898"/>
                          </a:cubicBezTo>
                          <a:cubicBezTo>
                            <a:pt x="54" y="743"/>
                            <a:pt x="54" y="743"/>
                            <a:pt x="54" y="743"/>
                          </a:cubicBezTo>
                          <a:cubicBezTo>
                            <a:pt x="54" y="689"/>
                            <a:pt x="54" y="689"/>
                            <a:pt x="54" y="689"/>
                          </a:cubicBezTo>
                          <a:cubicBezTo>
                            <a:pt x="54" y="527"/>
                            <a:pt x="54" y="527"/>
                            <a:pt x="54" y="527"/>
                          </a:cubicBezTo>
                          <a:cubicBezTo>
                            <a:pt x="54" y="473"/>
                            <a:pt x="54" y="473"/>
                            <a:pt x="54" y="473"/>
                          </a:cubicBezTo>
                          <a:cubicBezTo>
                            <a:pt x="54" y="318"/>
                            <a:pt x="54" y="318"/>
                            <a:pt x="54" y="318"/>
                          </a:cubicBezTo>
                          <a:cubicBezTo>
                            <a:pt x="54" y="264"/>
                            <a:pt x="54" y="264"/>
                            <a:pt x="54" y="264"/>
                          </a:cubicBezTo>
                          <a:cubicBezTo>
                            <a:pt x="54" y="129"/>
                            <a:pt x="54" y="129"/>
                            <a:pt x="54" y="129"/>
                          </a:cubicBezTo>
                          <a:cubicBezTo>
                            <a:pt x="54" y="88"/>
                            <a:pt x="81" y="54"/>
                            <a:pt x="128" y="54"/>
                          </a:cubicBezTo>
                          <a:cubicBezTo>
                            <a:pt x="256" y="54"/>
                            <a:pt x="256" y="54"/>
                            <a:pt x="256" y="54"/>
                          </a:cubicBezTo>
                          <a:cubicBezTo>
                            <a:pt x="310" y="54"/>
                            <a:pt x="310" y="54"/>
                            <a:pt x="310" y="54"/>
                          </a:cubicBezTo>
                          <a:cubicBezTo>
                            <a:pt x="472" y="54"/>
                            <a:pt x="472" y="54"/>
                            <a:pt x="472" y="54"/>
                          </a:cubicBezTo>
                          <a:cubicBezTo>
                            <a:pt x="526" y="54"/>
                            <a:pt x="526" y="54"/>
                            <a:pt x="526" y="54"/>
                          </a:cubicBezTo>
                          <a:cubicBezTo>
                            <a:pt x="682" y="54"/>
                            <a:pt x="682" y="54"/>
                            <a:pt x="682" y="54"/>
                          </a:cubicBezTo>
                          <a:cubicBezTo>
                            <a:pt x="736" y="54"/>
                            <a:pt x="736" y="54"/>
                            <a:pt x="736" y="54"/>
                          </a:cubicBezTo>
                          <a:cubicBezTo>
                            <a:pt x="898" y="54"/>
                            <a:pt x="898" y="54"/>
                            <a:pt x="898" y="54"/>
                          </a:cubicBezTo>
                          <a:cubicBezTo>
                            <a:pt x="952" y="54"/>
                            <a:pt x="952" y="54"/>
                            <a:pt x="952" y="54"/>
                          </a:cubicBezTo>
                          <a:cubicBezTo>
                            <a:pt x="1080" y="54"/>
                            <a:pt x="1080" y="54"/>
                            <a:pt x="1080" y="54"/>
                          </a:cubicBezTo>
                          <a:cubicBezTo>
                            <a:pt x="1127" y="54"/>
                            <a:pt x="1154" y="88"/>
                            <a:pt x="1154" y="129"/>
                          </a:cubicBezTo>
                          <a:cubicBezTo>
                            <a:pt x="1154" y="264"/>
                            <a:pt x="1154" y="264"/>
                            <a:pt x="1154" y="264"/>
                          </a:cubicBezTo>
                          <a:cubicBezTo>
                            <a:pt x="1154" y="264"/>
                            <a:pt x="1154" y="264"/>
                            <a:pt x="1154" y="264"/>
                          </a:cubicBezTo>
                          <a:close/>
                        </a:path>
                      </a:pathLst>
                    </a:custGeom>
                    <a:solidFill>
                      <a:schemeClr val="tx1">
                        <a:lumMod val="85000"/>
                        <a:lumOff val="15000"/>
                      </a:schemeClr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850" name="그림 849">
                    <a:extLst>
                      <a:ext uri="{FF2B5EF4-FFF2-40B4-BE49-F238E27FC236}">
                        <a16:creationId xmlns:a16="http://schemas.microsoft.com/office/drawing/2014/main" id="{D390A6D5-4AEB-5D30-3FA8-4F85E39AD69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lum bright="100000"/>
                  </a:blip>
                  <a:stretch>
                    <a:fillRect/>
                  </a:stretch>
                </p:blipFill>
                <p:spPr>
                  <a:xfrm>
                    <a:off x="1124483" y="5707212"/>
                    <a:ext cx="491143" cy="179999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846" name="직사각형 845">
                <a:extLst>
                  <a:ext uri="{FF2B5EF4-FFF2-40B4-BE49-F238E27FC236}">
                    <a16:creationId xmlns:a16="http://schemas.microsoft.com/office/drawing/2014/main" id="{B6AFB40D-5730-5C6B-3AA1-98859A739D92}"/>
                  </a:ext>
                </a:extLst>
              </p:cNvPr>
              <p:cNvSpPr/>
              <p:nvPr/>
            </p:nvSpPr>
            <p:spPr>
              <a:xfrm>
                <a:off x="4365128" y="5454956"/>
                <a:ext cx="130004" cy="350704"/>
              </a:xfrm>
              <a:prstGeom prst="rect">
                <a:avLst/>
              </a:prstGeom>
              <a:noFill/>
              <a:ln w="254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1" indent="0" algn="ctr" defTabSz="147490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prstClr val="black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0" lang="en-US" altLang="ko-KR" sz="1050" b="0" i="0" u="none" strike="noStrike" kern="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ea typeface="KoPub돋움체 Bold" panose="02020603020101020101" pitchFamily="18" charset="-127"/>
                    <a:cs typeface="Arial"/>
                  </a:rPr>
                  <a:t>…</a:t>
                </a:r>
                <a:endParaRPr kumimoji="0" lang="ko-KR" altLang="en-US" sz="1050" b="0" i="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ea typeface="KoPub돋움체 Bold" panose="02020603020101020101" pitchFamily="18" charset="-127"/>
                  <a:cs typeface="Arial"/>
                </a:endParaRPr>
              </a:p>
            </p:txBody>
          </p:sp>
        </p:grpSp>
        <p:sp>
          <p:nvSpPr>
            <p:cNvPr id="925" name="타원 924">
              <a:extLst>
                <a:ext uri="{FF2B5EF4-FFF2-40B4-BE49-F238E27FC236}">
                  <a16:creationId xmlns:a16="http://schemas.microsoft.com/office/drawing/2014/main" id="{EADB9350-EFC2-02B5-3EFF-500841D200FB}"/>
                </a:ext>
              </a:extLst>
            </p:cNvPr>
            <p:cNvSpPr/>
            <p:nvPr/>
          </p:nvSpPr>
          <p:spPr bwMode="auto">
            <a:xfrm>
              <a:off x="6779346" y="3166189"/>
              <a:ext cx="555580" cy="37116"/>
            </a:xfrm>
            <a:prstGeom prst="ellipse">
              <a:avLst/>
            </a:prstGeom>
            <a:solidFill>
              <a:schemeClr val="bg1">
                <a:lumMod val="50000"/>
                <a:alpha val="50000"/>
              </a:schemeClr>
            </a:solidFill>
            <a:ln w="19050">
              <a:solidFill>
                <a:schemeClr val="tx1">
                  <a:lumMod val="75000"/>
                  <a:lumOff val="25000"/>
                </a:schemeClr>
              </a:solidFill>
              <a:prstDash val="solid"/>
            </a:ln>
            <a:effectLst>
              <a:outerShdw dist="12700" dir="1980000" algn="t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anchor="ctr"/>
            <a:lstStyle/>
            <a:p>
              <a:endParaRPr lang="ko-KR" altLang="en-US" sz="1100" dirty="0">
                <a:solidFill>
                  <a:schemeClr val="lt1"/>
                </a:solidFill>
                <a:ea typeface="KoPub돋움체 Medium" panose="00000600000000000000" pitchFamily="2" charset="-127"/>
              </a:endParaRPr>
            </a:p>
          </p:txBody>
        </p:sp>
        <p:sp>
          <p:nvSpPr>
            <p:cNvPr id="926" name="직사각형 166">
              <a:extLst>
                <a:ext uri="{FF2B5EF4-FFF2-40B4-BE49-F238E27FC236}">
                  <a16:creationId xmlns:a16="http://schemas.microsoft.com/office/drawing/2014/main" id="{07C5A68E-7D30-5E41-7349-92F69F6B46B7}"/>
                </a:ext>
              </a:extLst>
            </p:cNvPr>
            <p:cNvSpPr/>
            <p:nvPr/>
          </p:nvSpPr>
          <p:spPr bwMode="auto">
            <a:xfrm>
              <a:off x="6804218" y="3080034"/>
              <a:ext cx="159863" cy="105119"/>
            </a:xfrm>
            <a:prstGeom prst="roundRect">
              <a:avLst>
                <a:gd name="adj" fmla="val 9838"/>
              </a:avLst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0" tIns="0" rIns="0" b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endParaRPr kumimoji="0" lang="ko-KR" altLang="en-US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2020603020101020101" pitchFamily="18" charset="-127"/>
              </a:endParaRPr>
            </a:p>
          </p:txBody>
        </p:sp>
        <p:sp>
          <p:nvSpPr>
            <p:cNvPr id="927" name="직사각형 166">
              <a:extLst>
                <a:ext uri="{FF2B5EF4-FFF2-40B4-BE49-F238E27FC236}">
                  <a16:creationId xmlns:a16="http://schemas.microsoft.com/office/drawing/2014/main" id="{1189CDBC-226E-B344-65C6-E32B903D4CD1}"/>
                </a:ext>
              </a:extLst>
            </p:cNvPr>
            <p:cNvSpPr/>
            <p:nvPr/>
          </p:nvSpPr>
          <p:spPr bwMode="auto">
            <a:xfrm>
              <a:off x="6977038" y="3080034"/>
              <a:ext cx="159863" cy="105119"/>
            </a:xfrm>
            <a:prstGeom prst="roundRect">
              <a:avLst>
                <a:gd name="adj" fmla="val 9838"/>
              </a:avLst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0" tIns="0" rIns="0" b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endParaRPr kumimoji="0" lang="ko-KR" altLang="en-US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2020603020101020101" pitchFamily="18" charset="-127"/>
              </a:endParaRPr>
            </a:p>
          </p:txBody>
        </p:sp>
        <p:sp>
          <p:nvSpPr>
            <p:cNvPr id="928" name="직사각형 166">
              <a:extLst>
                <a:ext uri="{FF2B5EF4-FFF2-40B4-BE49-F238E27FC236}">
                  <a16:creationId xmlns:a16="http://schemas.microsoft.com/office/drawing/2014/main" id="{7B4DD88A-41EC-8F78-90AD-8951E8EB0651}"/>
                </a:ext>
              </a:extLst>
            </p:cNvPr>
            <p:cNvSpPr/>
            <p:nvPr/>
          </p:nvSpPr>
          <p:spPr bwMode="auto">
            <a:xfrm>
              <a:off x="7150862" y="3080034"/>
              <a:ext cx="159863" cy="105119"/>
            </a:xfrm>
            <a:prstGeom prst="roundRect">
              <a:avLst>
                <a:gd name="adj" fmla="val 9838"/>
              </a:avLst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no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endParaRPr kumimoji="0" lang="ko-KR" altLang="en-US" sz="4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2020603020101020101" pitchFamily="18" charset="-127"/>
              </a:endParaRPr>
            </a:p>
          </p:txBody>
        </p:sp>
        <p:sp>
          <p:nvSpPr>
            <p:cNvPr id="929" name="TextBox 928">
              <a:extLst>
                <a:ext uri="{FF2B5EF4-FFF2-40B4-BE49-F238E27FC236}">
                  <a16:creationId xmlns:a16="http://schemas.microsoft.com/office/drawing/2014/main" id="{6AFADC40-D3AF-1121-6CC4-90D11EAB374B}"/>
                </a:ext>
              </a:extLst>
            </p:cNvPr>
            <p:cNvSpPr txBox="1"/>
            <p:nvPr/>
          </p:nvSpPr>
          <p:spPr>
            <a:xfrm>
              <a:off x="6757535" y="3059834"/>
              <a:ext cx="589503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K8S</a:t>
              </a:r>
              <a:r>
                <a: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 </a:t>
              </a: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Master Nodes</a:t>
              </a:r>
              <a:endParaRPr kumimoji="0" lang="ko-KR" altLang="en-US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2020603020101020101" pitchFamily="18" charset="-127"/>
              </a:endParaRPr>
            </a:p>
          </p:txBody>
        </p:sp>
        <p:sp>
          <p:nvSpPr>
            <p:cNvPr id="930" name="타원 929">
              <a:extLst>
                <a:ext uri="{FF2B5EF4-FFF2-40B4-BE49-F238E27FC236}">
                  <a16:creationId xmlns:a16="http://schemas.microsoft.com/office/drawing/2014/main" id="{DBBC8046-FE63-43CD-3A92-1A2674C7757A}"/>
                </a:ext>
              </a:extLst>
            </p:cNvPr>
            <p:cNvSpPr/>
            <p:nvPr/>
          </p:nvSpPr>
          <p:spPr bwMode="auto">
            <a:xfrm>
              <a:off x="7359420" y="3168881"/>
              <a:ext cx="661405" cy="37116"/>
            </a:xfrm>
            <a:prstGeom prst="ellipse">
              <a:avLst/>
            </a:prstGeom>
            <a:solidFill>
              <a:schemeClr val="bg1">
                <a:lumMod val="50000"/>
                <a:alpha val="50000"/>
              </a:schemeClr>
            </a:solidFill>
            <a:ln w="19050">
              <a:solidFill>
                <a:schemeClr val="tx1">
                  <a:lumMod val="75000"/>
                  <a:lumOff val="25000"/>
                </a:schemeClr>
              </a:solidFill>
              <a:prstDash val="solid"/>
            </a:ln>
            <a:effectLst>
              <a:outerShdw dist="12700" dir="1980000" algn="t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anchor="ctr"/>
            <a:lstStyle/>
            <a:p>
              <a:endParaRPr lang="ko-KR" altLang="en-US" sz="1100" dirty="0">
                <a:solidFill>
                  <a:schemeClr val="lt1"/>
                </a:solidFill>
                <a:ea typeface="KoPub돋움체 Medium" panose="00000600000000000000" pitchFamily="2" charset="-127"/>
              </a:endParaRPr>
            </a:p>
          </p:txBody>
        </p:sp>
        <p:sp>
          <p:nvSpPr>
            <p:cNvPr id="931" name="직사각형 166">
              <a:extLst>
                <a:ext uri="{FF2B5EF4-FFF2-40B4-BE49-F238E27FC236}">
                  <a16:creationId xmlns:a16="http://schemas.microsoft.com/office/drawing/2014/main" id="{345653BE-5E0B-E336-03EF-F10C9F3E6760}"/>
                </a:ext>
              </a:extLst>
            </p:cNvPr>
            <p:cNvSpPr/>
            <p:nvPr/>
          </p:nvSpPr>
          <p:spPr bwMode="auto">
            <a:xfrm>
              <a:off x="7387933" y="3082726"/>
              <a:ext cx="159863" cy="105119"/>
            </a:xfrm>
            <a:prstGeom prst="roundRect">
              <a:avLst>
                <a:gd name="adj" fmla="val 9838"/>
              </a:avLst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0" tIns="0" rIns="0" b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endParaRPr kumimoji="0" lang="ko-KR" altLang="en-US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2020603020101020101" pitchFamily="18" charset="-127"/>
              </a:endParaRPr>
            </a:p>
          </p:txBody>
        </p:sp>
        <p:sp>
          <p:nvSpPr>
            <p:cNvPr id="932" name="직사각형 166">
              <a:extLst>
                <a:ext uri="{FF2B5EF4-FFF2-40B4-BE49-F238E27FC236}">
                  <a16:creationId xmlns:a16="http://schemas.microsoft.com/office/drawing/2014/main" id="{574879AA-41DA-537A-34B2-50192CED946B}"/>
                </a:ext>
              </a:extLst>
            </p:cNvPr>
            <p:cNvSpPr/>
            <p:nvPr/>
          </p:nvSpPr>
          <p:spPr bwMode="auto">
            <a:xfrm>
              <a:off x="7557092" y="3082726"/>
              <a:ext cx="159863" cy="105119"/>
            </a:xfrm>
            <a:prstGeom prst="roundRect">
              <a:avLst>
                <a:gd name="adj" fmla="val 9838"/>
              </a:avLst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0" tIns="0" rIns="0" b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endParaRPr kumimoji="0" lang="ko-KR" altLang="en-US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2020603020101020101" pitchFamily="18" charset="-127"/>
              </a:endParaRPr>
            </a:p>
          </p:txBody>
        </p:sp>
        <p:sp>
          <p:nvSpPr>
            <p:cNvPr id="933" name="직사각형 166">
              <a:extLst>
                <a:ext uri="{FF2B5EF4-FFF2-40B4-BE49-F238E27FC236}">
                  <a16:creationId xmlns:a16="http://schemas.microsoft.com/office/drawing/2014/main" id="{557E2385-0DE6-0F69-78F8-972EEF074216}"/>
                </a:ext>
              </a:extLst>
            </p:cNvPr>
            <p:cNvSpPr/>
            <p:nvPr/>
          </p:nvSpPr>
          <p:spPr bwMode="auto">
            <a:xfrm>
              <a:off x="7834017" y="3082654"/>
              <a:ext cx="159863" cy="105119"/>
            </a:xfrm>
            <a:prstGeom prst="roundRect">
              <a:avLst>
                <a:gd name="adj" fmla="val 9838"/>
              </a:avLst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no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endParaRPr kumimoji="0" lang="ko-KR" altLang="en-US" sz="4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2020603020101020101" pitchFamily="18" charset="-127"/>
              </a:endParaRPr>
            </a:p>
          </p:txBody>
        </p:sp>
        <p:sp>
          <p:nvSpPr>
            <p:cNvPr id="934" name="TextBox 933">
              <a:extLst>
                <a:ext uri="{FF2B5EF4-FFF2-40B4-BE49-F238E27FC236}">
                  <a16:creationId xmlns:a16="http://schemas.microsoft.com/office/drawing/2014/main" id="{A05F77A4-01F3-92EA-CA50-F6C408CAFF8A}"/>
                </a:ext>
              </a:extLst>
            </p:cNvPr>
            <p:cNvSpPr txBox="1"/>
            <p:nvPr/>
          </p:nvSpPr>
          <p:spPr>
            <a:xfrm>
              <a:off x="7340448" y="3057089"/>
              <a:ext cx="68215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K8S</a:t>
              </a:r>
              <a:r>
                <a: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 </a:t>
              </a: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Worker Nodes</a:t>
              </a:r>
              <a:endParaRPr kumimoji="0" lang="ko-KR" altLang="en-US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2020603020101020101" pitchFamily="18" charset="-127"/>
              </a:endParaRPr>
            </a:p>
          </p:txBody>
        </p:sp>
        <p:sp>
          <p:nvSpPr>
            <p:cNvPr id="935" name="직사각형 934">
              <a:extLst>
                <a:ext uri="{FF2B5EF4-FFF2-40B4-BE49-F238E27FC236}">
                  <a16:creationId xmlns:a16="http://schemas.microsoft.com/office/drawing/2014/main" id="{8C5C61B9-78B3-1E1D-7967-A050E2F5D264}"/>
                </a:ext>
              </a:extLst>
            </p:cNvPr>
            <p:cNvSpPr/>
            <p:nvPr/>
          </p:nvSpPr>
          <p:spPr>
            <a:xfrm>
              <a:off x="7645136" y="3013329"/>
              <a:ext cx="264677" cy="24622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0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…</a:t>
              </a:r>
            </a:p>
          </p:txBody>
        </p:sp>
        <p:sp>
          <p:nvSpPr>
            <p:cNvPr id="936" name="타원 935">
              <a:extLst>
                <a:ext uri="{FF2B5EF4-FFF2-40B4-BE49-F238E27FC236}">
                  <a16:creationId xmlns:a16="http://schemas.microsoft.com/office/drawing/2014/main" id="{F2CE6F14-5D8B-FDB4-CDCE-B1659E714636}"/>
                </a:ext>
              </a:extLst>
            </p:cNvPr>
            <p:cNvSpPr/>
            <p:nvPr/>
          </p:nvSpPr>
          <p:spPr bwMode="auto">
            <a:xfrm>
              <a:off x="8045016" y="3169857"/>
              <a:ext cx="634949" cy="37116"/>
            </a:xfrm>
            <a:prstGeom prst="ellipse">
              <a:avLst/>
            </a:prstGeom>
            <a:solidFill>
              <a:schemeClr val="bg1">
                <a:lumMod val="50000"/>
                <a:alpha val="50000"/>
              </a:schemeClr>
            </a:solidFill>
            <a:ln w="19050">
              <a:solidFill>
                <a:schemeClr val="tx1">
                  <a:lumMod val="75000"/>
                  <a:lumOff val="25000"/>
                </a:schemeClr>
              </a:solidFill>
              <a:prstDash val="solid"/>
            </a:ln>
            <a:effectLst>
              <a:outerShdw dist="12700" dir="1980000" algn="t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anchor="ctr"/>
            <a:lstStyle/>
            <a:p>
              <a:endParaRPr lang="ko-KR" altLang="en-US" sz="1100" dirty="0">
                <a:solidFill>
                  <a:schemeClr val="lt1"/>
                </a:solidFill>
                <a:ea typeface="KoPub돋움체 Medium" panose="00000600000000000000" pitchFamily="2" charset="-127"/>
              </a:endParaRPr>
            </a:p>
          </p:txBody>
        </p:sp>
        <p:sp>
          <p:nvSpPr>
            <p:cNvPr id="937" name="직사각형 166">
              <a:extLst>
                <a:ext uri="{FF2B5EF4-FFF2-40B4-BE49-F238E27FC236}">
                  <a16:creationId xmlns:a16="http://schemas.microsoft.com/office/drawing/2014/main" id="{9AFF4D1D-BA32-2AA1-96B2-FCCB419C0A27}"/>
                </a:ext>
              </a:extLst>
            </p:cNvPr>
            <p:cNvSpPr/>
            <p:nvPr/>
          </p:nvSpPr>
          <p:spPr bwMode="auto">
            <a:xfrm>
              <a:off x="8065022" y="3083702"/>
              <a:ext cx="159863" cy="105119"/>
            </a:xfrm>
            <a:prstGeom prst="roundRect">
              <a:avLst>
                <a:gd name="adj" fmla="val 9838"/>
              </a:avLst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0" tIns="0" rIns="0" b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endParaRPr kumimoji="0" lang="ko-KR" altLang="en-US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2020603020101020101" pitchFamily="18" charset="-127"/>
              </a:endParaRPr>
            </a:p>
          </p:txBody>
        </p:sp>
        <p:sp>
          <p:nvSpPr>
            <p:cNvPr id="938" name="직사각형 166">
              <a:extLst>
                <a:ext uri="{FF2B5EF4-FFF2-40B4-BE49-F238E27FC236}">
                  <a16:creationId xmlns:a16="http://schemas.microsoft.com/office/drawing/2014/main" id="{73E28240-F6A7-22F0-B73E-0BB7AED29F6C}"/>
                </a:ext>
              </a:extLst>
            </p:cNvPr>
            <p:cNvSpPr/>
            <p:nvPr/>
          </p:nvSpPr>
          <p:spPr bwMode="auto">
            <a:xfrm>
              <a:off x="8237842" y="3083702"/>
              <a:ext cx="159863" cy="105119"/>
            </a:xfrm>
            <a:prstGeom prst="roundRect">
              <a:avLst>
                <a:gd name="adj" fmla="val 9838"/>
              </a:avLst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0" tIns="0" rIns="0" b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endParaRPr kumimoji="0" lang="ko-KR" altLang="en-US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2020603020101020101" pitchFamily="18" charset="-127"/>
              </a:endParaRPr>
            </a:p>
          </p:txBody>
        </p:sp>
        <p:sp>
          <p:nvSpPr>
            <p:cNvPr id="939" name="직사각형 166">
              <a:extLst>
                <a:ext uri="{FF2B5EF4-FFF2-40B4-BE49-F238E27FC236}">
                  <a16:creationId xmlns:a16="http://schemas.microsoft.com/office/drawing/2014/main" id="{1CE2367F-8A87-C2F3-0B8E-6DEBBCA9BFAE}"/>
                </a:ext>
              </a:extLst>
            </p:cNvPr>
            <p:cNvSpPr/>
            <p:nvPr/>
          </p:nvSpPr>
          <p:spPr bwMode="auto">
            <a:xfrm>
              <a:off x="8509293" y="3083630"/>
              <a:ext cx="159863" cy="105119"/>
            </a:xfrm>
            <a:prstGeom prst="roundRect">
              <a:avLst>
                <a:gd name="adj" fmla="val 9838"/>
              </a:avLst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no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endParaRPr kumimoji="0" lang="ko-KR" altLang="en-US" sz="4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2020603020101020101" pitchFamily="18" charset="-127"/>
              </a:endParaRPr>
            </a:p>
          </p:txBody>
        </p:sp>
        <p:sp>
          <p:nvSpPr>
            <p:cNvPr id="940" name="TextBox 939">
              <a:extLst>
                <a:ext uri="{FF2B5EF4-FFF2-40B4-BE49-F238E27FC236}">
                  <a16:creationId xmlns:a16="http://schemas.microsoft.com/office/drawing/2014/main" id="{691B71D0-42C4-41D2-8B9E-C863B59CC3EB}"/>
                </a:ext>
              </a:extLst>
            </p:cNvPr>
            <p:cNvSpPr txBox="1"/>
            <p:nvPr/>
          </p:nvSpPr>
          <p:spPr>
            <a:xfrm>
              <a:off x="8006897" y="3059556"/>
              <a:ext cx="68215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K8S</a:t>
              </a:r>
              <a:r>
                <a: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 </a:t>
              </a: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Worker Nodes</a:t>
              </a:r>
              <a:endParaRPr kumimoji="0" lang="ko-KR" altLang="en-US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2020603020101020101" pitchFamily="18" charset="-127"/>
              </a:endParaRPr>
            </a:p>
          </p:txBody>
        </p:sp>
        <p:sp>
          <p:nvSpPr>
            <p:cNvPr id="941" name="직사각형 940">
              <a:extLst>
                <a:ext uri="{FF2B5EF4-FFF2-40B4-BE49-F238E27FC236}">
                  <a16:creationId xmlns:a16="http://schemas.microsoft.com/office/drawing/2014/main" id="{E501357D-5894-C56A-EC1F-D10E19110C16}"/>
                </a:ext>
              </a:extLst>
            </p:cNvPr>
            <p:cNvSpPr/>
            <p:nvPr/>
          </p:nvSpPr>
          <p:spPr>
            <a:xfrm>
              <a:off x="8309521" y="3014305"/>
              <a:ext cx="264677" cy="24622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0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…</a:t>
              </a:r>
            </a:p>
          </p:txBody>
        </p:sp>
        <p:sp>
          <p:nvSpPr>
            <p:cNvPr id="942" name="타원 941">
              <a:extLst>
                <a:ext uri="{FF2B5EF4-FFF2-40B4-BE49-F238E27FC236}">
                  <a16:creationId xmlns:a16="http://schemas.microsoft.com/office/drawing/2014/main" id="{FBA254C3-8D11-E31E-9C5F-FA800D0E0EB8}"/>
                </a:ext>
              </a:extLst>
            </p:cNvPr>
            <p:cNvSpPr/>
            <p:nvPr/>
          </p:nvSpPr>
          <p:spPr bwMode="auto">
            <a:xfrm>
              <a:off x="6687493" y="3980226"/>
              <a:ext cx="793686" cy="37116"/>
            </a:xfrm>
            <a:prstGeom prst="ellipse">
              <a:avLst/>
            </a:prstGeom>
            <a:solidFill>
              <a:schemeClr val="bg1">
                <a:lumMod val="50000"/>
                <a:alpha val="50000"/>
              </a:schemeClr>
            </a:solidFill>
            <a:ln w="19050">
              <a:solidFill>
                <a:schemeClr val="tx1">
                  <a:lumMod val="75000"/>
                  <a:lumOff val="25000"/>
                </a:schemeClr>
              </a:solidFill>
              <a:prstDash val="solid"/>
            </a:ln>
            <a:effectLst>
              <a:outerShdw dist="12700" dir="1980000" algn="t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anchor="ctr"/>
            <a:lstStyle/>
            <a:p>
              <a:endParaRPr lang="ko-KR" altLang="en-US" sz="1100" dirty="0">
                <a:solidFill>
                  <a:schemeClr val="lt1"/>
                </a:solidFill>
                <a:ea typeface="KoPub돋움체 Medium" panose="00000600000000000000" pitchFamily="2" charset="-127"/>
              </a:endParaRPr>
            </a:p>
          </p:txBody>
        </p:sp>
        <p:sp>
          <p:nvSpPr>
            <p:cNvPr id="943" name="타원 942">
              <a:extLst>
                <a:ext uri="{FF2B5EF4-FFF2-40B4-BE49-F238E27FC236}">
                  <a16:creationId xmlns:a16="http://schemas.microsoft.com/office/drawing/2014/main" id="{5E7C0F88-25AD-87C4-1FA9-FB7812674060}"/>
                </a:ext>
              </a:extLst>
            </p:cNvPr>
            <p:cNvSpPr/>
            <p:nvPr/>
          </p:nvSpPr>
          <p:spPr bwMode="auto">
            <a:xfrm>
              <a:off x="7638889" y="3973221"/>
              <a:ext cx="476212" cy="37116"/>
            </a:xfrm>
            <a:prstGeom prst="ellipse">
              <a:avLst/>
            </a:prstGeom>
            <a:solidFill>
              <a:schemeClr val="bg1">
                <a:lumMod val="50000"/>
                <a:alpha val="50000"/>
              </a:schemeClr>
            </a:solidFill>
            <a:ln w="19050">
              <a:solidFill>
                <a:schemeClr val="tx1">
                  <a:lumMod val="75000"/>
                  <a:lumOff val="25000"/>
                </a:schemeClr>
              </a:solidFill>
              <a:prstDash val="solid"/>
            </a:ln>
            <a:effectLst>
              <a:outerShdw dist="12700" dir="1980000" algn="t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anchor="ctr"/>
            <a:lstStyle/>
            <a:p>
              <a:endParaRPr lang="ko-KR" altLang="en-US" sz="1100" dirty="0">
                <a:solidFill>
                  <a:schemeClr val="lt1"/>
                </a:solidFill>
                <a:ea typeface="KoPub돋움체 Medium" panose="00000600000000000000" pitchFamily="2" charset="-127"/>
              </a:endParaRPr>
            </a:p>
          </p:txBody>
        </p:sp>
        <p:grpSp>
          <p:nvGrpSpPr>
            <p:cNvPr id="944" name="그룹 943">
              <a:extLst>
                <a:ext uri="{FF2B5EF4-FFF2-40B4-BE49-F238E27FC236}">
                  <a16:creationId xmlns:a16="http://schemas.microsoft.com/office/drawing/2014/main" id="{C2FE696F-A11A-8A12-384D-88A33D80C6BC}"/>
                </a:ext>
              </a:extLst>
            </p:cNvPr>
            <p:cNvGrpSpPr/>
            <p:nvPr/>
          </p:nvGrpSpPr>
          <p:grpSpPr>
            <a:xfrm>
              <a:off x="7543515" y="3879218"/>
              <a:ext cx="361834" cy="323165"/>
              <a:chOff x="6695579" y="6462030"/>
              <a:chExt cx="492362" cy="701407"/>
            </a:xfrm>
          </p:grpSpPr>
          <p:sp>
            <p:nvSpPr>
              <p:cNvPr id="945" name="직사각형 166">
                <a:extLst>
                  <a:ext uri="{FF2B5EF4-FFF2-40B4-BE49-F238E27FC236}">
                    <a16:creationId xmlns:a16="http://schemas.microsoft.com/office/drawing/2014/main" id="{F20C7E77-2764-1F4F-51DF-C0F26FD2F85A}"/>
                  </a:ext>
                </a:extLst>
              </p:cNvPr>
              <p:cNvSpPr/>
              <p:nvPr/>
            </p:nvSpPr>
            <p:spPr bwMode="auto">
              <a:xfrm>
                <a:off x="6869860" y="6467864"/>
                <a:ext cx="217532" cy="228154"/>
              </a:xfrm>
              <a:prstGeom prst="roundRect">
                <a:avLst>
                  <a:gd name="adj" fmla="val 9838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946" name="TextBox 945">
                <a:extLst>
                  <a:ext uri="{FF2B5EF4-FFF2-40B4-BE49-F238E27FC236}">
                    <a16:creationId xmlns:a16="http://schemas.microsoft.com/office/drawing/2014/main" id="{2E6F84EB-F1EC-4D7C-430E-020C0CC13B54}"/>
                  </a:ext>
                </a:extLst>
              </p:cNvPr>
              <p:cNvSpPr txBox="1"/>
              <p:nvPr/>
            </p:nvSpPr>
            <p:spPr>
              <a:xfrm>
                <a:off x="6695579" y="6462030"/>
                <a:ext cx="492362" cy="7014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r>
                  <a:rPr kumimoji="0" lang="ko-KR" altLang="en-US" sz="5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알림발송</a:t>
                </a:r>
                <a:endPara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r>
                  <a:rPr kumimoji="0"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AP</a:t>
                </a: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947" name="그룹 946">
              <a:extLst>
                <a:ext uri="{FF2B5EF4-FFF2-40B4-BE49-F238E27FC236}">
                  <a16:creationId xmlns:a16="http://schemas.microsoft.com/office/drawing/2014/main" id="{D851AE70-9D83-1FD5-0A24-67FCBEB2DF65}"/>
                </a:ext>
              </a:extLst>
            </p:cNvPr>
            <p:cNvGrpSpPr/>
            <p:nvPr/>
          </p:nvGrpSpPr>
          <p:grpSpPr>
            <a:xfrm>
              <a:off x="7758689" y="3881374"/>
              <a:ext cx="423299" cy="246222"/>
              <a:chOff x="6988375" y="6466711"/>
              <a:chExt cx="576000" cy="534406"/>
            </a:xfrm>
          </p:grpSpPr>
          <p:sp>
            <p:nvSpPr>
              <p:cNvPr id="948" name="직사각형 166">
                <a:extLst>
                  <a:ext uri="{FF2B5EF4-FFF2-40B4-BE49-F238E27FC236}">
                    <a16:creationId xmlns:a16="http://schemas.microsoft.com/office/drawing/2014/main" id="{326A92AB-F250-87EB-51C8-D2BE987E41C2}"/>
                  </a:ext>
                </a:extLst>
              </p:cNvPr>
              <p:cNvSpPr/>
              <p:nvPr/>
            </p:nvSpPr>
            <p:spPr bwMode="auto">
              <a:xfrm>
                <a:off x="7174358" y="6466915"/>
                <a:ext cx="217532" cy="228154"/>
              </a:xfrm>
              <a:prstGeom prst="roundRect">
                <a:avLst>
                  <a:gd name="adj" fmla="val 9838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949" name="TextBox 948">
                <a:extLst>
                  <a:ext uri="{FF2B5EF4-FFF2-40B4-BE49-F238E27FC236}">
                    <a16:creationId xmlns:a16="http://schemas.microsoft.com/office/drawing/2014/main" id="{2A8C82CB-A87F-097C-5091-67AE85E4C527}"/>
                  </a:ext>
                </a:extLst>
              </p:cNvPr>
              <p:cNvSpPr txBox="1"/>
              <p:nvPr/>
            </p:nvSpPr>
            <p:spPr>
              <a:xfrm>
                <a:off x="6988375" y="6466711"/>
                <a:ext cx="576000" cy="5344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r>
                  <a:rPr kumimoji="0" lang="ko-KR" altLang="en-US" sz="5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알림발송</a:t>
                </a:r>
                <a:endPara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r>
                  <a:rPr kumimoji="0"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DB</a:t>
                </a: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</p:grpSp>
        <p:sp>
          <p:nvSpPr>
            <p:cNvPr id="950" name="타원 949">
              <a:extLst>
                <a:ext uri="{FF2B5EF4-FFF2-40B4-BE49-F238E27FC236}">
                  <a16:creationId xmlns:a16="http://schemas.microsoft.com/office/drawing/2014/main" id="{A0765B14-C56D-01B7-2446-DE7DCF5C02CD}"/>
                </a:ext>
              </a:extLst>
            </p:cNvPr>
            <p:cNvSpPr/>
            <p:nvPr/>
          </p:nvSpPr>
          <p:spPr bwMode="auto">
            <a:xfrm>
              <a:off x="8196565" y="3973085"/>
              <a:ext cx="449755" cy="37116"/>
            </a:xfrm>
            <a:prstGeom prst="ellipse">
              <a:avLst/>
            </a:prstGeom>
            <a:solidFill>
              <a:schemeClr val="bg1">
                <a:lumMod val="50000"/>
                <a:alpha val="50000"/>
              </a:schemeClr>
            </a:solidFill>
            <a:ln w="19050">
              <a:solidFill>
                <a:schemeClr val="tx1">
                  <a:lumMod val="75000"/>
                  <a:lumOff val="25000"/>
                </a:schemeClr>
              </a:solidFill>
              <a:prstDash val="solid"/>
            </a:ln>
            <a:effectLst>
              <a:outerShdw dist="12700" dir="1980000" algn="t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anchor="ctr"/>
            <a:lstStyle/>
            <a:p>
              <a:endParaRPr lang="ko-KR" altLang="en-US" sz="1100" dirty="0">
                <a:solidFill>
                  <a:schemeClr val="lt1"/>
                </a:solidFill>
                <a:ea typeface="KoPub돋움체 Medium" panose="00000600000000000000" pitchFamily="2" charset="-127"/>
              </a:endParaRPr>
            </a:p>
          </p:txBody>
        </p:sp>
        <p:sp>
          <p:nvSpPr>
            <p:cNvPr id="951" name="직사각형 166">
              <a:extLst>
                <a:ext uri="{FF2B5EF4-FFF2-40B4-BE49-F238E27FC236}">
                  <a16:creationId xmlns:a16="http://schemas.microsoft.com/office/drawing/2014/main" id="{75C82253-FBA9-5100-00CB-CD907881E847}"/>
                </a:ext>
              </a:extLst>
            </p:cNvPr>
            <p:cNvSpPr/>
            <p:nvPr/>
          </p:nvSpPr>
          <p:spPr bwMode="auto">
            <a:xfrm>
              <a:off x="8171356" y="3880140"/>
              <a:ext cx="159863" cy="105119"/>
            </a:xfrm>
            <a:prstGeom prst="roundRect">
              <a:avLst>
                <a:gd name="adj" fmla="val 9838"/>
              </a:avLst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0" tIns="0" rIns="0" b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endParaRPr kumimoji="0" lang="ko-KR" altLang="en-US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2020603020101020101" pitchFamily="18" charset="-127"/>
              </a:endParaRPr>
            </a:p>
          </p:txBody>
        </p:sp>
        <p:sp>
          <p:nvSpPr>
            <p:cNvPr id="952" name="직사각형 166">
              <a:extLst>
                <a:ext uri="{FF2B5EF4-FFF2-40B4-BE49-F238E27FC236}">
                  <a16:creationId xmlns:a16="http://schemas.microsoft.com/office/drawing/2014/main" id="{E07094AA-422B-43FB-5D9E-C316B70D0C38}"/>
                </a:ext>
              </a:extLst>
            </p:cNvPr>
            <p:cNvSpPr/>
            <p:nvPr/>
          </p:nvSpPr>
          <p:spPr bwMode="auto">
            <a:xfrm>
              <a:off x="8483659" y="3880140"/>
              <a:ext cx="159863" cy="105119"/>
            </a:xfrm>
            <a:prstGeom prst="roundRect">
              <a:avLst>
                <a:gd name="adj" fmla="val 9838"/>
              </a:avLst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0" tIns="0" rIns="0" b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endParaRPr kumimoji="0" lang="ko-KR" altLang="en-US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2020603020101020101" pitchFamily="18" charset="-127"/>
              </a:endParaRPr>
            </a:p>
          </p:txBody>
        </p:sp>
        <p:sp>
          <p:nvSpPr>
            <p:cNvPr id="953" name="직사각형 952">
              <a:extLst>
                <a:ext uri="{FF2B5EF4-FFF2-40B4-BE49-F238E27FC236}">
                  <a16:creationId xmlns:a16="http://schemas.microsoft.com/office/drawing/2014/main" id="{CF0B7ACF-6289-606F-FFF5-4123C0B10514}"/>
                </a:ext>
              </a:extLst>
            </p:cNvPr>
            <p:cNvSpPr/>
            <p:nvPr/>
          </p:nvSpPr>
          <p:spPr>
            <a:xfrm>
              <a:off x="8271986" y="3810743"/>
              <a:ext cx="264677" cy="24622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0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…</a:t>
              </a:r>
            </a:p>
          </p:txBody>
        </p:sp>
        <p:sp>
          <p:nvSpPr>
            <p:cNvPr id="954" name="직사각형 166">
              <a:extLst>
                <a:ext uri="{FF2B5EF4-FFF2-40B4-BE49-F238E27FC236}">
                  <a16:creationId xmlns:a16="http://schemas.microsoft.com/office/drawing/2014/main" id="{78D7FB73-98DE-823A-AF60-97AEDE2827E9}"/>
                </a:ext>
              </a:extLst>
            </p:cNvPr>
            <p:cNvSpPr/>
            <p:nvPr/>
          </p:nvSpPr>
          <p:spPr bwMode="auto">
            <a:xfrm>
              <a:off x="8486507" y="3880140"/>
              <a:ext cx="159863" cy="105119"/>
            </a:xfrm>
            <a:prstGeom prst="roundRect">
              <a:avLst>
                <a:gd name="adj" fmla="val 9838"/>
              </a:avLst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0" tIns="0" rIns="0" b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endParaRPr kumimoji="0" lang="ko-KR" altLang="en-US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2020603020101020101" pitchFamily="18" charset="-127"/>
              </a:endParaRPr>
            </a:p>
          </p:txBody>
        </p:sp>
        <p:sp>
          <p:nvSpPr>
            <p:cNvPr id="955" name="TextBox 954">
              <a:extLst>
                <a:ext uri="{FF2B5EF4-FFF2-40B4-BE49-F238E27FC236}">
                  <a16:creationId xmlns:a16="http://schemas.microsoft.com/office/drawing/2014/main" id="{33AC7270-350B-A315-0A1A-57997E954F44}"/>
                </a:ext>
              </a:extLst>
            </p:cNvPr>
            <p:cNvSpPr txBox="1"/>
            <p:nvPr/>
          </p:nvSpPr>
          <p:spPr>
            <a:xfrm>
              <a:off x="8111638" y="3867713"/>
              <a:ext cx="534733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r>
                <a: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고객상담시스템</a:t>
              </a:r>
            </a:p>
          </p:txBody>
        </p:sp>
        <p:grpSp>
          <p:nvGrpSpPr>
            <p:cNvPr id="956" name="그룹 955">
              <a:extLst>
                <a:ext uri="{FF2B5EF4-FFF2-40B4-BE49-F238E27FC236}">
                  <a16:creationId xmlns:a16="http://schemas.microsoft.com/office/drawing/2014/main" id="{E1BD2084-5B59-057C-32B7-F11C1659A3D0}"/>
                </a:ext>
              </a:extLst>
            </p:cNvPr>
            <p:cNvGrpSpPr/>
            <p:nvPr/>
          </p:nvGrpSpPr>
          <p:grpSpPr>
            <a:xfrm>
              <a:off x="6505856" y="3882533"/>
              <a:ext cx="1111865" cy="477054"/>
              <a:chOff x="3421306" y="6192030"/>
              <a:chExt cx="1512959" cy="1035412"/>
            </a:xfrm>
          </p:grpSpPr>
          <p:grpSp>
            <p:nvGrpSpPr>
              <p:cNvPr id="957" name="그룹 956">
                <a:extLst>
                  <a:ext uri="{FF2B5EF4-FFF2-40B4-BE49-F238E27FC236}">
                    <a16:creationId xmlns:a16="http://schemas.microsoft.com/office/drawing/2014/main" id="{74D80FF7-14EF-43FE-9D58-B2E402E2C537}"/>
                  </a:ext>
                </a:extLst>
              </p:cNvPr>
              <p:cNvGrpSpPr/>
              <p:nvPr/>
            </p:nvGrpSpPr>
            <p:grpSpPr>
              <a:xfrm>
                <a:off x="3421306" y="6192030"/>
                <a:ext cx="375755" cy="701407"/>
                <a:chOff x="3421306" y="6201519"/>
                <a:chExt cx="375755" cy="701407"/>
              </a:xfrm>
            </p:grpSpPr>
            <p:sp>
              <p:nvSpPr>
                <p:cNvPr id="970" name="직사각형 166">
                  <a:extLst>
                    <a:ext uri="{FF2B5EF4-FFF2-40B4-BE49-F238E27FC236}">
                      <a16:creationId xmlns:a16="http://schemas.microsoft.com/office/drawing/2014/main" id="{DBF9F553-4515-28F5-0369-92E83D1E3330}"/>
                    </a:ext>
                  </a:extLst>
                </p:cNvPr>
                <p:cNvSpPr/>
                <p:nvPr/>
              </p:nvSpPr>
              <p:spPr bwMode="auto">
                <a:xfrm>
                  <a:off x="3507926" y="6218986"/>
                  <a:ext cx="217532" cy="228154"/>
                </a:xfrm>
                <a:prstGeom prst="roundRect">
                  <a:avLst>
                    <a:gd name="adj" fmla="val 9838"/>
                  </a:avLst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6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square" lIns="0" tIns="0" rIns="0" bIns="0" anchor="ctr"/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endPara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endParaRPr>
                </a:p>
              </p:txBody>
            </p:sp>
            <p:sp>
              <p:nvSpPr>
                <p:cNvPr id="971" name="TextBox 970">
                  <a:extLst>
                    <a:ext uri="{FF2B5EF4-FFF2-40B4-BE49-F238E27FC236}">
                      <a16:creationId xmlns:a16="http://schemas.microsoft.com/office/drawing/2014/main" id="{0408134E-690D-7D4D-7820-7CB27D5A9FB5}"/>
                    </a:ext>
                  </a:extLst>
                </p:cNvPr>
                <p:cNvSpPr txBox="1"/>
                <p:nvPr/>
              </p:nvSpPr>
              <p:spPr>
                <a:xfrm>
                  <a:off x="3421306" y="6201519"/>
                  <a:ext cx="375755" cy="70140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r>
                    <a:rPr kumimoji="0" lang="en-US" altLang="ko-KR" sz="5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ea typeface="KoPub돋움체 Medium" panose="02020603020101020101" pitchFamily="18" charset="-127"/>
                    </a:rPr>
                    <a:t>TA</a:t>
                  </a:r>
                </a:p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r>
                    <a:rPr kumimoji="0" lang="ko-KR" altLang="en-US" sz="5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ea typeface="KoPub돋움체 Medium" panose="02020603020101020101" pitchFamily="18" charset="-127"/>
                    </a:rPr>
                    <a:t>학습</a:t>
                  </a:r>
                  <a:endParaRPr kumimoji="0"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endParaRPr>
                </a:p>
              </p:txBody>
            </p:sp>
          </p:grpSp>
          <p:grpSp>
            <p:nvGrpSpPr>
              <p:cNvPr id="958" name="그룹 957">
                <a:extLst>
                  <a:ext uri="{FF2B5EF4-FFF2-40B4-BE49-F238E27FC236}">
                    <a16:creationId xmlns:a16="http://schemas.microsoft.com/office/drawing/2014/main" id="{8F842A6D-6F2B-A178-A8E7-53ACDB851F95}"/>
                  </a:ext>
                </a:extLst>
              </p:cNvPr>
              <p:cNvGrpSpPr/>
              <p:nvPr/>
            </p:nvGrpSpPr>
            <p:grpSpPr>
              <a:xfrm>
                <a:off x="3705607" y="6192030"/>
                <a:ext cx="375755" cy="601209"/>
                <a:chOff x="3421306" y="6201519"/>
                <a:chExt cx="375755" cy="601209"/>
              </a:xfrm>
            </p:grpSpPr>
            <p:sp>
              <p:nvSpPr>
                <p:cNvPr id="968" name="직사각형 166">
                  <a:extLst>
                    <a:ext uri="{FF2B5EF4-FFF2-40B4-BE49-F238E27FC236}">
                      <a16:creationId xmlns:a16="http://schemas.microsoft.com/office/drawing/2014/main" id="{BA90850A-6300-E70A-E772-94D055B50863}"/>
                    </a:ext>
                  </a:extLst>
                </p:cNvPr>
                <p:cNvSpPr/>
                <p:nvPr/>
              </p:nvSpPr>
              <p:spPr bwMode="auto">
                <a:xfrm>
                  <a:off x="3507926" y="6218986"/>
                  <a:ext cx="217532" cy="228154"/>
                </a:xfrm>
                <a:prstGeom prst="roundRect">
                  <a:avLst>
                    <a:gd name="adj" fmla="val 9838"/>
                  </a:avLst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6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square" lIns="0" tIns="0" rIns="0" bIns="0" anchor="ctr"/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endPara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endParaRPr>
                </a:p>
              </p:txBody>
            </p:sp>
            <p:sp>
              <p:nvSpPr>
                <p:cNvPr id="969" name="TextBox 968">
                  <a:extLst>
                    <a:ext uri="{FF2B5EF4-FFF2-40B4-BE49-F238E27FC236}">
                      <a16:creationId xmlns:a16="http://schemas.microsoft.com/office/drawing/2014/main" id="{B5D9E1B9-5A40-119F-51DD-C933BF6A25FA}"/>
                    </a:ext>
                  </a:extLst>
                </p:cNvPr>
                <p:cNvSpPr txBox="1"/>
                <p:nvPr/>
              </p:nvSpPr>
              <p:spPr>
                <a:xfrm>
                  <a:off x="3421306" y="6201519"/>
                  <a:ext cx="375755" cy="60120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r>
                    <a:rPr kumimoji="0" lang="ko-KR" altLang="en-US" sz="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ea typeface="KoPub돋움체 Medium" panose="02020603020101020101" pitchFamily="18" charset="-127"/>
                    </a:rPr>
                    <a:t>음성감정분석</a:t>
                  </a:r>
                  <a:endParaRPr kumimoji="0" lang="en-US" altLang="ko-KR" sz="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endParaRPr>
                </a:p>
              </p:txBody>
            </p:sp>
          </p:grpSp>
          <p:grpSp>
            <p:nvGrpSpPr>
              <p:cNvPr id="959" name="그룹 958">
                <a:extLst>
                  <a:ext uri="{FF2B5EF4-FFF2-40B4-BE49-F238E27FC236}">
                    <a16:creationId xmlns:a16="http://schemas.microsoft.com/office/drawing/2014/main" id="{5172BB5B-4393-E76D-F8FC-04DA4F25E01B}"/>
                  </a:ext>
                </a:extLst>
              </p:cNvPr>
              <p:cNvGrpSpPr/>
              <p:nvPr/>
            </p:nvGrpSpPr>
            <p:grpSpPr>
              <a:xfrm>
                <a:off x="3989908" y="6192030"/>
                <a:ext cx="375755" cy="1035412"/>
                <a:chOff x="3421306" y="6201519"/>
                <a:chExt cx="375755" cy="1035412"/>
              </a:xfrm>
            </p:grpSpPr>
            <p:sp>
              <p:nvSpPr>
                <p:cNvPr id="966" name="직사각형 166">
                  <a:extLst>
                    <a:ext uri="{FF2B5EF4-FFF2-40B4-BE49-F238E27FC236}">
                      <a16:creationId xmlns:a16="http://schemas.microsoft.com/office/drawing/2014/main" id="{DCF264B1-D387-DF4B-5442-E03376457980}"/>
                    </a:ext>
                  </a:extLst>
                </p:cNvPr>
                <p:cNvSpPr/>
                <p:nvPr/>
              </p:nvSpPr>
              <p:spPr bwMode="auto">
                <a:xfrm>
                  <a:off x="3507926" y="6218986"/>
                  <a:ext cx="217532" cy="228154"/>
                </a:xfrm>
                <a:prstGeom prst="roundRect">
                  <a:avLst>
                    <a:gd name="adj" fmla="val 9838"/>
                  </a:avLst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6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square" lIns="0" tIns="0" rIns="0" bIns="0" anchor="ctr"/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endPara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endParaRPr>
                </a:p>
              </p:txBody>
            </p:sp>
            <p:sp>
              <p:nvSpPr>
                <p:cNvPr id="967" name="TextBox 966">
                  <a:extLst>
                    <a:ext uri="{FF2B5EF4-FFF2-40B4-BE49-F238E27FC236}">
                      <a16:creationId xmlns:a16="http://schemas.microsoft.com/office/drawing/2014/main" id="{AEB8D3F8-3E59-63A2-1F49-351852F83D5B}"/>
                    </a:ext>
                  </a:extLst>
                </p:cNvPr>
                <p:cNvSpPr txBox="1"/>
                <p:nvPr/>
              </p:nvSpPr>
              <p:spPr>
                <a:xfrm>
                  <a:off x="3421306" y="6201519"/>
                  <a:ext cx="375755" cy="103541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r>
                    <a:rPr kumimoji="0" lang="en-US" altLang="ko-KR" sz="5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ea typeface="KoPub돋움체 Medium" panose="02020603020101020101" pitchFamily="18" charset="-127"/>
                    </a:rPr>
                    <a:t>KMSWEB</a:t>
                  </a:r>
                </a:p>
              </p:txBody>
            </p:sp>
          </p:grpSp>
          <p:grpSp>
            <p:nvGrpSpPr>
              <p:cNvPr id="960" name="그룹 959">
                <a:extLst>
                  <a:ext uri="{FF2B5EF4-FFF2-40B4-BE49-F238E27FC236}">
                    <a16:creationId xmlns:a16="http://schemas.microsoft.com/office/drawing/2014/main" id="{A93988D4-7F8F-19E9-5F87-250800B2FFB3}"/>
                  </a:ext>
                </a:extLst>
              </p:cNvPr>
              <p:cNvGrpSpPr/>
              <p:nvPr/>
            </p:nvGrpSpPr>
            <p:grpSpPr>
              <a:xfrm>
                <a:off x="4274209" y="6192030"/>
                <a:ext cx="375755" cy="1035412"/>
                <a:chOff x="3421306" y="6201519"/>
                <a:chExt cx="375755" cy="1035412"/>
              </a:xfrm>
            </p:grpSpPr>
            <p:sp>
              <p:nvSpPr>
                <p:cNvPr id="964" name="직사각형 166">
                  <a:extLst>
                    <a:ext uri="{FF2B5EF4-FFF2-40B4-BE49-F238E27FC236}">
                      <a16:creationId xmlns:a16="http://schemas.microsoft.com/office/drawing/2014/main" id="{D331C0AE-2E60-0CA0-7EA5-6A3887724F51}"/>
                    </a:ext>
                  </a:extLst>
                </p:cNvPr>
                <p:cNvSpPr/>
                <p:nvPr/>
              </p:nvSpPr>
              <p:spPr bwMode="auto">
                <a:xfrm>
                  <a:off x="3507926" y="6218986"/>
                  <a:ext cx="217532" cy="228154"/>
                </a:xfrm>
                <a:prstGeom prst="roundRect">
                  <a:avLst>
                    <a:gd name="adj" fmla="val 9838"/>
                  </a:avLst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6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square" lIns="0" tIns="0" rIns="0" bIns="0" anchor="ctr"/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endPara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endParaRPr>
                </a:p>
              </p:txBody>
            </p:sp>
            <p:sp>
              <p:nvSpPr>
                <p:cNvPr id="965" name="TextBox 964">
                  <a:extLst>
                    <a:ext uri="{FF2B5EF4-FFF2-40B4-BE49-F238E27FC236}">
                      <a16:creationId xmlns:a16="http://schemas.microsoft.com/office/drawing/2014/main" id="{4143F973-3290-39B7-9780-9373361058BC}"/>
                    </a:ext>
                  </a:extLst>
                </p:cNvPr>
                <p:cNvSpPr txBox="1"/>
                <p:nvPr/>
              </p:nvSpPr>
              <p:spPr>
                <a:xfrm>
                  <a:off x="3421306" y="6201519"/>
                  <a:ext cx="375755" cy="103541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r>
                    <a:rPr kumimoji="0" lang="en-US" altLang="ko-KR" sz="5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ea typeface="KoPub돋움체 Medium" panose="02020603020101020101" pitchFamily="18" charset="-127"/>
                    </a:rPr>
                    <a:t>KMSWAS</a:t>
                  </a:r>
                </a:p>
              </p:txBody>
            </p:sp>
          </p:grpSp>
          <p:grpSp>
            <p:nvGrpSpPr>
              <p:cNvPr id="961" name="그룹 960">
                <a:extLst>
                  <a:ext uri="{FF2B5EF4-FFF2-40B4-BE49-F238E27FC236}">
                    <a16:creationId xmlns:a16="http://schemas.microsoft.com/office/drawing/2014/main" id="{258EF569-1BCD-15DC-7CC2-77A3172A69E3}"/>
                  </a:ext>
                </a:extLst>
              </p:cNvPr>
              <p:cNvGrpSpPr/>
              <p:nvPr/>
            </p:nvGrpSpPr>
            <p:grpSpPr>
              <a:xfrm>
                <a:off x="4558510" y="6192030"/>
                <a:ext cx="375755" cy="868411"/>
                <a:chOff x="3421306" y="6201519"/>
                <a:chExt cx="375755" cy="868411"/>
              </a:xfrm>
            </p:grpSpPr>
            <p:sp>
              <p:nvSpPr>
                <p:cNvPr id="962" name="직사각형 166">
                  <a:extLst>
                    <a:ext uri="{FF2B5EF4-FFF2-40B4-BE49-F238E27FC236}">
                      <a16:creationId xmlns:a16="http://schemas.microsoft.com/office/drawing/2014/main" id="{EE594242-A999-B52A-0CBB-8700C3DDD508}"/>
                    </a:ext>
                  </a:extLst>
                </p:cNvPr>
                <p:cNvSpPr/>
                <p:nvPr/>
              </p:nvSpPr>
              <p:spPr bwMode="auto">
                <a:xfrm>
                  <a:off x="3507926" y="6218986"/>
                  <a:ext cx="217532" cy="228154"/>
                </a:xfrm>
                <a:prstGeom prst="roundRect">
                  <a:avLst>
                    <a:gd name="adj" fmla="val 9838"/>
                  </a:avLst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6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square" lIns="0" tIns="0" rIns="0" bIns="0" anchor="ctr"/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endPara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endParaRPr>
                </a:p>
              </p:txBody>
            </p:sp>
            <p:sp>
              <p:nvSpPr>
                <p:cNvPr id="963" name="TextBox 962">
                  <a:extLst>
                    <a:ext uri="{FF2B5EF4-FFF2-40B4-BE49-F238E27FC236}">
                      <a16:creationId xmlns:a16="http://schemas.microsoft.com/office/drawing/2014/main" id="{2D044F7E-DF8F-902B-8594-40BA42A29035}"/>
                    </a:ext>
                  </a:extLst>
                </p:cNvPr>
                <p:cNvSpPr txBox="1"/>
                <p:nvPr/>
              </p:nvSpPr>
              <p:spPr>
                <a:xfrm>
                  <a:off x="3421306" y="6201519"/>
                  <a:ext cx="375755" cy="86841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r>
                    <a:rPr kumimoji="0" lang="en-US" altLang="ko-KR" sz="5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ea typeface="KoPub돋움체 Medium" panose="02020603020101020101" pitchFamily="18" charset="-127"/>
                    </a:rPr>
                    <a:t>KMSDB</a:t>
                  </a:r>
                </a:p>
              </p:txBody>
            </p:sp>
          </p:grpSp>
        </p:grpSp>
        <p:grpSp>
          <p:nvGrpSpPr>
            <p:cNvPr id="972" name="그룹 971">
              <a:extLst>
                <a:ext uri="{FF2B5EF4-FFF2-40B4-BE49-F238E27FC236}">
                  <a16:creationId xmlns:a16="http://schemas.microsoft.com/office/drawing/2014/main" id="{622469F8-183F-64FF-0A9F-1AD55CE4AFF8}"/>
                </a:ext>
              </a:extLst>
            </p:cNvPr>
            <p:cNvGrpSpPr/>
            <p:nvPr/>
          </p:nvGrpSpPr>
          <p:grpSpPr>
            <a:xfrm>
              <a:off x="6542526" y="4170428"/>
              <a:ext cx="379913" cy="161583"/>
              <a:chOff x="3903676" y="6933309"/>
              <a:chExt cx="516963" cy="350704"/>
            </a:xfrm>
          </p:grpSpPr>
          <p:grpSp>
            <p:nvGrpSpPr>
              <p:cNvPr id="973" name="그룹 972">
                <a:extLst>
                  <a:ext uri="{FF2B5EF4-FFF2-40B4-BE49-F238E27FC236}">
                    <a16:creationId xmlns:a16="http://schemas.microsoft.com/office/drawing/2014/main" id="{D753BA35-86CC-28F4-33D7-4D26A3E6B76D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223933" y="6992226"/>
                <a:ext cx="196706" cy="228307"/>
                <a:chOff x="11751920" y="4267727"/>
                <a:chExt cx="1085595" cy="1260000"/>
              </a:xfrm>
            </p:grpSpPr>
            <p:sp>
              <p:nvSpPr>
                <p:cNvPr id="980" name="사각형: 둥근 모서리 226">
                  <a:extLst>
                    <a:ext uri="{FF2B5EF4-FFF2-40B4-BE49-F238E27FC236}">
                      <a16:creationId xmlns:a16="http://schemas.microsoft.com/office/drawing/2014/main" id="{AF0B8B0C-E04A-3623-FDFA-6B5518226B61}"/>
                    </a:ext>
                  </a:extLst>
                </p:cNvPr>
                <p:cNvSpPr/>
                <p:nvPr/>
              </p:nvSpPr>
              <p:spPr>
                <a:xfrm>
                  <a:off x="11751920" y="4271687"/>
                  <a:ext cx="911715" cy="1252078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  <p:grpSp>
              <p:nvGrpSpPr>
                <p:cNvPr id="981" name="그룹 980">
                  <a:extLst>
                    <a:ext uri="{FF2B5EF4-FFF2-40B4-BE49-F238E27FC236}">
                      <a16:creationId xmlns:a16="http://schemas.microsoft.com/office/drawing/2014/main" id="{258FC74E-314F-AD7B-88F8-98BEAB987AAB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982" name="Freeform 230">
                    <a:extLst>
                      <a:ext uri="{FF2B5EF4-FFF2-40B4-BE49-F238E27FC236}">
                        <a16:creationId xmlns:a16="http://schemas.microsoft.com/office/drawing/2014/main" id="{8927DC4E-F8F7-BE86-C0A8-E1C6FAE35DCA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sp>
                <p:nvSpPr>
                  <p:cNvPr id="983" name="Freeform 231">
                    <a:extLst>
                      <a:ext uri="{FF2B5EF4-FFF2-40B4-BE49-F238E27FC236}">
                        <a16:creationId xmlns:a16="http://schemas.microsoft.com/office/drawing/2014/main" id="{98DAA740-BF66-1928-65F5-3B5656232F7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</p:grpSp>
          </p:grpSp>
          <p:sp>
            <p:nvSpPr>
              <p:cNvPr id="974" name="직사각형 973">
                <a:extLst>
                  <a:ext uri="{FF2B5EF4-FFF2-40B4-BE49-F238E27FC236}">
                    <a16:creationId xmlns:a16="http://schemas.microsoft.com/office/drawing/2014/main" id="{09DEA1AD-4420-F09A-5105-85F1D06300CE}"/>
                  </a:ext>
                </a:extLst>
              </p:cNvPr>
              <p:cNvSpPr/>
              <p:nvPr/>
            </p:nvSpPr>
            <p:spPr>
              <a:xfrm>
                <a:off x="4111718" y="6933309"/>
                <a:ext cx="130004" cy="350704"/>
              </a:xfrm>
              <a:prstGeom prst="rect">
                <a:avLst/>
              </a:prstGeom>
              <a:noFill/>
              <a:ln w="254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1" indent="0" algn="ctr" defTabSz="147490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prstClr val="black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0" lang="en-US" altLang="ko-KR" sz="1050" b="0" i="0" u="none" strike="noStrike" kern="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ea typeface="KoPub돋움체 Bold" panose="02020603020101020101" pitchFamily="18" charset="-127"/>
                    <a:cs typeface="Arial"/>
                  </a:rPr>
                  <a:t>…</a:t>
                </a:r>
                <a:endParaRPr kumimoji="0" lang="ko-KR" altLang="en-US" sz="1050" b="0" i="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ea typeface="KoPub돋움체 Bold" panose="02020603020101020101" pitchFamily="18" charset="-127"/>
                  <a:cs typeface="Arial"/>
                </a:endParaRPr>
              </a:p>
            </p:txBody>
          </p:sp>
          <p:grpSp>
            <p:nvGrpSpPr>
              <p:cNvPr id="975" name="그룹 974">
                <a:extLst>
                  <a:ext uri="{FF2B5EF4-FFF2-40B4-BE49-F238E27FC236}">
                    <a16:creationId xmlns:a16="http://schemas.microsoft.com/office/drawing/2014/main" id="{C6B51B4D-CA05-CE14-18EC-56546E4950B0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903676" y="6991186"/>
                <a:ext cx="196706" cy="228307"/>
                <a:chOff x="11751920" y="4267727"/>
                <a:chExt cx="1085595" cy="1260000"/>
              </a:xfrm>
            </p:grpSpPr>
            <p:sp>
              <p:nvSpPr>
                <p:cNvPr id="976" name="사각형: 둥근 모서리 226">
                  <a:extLst>
                    <a:ext uri="{FF2B5EF4-FFF2-40B4-BE49-F238E27FC236}">
                      <a16:creationId xmlns:a16="http://schemas.microsoft.com/office/drawing/2014/main" id="{68A98F05-36DC-99DA-F009-C599294AA17E}"/>
                    </a:ext>
                  </a:extLst>
                </p:cNvPr>
                <p:cNvSpPr/>
                <p:nvPr/>
              </p:nvSpPr>
              <p:spPr>
                <a:xfrm>
                  <a:off x="11751920" y="4271687"/>
                  <a:ext cx="911715" cy="1252078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  <p:grpSp>
              <p:nvGrpSpPr>
                <p:cNvPr id="977" name="그룹 976">
                  <a:extLst>
                    <a:ext uri="{FF2B5EF4-FFF2-40B4-BE49-F238E27FC236}">
                      <a16:creationId xmlns:a16="http://schemas.microsoft.com/office/drawing/2014/main" id="{1B21D752-970D-A946-1821-FB53B38E4564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978" name="Freeform 230">
                    <a:extLst>
                      <a:ext uri="{FF2B5EF4-FFF2-40B4-BE49-F238E27FC236}">
                        <a16:creationId xmlns:a16="http://schemas.microsoft.com/office/drawing/2014/main" id="{9318EBE2-DB7F-7525-2E94-8470BB925AE1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sp>
                <p:nvSpPr>
                  <p:cNvPr id="979" name="Freeform 231">
                    <a:extLst>
                      <a:ext uri="{FF2B5EF4-FFF2-40B4-BE49-F238E27FC236}">
                        <a16:creationId xmlns:a16="http://schemas.microsoft.com/office/drawing/2014/main" id="{0A27B694-0BF2-E164-2DEE-AD66F356B4C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</p:grpSp>
          </p:grpSp>
        </p:grpSp>
        <p:grpSp>
          <p:nvGrpSpPr>
            <p:cNvPr id="984" name="그룹 983">
              <a:extLst>
                <a:ext uri="{FF2B5EF4-FFF2-40B4-BE49-F238E27FC236}">
                  <a16:creationId xmlns:a16="http://schemas.microsoft.com/office/drawing/2014/main" id="{E1D680D0-0E9F-3581-E16B-4A1B98740F44}"/>
                </a:ext>
              </a:extLst>
            </p:cNvPr>
            <p:cNvGrpSpPr/>
            <p:nvPr/>
          </p:nvGrpSpPr>
          <p:grpSpPr>
            <a:xfrm>
              <a:off x="6987304" y="4183098"/>
              <a:ext cx="340823" cy="161583"/>
              <a:chOff x="5096640" y="6225262"/>
              <a:chExt cx="463771" cy="350704"/>
            </a:xfrm>
          </p:grpSpPr>
          <p:grpSp>
            <p:nvGrpSpPr>
              <p:cNvPr id="985" name="그룹 984">
                <a:extLst>
                  <a:ext uri="{FF2B5EF4-FFF2-40B4-BE49-F238E27FC236}">
                    <a16:creationId xmlns:a16="http://schemas.microsoft.com/office/drawing/2014/main" id="{19974CD4-CE7E-4EE3-006B-F60BA3E5D02B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5096640" y="6271080"/>
                <a:ext cx="166212" cy="228600"/>
                <a:chOff x="3493292" y="3693520"/>
                <a:chExt cx="897069" cy="1233786"/>
              </a:xfrm>
            </p:grpSpPr>
            <p:grpSp>
              <p:nvGrpSpPr>
                <p:cNvPr id="1014" name="그룹 1013">
                  <a:extLst>
                    <a:ext uri="{FF2B5EF4-FFF2-40B4-BE49-F238E27FC236}">
                      <a16:creationId xmlns:a16="http://schemas.microsoft.com/office/drawing/2014/main" id="{CAAF6BB9-920B-0C45-CADB-8461508704F4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3493292" y="3693520"/>
                  <a:ext cx="897069" cy="1233786"/>
                  <a:chOff x="11921389" y="4267727"/>
                  <a:chExt cx="916126" cy="1260000"/>
                </a:xfrm>
              </p:grpSpPr>
              <p:sp>
                <p:nvSpPr>
                  <p:cNvPr id="1036" name="사각형: 둥근 모서리 222">
                    <a:extLst>
                      <a:ext uri="{FF2B5EF4-FFF2-40B4-BE49-F238E27FC236}">
                        <a16:creationId xmlns:a16="http://schemas.microsoft.com/office/drawing/2014/main" id="{A3DD75CB-FD9E-003A-12AD-A76A0A4A2BA0}"/>
                      </a:ext>
                    </a:extLst>
                  </p:cNvPr>
                  <p:cNvSpPr/>
                  <p:nvPr/>
                </p:nvSpPr>
                <p:spPr>
                  <a:xfrm>
                    <a:off x="11923593" y="4271687"/>
                    <a:ext cx="911716" cy="1252078"/>
                  </a:xfrm>
                  <a:prstGeom prst="roundRect">
                    <a:avLst>
                      <a:gd name="adj" fmla="val 7097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-3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grpSp>
                <p:nvGrpSpPr>
                  <p:cNvPr id="1037" name="그룹 1036">
                    <a:extLst>
                      <a:ext uri="{FF2B5EF4-FFF2-40B4-BE49-F238E27FC236}">
                        <a16:creationId xmlns:a16="http://schemas.microsoft.com/office/drawing/2014/main" id="{79B15904-7ECC-31CE-F354-BD483603B368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11921389" y="4267727"/>
                    <a:ext cx="916126" cy="1260000"/>
                    <a:chOff x="14485938" y="-2571751"/>
                    <a:chExt cx="554038" cy="762000"/>
                  </a:xfrm>
                  <a:solidFill>
                    <a:srgbClr val="262626"/>
                  </a:solidFill>
                </p:grpSpPr>
                <p:sp>
                  <p:nvSpPr>
                    <p:cNvPr id="1038" name="Freeform 230">
                      <a:extLst>
                        <a:ext uri="{FF2B5EF4-FFF2-40B4-BE49-F238E27FC236}">
                          <a16:creationId xmlns:a16="http://schemas.microsoft.com/office/drawing/2014/main" id="{82903FA9-B495-224D-0EC2-33C0162029E0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4485938" y="-2571751"/>
                      <a:ext cx="554038" cy="762000"/>
                    </a:xfrm>
                    <a:custGeom>
                      <a:avLst/>
                      <a:gdLst>
                        <a:gd name="T0" fmla="*/ 137 w 147"/>
                        <a:gd name="T1" fmla="*/ 0 h 200"/>
                        <a:gd name="T2" fmla="*/ 10 w 147"/>
                        <a:gd name="T3" fmla="*/ 0 h 200"/>
                        <a:gd name="T4" fmla="*/ 0 w 147"/>
                        <a:gd name="T5" fmla="*/ 10 h 200"/>
                        <a:gd name="T6" fmla="*/ 0 w 147"/>
                        <a:gd name="T7" fmla="*/ 190 h 200"/>
                        <a:gd name="T8" fmla="*/ 10 w 147"/>
                        <a:gd name="T9" fmla="*/ 200 h 200"/>
                        <a:gd name="T10" fmla="*/ 137 w 147"/>
                        <a:gd name="T11" fmla="*/ 200 h 200"/>
                        <a:gd name="T12" fmla="*/ 140 w 147"/>
                        <a:gd name="T13" fmla="*/ 199 h 200"/>
                        <a:gd name="T14" fmla="*/ 146 w 147"/>
                        <a:gd name="T15" fmla="*/ 193 h 200"/>
                        <a:gd name="T16" fmla="*/ 147 w 147"/>
                        <a:gd name="T17" fmla="*/ 190 h 200"/>
                        <a:gd name="T18" fmla="*/ 147 w 147"/>
                        <a:gd name="T19" fmla="*/ 10 h 200"/>
                        <a:gd name="T20" fmla="*/ 137 w 147"/>
                        <a:gd name="T21" fmla="*/ 0 h 200"/>
                        <a:gd name="T22" fmla="*/ 139 w 147"/>
                        <a:gd name="T23" fmla="*/ 189 h 200"/>
                        <a:gd name="T24" fmla="*/ 135 w 147"/>
                        <a:gd name="T25" fmla="*/ 192 h 200"/>
                        <a:gd name="T26" fmla="*/ 10 w 147"/>
                        <a:gd name="T27" fmla="*/ 192 h 200"/>
                        <a:gd name="T28" fmla="*/ 8 w 147"/>
                        <a:gd name="T29" fmla="*/ 190 h 200"/>
                        <a:gd name="T30" fmla="*/ 8 w 147"/>
                        <a:gd name="T31" fmla="*/ 10 h 200"/>
                        <a:gd name="T32" fmla="*/ 10 w 147"/>
                        <a:gd name="T33" fmla="*/ 8 h 200"/>
                        <a:gd name="T34" fmla="*/ 137 w 147"/>
                        <a:gd name="T35" fmla="*/ 8 h 200"/>
                        <a:gd name="T36" fmla="*/ 139 w 147"/>
                        <a:gd name="T37" fmla="*/ 10 h 200"/>
                        <a:gd name="T38" fmla="*/ 139 w 147"/>
                        <a:gd name="T39" fmla="*/ 189 h 2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</a:cxnLst>
                      <a:rect l="0" t="0" r="r" b="b"/>
                      <a:pathLst>
                        <a:path w="147" h="200">
                          <a:moveTo>
                            <a:pt x="137" y="0"/>
                          </a:moveTo>
                          <a:cubicBezTo>
                            <a:pt x="10" y="0"/>
                            <a:pt x="10" y="0"/>
                            <a:pt x="10" y="0"/>
                          </a:cubicBezTo>
                          <a:cubicBezTo>
                            <a:pt x="4" y="0"/>
                            <a:pt x="0" y="5"/>
                            <a:pt x="0" y="10"/>
                          </a:cubicBezTo>
                          <a:cubicBezTo>
                            <a:pt x="0" y="190"/>
                            <a:pt x="0" y="190"/>
                            <a:pt x="0" y="190"/>
                          </a:cubicBezTo>
                          <a:cubicBezTo>
                            <a:pt x="0" y="196"/>
                            <a:pt x="4" y="200"/>
                            <a:pt x="10" y="200"/>
                          </a:cubicBezTo>
                          <a:cubicBezTo>
                            <a:pt x="137" y="200"/>
                            <a:pt x="137" y="200"/>
                            <a:pt x="137" y="200"/>
                          </a:cubicBezTo>
                          <a:cubicBezTo>
                            <a:pt x="138" y="200"/>
                            <a:pt x="139" y="200"/>
                            <a:pt x="140" y="199"/>
                          </a:cubicBezTo>
                          <a:cubicBezTo>
                            <a:pt x="146" y="193"/>
                            <a:pt x="146" y="193"/>
                            <a:pt x="146" y="193"/>
                          </a:cubicBezTo>
                          <a:cubicBezTo>
                            <a:pt x="146" y="192"/>
                            <a:pt x="147" y="191"/>
                            <a:pt x="147" y="190"/>
                          </a:cubicBezTo>
                          <a:cubicBezTo>
                            <a:pt x="147" y="10"/>
                            <a:pt x="147" y="10"/>
                            <a:pt x="147" y="10"/>
                          </a:cubicBezTo>
                          <a:cubicBezTo>
                            <a:pt x="147" y="5"/>
                            <a:pt x="142" y="0"/>
                            <a:pt x="137" y="0"/>
                          </a:cubicBezTo>
                          <a:close/>
                          <a:moveTo>
                            <a:pt x="139" y="189"/>
                          </a:moveTo>
                          <a:cubicBezTo>
                            <a:pt x="135" y="192"/>
                            <a:pt x="135" y="192"/>
                            <a:pt x="135" y="192"/>
                          </a:cubicBezTo>
                          <a:cubicBezTo>
                            <a:pt x="10" y="192"/>
                            <a:pt x="10" y="192"/>
                            <a:pt x="10" y="192"/>
                          </a:cubicBezTo>
                          <a:cubicBezTo>
                            <a:pt x="9" y="192"/>
                            <a:pt x="8" y="191"/>
                            <a:pt x="8" y="190"/>
                          </a:cubicBezTo>
                          <a:cubicBezTo>
                            <a:pt x="8" y="10"/>
                            <a:pt x="8" y="10"/>
                            <a:pt x="8" y="10"/>
                          </a:cubicBezTo>
                          <a:cubicBezTo>
                            <a:pt x="8" y="9"/>
                            <a:pt x="9" y="8"/>
                            <a:pt x="10" y="8"/>
                          </a:cubicBezTo>
                          <a:cubicBezTo>
                            <a:pt x="137" y="8"/>
                            <a:pt x="137" y="8"/>
                            <a:pt x="137" y="8"/>
                          </a:cubicBezTo>
                          <a:cubicBezTo>
                            <a:pt x="138" y="8"/>
                            <a:pt x="139" y="9"/>
                            <a:pt x="139" y="10"/>
                          </a:cubicBezTo>
                          <a:lnTo>
                            <a:pt x="139" y="189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  <p:sp>
                  <p:nvSpPr>
                    <p:cNvPr id="1039" name="Freeform 231">
                      <a:extLst>
                        <a:ext uri="{FF2B5EF4-FFF2-40B4-BE49-F238E27FC236}">
                          <a16:creationId xmlns:a16="http://schemas.microsoft.com/office/drawing/2014/main" id="{B9BB4FB2-9ACE-74B6-D9BE-53587C012A6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4603413" y="-2403476"/>
                      <a:ext cx="315913" cy="30163"/>
                    </a:xfrm>
                    <a:custGeom>
                      <a:avLst/>
                      <a:gdLst>
                        <a:gd name="T0" fmla="*/ 80 w 84"/>
                        <a:gd name="T1" fmla="*/ 0 h 8"/>
                        <a:gd name="T2" fmla="*/ 4 w 84"/>
                        <a:gd name="T3" fmla="*/ 0 h 8"/>
                        <a:gd name="T4" fmla="*/ 0 w 84"/>
                        <a:gd name="T5" fmla="*/ 4 h 8"/>
                        <a:gd name="T6" fmla="*/ 4 w 84"/>
                        <a:gd name="T7" fmla="*/ 8 h 8"/>
                        <a:gd name="T8" fmla="*/ 80 w 84"/>
                        <a:gd name="T9" fmla="*/ 8 h 8"/>
                        <a:gd name="T10" fmla="*/ 84 w 84"/>
                        <a:gd name="T11" fmla="*/ 4 h 8"/>
                        <a:gd name="T12" fmla="*/ 80 w 84"/>
                        <a:gd name="T13" fmla="*/ 0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4" h="8">
                          <a:moveTo>
                            <a:pt x="80" y="0"/>
                          </a:moveTo>
                          <a:cubicBezTo>
                            <a:pt x="4" y="0"/>
                            <a:pt x="4" y="0"/>
                            <a:pt x="4" y="0"/>
                          </a:cubicBezTo>
                          <a:cubicBezTo>
                            <a:pt x="2" y="0"/>
                            <a:pt x="0" y="2"/>
                            <a:pt x="0" y="4"/>
                          </a:cubicBezTo>
                          <a:cubicBezTo>
                            <a:pt x="0" y="6"/>
                            <a:pt x="2" y="8"/>
                            <a:pt x="4" y="8"/>
                          </a:cubicBezTo>
                          <a:cubicBezTo>
                            <a:pt x="80" y="8"/>
                            <a:pt x="80" y="8"/>
                            <a:pt x="80" y="8"/>
                          </a:cubicBezTo>
                          <a:cubicBezTo>
                            <a:pt x="82" y="8"/>
                            <a:pt x="84" y="6"/>
                            <a:pt x="84" y="4"/>
                          </a:cubicBezTo>
                          <a:cubicBezTo>
                            <a:pt x="84" y="2"/>
                            <a:pt x="82" y="0"/>
                            <a:pt x="80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1015" name="그룹 1014">
                  <a:extLst>
                    <a:ext uri="{FF2B5EF4-FFF2-40B4-BE49-F238E27FC236}">
                      <a16:creationId xmlns:a16="http://schemas.microsoft.com/office/drawing/2014/main" id="{FE42E9DD-BF9E-8F51-7C08-B71D5CD42D31}"/>
                    </a:ext>
                  </a:extLst>
                </p:cNvPr>
                <p:cNvGrpSpPr/>
                <p:nvPr/>
              </p:nvGrpSpPr>
              <p:grpSpPr>
                <a:xfrm>
                  <a:off x="3623554" y="4140320"/>
                  <a:ext cx="636537" cy="634466"/>
                  <a:chOff x="881898" y="5310642"/>
                  <a:chExt cx="976313" cy="973138"/>
                </a:xfrm>
              </p:grpSpPr>
              <p:grpSp>
                <p:nvGrpSpPr>
                  <p:cNvPr id="1016" name="그룹 1015">
                    <a:extLst>
                      <a:ext uri="{FF2B5EF4-FFF2-40B4-BE49-F238E27FC236}">
                        <a16:creationId xmlns:a16="http://schemas.microsoft.com/office/drawing/2014/main" id="{7853E9A0-B8EE-C964-11CA-D7E2E27510DE}"/>
                      </a:ext>
                    </a:extLst>
                  </p:cNvPr>
                  <p:cNvGrpSpPr/>
                  <p:nvPr/>
                </p:nvGrpSpPr>
                <p:grpSpPr>
                  <a:xfrm>
                    <a:off x="881898" y="5310642"/>
                    <a:ext cx="976313" cy="973138"/>
                    <a:chOff x="21240750" y="2320925"/>
                    <a:chExt cx="976313" cy="973138"/>
                  </a:xfrm>
                </p:grpSpPr>
                <p:sp>
                  <p:nvSpPr>
                    <p:cNvPr id="1018" name="Freeform 113">
                      <a:extLst>
                        <a:ext uri="{FF2B5EF4-FFF2-40B4-BE49-F238E27FC236}">
                          <a16:creationId xmlns:a16="http://schemas.microsoft.com/office/drawing/2014/main" id="{22524DD6-AEB1-4CC6-FD50-E40A14928D6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410343" y="2487232"/>
                      <a:ext cx="637131" cy="640525"/>
                    </a:xfrm>
                    <a:custGeom>
                      <a:avLst/>
                      <a:gdLst>
                        <a:gd name="T0" fmla="*/ 1100 w 1100"/>
                        <a:gd name="T1" fmla="*/ 210 h 1107"/>
                        <a:gd name="T2" fmla="*/ 1100 w 1100"/>
                        <a:gd name="T3" fmla="*/ 264 h 1107"/>
                        <a:gd name="T4" fmla="*/ 1100 w 1100"/>
                        <a:gd name="T5" fmla="*/ 419 h 1107"/>
                        <a:gd name="T6" fmla="*/ 1100 w 1100"/>
                        <a:gd name="T7" fmla="*/ 473 h 1107"/>
                        <a:gd name="T8" fmla="*/ 1100 w 1100"/>
                        <a:gd name="T9" fmla="*/ 635 h 1107"/>
                        <a:gd name="T10" fmla="*/ 1100 w 1100"/>
                        <a:gd name="T11" fmla="*/ 689 h 1107"/>
                        <a:gd name="T12" fmla="*/ 1100 w 1100"/>
                        <a:gd name="T13" fmla="*/ 844 h 1107"/>
                        <a:gd name="T14" fmla="*/ 1100 w 1100"/>
                        <a:gd name="T15" fmla="*/ 898 h 1107"/>
                        <a:gd name="T16" fmla="*/ 1100 w 1100"/>
                        <a:gd name="T17" fmla="*/ 1033 h 1107"/>
                        <a:gd name="T18" fmla="*/ 1026 w 1100"/>
                        <a:gd name="T19" fmla="*/ 1107 h 1107"/>
                        <a:gd name="T20" fmla="*/ 898 w 1100"/>
                        <a:gd name="T21" fmla="*/ 1107 h 1107"/>
                        <a:gd name="T22" fmla="*/ 844 w 1100"/>
                        <a:gd name="T23" fmla="*/ 1107 h 1107"/>
                        <a:gd name="T24" fmla="*/ 682 w 1100"/>
                        <a:gd name="T25" fmla="*/ 1107 h 1107"/>
                        <a:gd name="T26" fmla="*/ 628 w 1100"/>
                        <a:gd name="T27" fmla="*/ 1107 h 1107"/>
                        <a:gd name="T28" fmla="*/ 472 w 1100"/>
                        <a:gd name="T29" fmla="*/ 1107 h 1107"/>
                        <a:gd name="T30" fmla="*/ 418 w 1100"/>
                        <a:gd name="T31" fmla="*/ 1107 h 1107"/>
                        <a:gd name="T32" fmla="*/ 256 w 1100"/>
                        <a:gd name="T33" fmla="*/ 1107 h 1107"/>
                        <a:gd name="T34" fmla="*/ 202 w 1100"/>
                        <a:gd name="T35" fmla="*/ 1107 h 1107"/>
                        <a:gd name="T36" fmla="*/ 74 w 1100"/>
                        <a:gd name="T37" fmla="*/ 1107 h 1107"/>
                        <a:gd name="T38" fmla="*/ 0 w 1100"/>
                        <a:gd name="T39" fmla="*/ 1033 h 1107"/>
                        <a:gd name="T40" fmla="*/ 0 w 1100"/>
                        <a:gd name="T41" fmla="*/ 898 h 1107"/>
                        <a:gd name="T42" fmla="*/ 0 w 1100"/>
                        <a:gd name="T43" fmla="*/ 844 h 1107"/>
                        <a:gd name="T44" fmla="*/ 0 w 1100"/>
                        <a:gd name="T45" fmla="*/ 689 h 1107"/>
                        <a:gd name="T46" fmla="*/ 0 w 1100"/>
                        <a:gd name="T47" fmla="*/ 635 h 1107"/>
                        <a:gd name="T48" fmla="*/ 0 w 1100"/>
                        <a:gd name="T49" fmla="*/ 473 h 1107"/>
                        <a:gd name="T50" fmla="*/ 0 w 1100"/>
                        <a:gd name="T51" fmla="*/ 419 h 1107"/>
                        <a:gd name="T52" fmla="*/ 0 w 1100"/>
                        <a:gd name="T53" fmla="*/ 264 h 1107"/>
                        <a:gd name="T54" fmla="*/ 0 w 1100"/>
                        <a:gd name="T55" fmla="*/ 210 h 1107"/>
                        <a:gd name="T56" fmla="*/ 0 w 1100"/>
                        <a:gd name="T57" fmla="*/ 75 h 1107"/>
                        <a:gd name="T58" fmla="*/ 74 w 1100"/>
                        <a:gd name="T59" fmla="*/ 0 h 1107"/>
                        <a:gd name="T60" fmla="*/ 202 w 1100"/>
                        <a:gd name="T61" fmla="*/ 0 h 1107"/>
                        <a:gd name="T62" fmla="*/ 256 w 1100"/>
                        <a:gd name="T63" fmla="*/ 0 h 1107"/>
                        <a:gd name="T64" fmla="*/ 418 w 1100"/>
                        <a:gd name="T65" fmla="*/ 0 h 1107"/>
                        <a:gd name="T66" fmla="*/ 472 w 1100"/>
                        <a:gd name="T67" fmla="*/ 0 h 1107"/>
                        <a:gd name="T68" fmla="*/ 628 w 1100"/>
                        <a:gd name="T69" fmla="*/ 0 h 1107"/>
                        <a:gd name="T70" fmla="*/ 682 w 1100"/>
                        <a:gd name="T71" fmla="*/ 0 h 1107"/>
                        <a:gd name="T72" fmla="*/ 844 w 1100"/>
                        <a:gd name="T73" fmla="*/ 0 h 1107"/>
                        <a:gd name="T74" fmla="*/ 898 w 1100"/>
                        <a:gd name="T75" fmla="*/ 0 h 1107"/>
                        <a:gd name="T76" fmla="*/ 1026 w 1100"/>
                        <a:gd name="T77" fmla="*/ 0 h 1107"/>
                        <a:gd name="T78" fmla="*/ 1100 w 1100"/>
                        <a:gd name="T79" fmla="*/ 75 h 1107"/>
                        <a:gd name="T80" fmla="*/ 1100 w 1100"/>
                        <a:gd name="T81" fmla="*/ 210 h 1107"/>
                        <a:gd name="T82" fmla="*/ 1100 w 1100"/>
                        <a:gd name="T83" fmla="*/ 210 h 110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</a:cxnLst>
                      <a:rect l="0" t="0" r="r" b="b"/>
                      <a:pathLst>
                        <a:path w="1100" h="1107">
                          <a:moveTo>
                            <a:pt x="1100" y="210"/>
                          </a:moveTo>
                          <a:cubicBezTo>
                            <a:pt x="1100" y="264"/>
                            <a:pt x="1100" y="264"/>
                            <a:pt x="1100" y="264"/>
                          </a:cubicBezTo>
                          <a:cubicBezTo>
                            <a:pt x="1100" y="419"/>
                            <a:pt x="1100" y="419"/>
                            <a:pt x="1100" y="419"/>
                          </a:cubicBezTo>
                          <a:cubicBezTo>
                            <a:pt x="1100" y="473"/>
                            <a:pt x="1100" y="473"/>
                            <a:pt x="1100" y="473"/>
                          </a:cubicBezTo>
                          <a:cubicBezTo>
                            <a:pt x="1100" y="635"/>
                            <a:pt x="1100" y="635"/>
                            <a:pt x="1100" y="635"/>
                          </a:cubicBezTo>
                          <a:cubicBezTo>
                            <a:pt x="1100" y="689"/>
                            <a:pt x="1100" y="689"/>
                            <a:pt x="1100" y="689"/>
                          </a:cubicBezTo>
                          <a:cubicBezTo>
                            <a:pt x="1100" y="844"/>
                            <a:pt x="1100" y="844"/>
                            <a:pt x="1100" y="844"/>
                          </a:cubicBezTo>
                          <a:cubicBezTo>
                            <a:pt x="1100" y="898"/>
                            <a:pt x="1100" y="898"/>
                            <a:pt x="1100" y="898"/>
                          </a:cubicBezTo>
                          <a:cubicBezTo>
                            <a:pt x="1100" y="1033"/>
                            <a:pt x="1100" y="1033"/>
                            <a:pt x="1100" y="1033"/>
                          </a:cubicBezTo>
                          <a:cubicBezTo>
                            <a:pt x="1100" y="1073"/>
                            <a:pt x="1073" y="1107"/>
                            <a:pt x="1026" y="1107"/>
                          </a:cubicBezTo>
                          <a:cubicBezTo>
                            <a:pt x="898" y="1107"/>
                            <a:pt x="898" y="1107"/>
                            <a:pt x="898" y="1107"/>
                          </a:cubicBezTo>
                          <a:cubicBezTo>
                            <a:pt x="844" y="1107"/>
                            <a:pt x="844" y="1107"/>
                            <a:pt x="844" y="1107"/>
                          </a:cubicBezTo>
                          <a:cubicBezTo>
                            <a:pt x="682" y="1107"/>
                            <a:pt x="682" y="1107"/>
                            <a:pt x="682" y="1107"/>
                          </a:cubicBezTo>
                          <a:cubicBezTo>
                            <a:pt x="628" y="1107"/>
                            <a:pt x="628" y="1107"/>
                            <a:pt x="628" y="1107"/>
                          </a:cubicBezTo>
                          <a:cubicBezTo>
                            <a:pt x="472" y="1107"/>
                            <a:pt x="472" y="1107"/>
                            <a:pt x="472" y="1107"/>
                          </a:cubicBezTo>
                          <a:cubicBezTo>
                            <a:pt x="418" y="1107"/>
                            <a:pt x="418" y="1107"/>
                            <a:pt x="418" y="1107"/>
                          </a:cubicBezTo>
                          <a:cubicBezTo>
                            <a:pt x="256" y="1107"/>
                            <a:pt x="256" y="1107"/>
                            <a:pt x="256" y="1107"/>
                          </a:cubicBezTo>
                          <a:cubicBezTo>
                            <a:pt x="202" y="1107"/>
                            <a:pt x="202" y="1107"/>
                            <a:pt x="202" y="1107"/>
                          </a:cubicBezTo>
                          <a:cubicBezTo>
                            <a:pt x="74" y="1107"/>
                            <a:pt x="74" y="1107"/>
                            <a:pt x="74" y="1107"/>
                          </a:cubicBezTo>
                          <a:cubicBezTo>
                            <a:pt x="27" y="1107"/>
                            <a:pt x="0" y="1073"/>
                            <a:pt x="0" y="1033"/>
                          </a:cubicBezTo>
                          <a:cubicBezTo>
                            <a:pt x="0" y="898"/>
                            <a:pt x="0" y="898"/>
                            <a:pt x="0" y="898"/>
                          </a:cubicBezTo>
                          <a:cubicBezTo>
                            <a:pt x="0" y="844"/>
                            <a:pt x="0" y="844"/>
                            <a:pt x="0" y="844"/>
                          </a:cubicBezTo>
                          <a:cubicBezTo>
                            <a:pt x="0" y="689"/>
                            <a:pt x="0" y="689"/>
                            <a:pt x="0" y="689"/>
                          </a:cubicBezTo>
                          <a:cubicBezTo>
                            <a:pt x="0" y="635"/>
                            <a:pt x="0" y="635"/>
                            <a:pt x="0" y="635"/>
                          </a:cubicBezTo>
                          <a:cubicBezTo>
                            <a:pt x="0" y="473"/>
                            <a:pt x="0" y="473"/>
                            <a:pt x="0" y="473"/>
                          </a:cubicBezTo>
                          <a:cubicBezTo>
                            <a:pt x="0" y="419"/>
                            <a:pt x="0" y="419"/>
                            <a:pt x="0" y="419"/>
                          </a:cubicBezTo>
                          <a:cubicBezTo>
                            <a:pt x="0" y="264"/>
                            <a:pt x="0" y="264"/>
                            <a:pt x="0" y="264"/>
                          </a:cubicBezTo>
                          <a:cubicBezTo>
                            <a:pt x="0" y="210"/>
                            <a:pt x="0" y="210"/>
                            <a:pt x="0" y="210"/>
                          </a:cubicBezTo>
                          <a:cubicBezTo>
                            <a:pt x="0" y="75"/>
                            <a:pt x="0" y="75"/>
                            <a:pt x="0" y="75"/>
                          </a:cubicBezTo>
                          <a:cubicBezTo>
                            <a:pt x="0" y="34"/>
                            <a:pt x="27" y="0"/>
                            <a:pt x="74" y="0"/>
                          </a:cubicBezTo>
                          <a:cubicBezTo>
                            <a:pt x="202" y="0"/>
                            <a:pt x="202" y="0"/>
                            <a:pt x="202" y="0"/>
                          </a:cubicBezTo>
                          <a:cubicBezTo>
                            <a:pt x="256" y="0"/>
                            <a:pt x="256" y="0"/>
                            <a:pt x="256" y="0"/>
                          </a:cubicBezTo>
                          <a:cubicBezTo>
                            <a:pt x="418" y="0"/>
                            <a:pt x="418" y="0"/>
                            <a:pt x="418" y="0"/>
                          </a:cubicBezTo>
                          <a:cubicBezTo>
                            <a:pt x="472" y="0"/>
                            <a:pt x="472" y="0"/>
                            <a:pt x="472" y="0"/>
                          </a:cubicBezTo>
                          <a:cubicBezTo>
                            <a:pt x="628" y="0"/>
                            <a:pt x="628" y="0"/>
                            <a:pt x="628" y="0"/>
                          </a:cubicBezTo>
                          <a:cubicBezTo>
                            <a:pt x="682" y="0"/>
                            <a:pt x="682" y="0"/>
                            <a:pt x="682" y="0"/>
                          </a:cubicBezTo>
                          <a:cubicBezTo>
                            <a:pt x="844" y="0"/>
                            <a:pt x="844" y="0"/>
                            <a:pt x="844" y="0"/>
                          </a:cubicBezTo>
                          <a:cubicBezTo>
                            <a:pt x="898" y="0"/>
                            <a:pt x="898" y="0"/>
                            <a:pt x="898" y="0"/>
                          </a:cubicBezTo>
                          <a:cubicBezTo>
                            <a:pt x="1026" y="0"/>
                            <a:pt x="1026" y="0"/>
                            <a:pt x="1026" y="0"/>
                          </a:cubicBezTo>
                          <a:cubicBezTo>
                            <a:pt x="1073" y="0"/>
                            <a:pt x="1100" y="34"/>
                            <a:pt x="1100" y="75"/>
                          </a:cubicBezTo>
                          <a:cubicBezTo>
                            <a:pt x="1100" y="210"/>
                            <a:pt x="1100" y="210"/>
                            <a:pt x="1100" y="210"/>
                          </a:cubicBezTo>
                          <a:cubicBezTo>
                            <a:pt x="1100" y="210"/>
                            <a:pt x="1100" y="210"/>
                            <a:pt x="1100" y="210"/>
                          </a:cubicBezTo>
                          <a:close/>
                        </a:path>
                      </a:pathLst>
                    </a:custGeom>
                    <a:solidFill>
                      <a:schemeClr val="tx1">
                        <a:lumMod val="85000"/>
                        <a:lumOff val="15000"/>
                      </a:schemeClr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019" name="Freeform 96">
                      <a:extLst>
                        <a:ext uri="{FF2B5EF4-FFF2-40B4-BE49-F238E27FC236}">
                          <a16:creationId xmlns:a16="http://schemas.microsoft.com/office/drawing/2014/main" id="{4BB486E8-26D4-16D2-5325-B877D97AA75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085300" y="2620963"/>
                      <a:ext cx="131763" cy="30163"/>
                    </a:xfrm>
                    <a:custGeom>
                      <a:avLst/>
                      <a:gdLst>
                        <a:gd name="T0" fmla="*/ 244 w 244"/>
                        <a:gd name="T1" fmla="*/ 28 h 55"/>
                        <a:gd name="T2" fmla="*/ 217 w 244"/>
                        <a:gd name="T3" fmla="*/ 0 h 55"/>
                        <a:gd name="T4" fmla="*/ 0 w 244"/>
                        <a:gd name="T5" fmla="*/ 0 h 55"/>
                        <a:gd name="T6" fmla="*/ 0 w 244"/>
                        <a:gd name="T7" fmla="*/ 55 h 55"/>
                        <a:gd name="T8" fmla="*/ 217 w 244"/>
                        <a:gd name="T9" fmla="*/ 55 h 55"/>
                        <a:gd name="T10" fmla="*/ 244 w 244"/>
                        <a:gd name="T11" fmla="*/ 28 h 5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4" h="55">
                          <a:moveTo>
                            <a:pt x="244" y="28"/>
                          </a:moveTo>
                          <a:cubicBezTo>
                            <a:pt x="244" y="14"/>
                            <a:pt x="230" y="0"/>
                            <a:pt x="217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55"/>
                            <a:pt x="0" y="55"/>
                            <a:pt x="0" y="55"/>
                          </a:cubicBezTo>
                          <a:cubicBezTo>
                            <a:pt x="217" y="55"/>
                            <a:pt x="217" y="55"/>
                            <a:pt x="217" y="55"/>
                          </a:cubicBezTo>
                          <a:cubicBezTo>
                            <a:pt x="230" y="55"/>
                            <a:pt x="244" y="41"/>
                            <a:pt x="244" y="28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020" name="Freeform 97">
                      <a:extLst>
                        <a:ext uri="{FF2B5EF4-FFF2-40B4-BE49-F238E27FC236}">
                          <a16:creationId xmlns:a16="http://schemas.microsoft.com/office/drawing/2014/main" id="{22E59FB9-B8A8-C3EC-016C-7E05F9280B4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085300" y="2733675"/>
                      <a:ext cx="131763" cy="30163"/>
                    </a:xfrm>
                    <a:custGeom>
                      <a:avLst/>
                      <a:gdLst>
                        <a:gd name="T0" fmla="*/ 217 w 244"/>
                        <a:gd name="T1" fmla="*/ 0 h 54"/>
                        <a:gd name="T2" fmla="*/ 0 w 244"/>
                        <a:gd name="T3" fmla="*/ 0 h 54"/>
                        <a:gd name="T4" fmla="*/ 0 w 244"/>
                        <a:gd name="T5" fmla="*/ 54 h 54"/>
                        <a:gd name="T6" fmla="*/ 217 w 244"/>
                        <a:gd name="T7" fmla="*/ 54 h 54"/>
                        <a:gd name="T8" fmla="*/ 244 w 244"/>
                        <a:gd name="T9" fmla="*/ 27 h 54"/>
                        <a:gd name="T10" fmla="*/ 217 w 244"/>
                        <a:gd name="T11" fmla="*/ 0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4" h="54">
                          <a:moveTo>
                            <a:pt x="217" y="0"/>
                          </a:move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54"/>
                            <a:pt x="0" y="54"/>
                            <a:pt x="0" y="54"/>
                          </a:cubicBezTo>
                          <a:cubicBezTo>
                            <a:pt x="217" y="54"/>
                            <a:pt x="217" y="54"/>
                            <a:pt x="217" y="54"/>
                          </a:cubicBezTo>
                          <a:cubicBezTo>
                            <a:pt x="230" y="54"/>
                            <a:pt x="244" y="47"/>
                            <a:pt x="244" y="27"/>
                          </a:cubicBezTo>
                          <a:cubicBezTo>
                            <a:pt x="244" y="13"/>
                            <a:pt x="230" y="0"/>
                            <a:pt x="217" y="0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021" name="Freeform 98">
                      <a:extLst>
                        <a:ext uri="{FF2B5EF4-FFF2-40B4-BE49-F238E27FC236}">
                          <a16:creationId xmlns:a16="http://schemas.microsoft.com/office/drawing/2014/main" id="{46A71AB9-9AE8-44CF-0BB1-581789DDC1B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085300" y="2851150"/>
                      <a:ext cx="131763" cy="30163"/>
                    </a:xfrm>
                    <a:custGeom>
                      <a:avLst/>
                      <a:gdLst>
                        <a:gd name="T0" fmla="*/ 217 w 244"/>
                        <a:gd name="T1" fmla="*/ 0 h 54"/>
                        <a:gd name="T2" fmla="*/ 0 w 244"/>
                        <a:gd name="T3" fmla="*/ 0 h 54"/>
                        <a:gd name="T4" fmla="*/ 0 w 244"/>
                        <a:gd name="T5" fmla="*/ 54 h 54"/>
                        <a:gd name="T6" fmla="*/ 217 w 244"/>
                        <a:gd name="T7" fmla="*/ 54 h 54"/>
                        <a:gd name="T8" fmla="*/ 244 w 244"/>
                        <a:gd name="T9" fmla="*/ 27 h 54"/>
                        <a:gd name="T10" fmla="*/ 217 w 244"/>
                        <a:gd name="T11" fmla="*/ 0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4" h="54">
                          <a:moveTo>
                            <a:pt x="217" y="0"/>
                          </a:move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54"/>
                            <a:pt x="0" y="54"/>
                            <a:pt x="0" y="54"/>
                          </a:cubicBezTo>
                          <a:cubicBezTo>
                            <a:pt x="217" y="54"/>
                            <a:pt x="217" y="54"/>
                            <a:pt x="217" y="54"/>
                          </a:cubicBezTo>
                          <a:cubicBezTo>
                            <a:pt x="230" y="54"/>
                            <a:pt x="244" y="41"/>
                            <a:pt x="244" y="27"/>
                          </a:cubicBezTo>
                          <a:cubicBezTo>
                            <a:pt x="244" y="14"/>
                            <a:pt x="230" y="0"/>
                            <a:pt x="217" y="0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022" name="Freeform 99">
                      <a:extLst>
                        <a:ext uri="{FF2B5EF4-FFF2-40B4-BE49-F238E27FC236}">
                          <a16:creationId xmlns:a16="http://schemas.microsoft.com/office/drawing/2014/main" id="{A7FBD3B2-2C94-3B55-6FBD-30A2FF51AAA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085300" y="2965450"/>
                      <a:ext cx="131763" cy="28575"/>
                    </a:xfrm>
                    <a:custGeom>
                      <a:avLst/>
                      <a:gdLst>
                        <a:gd name="T0" fmla="*/ 217 w 244"/>
                        <a:gd name="T1" fmla="*/ 0 h 54"/>
                        <a:gd name="T2" fmla="*/ 0 w 244"/>
                        <a:gd name="T3" fmla="*/ 0 h 54"/>
                        <a:gd name="T4" fmla="*/ 0 w 244"/>
                        <a:gd name="T5" fmla="*/ 54 h 54"/>
                        <a:gd name="T6" fmla="*/ 217 w 244"/>
                        <a:gd name="T7" fmla="*/ 54 h 54"/>
                        <a:gd name="T8" fmla="*/ 244 w 244"/>
                        <a:gd name="T9" fmla="*/ 27 h 54"/>
                        <a:gd name="T10" fmla="*/ 217 w 244"/>
                        <a:gd name="T11" fmla="*/ 0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4" h="54">
                          <a:moveTo>
                            <a:pt x="217" y="0"/>
                          </a:move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54"/>
                            <a:pt x="0" y="54"/>
                            <a:pt x="0" y="54"/>
                          </a:cubicBezTo>
                          <a:cubicBezTo>
                            <a:pt x="217" y="54"/>
                            <a:pt x="217" y="54"/>
                            <a:pt x="217" y="54"/>
                          </a:cubicBezTo>
                          <a:cubicBezTo>
                            <a:pt x="230" y="54"/>
                            <a:pt x="244" y="47"/>
                            <a:pt x="244" y="27"/>
                          </a:cubicBezTo>
                          <a:cubicBezTo>
                            <a:pt x="244" y="13"/>
                            <a:pt x="230" y="0"/>
                            <a:pt x="217" y="0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023" name="Freeform 100">
                      <a:extLst>
                        <a:ext uri="{FF2B5EF4-FFF2-40B4-BE49-F238E27FC236}">
                          <a16:creationId xmlns:a16="http://schemas.microsoft.com/office/drawing/2014/main" id="{625B221E-9FF0-E5C3-3C6C-D014BB9301D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240750" y="2620963"/>
                      <a:ext cx="131763" cy="30163"/>
                    </a:xfrm>
                    <a:custGeom>
                      <a:avLst/>
                      <a:gdLst>
                        <a:gd name="T0" fmla="*/ 0 w 243"/>
                        <a:gd name="T1" fmla="*/ 28 h 55"/>
                        <a:gd name="T2" fmla="*/ 27 w 243"/>
                        <a:gd name="T3" fmla="*/ 55 h 55"/>
                        <a:gd name="T4" fmla="*/ 243 w 243"/>
                        <a:gd name="T5" fmla="*/ 55 h 55"/>
                        <a:gd name="T6" fmla="*/ 243 w 243"/>
                        <a:gd name="T7" fmla="*/ 0 h 55"/>
                        <a:gd name="T8" fmla="*/ 27 w 243"/>
                        <a:gd name="T9" fmla="*/ 0 h 55"/>
                        <a:gd name="T10" fmla="*/ 0 w 243"/>
                        <a:gd name="T11" fmla="*/ 28 h 5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3" h="55">
                          <a:moveTo>
                            <a:pt x="0" y="28"/>
                          </a:moveTo>
                          <a:cubicBezTo>
                            <a:pt x="0" y="41"/>
                            <a:pt x="14" y="55"/>
                            <a:pt x="27" y="55"/>
                          </a:cubicBezTo>
                          <a:cubicBezTo>
                            <a:pt x="243" y="55"/>
                            <a:pt x="243" y="55"/>
                            <a:pt x="243" y="55"/>
                          </a:cubicBezTo>
                          <a:cubicBezTo>
                            <a:pt x="243" y="0"/>
                            <a:pt x="243" y="0"/>
                            <a:pt x="243" y="0"/>
                          </a:cubicBezTo>
                          <a:cubicBezTo>
                            <a:pt x="27" y="0"/>
                            <a:pt x="27" y="0"/>
                            <a:pt x="27" y="0"/>
                          </a:cubicBezTo>
                          <a:cubicBezTo>
                            <a:pt x="14" y="0"/>
                            <a:pt x="0" y="14"/>
                            <a:pt x="0" y="28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024" name="Freeform 101">
                      <a:extLst>
                        <a:ext uri="{FF2B5EF4-FFF2-40B4-BE49-F238E27FC236}">
                          <a16:creationId xmlns:a16="http://schemas.microsoft.com/office/drawing/2014/main" id="{89433CD0-DC76-69B9-6AA3-976AAC257AA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240750" y="2733675"/>
                      <a:ext cx="131763" cy="30163"/>
                    </a:xfrm>
                    <a:custGeom>
                      <a:avLst/>
                      <a:gdLst>
                        <a:gd name="T0" fmla="*/ 0 w 243"/>
                        <a:gd name="T1" fmla="*/ 27 h 54"/>
                        <a:gd name="T2" fmla="*/ 27 w 243"/>
                        <a:gd name="T3" fmla="*/ 54 h 54"/>
                        <a:gd name="T4" fmla="*/ 243 w 243"/>
                        <a:gd name="T5" fmla="*/ 54 h 54"/>
                        <a:gd name="T6" fmla="*/ 243 w 243"/>
                        <a:gd name="T7" fmla="*/ 0 h 54"/>
                        <a:gd name="T8" fmla="*/ 27 w 243"/>
                        <a:gd name="T9" fmla="*/ 0 h 54"/>
                        <a:gd name="T10" fmla="*/ 0 w 243"/>
                        <a:gd name="T11" fmla="*/ 27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3" h="54">
                          <a:moveTo>
                            <a:pt x="0" y="27"/>
                          </a:moveTo>
                          <a:cubicBezTo>
                            <a:pt x="0" y="47"/>
                            <a:pt x="14" y="54"/>
                            <a:pt x="27" y="54"/>
                          </a:cubicBezTo>
                          <a:cubicBezTo>
                            <a:pt x="243" y="54"/>
                            <a:pt x="243" y="54"/>
                            <a:pt x="243" y="54"/>
                          </a:cubicBezTo>
                          <a:cubicBezTo>
                            <a:pt x="243" y="0"/>
                            <a:pt x="243" y="0"/>
                            <a:pt x="243" y="0"/>
                          </a:cubicBezTo>
                          <a:cubicBezTo>
                            <a:pt x="27" y="0"/>
                            <a:pt x="27" y="0"/>
                            <a:pt x="27" y="0"/>
                          </a:cubicBezTo>
                          <a:cubicBezTo>
                            <a:pt x="14" y="0"/>
                            <a:pt x="0" y="13"/>
                            <a:pt x="0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025" name="Freeform 102">
                      <a:extLst>
                        <a:ext uri="{FF2B5EF4-FFF2-40B4-BE49-F238E27FC236}">
                          <a16:creationId xmlns:a16="http://schemas.microsoft.com/office/drawing/2014/main" id="{FE254706-1146-4D57-AC60-32A7D945F40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240750" y="2851150"/>
                      <a:ext cx="131763" cy="30163"/>
                    </a:xfrm>
                    <a:custGeom>
                      <a:avLst/>
                      <a:gdLst>
                        <a:gd name="T0" fmla="*/ 0 w 243"/>
                        <a:gd name="T1" fmla="*/ 27 h 54"/>
                        <a:gd name="T2" fmla="*/ 27 w 243"/>
                        <a:gd name="T3" fmla="*/ 54 h 54"/>
                        <a:gd name="T4" fmla="*/ 243 w 243"/>
                        <a:gd name="T5" fmla="*/ 54 h 54"/>
                        <a:gd name="T6" fmla="*/ 243 w 243"/>
                        <a:gd name="T7" fmla="*/ 0 h 54"/>
                        <a:gd name="T8" fmla="*/ 27 w 243"/>
                        <a:gd name="T9" fmla="*/ 0 h 54"/>
                        <a:gd name="T10" fmla="*/ 0 w 243"/>
                        <a:gd name="T11" fmla="*/ 27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3" h="54">
                          <a:moveTo>
                            <a:pt x="0" y="27"/>
                          </a:moveTo>
                          <a:cubicBezTo>
                            <a:pt x="0" y="41"/>
                            <a:pt x="14" y="54"/>
                            <a:pt x="27" y="54"/>
                          </a:cubicBezTo>
                          <a:cubicBezTo>
                            <a:pt x="243" y="54"/>
                            <a:pt x="243" y="54"/>
                            <a:pt x="243" y="54"/>
                          </a:cubicBezTo>
                          <a:cubicBezTo>
                            <a:pt x="243" y="0"/>
                            <a:pt x="243" y="0"/>
                            <a:pt x="243" y="0"/>
                          </a:cubicBezTo>
                          <a:cubicBezTo>
                            <a:pt x="27" y="0"/>
                            <a:pt x="27" y="0"/>
                            <a:pt x="27" y="0"/>
                          </a:cubicBezTo>
                          <a:cubicBezTo>
                            <a:pt x="14" y="0"/>
                            <a:pt x="0" y="14"/>
                            <a:pt x="0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026" name="Freeform 103">
                      <a:extLst>
                        <a:ext uri="{FF2B5EF4-FFF2-40B4-BE49-F238E27FC236}">
                          <a16:creationId xmlns:a16="http://schemas.microsoft.com/office/drawing/2014/main" id="{5F6ED5D9-FC2F-529D-7827-EF005DA7E4E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240750" y="2965450"/>
                      <a:ext cx="131763" cy="28575"/>
                    </a:xfrm>
                    <a:custGeom>
                      <a:avLst/>
                      <a:gdLst>
                        <a:gd name="T0" fmla="*/ 0 w 243"/>
                        <a:gd name="T1" fmla="*/ 27 h 54"/>
                        <a:gd name="T2" fmla="*/ 27 w 243"/>
                        <a:gd name="T3" fmla="*/ 54 h 54"/>
                        <a:gd name="T4" fmla="*/ 243 w 243"/>
                        <a:gd name="T5" fmla="*/ 54 h 54"/>
                        <a:gd name="T6" fmla="*/ 243 w 243"/>
                        <a:gd name="T7" fmla="*/ 0 h 54"/>
                        <a:gd name="T8" fmla="*/ 27 w 243"/>
                        <a:gd name="T9" fmla="*/ 0 h 54"/>
                        <a:gd name="T10" fmla="*/ 0 w 243"/>
                        <a:gd name="T11" fmla="*/ 27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3" h="54">
                          <a:moveTo>
                            <a:pt x="0" y="27"/>
                          </a:moveTo>
                          <a:cubicBezTo>
                            <a:pt x="0" y="47"/>
                            <a:pt x="14" y="54"/>
                            <a:pt x="27" y="54"/>
                          </a:cubicBezTo>
                          <a:cubicBezTo>
                            <a:pt x="243" y="54"/>
                            <a:pt x="243" y="54"/>
                            <a:pt x="243" y="54"/>
                          </a:cubicBezTo>
                          <a:cubicBezTo>
                            <a:pt x="243" y="0"/>
                            <a:pt x="243" y="0"/>
                            <a:pt x="243" y="0"/>
                          </a:cubicBezTo>
                          <a:cubicBezTo>
                            <a:pt x="27" y="0"/>
                            <a:pt x="27" y="0"/>
                            <a:pt x="27" y="0"/>
                          </a:cubicBezTo>
                          <a:cubicBezTo>
                            <a:pt x="14" y="0"/>
                            <a:pt x="0" y="13"/>
                            <a:pt x="0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027" name="Freeform 104">
                      <a:extLst>
                        <a:ext uri="{FF2B5EF4-FFF2-40B4-BE49-F238E27FC236}">
                          <a16:creationId xmlns:a16="http://schemas.microsoft.com/office/drawing/2014/main" id="{E19106CD-1403-0C1D-D5E2-B2594461E0C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540788" y="2320925"/>
                      <a:ext cx="28575" cy="128588"/>
                    </a:xfrm>
                    <a:custGeom>
                      <a:avLst/>
                      <a:gdLst>
                        <a:gd name="T0" fmla="*/ 54 w 54"/>
                        <a:gd name="T1" fmla="*/ 27 h 237"/>
                        <a:gd name="T2" fmla="*/ 27 w 54"/>
                        <a:gd name="T3" fmla="*/ 0 h 237"/>
                        <a:gd name="T4" fmla="*/ 0 w 54"/>
                        <a:gd name="T5" fmla="*/ 27 h 237"/>
                        <a:gd name="T6" fmla="*/ 0 w 54"/>
                        <a:gd name="T7" fmla="*/ 237 h 237"/>
                        <a:gd name="T8" fmla="*/ 54 w 54"/>
                        <a:gd name="T9" fmla="*/ 237 h 237"/>
                        <a:gd name="T10" fmla="*/ 54 w 54"/>
                        <a:gd name="T11" fmla="*/ 27 h 237"/>
                        <a:gd name="T12" fmla="*/ 54 w 54"/>
                        <a:gd name="T13" fmla="*/ 27 h 2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7">
                          <a:moveTo>
                            <a:pt x="54" y="27"/>
                          </a:moveTo>
                          <a:cubicBezTo>
                            <a:pt x="54" y="14"/>
                            <a:pt x="40" y="0"/>
                            <a:pt x="27" y="0"/>
                          </a:cubicBezTo>
                          <a:cubicBezTo>
                            <a:pt x="13" y="0"/>
                            <a:pt x="0" y="14"/>
                            <a:pt x="0" y="27"/>
                          </a:cubicBezTo>
                          <a:cubicBezTo>
                            <a:pt x="0" y="237"/>
                            <a:pt x="0" y="237"/>
                            <a:pt x="0" y="237"/>
                          </a:cubicBezTo>
                          <a:cubicBezTo>
                            <a:pt x="54" y="237"/>
                            <a:pt x="54" y="237"/>
                            <a:pt x="54" y="23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028" name="Freeform 105">
                      <a:extLst>
                        <a:ext uri="{FF2B5EF4-FFF2-40B4-BE49-F238E27FC236}">
                          <a16:creationId xmlns:a16="http://schemas.microsoft.com/office/drawing/2014/main" id="{A0344E51-8453-2415-4BD4-874ED364775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658263" y="2320925"/>
                      <a:ext cx="28575" cy="128588"/>
                    </a:xfrm>
                    <a:custGeom>
                      <a:avLst/>
                      <a:gdLst>
                        <a:gd name="T0" fmla="*/ 54 w 54"/>
                        <a:gd name="T1" fmla="*/ 27 h 237"/>
                        <a:gd name="T2" fmla="*/ 27 w 54"/>
                        <a:gd name="T3" fmla="*/ 0 h 237"/>
                        <a:gd name="T4" fmla="*/ 0 w 54"/>
                        <a:gd name="T5" fmla="*/ 27 h 237"/>
                        <a:gd name="T6" fmla="*/ 0 w 54"/>
                        <a:gd name="T7" fmla="*/ 237 h 237"/>
                        <a:gd name="T8" fmla="*/ 54 w 54"/>
                        <a:gd name="T9" fmla="*/ 237 h 237"/>
                        <a:gd name="T10" fmla="*/ 54 w 54"/>
                        <a:gd name="T11" fmla="*/ 27 h 237"/>
                        <a:gd name="T12" fmla="*/ 54 w 54"/>
                        <a:gd name="T13" fmla="*/ 27 h 2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7">
                          <a:moveTo>
                            <a:pt x="54" y="27"/>
                          </a:moveTo>
                          <a:cubicBezTo>
                            <a:pt x="54" y="14"/>
                            <a:pt x="40" y="0"/>
                            <a:pt x="27" y="0"/>
                          </a:cubicBezTo>
                          <a:cubicBezTo>
                            <a:pt x="13" y="0"/>
                            <a:pt x="0" y="14"/>
                            <a:pt x="0" y="27"/>
                          </a:cubicBezTo>
                          <a:cubicBezTo>
                            <a:pt x="0" y="237"/>
                            <a:pt x="0" y="237"/>
                            <a:pt x="0" y="237"/>
                          </a:cubicBezTo>
                          <a:cubicBezTo>
                            <a:pt x="54" y="237"/>
                            <a:pt x="54" y="237"/>
                            <a:pt x="54" y="23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029" name="Freeform 106">
                      <a:extLst>
                        <a:ext uri="{FF2B5EF4-FFF2-40B4-BE49-F238E27FC236}">
                          <a16:creationId xmlns:a16="http://schemas.microsoft.com/office/drawing/2014/main" id="{B753B814-C261-281C-B6D6-2D4D77EF45C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770975" y="2320925"/>
                      <a:ext cx="30163" cy="128588"/>
                    </a:xfrm>
                    <a:custGeom>
                      <a:avLst/>
                      <a:gdLst>
                        <a:gd name="T0" fmla="*/ 54 w 54"/>
                        <a:gd name="T1" fmla="*/ 27 h 237"/>
                        <a:gd name="T2" fmla="*/ 27 w 54"/>
                        <a:gd name="T3" fmla="*/ 0 h 237"/>
                        <a:gd name="T4" fmla="*/ 0 w 54"/>
                        <a:gd name="T5" fmla="*/ 27 h 237"/>
                        <a:gd name="T6" fmla="*/ 0 w 54"/>
                        <a:gd name="T7" fmla="*/ 237 h 237"/>
                        <a:gd name="T8" fmla="*/ 54 w 54"/>
                        <a:gd name="T9" fmla="*/ 237 h 237"/>
                        <a:gd name="T10" fmla="*/ 54 w 54"/>
                        <a:gd name="T11" fmla="*/ 27 h 237"/>
                        <a:gd name="T12" fmla="*/ 54 w 54"/>
                        <a:gd name="T13" fmla="*/ 27 h 2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7">
                          <a:moveTo>
                            <a:pt x="54" y="27"/>
                          </a:moveTo>
                          <a:cubicBezTo>
                            <a:pt x="54" y="14"/>
                            <a:pt x="40" y="0"/>
                            <a:pt x="27" y="0"/>
                          </a:cubicBezTo>
                          <a:cubicBezTo>
                            <a:pt x="13" y="0"/>
                            <a:pt x="0" y="14"/>
                            <a:pt x="0" y="27"/>
                          </a:cubicBezTo>
                          <a:cubicBezTo>
                            <a:pt x="0" y="237"/>
                            <a:pt x="0" y="237"/>
                            <a:pt x="0" y="237"/>
                          </a:cubicBezTo>
                          <a:cubicBezTo>
                            <a:pt x="54" y="237"/>
                            <a:pt x="54" y="237"/>
                            <a:pt x="54" y="23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030" name="Freeform 107">
                      <a:extLst>
                        <a:ext uri="{FF2B5EF4-FFF2-40B4-BE49-F238E27FC236}">
                          <a16:creationId xmlns:a16="http://schemas.microsoft.com/office/drawing/2014/main" id="{EA20AF49-9079-D836-155C-2AC7A50C9A5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886863" y="2320925"/>
                      <a:ext cx="30163" cy="128588"/>
                    </a:xfrm>
                    <a:custGeom>
                      <a:avLst/>
                      <a:gdLst>
                        <a:gd name="T0" fmla="*/ 54 w 54"/>
                        <a:gd name="T1" fmla="*/ 27 h 237"/>
                        <a:gd name="T2" fmla="*/ 27 w 54"/>
                        <a:gd name="T3" fmla="*/ 0 h 237"/>
                        <a:gd name="T4" fmla="*/ 0 w 54"/>
                        <a:gd name="T5" fmla="*/ 27 h 237"/>
                        <a:gd name="T6" fmla="*/ 0 w 54"/>
                        <a:gd name="T7" fmla="*/ 237 h 237"/>
                        <a:gd name="T8" fmla="*/ 54 w 54"/>
                        <a:gd name="T9" fmla="*/ 237 h 237"/>
                        <a:gd name="T10" fmla="*/ 54 w 54"/>
                        <a:gd name="T11" fmla="*/ 27 h 237"/>
                        <a:gd name="T12" fmla="*/ 54 w 54"/>
                        <a:gd name="T13" fmla="*/ 27 h 2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7">
                          <a:moveTo>
                            <a:pt x="54" y="27"/>
                          </a:moveTo>
                          <a:cubicBezTo>
                            <a:pt x="54" y="14"/>
                            <a:pt x="40" y="0"/>
                            <a:pt x="27" y="0"/>
                          </a:cubicBezTo>
                          <a:cubicBezTo>
                            <a:pt x="13" y="0"/>
                            <a:pt x="0" y="14"/>
                            <a:pt x="0" y="27"/>
                          </a:cubicBezTo>
                          <a:cubicBezTo>
                            <a:pt x="0" y="237"/>
                            <a:pt x="0" y="237"/>
                            <a:pt x="0" y="237"/>
                          </a:cubicBezTo>
                          <a:cubicBezTo>
                            <a:pt x="54" y="237"/>
                            <a:pt x="54" y="237"/>
                            <a:pt x="54" y="23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031" name="Freeform 108">
                      <a:extLst>
                        <a:ext uri="{FF2B5EF4-FFF2-40B4-BE49-F238E27FC236}">
                          <a16:creationId xmlns:a16="http://schemas.microsoft.com/office/drawing/2014/main" id="{4EF900B2-44B3-33DF-1B43-F1459B749EA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540788" y="3165475"/>
                      <a:ext cx="28575" cy="128588"/>
                    </a:xfrm>
                    <a:custGeom>
                      <a:avLst/>
                      <a:gdLst>
                        <a:gd name="T0" fmla="*/ 0 w 54"/>
                        <a:gd name="T1" fmla="*/ 211 h 238"/>
                        <a:gd name="T2" fmla="*/ 27 w 54"/>
                        <a:gd name="T3" fmla="*/ 238 h 238"/>
                        <a:gd name="T4" fmla="*/ 54 w 54"/>
                        <a:gd name="T5" fmla="*/ 211 h 238"/>
                        <a:gd name="T6" fmla="*/ 54 w 54"/>
                        <a:gd name="T7" fmla="*/ 0 h 238"/>
                        <a:gd name="T8" fmla="*/ 0 w 54"/>
                        <a:gd name="T9" fmla="*/ 0 h 238"/>
                        <a:gd name="T10" fmla="*/ 0 w 54"/>
                        <a:gd name="T11" fmla="*/ 211 h 238"/>
                        <a:gd name="T12" fmla="*/ 0 w 54"/>
                        <a:gd name="T13" fmla="*/ 211 h 2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8">
                          <a:moveTo>
                            <a:pt x="0" y="211"/>
                          </a:moveTo>
                          <a:cubicBezTo>
                            <a:pt x="0" y="231"/>
                            <a:pt x="13" y="238"/>
                            <a:pt x="27" y="238"/>
                          </a:cubicBezTo>
                          <a:cubicBezTo>
                            <a:pt x="40" y="238"/>
                            <a:pt x="54" y="231"/>
                            <a:pt x="54" y="211"/>
                          </a:cubicBezTo>
                          <a:cubicBezTo>
                            <a:pt x="54" y="0"/>
                            <a:pt x="54" y="0"/>
                            <a:pt x="54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032" name="Freeform 109">
                      <a:extLst>
                        <a:ext uri="{FF2B5EF4-FFF2-40B4-BE49-F238E27FC236}">
                          <a16:creationId xmlns:a16="http://schemas.microsoft.com/office/drawing/2014/main" id="{60B409B0-8143-B498-BB78-BF95D7BBBD3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658263" y="3165475"/>
                      <a:ext cx="28575" cy="128588"/>
                    </a:xfrm>
                    <a:custGeom>
                      <a:avLst/>
                      <a:gdLst>
                        <a:gd name="T0" fmla="*/ 0 w 54"/>
                        <a:gd name="T1" fmla="*/ 211 h 238"/>
                        <a:gd name="T2" fmla="*/ 27 w 54"/>
                        <a:gd name="T3" fmla="*/ 238 h 238"/>
                        <a:gd name="T4" fmla="*/ 54 w 54"/>
                        <a:gd name="T5" fmla="*/ 211 h 238"/>
                        <a:gd name="T6" fmla="*/ 54 w 54"/>
                        <a:gd name="T7" fmla="*/ 0 h 238"/>
                        <a:gd name="T8" fmla="*/ 0 w 54"/>
                        <a:gd name="T9" fmla="*/ 0 h 238"/>
                        <a:gd name="T10" fmla="*/ 0 w 54"/>
                        <a:gd name="T11" fmla="*/ 211 h 238"/>
                        <a:gd name="T12" fmla="*/ 0 w 54"/>
                        <a:gd name="T13" fmla="*/ 211 h 2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8">
                          <a:moveTo>
                            <a:pt x="0" y="211"/>
                          </a:moveTo>
                          <a:cubicBezTo>
                            <a:pt x="0" y="231"/>
                            <a:pt x="13" y="238"/>
                            <a:pt x="27" y="238"/>
                          </a:cubicBezTo>
                          <a:cubicBezTo>
                            <a:pt x="40" y="238"/>
                            <a:pt x="54" y="231"/>
                            <a:pt x="54" y="211"/>
                          </a:cubicBezTo>
                          <a:cubicBezTo>
                            <a:pt x="54" y="0"/>
                            <a:pt x="54" y="0"/>
                            <a:pt x="54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033" name="Freeform 110">
                      <a:extLst>
                        <a:ext uri="{FF2B5EF4-FFF2-40B4-BE49-F238E27FC236}">
                          <a16:creationId xmlns:a16="http://schemas.microsoft.com/office/drawing/2014/main" id="{B8C1E1E4-017D-DD2B-7A64-598554E2A26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770975" y="3165475"/>
                      <a:ext cx="30163" cy="128588"/>
                    </a:xfrm>
                    <a:custGeom>
                      <a:avLst/>
                      <a:gdLst>
                        <a:gd name="T0" fmla="*/ 0 w 54"/>
                        <a:gd name="T1" fmla="*/ 211 h 238"/>
                        <a:gd name="T2" fmla="*/ 27 w 54"/>
                        <a:gd name="T3" fmla="*/ 238 h 238"/>
                        <a:gd name="T4" fmla="*/ 54 w 54"/>
                        <a:gd name="T5" fmla="*/ 211 h 238"/>
                        <a:gd name="T6" fmla="*/ 54 w 54"/>
                        <a:gd name="T7" fmla="*/ 0 h 238"/>
                        <a:gd name="T8" fmla="*/ 0 w 54"/>
                        <a:gd name="T9" fmla="*/ 0 h 238"/>
                        <a:gd name="T10" fmla="*/ 0 w 54"/>
                        <a:gd name="T11" fmla="*/ 211 h 238"/>
                        <a:gd name="T12" fmla="*/ 0 w 54"/>
                        <a:gd name="T13" fmla="*/ 211 h 2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8">
                          <a:moveTo>
                            <a:pt x="0" y="211"/>
                          </a:moveTo>
                          <a:cubicBezTo>
                            <a:pt x="0" y="231"/>
                            <a:pt x="13" y="238"/>
                            <a:pt x="27" y="238"/>
                          </a:cubicBezTo>
                          <a:cubicBezTo>
                            <a:pt x="40" y="238"/>
                            <a:pt x="54" y="231"/>
                            <a:pt x="54" y="211"/>
                          </a:cubicBezTo>
                          <a:cubicBezTo>
                            <a:pt x="54" y="0"/>
                            <a:pt x="54" y="0"/>
                            <a:pt x="54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034" name="Freeform 111">
                      <a:extLst>
                        <a:ext uri="{FF2B5EF4-FFF2-40B4-BE49-F238E27FC236}">
                          <a16:creationId xmlns:a16="http://schemas.microsoft.com/office/drawing/2014/main" id="{8EE88966-206E-EC5A-3831-CBB6E71DC5C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886863" y="3165475"/>
                      <a:ext cx="30163" cy="128588"/>
                    </a:xfrm>
                    <a:custGeom>
                      <a:avLst/>
                      <a:gdLst>
                        <a:gd name="T0" fmla="*/ 0 w 54"/>
                        <a:gd name="T1" fmla="*/ 211 h 238"/>
                        <a:gd name="T2" fmla="*/ 27 w 54"/>
                        <a:gd name="T3" fmla="*/ 238 h 238"/>
                        <a:gd name="T4" fmla="*/ 54 w 54"/>
                        <a:gd name="T5" fmla="*/ 211 h 238"/>
                        <a:gd name="T6" fmla="*/ 54 w 54"/>
                        <a:gd name="T7" fmla="*/ 0 h 238"/>
                        <a:gd name="T8" fmla="*/ 0 w 54"/>
                        <a:gd name="T9" fmla="*/ 0 h 238"/>
                        <a:gd name="T10" fmla="*/ 0 w 54"/>
                        <a:gd name="T11" fmla="*/ 211 h 238"/>
                        <a:gd name="T12" fmla="*/ 0 w 54"/>
                        <a:gd name="T13" fmla="*/ 211 h 2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8">
                          <a:moveTo>
                            <a:pt x="0" y="211"/>
                          </a:moveTo>
                          <a:cubicBezTo>
                            <a:pt x="0" y="231"/>
                            <a:pt x="13" y="238"/>
                            <a:pt x="27" y="238"/>
                          </a:cubicBezTo>
                          <a:cubicBezTo>
                            <a:pt x="40" y="238"/>
                            <a:pt x="54" y="231"/>
                            <a:pt x="54" y="211"/>
                          </a:cubicBezTo>
                          <a:cubicBezTo>
                            <a:pt x="54" y="0"/>
                            <a:pt x="54" y="0"/>
                            <a:pt x="54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035" name="Freeform 112">
                      <a:extLst>
                        <a:ext uri="{FF2B5EF4-FFF2-40B4-BE49-F238E27FC236}">
                          <a16:creationId xmlns:a16="http://schemas.microsoft.com/office/drawing/2014/main" id="{F7080B41-A54F-92C4-9505-B89288C4A0E4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21401088" y="2478088"/>
                      <a:ext cx="654050" cy="658813"/>
                    </a:xfrm>
                    <a:custGeom>
                      <a:avLst/>
                      <a:gdLst>
                        <a:gd name="T0" fmla="*/ 952 w 1208"/>
                        <a:gd name="T1" fmla="*/ 0 h 1215"/>
                        <a:gd name="T2" fmla="*/ 736 w 1208"/>
                        <a:gd name="T3" fmla="*/ 0 h 1215"/>
                        <a:gd name="T4" fmla="*/ 526 w 1208"/>
                        <a:gd name="T5" fmla="*/ 0 h 1215"/>
                        <a:gd name="T6" fmla="*/ 310 w 1208"/>
                        <a:gd name="T7" fmla="*/ 0 h 1215"/>
                        <a:gd name="T8" fmla="*/ 128 w 1208"/>
                        <a:gd name="T9" fmla="*/ 0 h 1215"/>
                        <a:gd name="T10" fmla="*/ 0 w 1208"/>
                        <a:gd name="T11" fmla="*/ 264 h 1215"/>
                        <a:gd name="T12" fmla="*/ 0 w 1208"/>
                        <a:gd name="T13" fmla="*/ 473 h 1215"/>
                        <a:gd name="T14" fmla="*/ 0 w 1208"/>
                        <a:gd name="T15" fmla="*/ 689 h 1215"/>
                        <a:gd name="T16" fmla="*/ 0 w 1208"/>
                        <a:gd name="T17" fmla="*/ 898 h 1215"/>
                        <a:gd name="T18" fmla="*/ 0 w 1208"/>
                        <a:gd name="T19" fmla="*/ 1087 h 1215"/>
                        <a:gd name="T20" fmla="*/ 256 w 1208"/>
                        <a:gd name="T21" fmla="*/ 1215 h 1215"/>
                        <a:gd name="T22" fmla="*/ 472 w 1208"/>
                        <a:gd name="T23" fmla="*/ 1215 h 1215"/>
                        <a:gd name="T24" fmla="*/ 682 w 1208"/>
                        <a:gd name="T25" fmla="*/ 1215 h 1215"/>
                        <a:gd name="T26" fmla="*/ 898 w 1208"/>
                        <a:gd name="T27" fmla="*/ 1215 h 1215"/>
                        <a:gd name="T28" fmla="*/ 1080 w 1208"/>
                        <a:gd name="T29" fmla="*/ 1215 h 1215"/>
                        <a:gd name="T30" fmla="*/ 1208 w 1208"/>
                        <a:gd name="T31" fmla="*/ 952 h 1215"/>
                        <a:gd name="T32" fmla="*/ 1208 w 1208"/>
                        <a:gd name="T33" fmla="*/ 743 h 1215"/>
                        <a:gd name="T34" fmla="*/ 1208 w 1208"/>
                        <a:gd name="T35" fmla="*/ 527 h 1215"/>
                        <a:gd name="T36" fmla="*/ 1208 w 1208"/>
                        <a:gd name="T37" fmla="*/ 318 h 1215"/>
                        <a:gd name="T38" fmla="*/ 1208 w 1208"/>
                        <a:gd name="T39" fmla="*/ 129 h 1215"/>
                        <a:gd name="T40" fmla="*/ 1154 w 1208"/>
                        <a:gd name="T41" fmla="*/ 264 h 1215"/>
                        <a:gd name="T42" fmla="*/ 1154 w 1208"/>
                        <a:gd name="T43" fmla="*/ 473 h 1215"/>
                        <a:gd name="T44" fmla="*/ 1154 w 1208"/>
                        <a:gd name="T45" fmla="*/ 689 h 1215"/>
                        <a:gd name="T46" fmla="*/ 1154 w 1208"/>
                        <a:gd name="T47" fmla="*/ 898 h 1215"/>
                        <a:gd name="T48" fmla="*/ 1154 w 1208"/>
                        <a:gd name="T49" fmla="*/ 1087 h 1215"/>
                        <a:gd name="T50" fmla="*/ 952 w 1208"/>
                        <a:gd name="T51" fmla="*/ 1161 h 1215"/>
                        <a:gd name="T52" fmla="*/ 736 w 1208"/>
                        <a:gd name="T53" fmla="*/ 1161 h 1215"/>
                        <a:gd name="T54" fmla="*/ 526 w 1208"/>
                        <a:gd name="T55" fmla="*/ 1161 h 1215"/>
                        <a:gd name="T56" fmla="*/ 310 w 1208"/>
                        <a:gd name="T57" fmla="*/ 1161 h 1215"/>
                        <a:gd name="T58" fmla="*/ 128 w 1208"/>
                        <a:gd name="T59" fmla="*/ 1161 h 1215"/>
                        <a:gd name="T60" fmla="*/ 54 w 1208"/>
                        <a:gd name="T61" fmla="*/ 952 h 1215"/>
                        <a:gd name="T62" fmla="*/ 54 w 1208"/>
                        <a:gd name="T63" fmla="*/ 743 h 1215"/>
                        <a:gd name="T64" fmla="*/ 54 w 1208"/>
                        <a:gd name="T65" fmla="*/ 527 h 1215"/>
                        <a:gd name="T66" fmla="*/ 54 w 1208"/>
                        <a:gd name="T67" fmla="*/ 318 h 1215"/>
                        <a:gd name="T68" fmla="*/ 54 w 1208"/>
                        <a:gd name="T69" fmla="*/ 129 h 1215"/>
                        <a:gd name="T70" fmla="*/ 256 w 1208"/>
                        <a:gd name="T71" fmla="*/ 54 h 1215"/>
                        <a:gd name="T72" fmla="*/ 472 w 1208"/>
                        <a:gd name="T73" fmla="*/ 54 h 1215"/>
                        <a:gd name="T74" fmla="*/ 682 w 1208"/>
                        <a:gd name="T75" fmla="*/ 54 h 1215"/>
                        <a:gd name="T76" fmla="*/ 898 w 1208"/>
                        <a:gd name="T77" fmla="*/ 54 h 1215"/>
                        <a:gd name="T78" fmla="*/ 1080 w 1208"/>
                        <a:gd name="T79" fmla="*/ 54 h 1215"/>
                        <a:gd name="T80" fmla="*/ 1154 w 1208"/>
                        <a:gd name="T81" fmla="*/ 264 h 121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</a:cxnLst>
                      <a:rect l="0" t="0" r="r" b="b"/>
                      <a:pathLst>
                        <a:path w="1208" h="1215">
                          <a:moveTo>
                            <a:pt x="1080" y="0"/>
                          </a:moveTo>
                          <a:cubicBezTo>
                            <a:pt x="952" y="0"/>
                            <a:pt x="952" y="0"/>
                            <a:pt x="952" y="0"/>
                          </a:cubicBezTo>
                          <a:cubicBezTo>
                            <a:pt x="898" y="0"/>
                            <a:pt x="898" y="0"/>
                            <a:pt x="898" y="0"/>
                          </a:cubicBezTo>
                          <a:cubicBezTo>
                            <a:pt x="736" y="0"/>
                            <a:pt x="736" y="0"/>
                            <a:pt x="736" y="0"/>
                          </a:cubicBezTo>
                          <a:cubicBezTo>
                            <a:pt x="682" y="0"/>
                            <a:pt x="682" y="0"/>
                            <a:pt x="682" y="0"/>
                          </a:cubicBezTo>
                          <a:cubicBezTo>
                            <a:pt x="526" y="0"/>
                            <a:pt x="526" y="0"/>
                            <a:pt x="526" y="0"/>
                          </a:cubicBezTo>
                          <a:cubicBezTo>
                            <a:pt x="472" y="0"/>
                            <a:pt x="472" y="0"/>
                            <a:pt x="472" y="0"/>
                          </a:cubicBezTo>
                          <a:cubicBezTo>
                            <a:pt x="310" y="0"/>
                            <a:pt x="310" y="0"/>
                            <a:pt x="310" y="0"/>
                          </a:cubicBezTo>
                          <a:cubicBezTo>
                            <a:pt x="256" y="0"/>
                            <a:pt x="256" y="0"/>
                            <a:pt x="256" y="0"/>
                          </a:cubicBezTo>
                          <a:cubicBezTo>
                            <a:pt x="128" y="0"/>
                            <a:pt x="128" y="0"/>
                            <a:pt x="128" y="0"/>
                          </a:cubicBezTo>
                          <a:cubicBezTo>
                            <a:pt x="54" y="0"/>
                            <a:pt x="0" y="61"/>
                            <a:pt x="0" y="129"/>
                          </a:cubicBezTo>
                          <a:cubicBezTo>
                            <a:pt x="0" y="264"/>
                            <a:pt x="0" y="264"/>
                            <a:pt x="0" y="264"/>
                          </a:cubicBezTo>
                          <a:cubicBezTo>
                            <a:pt x="0" y="318"/>
                            <a:pt x="0" y="318"/>
                            <a:pt x="0" y="318"/>
                          </a:cubicBezTo>
                          <a:cubicBezTo>
                            <a:pt x="0" y="473"/>
                            <a:pt x="0" y="473"/>
                            <a:pt x="0" y="473"/>
                          </a:cubicBezTo>
                          <a:cubicBezTo>
                            <a:pt x="0" y="527"/>
                            <a:pt x="0" y="527"/>
                            <a:pt x="0" y="527"/>
                          </a:cubicBezTo>
                          <a:cubicBezTo>
                            <a:pt x="0" y="689"/>
                            <a:pt x="0" y="689"/>
                            <a:pt x="0" y="689"/>
                          </a:cubicBezTo>
                          <a:cubicBezTo>
                            <a:pt x="0" y="743"/>
                            <a:pt x="0" y="743"/>
                            <a:pt x="0" y="743"/>
                          </a:cubicBezTo>
                          <a:cubicBezTo>
                            <a:pt x="0" y="898"/>
                            <a:pt x="0" y="898"/>
                            <a:pt x="0" y="898"/>
                          </a:cubicBezTo>
                          <a:cubicBezTo>
                            <a:pt x="0" y="952"/>
                            <a:pt x="0" y="952"/>
                            <a:pt x="0" y="952"/>
                          </a:cubicBezTo>
                          <a:cubicBezTo>
                            <a:pt x="0" y="1087"/>
                            <a:pt x="0" y="1087"/>
                            <a:pt x="0" y="1087"/>
                          </a:cubicBezTo>
                          <a:cubicBezTo>
                            <a:pt x="0" y="1161"/>
                            <a:pt x="54" y="1215"/>
                            <a:pt x="128" y="1215"/>
                          </a:cubicBezTo>
                          <a:cubicBezTo>
                            <a:pt x="256" y="1215"/>
                            <a:pt x="256" y="1215"/>
                            <a:pt x="256" y="1215"/>
                          </a:cubicBezTo>
                          <a:cubicBezTo>
                            <a:pt x="310" y="1215"/>
                            <a:pt x="310" y="1215"/>
                            <a:pt x="310" y="1215"/>
                          </a:cubicBezTo>
                          <a:cubicBezTo>
                            <a:pt x="472" y="1215"/>
                            <a:pt x="472" y="1215"/>
                            <a:pt x="472" y="1215"/>
                          </a:cubicBezTo>
                          <a:cubicBezTo>
                            <a:pt x="526" y="1215"/>
                            <a:pt x="526" y="1215"/>
                            <a:pt x="526" y="1215"/>
                          </a:cubicBezTo>
                          <a:cubicBezTo>
                            <a:pt x="682" y="1215"/>
                            <a:pt x="682" y="1215"/>
                            <a:pt x="682" y="1215"/>
                          </a:cubicBezTo>
                          <a:cubicBezTo>
                            <a:pt x="736" y="1215"/>
                            <a:pt x="736" y="1215"/>
                            <a:pt x="736" y="1215"/>
                          </a:cubicBezTo>
                          <a:cubicBezTo>
                            <a:pt x="898" y="1215"/>
                            <a:pt x="898" y="1215"/>
                            <a:pt x="898" y="1215"/>
                          </a:cubicBezTo>
                          <a:cubicBezTo>
                            <a:pt x="952" y="1215"/>
                            <a:pt x="952" y="1215"/>
                            <a:pt x="952" y="1215"/>
                          </a:cubicBezTo>
                          <a:cubicBezTo>
                            <a:pt x="1080" y="1215"/>
                            <a:pt x="1080" y="1215"/>
                            <a:pt x="1080" y="1215"/>
                          </a:cubicBezTo>
                          <a:cubicBezTo>
                            <a:pt x="1154" y="1215"/>
                            <a:pt x="1208" y="1161"/>
                            <a:pt x="1208" y="1087"/>
                          </a:cubicBezTo>
                          <a:cubicBezTo>
                            <a:pt x="1208" y="952"/>
                            <a:pt x="1208" y="952"/>
                            <a:pt x="1208" y="952"/>
                          </a:cubicBezTo>
                          <a:cubicBezTo>
                            <a:pt x="1208" y="898"/>
                            <a:pt x="1208" y="898"/>
                            <a:pt x="1208" y="898"/>
                          </a:cubicBezTo>
                          <a:cubicBezTo>
                            <a:pt x="1208" y="743"/>
                            <a:pt x="1208" y="743"/>
                            <a:pt x="1208" y="743"/>
                          </a:cubicBezTo>
                          <a:cubicBezTo>
                            <a:pt x="1208" y="689"/>
                            <a:pt x="1208" y="689"/>
                            <a:pt x="1208" y="689"/>
                          </a:cubicBezTo>
                          <a:cubicBezTo>
                            <a:pt x="1208" y="527"/>
                            <a:pt x="1208" y="527"/>
                            <a:pt x="1208" y="527"/>
                          </a:cubicBezTo>
                          <a:cubicBezTo>
                            <a:pt x="1208" y="473"/>
                            <a:pt x="1208" y="473"/>
                            <a:pt x="1208" y="473"/>
                          </a:cubicBezTo>
                          <a:cubicBezTo>
                            <a:pt x="1208" y="318"/>
                            <a:pt x="1208" y="318"/>
                            <a:pt x="1208" y="318"/>
                          </a:cubicBezTo>
                          <a:cubicBezTo>
                            <a:pt x="1208" y="264"/>
                            <a:pt x="1208" y="264"/>
                            <a:pt x="1208" y="264"/>
                          </a:cubicBezTo>
                          <a:cubicBezTo>
                            <a:pt x="1208" y="129"/>
                            <a:pt x="1208" y="129"/>
                            <a:pt x="1208" y="129"/>
                          </a:cubicBezTo>
                          <a:cubicBezTo>
                            <a:pt x="1208" y="61"/>
                            <a:pt x="1154" y="0"/>
                            <a:pt x="1080" y="0"/>
                          </a:cubicBezTo>
                          <a:close/>
                          <a:moveTo>
                            <a:pt x="1154" y="264"/>
                          </a:moveTo>
                          <a:cubicBezTo>
                            <a:pt x="1154" y="318"/>
                            <a:pt x="1154" y="318"/>
                            <a:pt x="1154" y="318"/>
                          </a:cubicBezTo>
                          <a:cubicBezTo>
                            <a:pt x="1154" y="473"/>
                            <a:pt x="1154" y="473"/>
                            <a:pt x="1154" y="473"/>
                          </a:cubicBezTo>
                          <a:cubicBezTo>
                            <a:pt x="1154" y="527"/>
                            <a:pt x="1154" y="527"/>
                            <a:pt x="1154" y="527"/>
                          </a:cubicBezTo>
                          <a:cubicBezTo>
                            <a:pt x="1154" y="689"/>
                            <a:pt x="1154" y="689"/>
                            <a:pt x="1154" y="689"/>
                          </a:cubicBezTo>
                          <a:cubicBezTo>
                            <a:pt x="1154" y="743"/>
                            <a:pt x="1154" y="743"/>
                            <a:pt x="1154" y="743"/>
                          </a:cubicBezTo>
                          <a:cubicBezTo>
                            <a:pt x="1154" y="898"/>
                            <a:pt x="1154" y="898"/>
                            <a:pt x="1154" y="898"/>
                          </a:cubicBezTo>
                          <a:cubicBezTo>
                            <a:pt x="1154" y="952"/>
                            <a:pt x="1154" y="952"/>
                            <a:pt x="1154" y="952"/>
                          </a:cubicBezTo>
                          <a:cubicBezTo>
                            <a:pt x="1154" y="1087"/>
                            <a:pt x="1154" y="1087"/>
                            <a:pt x="1154" y="1087"/>
                          </a:cubicBezTo>
                          <a:cubicBezTo>
                            <a:pt x="1154" y="1127"/>
                            <a:pt x="1127" y="1161"/>
                            <a:pt x="1080" y="1161"/>
                          </a:cubicBezTo>
                          <a:cubicBezTo>
                            <a:pt x="952" y="1161"/>
                            <a:pt x="952" y="1161"/>
                            <a:pt x="952" y="1161"/>
                          </a:cubicBezTo>
                          <a:cubicBezTo>
                            <a:pt x="898" y="1161"/>
                            <a:pt x="898" y="1161"/>
                            <a:pt x="898" y="1161"/>
                          </a:cubicBezTo>
                          <a:cubicBezTo>
                            <a:pt x="736" y="1161"/>
                            <a:pt x="736" y="1161"/>
                            <a:pt x="736" y="1161"/>
                          </a:cubicBezTo>
                          <a:cubicBezTo>
                            <a:pt x="682" y="1161"/>
                            <a:pt x="682" y="1161"/>
                            <a:pt x="682" y="1161"/>
                          </a:cubicBezTo>
                          <a:cubicBezTo>
                            <a:pt x="526" y="1161"/>
                            <a:pt x="526" y="1161"/>
                            <a:pt x="526" y="1161"/>
                          </a:cubicBezTo>
                          <a:cubicBezTo>
                            <a:pt x="472" y="1161"/>
                            <a:pt x="472" y="1161"/>
                            <a:pt x="472" y="1161"/>
                          </a:cubicBezTo>
                          <a:cubicBezTo>
                            <a:pt x="310" y="1161"/>
                            <a:pt x="310" y="1161"/>
                            <a:pt x="310" y="1161"/>
                          </a:cubicBezTo>
                          <a:cubicBezTo>
                            <a:pt x="256" y="1161"/>
                            <a:pt x="256" y="1161"/>
                            <a:pt x="256" y="1161"/>
                          </a:cubicBezTo>
                          <a:cubicBezTo>
                            <a:pt x="128" y="1161"/>
                            <a:pt x="128" y="1161"/>
                            <a:pt x="128" y="1161"/>
                          </a:cubicBezTo>
                          <a:cubicBezTo>
                            <a:pt x="81" y="1161"/>
                            <a:pt x="54" y="1127"/>
                            <a:pt x="54" y="1087"/>
                          </a:cubicBezTo>
                          <a:cubicBezTo>
                            <a:pt x="54" y="952"/>
                            <a:pt x="54" y="952"/>
                            <a:pt x="54" y="952"/>
                          </a:cubicBezTo>
                          <a:cubicBezTo>
                            <a:pt x="54" y="898"/>
                            <a:pt x="54" y="898"/>
                            <a:pt x="54" y="898"/>
                          </a:cubicBezTo>
                          <a:cubicBezTo>
                            <a:pt x="54" y="743"/>
                            <a:pt x="54" y="743"/>
                            <a:pt x="54" y="743"/>
                          </a:cubicBezTo>
                          <a:cubicBezTo>
                            <a:pt x="54" y="689"/>
                            <a:pt x="54" y="689"/>
                            <a:pt x="54" y="689"/>
                          </a:cubicBezTo>
                          <a:cubicBezTo>
                            <a:pt x="54" y="527"/>
                            <a:pt x="54" y="527"/>
                            <a:pt x="54" y="527"/>
                          </a:cubicBezTo>
                          <a:cubicBezTo>
                            <a:pt x="54" y="473"/>
                            <a:pt x="54" y="473"/>
                            <a:pt x="54" y="473"/>
                          </a:cubicBezTo>
                          <a:cubicBezTo>
                            <a:pt x="54" y="318"/>
                            <a:pt x="54" y="318"/>
                            <a:pt x="54" y="318"/>
                          </a:cubicBezTo>
                          <a:cubicBezTo>
                            <a:pt x="54" y="264"/>
                            <a:pt x="54" y="264"/>
                            <a:pt x="54" y="264"/>
                          </a:cubicBezTo>
                          <a:cubicBezTo>
                            <a:pt x="54" y="129"/>
                            <a:pt x="54" y="129"/>
                            <a:pt x="54" y="129"/>
                          </a:cubicBezTo>
                          <a:cubicBezTo>
                            <a:pt x="54" y="88"/>
                            <a:pt x="81" y="54"/>
                            <a:pt x="128" y="54"/>
                          </a:cubicBezTo>
                          <a:cubicBezTo>
                            <a:pt x="256" y="54"/>
                            <a:pt x="256" y="54"/>
                            <a:pt x="256" y="54"/>
                          </a:cubicBezTo>
                          <a:cubicBezTo>
                            <a:pt x="310" y="54"/>
                            <a:pt x="310" y="54"/>
                            <a:pt x="310" y="54"/>
                          </a:cubicBezTo>
                          <a:cubicBezTo>
                            <a:pt x="472" y="54"/>
                            <a:pt x="472" y="54"/>
                            <a:pt x="472" y="54"/>
                          </a:cubicBezTo>
                          <a:cubicBezTo>
                            <a:pt x="526" y="54"/>
                            <a:pt x="526" y="54"/>
                            <a:pt x="526" y="54"/>
                          </a:cubicBezTo>
                          <a:cubicBezTo>
                            <a:pt x="682" y="54"/>
                            <a:pt x="682" y="54"/>
                            <a:pt x="682" y="54"/>
                          </a:cubicBezTo>
                          <a:cubicBezTo>
                            <a:pt x="736" y="54"/>
                            <a:pt x="736" y="54"/>
                            <a:pt x="736" y="54"/>
                          </a:cubicBezTo>
                          <a:cubicBezTo>
                            <a:pt x="898" y="54"/>
                            <a:pt x="898" y="54"/>
                            <a:pt x="898" y="54"/>
                          </a:cubicBezTo>
                          <a:cubicBezTo>
                            <a:pt x="952" y="54"/>
                            <a:pt x="952" y="54"/>
                            <a:pt x="952" y="54"/>
                          </a:cubicBezTo>
                          <a:cubicBezTo>
                            <a:pt x="1080" y="54"/>
                            <a:pt x="1080" y="54"/>
                            <a:pt x="1080" y="54"/>
                          </a:cubicBezTo>
                          <a:cubicBezTo>
                            <a:pt x="1127" y="54"/>
                            <a:pt x="1154" y="88"/>
                            <a:pt x="1154" y="129"/>
                          </a:cubicBezTo>
                          <a:cubicBezTo>
                            <a:pt x="1154" y="264"/>
                            <a:pt x="1154" y="264"/>
                            <a:pt x="1154" y="264"/>
                          </a:cubicBezTo>
                          <a:cubicBezTo>
                            <a:pt x="1154" y="264"/>
                            <a:pt x="1154" y="264"/>
                            <a:pt x="1154" y="264"/>
                          </a:cubicBezTo>
                          <a:close/>
                        </a:path>
                      </a:pathLst>
                    </a:custGeom>
                    <a:solidFill>
                      <a:schemeClr val="tx1">
                        <a:lumMod val="85000"/>
                        <a:lumOff val="15000"/>
                      </a:schemeClr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017" name="그림 1016">
                    <a:extLst>
                      <a:ext uri="{FF2B5EF4-FFF2-40B4-BE49-F238E27FC236}">
                        <a16:creationId xmlns:a16="http://schemas.microsoft.com/office/drawing/2014/main" id="{B7A1BB5C-1B6A-298E-3291-9D6209000CE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lum bright="100000"/>
                  </a:blip>
                  <a:stretch>
                    <a:fillRect/>
                  </a:stretch>
                </p:blipFill>
                <p:spPr>
                  <a:xfrm>
                    <a:off x="1124483" y="5707212"/>
                    <a:ext cx="491143" cy="179999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986" name="그룹 985">
                <a:extLst>
                  <a:ext uri="{FF2B5EF4-FFF2-40B4-BE49-F238E27FC236}">
                    <a16:creationId xmlns:a16="http://schemas.microsoft.com/office/drawing/2014/main" id="{606BAFA8-03EB-B296-BEC4-D3EAFE60CF03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5394199" y="6271080"/>
                <a:ext cx="166212" cy="228600"/>
                <a:chOff x="3493283" y="3693520"/>
                <a:chExt cx="897069" cy="1233786"/>
              </a:xfrm>
            </p:grpSpPr>
            <p:grpSp>
              <p:nvGrpSpPr>
                <p:cNvPr id="988" name="그룹 987">
                  <a:extLst>
                    <a:ext uri="{FF2B5EF4-FFF2-40B4-BE49-F238E27FC236}">
                      <a16:creationId xmlns:a16="http://schemas.microsoft.com/office/drawing/2014/main" id="{A50C7785-80E1-CE12-DD1B-C2FEFACD57DF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3493283" y="3693520"/>
                  <a:ext cx="897069" cy="1233786"/>
                  <a:chOff x="11921380" y="4267727"/>
                  <a:chExt cx="916126" cy="1260000"/>
                </a:xfrm>
              </p:grpSpPr>
              <p:sp>
                <p:nvSpPr>
                  <p:cNvPr id="1010" name="사각형: 둥근 모서리 800">
                    <a:extLst>
                      <a:ext uri="{FF2B5EF4-FFF2-40B4-BE49-F238E27FC236}">
                        <a16:creationId xmlns:a16="http://schemas.microsoft.com/office/drawing/2014/main" id="{3623E928-7CD8-6081-252D-393690A46D2A}"/>
                      </a:ext>
                    </a:extLst>
                  </p:cNvPr>
                  <p:cNvSpPr/>
                  <p:nvPr/>
                </p:nvSpPr>
                <p:spPr>
                  <a:xfrm>
                    <a:off x="11923593" y="4271687"/>
                    <a:ext cx="911716" cy="1252078"/>
                  </a:xfrm>
                  <a:prstGeom prst="roundRect">
                    <a:avLst>
                      <a:gd name="adj" fmla="val 7097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-3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grpSp>
                <p:nvGrpSpPr>
                  <p:cNvPr id="1011" name="그룹 1010">
                    <a:extLst>
                      <a:ext uri="{FF2B5EF4-FFF2-40B4-BE49-F238E27FC236}">
                        <a16:creationId xmlns:a16="http://schemas.microsoft.com/office/drawing/2014/main" id="{ED8626CE-D389-A5C1-DAC3-6AE1D92D43B7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11921380" y="4267727"/>
                    <a:ext cx="916126" cy="1260000"/>
                    <a:chOff x="14485933" y="-2571751"/>
                    <a:chExt cx="554038" cy="762000"/>
                  </a:xfrm>
                  <a:solidFill>
                    <a:srgbClr val="262626"/>
                  </a:solidFill>
                </p:grpSpPr>
                <p:sp>
                  <p:nvSpPr>
                    <p:cNvPr id="1012" name="Freeform 230">
                      <a:extLst>
                        <a:ext uri="{FF2B5EF4-FFF2-40B4-BE49-F238E27FC236}">
                          <a16:creationId xmlns:a16="http://schemas.microsoft.com/office/drawing/2014/main" id="{0AFD3C99-044F-9D58-BF64-3A21D9C59947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4485933" y="-2571751"/>
                      <a:ext cx="554038" cy="762000"/>
                    </a:xfrm>
                    <a:custGeom>
                      <a:avLst/>
                      <a:gdLst>
                        <a:gd name="T0" fmla="*/ 137 w 147"/>
                        <a:gd name="T1" fmla="*/ 0 h 200"/>
                        <a:gd name="T2" fmla="*/ 10 w 147"/>
                        <a:gd name="T3" fmla="*/ 0 h 200"/>
                        <a:gd name="T4" fmla="*/ 0 w 147"/>
                        <a:gd name="T5" fmla="*/ 10 h 200"/>
                        <a:gd name="T6" fmla="*/ 0 w 147"/>
                        <a:gd name="T7" fmla="*/ 190 h 200"/>
                        <a:gd name="T8" fmla="*/ 10 w 147"/>
                        <a:gd name="T9" fmla="*/ 200 h 200"/>
                        <a:gd name="T10" fmla="*/ 137 w 147"/>
                        <a:gd name="T11" fmla="*/ 200 h 200"/>
                        <a:gd name="T12" fmla="*/ 140 w 147"/>
                        <a:gd name="T13" fmla="*/ 199 h 200"/>
                        <a:gd name="T14" fmla="*/ 146 w 147"/>
                        <a:gd name="T15" fmla="*/ 193 h 200"/>
                        <a:gd name="T16" fmla="*/ 147 w 147"/>
                        <a:gd name="T17" fmla="*/ 190 h 200"/>
                        <a:gd name="T18" fmla="*/ 147 w 147"/>
                        <a:gd name="T19" fmla="*/ 10 h 200"/>
                        <a:gd name="T20" fmla="*/ 137 w 147"/>
                        <a:gd name="T21" fmla="*/ 0 h 200"/>
                        <a:gd name="T22" fmla="*/ 139 w 147"/>
                        <a:gd name="T23" fmla="*/ 189 h 200"/>
                        <a:gd name="T24" fmla="*/ 135 w 147"/>
                        <a:gd name="T25" fmla="*/ 192 h 200"/>
                        <a:gd name="T26" fmla="*/ 10 w 147"/>
                        <a:gd name="T27" fmla="*/ 192 h 200"/>
                        <a:gd name="T28" fmla="*/ 8 w 147"/>
                        <a:gd name="T29" fmla="*/ 190 h 200"/>
                        <a:gd name="T30" fmla="*/ 8 w 147"/>
                        <a:gd name="T31" fmla="*/ 10 h 200"/>
                        <a:gd name="T32" fmla="*/ 10 w 147"/>
                        <a:gd name="T33" fmla="*/ 8 h 200"/>
                        <a:gd name="T34" fmla="*/ 137 w 147"/>
                        <a:gd name="T35" fmla="*/ 8 h 200"/>
                        <a:gd name="T36" fmla="*/ 139 w 147"/>
                        <a:gd name="T37" fmla="*/ 10 h 200"/>
                        <a:gd name="T38" fmla="*/ 139 w 147"/>
                        <a:gd name="T39" fmla="*/ 189 h 2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</a:cxnLst>
                      <a:rect l="0" t="0" r="r" b="b"/>
                      <a:pathLst>
                        <a:path w="147" h="200">
                          <a:moveTo>
                            <a:pt x="137" y="0"/>
                          </a:moveTo>
                          <a:cubicBezTo>
                            <a:pt x="10" y="0"/>
                            <a:pt x="10" y="0"/>
                            <a:pt x="10" y="0"/>
                          </a:cubicBezTo>
                          <a:cubicBezTo>
                            <a:pt x="4" y="0"/>
                            <a:pt x="0" y="5"/>
                            <a:pt x="0" y="10"/>
                          </a:cubicBezTo>
                          <a:cubicBezTo>
                            <a:pt x="0" y="190"/>
                            <a:pt x="0" y="190"/>
                            <a:pt x="0" y="190"/>
                          </a:cubicBezTo>
                          <a:cubicBezTo>
                            <a:pt x="0" y="196"/>
                            <a:pt x="4" y="200"/>
                            <a:pt x="10" y="200"/>
                          </a:cubicBezTo>
                          <a:cubicBezTo>
                            <a:pt x="137" y="200"/>
                            <a:pt x="137" y="200"/>
                            <a:pt x="137" y="200"/>
                          </a:cubicBezTo>
                          <a:cubicBezTo>
                            <a:pt x="138" y="200"/>
                            <a:pt x="139" y="200"/>
                            <a:pt x="140" y="199"/>
                          </a:cubicBezTo>
                          <a:cubicBezTo>
                            <a:pt x="146" y="193"/>
                            <a:pt x="146" y="193"/>
                            <a:pt x="146" y="193"/>
                          </a:cubicBezTo>
                          <a:cubicBezTo>
                            <a:pt x="146" y="192"/>
                            <a:pt x="147" y="191"/>
                            <a:pt x="147" y="190"/>
                          </a:cubicBezTo>
                          <a:cubicBezTo>
                            <a:pt x="147" y="10"/>
                            <a:pt x="147" y="10"/>
                            <a:pt x="147" y="10"/>
                          </a:cubicBezTo>
                          <a:cubicBezTo>
                            <a:pt x="147" y="5"/>
                            <a:pt x="142" y="0"/>
                            <a:pt x="137" y="0"/>
                          </a:cubicBezTo>
                          <a:close/>
                          <a:moveTo>
                            <a:pt x="139" y="189"/>
                          </a:moveTo>
                          <a:cubicBezTo>
                            <a:pt x="135" y="192"/>
                            <a:pt x="135" y="192"/>
                            <a:pt x="135" y="192"/>
                          </a:cubicBezTo>
                          <a:cubicBezTo>
                            <a:pt x="10" y="192"/>
                            <a:pt x="10" y="192"/>
                            <a:pt x="10" y="192"/>
                          </a:cubicBezTo>
                          <a:cubicBezTo>
                            <a:pt x="9" y="192"/>
                            <a:pt x="8" y="191"/>
                            <a:pt x="8" y="190"/>
                          </a:cubicBezTo>
                          <a:cubicBezTo>
                            <a:pt x="8" y="10"/>
                            <a:pt x="8" y="10"/>
                            <a:pt x="8" y="10"/>
                          </a:cubicBezTo>
                          <a:cubicBezTo>
                            <a:pt x="8" y="9"/>
                            <a:pt x="9" y="8"/>
                            <a:pt x="10" y="8"/>
                          </a:cubicBezTo>
                          <a:cubicBezTo>
                            <a:pt x="137" y="8"/>
                            <a:pt x="137" y="8"/>
                            <a:pt x="137" y="8"/>
                          </a:cubicBezTo>
                          <a:cubicBezTo>
                            <a:pt x="138" y="8"/>
                            <a:pt x="139" y="9"/>
                            <a:pt x="139" y="10"/>
                          </a:cubicBezTo>
                          <a:lnTo>
                            <a:pt x="139" y="189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  <p:sp>
                  <p:nvSpPr>
                    <p:cNvPr id="1013" name="Freeform 231">
                      <a:extLst>
                        <a:ext uri="{FF2B5EF4-FFF2-40B4-BE49-F238E27FC236}">
                          <a16:creationId xmlns:a16="http://schemas.microsoft.com/office/drawing/2014/main" id="{BE42CB6E-9F9B-058E-EE34-0D400B009C2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4603413" y="-2403476"/>
                      <a:ext cx="315913" cy="30163"/>
                    </a:xfrm>
                    <a:custGeom>
                      <a:avLst/>
                      <a:gdLst>
                        <a:gd name="T0" fmla="*/ 80 w 84"/>
                        <a:gd name="T1" fmla="*/ 0 h 8"/>
                        <a:gd name="T2" fmla="*/ 4 w 84"/>
                        <a:gd name="T3" fmla="*/ 0 h 8"/>
                        <a:gd name="T4" fmla="*/ 0 w 84"/>
                        <a:gd name="T5" fmla="*/ 4 h 8"/>
                        <a:gd name="T6" fmla="*/ 4 w 84"/>
                        <a:gd name="T7" fmla="*/ 8 h 8"/>
                        <a:gd name="T8" fmla="*/ 80 w 84"/>
                        <a:gd name="T9" fmla="*/ 8 h 8"/>
                        <a:gd name="T10" fmla="*/ 84 w 84"/>
                        <a:gd name="T11" fmla="*/ 4 h 8"/>
                        <a:gd name="T12" fmla="*/ 80 w 84"/>
                        <a:gd name="T13" fmla="*/ 0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4" h="8">
                          <a:moveTo>
                            <a:pt x="80" y="0"/>
                          </a:moveTo>
                          <a:cubicBezTo>
                            <a:pt x="4" y="0"/>
                            <a:pt x="4" y="0"/>
                            <a:pt x="4" y="0"/>
                          </a:cubicBezTo>
                          <a:cubicBezTo>
                            <a:pt x="2" y="0"/>
                            <a:pt x="0" y="2"/>
                            <a:pt x="0" y="4"/>
                          </a:cubicBezTo>
                          <a:cubicBezTo>
                            <a:pt x="0" y="6"/>
                            <a:pt x="2" y="8"/>
                            <a:pt x="4" y="8"/>
                          </a:cubicBezTo>
                          <a:cubicBezTo>
                            <a:pt x="80" y="8"/>
                            <a:pt x="80" y="8"/>
                            <a:pt x="80" y="8"/>
                          </a:cubicBezTo>
                          <a:cubicBezTo>
                            <a:pt x="82" y="8"/>
                            <a:pt x="84" y="6"/>
                            <a:pt x="84" y="4"/>
                          </a:cubicBezTo>
                          <a:cubicBezTo>
                            <a:pt x="84" y="2"/>
                            <a:pt x="82" y="0"/>
                            <a:pt x="80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989" name="그룹 988">
                  <a:extLst>
                    <a:ext uri="{FF2B5EF4-FFF2-40B4-BE49-F238E27FC236}">
                      <a16:creationId xmlns:a16="http://schemas.microsoft.com/office/drawing/2014/main" id="{4A69ABEE-744F-D2CE-C28E-46629D546889}"/>
                    </a:ext>
                  </a:extLst>
                </p:cNvPr>
                <p:cNvGrpSpPr/>
                <p:nvPr/>
              </p:nvGrpSpPr>
              <p:grpSpPr>
                <a:xfrm>
                  <a:off x="3623554" y="4140320"/>
                  <a:ext cx="636537" cy="634466"/>
                  <a:chOff x="881898" y="5310642"/>
                  <a:chExt cx="976313" cy="973138"/>
                </a:xfrm>
              </p:grpSpPr>
              <p:grpSp>
                <p:nvGrpSpPr>
                  <p:cNvPr id="990" name="그룹 989">
                    <a:extLst>
                      <a:ext uri="{FF2B5EF4-FFF2-40B4-BE49-F238E27FC236}">
                        <a16:creationId xmlns:a16="http://schemas.microsoft.com/office/drawing/2014/main" id="{BA184FEC-781E-14A3-AC0E-B6DEF160C616}"/>
                      </a:ext>
                    </a:extLst>
                  </p:cNvPr>
                  <p:cNvGrpSpPr/>
                  <p:nvPr/>
                </p:nvGrpSpPr>
                <p:grpSpPr>
                  <a:xfrm>
                    <a:off x="881898" y="5310642"/>
                    <a:ext cx="976313" cy="973138"/>
                    <a:chOff x="21240750" y="2320925"/>
                    <a:chExt cx="976313" cy="973138"/>
                  </a:xfrm>
                </p:grpSpPr>
                <p:sp>
                  <p:nvSpPr>
                    <p:cNvPr id="992" name="Freeform 113">
                      <a:extLst>
                        <a:ext uri="{FF2B5EF4-FFF2-40B4-BE49-F238E27FC236}">
                          <a16:creationId xmlns:a16="http://schemas.microsoft.com/office/drawing/2014/main" id="{A0A8C140-E049-1744-4B27-61F5B5224F9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410343" y="2487232"/>
                      <a:ext cx="637131" cy="640525"/>
                    </a:xfrm>
                    <a:custGeom>
                      <a:avLst/>
                      <a:gdLst>
                        <a:gd name="T0" fmla="*/ 1100 w 1100"/>
                        <a:gd name="T1" fmla="*/ 210 h 1107"/>
                        <a:gd name="T2" fmla="*/ 1100 w 1100"/>
                        <a:gd name="T3" fmla="*/ 264 h 1107"/>
                        <a:gd name="T4" fmla="*/ 1100 w 1100"/>
                        <a:gd name="T5" fmla="*/ 419 h 1107"/>
                        <a:gd name="T6" fmla="*/ 1100 w 1100"/>
                        <a:gd name="T7" fmla="*/ 473 h 1107"/>
                        <a:gd name="T8" fmla="*/ 1100 w 1100"/>
                        <a:gd name="T9" fmla="*/ 635 h 1107"/>
                        <a:gd name="T10" fmla="*/ 1100 w 1100"/>
                        <a:gd name="T11" fmla="*/ 689 h 1107"/>
                        <a:gd name="T12" fmla="*/ 1100 w 1100"/>
                        <a:gd name="T13" fmla="*/ 844 h 1107"/>
                        <a:gd name="T14" fmla="*/ 1100 w 1100"/>
                        <a:gd name="T15" fmla="*/ 898 h 1107"/>
                        <a:gd name="T16" fmla="*/ 1100 w 1100"/>
                        <a:gd name="T17" fmla="*/ 1033 h 1107"/>
                        <a:gd name="T18" fmla="*/ 1026 w 1100"/>
                        <a:gd name="T19" fmla="*/ 1107 h 1107"/>
                        <a:gd name="T20" fmla="*/ 898 w 1100"/>
                        <a:gd name="T21" fmla="*/ 1107 h 1107"/>
                        <a:gd name="T22" fmla="*/ 844 w 1100"/>
                        <a:gd name="T23" fmla="*/ 1107 h 1107"/>
                        <a:gd name="T24" fmla="*/ 682 w 1100"/>
                        <a:gd name="T25" fmla="*/ 1107 h 1107"/>
                        <a:gd name="T26" fmla="*/ 628 w 1100"/>
                        <a:gd name="T27" fmla="*/ 1107 h 1107"/>
                        <a:gd name="T28" fmla="*/ 472 w 1100"/>
                        <a:gd name="T29" fmla="*/ 1107 h 1107"/>
                        <a:gd name="T30" fmla="*/ 418 w 1100"/>
                        <a:gd name="T31" fmla="*/ 1107 h 1107"/>
                        <a:gd name="T32" fmla="*/ 256 w 1100"/>
                        <a:gd name="T33" fmla="*/ 1107 h 1107"/>
                        <a:gd name="T34" fmla="*/ 202 w 1100"/>
                        <a:gd name="T35" fmla="*/ 1107 h 1107"/>
                        <a:gd name="T36" fmla="*/ 74 w 1100"/>
                        <a:gd name="T37" fmla="*/ 1107 h 1107"/>
                        <a:gd name="T38" fmla="*/ 0 w 1100"/>
                        <a:gd name="T39" fmla="*/ 1033 h 1107"/>
                        <a:gd name="T40" fmla="*/ 0 w 1100"/>
                        <a:gd name="T41" fmla="*/ 898 h 1107"/>
                        <a:gd name="T42" fmla="*/ 0 w 1100"/>
                        <a:gd name="T43" fmla="*/ 844 h 1107"/>
                        <a:gd name="T44" fmla="*/ 0 w 1100"/>
                        <a:gd name="T45" fmla="*/ 689 h 1107"/>
                        <a:gd name="T46" fmla="*/ 0 w 1100"/>
                        <a:gd name="T47" fmla="*/ 635 h 1107"/>
                        <a:gd name="T48" fmla="*/ 0 w 1100"/>
                        <a:gd name="T49" fmla="*/ 473 h 1107"/>
                        <a:gd name="T50" fmla="*/ 0 w 1100"/>
                        <a:gd name="T51" fmla="*/ 419 h 1107"/>
                        <a:gd name="T52" fmla="*/ 0 w 1100"/>
                        <a:gd name="T53" fmla="*/ 264 h 1107"/>
                        <a:gd name="T54" fmla="*/ 0 w 1100"/>
                        <a:gd name="T55" fmla="*/ 210 h 1107"/>
                        <a:gd name="T56" fmla="*/ 0 w 1100"/>
                        <a:gd name="T57" fmla="*/ 75 h 1107"/>
                        <a:gd name="T58" fmla="*/ 74 w 1100"/>
                        <a:gd name="T59" fmla="*/ 0 h 1107"/>
                        <a:gd name="T60" fmla="*/ 202 w 1100"/>
                        <a:gd name="T61" fmla="*/ 0 h 1107"/>
                        <a:gd name="T62" fmla="*/ 256 w 1100"/>
                        <a:gd name="T63" fmla="*/ 0 h 1107"/>
                        <a:gd name="T64" fmla="*/ 418 w 1100"/>
                        <a:gd name="T65" fmla="*/ 0 h 1107"/>
                        <a:gd name="T66" fmla="*/ 472 w 1100"/>
                        <a:gd name="T67" fmla="*/ 0 h 1107"/>
                        <a:gd name="T68" fmla="*/ 628 w 1100"/>
                        <a:gd name="T69" fmla="*/ 0 h 1107"/>
                        <a:gd name="T70" fmla="*/ 682 w 1100"/>
                        <a:gd name="T71" fmla="*/ 0 h 1107"/>
                        <a:gd name="T72" fmla="*/ 844 w 1100"/>
                        <a:gd name="T73" fmla="*/ 0 h 1107"/>
                        <a:gd name="T74" fmla="*/ 898 w 1100"/>
                        <a:gd name="T75" fmla="*/ 0 h 1107"/>
                        <a:gd name="T76" fmla="*/ 1026 w 1100"/>
                        <a:gd name="T77" fmla="*/ 0 h 1107"/>
                        <a:gd name="T78" fmla="*/ 1100 w 1100"/>
                        <a:gd name="T79" fmla="*/ 75 h 1107"/>
                        <a:gd name="T80" fmla="*/ 1100 w 1100"/>
                        <a:gd name="T81" fmla="*/ 210 h 1107"/>
                        <a:gd name="T82" fmla="*/ 1100 w 1100"/>
                        <a:gd name="T83" fmla="*/ 210 h 110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</a:cxnLst>
                      <a:rect l="0" t="0" r="r" b="b"/>
                      <a:pathLst>
                        <a:path w="1100" h="1107">
                          <a:moveTo>
                            <a:pt x="1100" y="210"/>
                          </a:moveTo>
                          <a:cubicBezTo>
                            <a:pt x="1100" y="264"/>
                            <a:pt x="1100" y="264"/>
                            <a:pt x="1100" y="264"/>
                          </a:cubicBezTo>
                          <a:cubicBezTo>
                            <a:pt x="1100" y="419"/>
                            <a:pt x="1100" y="419"/>
                            <a:pt x="1100" y="419"/>
                          </a:cubicBezTo>
                          <a:cubicBezTo>
                            <a:pt x="1100" y="473"/>
                            <a:pt x="1100" y="473"/>
                            <a:pt x="1100" y="473"/>
                          </a:cubicBezTo>
                          <a:cubicBezTo>
                            <a:pt x="1100" y="635"/>
                            <a:pt x="1100" y="635"/>
                            <a:pt x="1100" y="635"/>
                          </a:cubicBezTo>
                          <a:cubicBezTo>
                            <a:pt x="1100" y="689"/>
                            <a:pt x="1100" y="689"/>
                            <a:pt x="1100" y="689"/>
                          </a:cubicBezTo>
                          <a:cubicBezTo>
                            <a:pt x="1100" y="844"/>
                            <a:pt x="1100" y="844"/>
                            <a:pt x="1100" y="844"/>
                          </a:cubicBezTo>
                          <a:cubicBezTo>
                            <a:pt x="1100" y="898"/>
                            <a:pt x="1100" y="898"/>
                            <a:pt x="1100" y="898"/>
                          </a:cubicBezTo>
                          <a:cubicBezTo>
                            <a:pt x="1100" y="1033"/>
                            <a:pt x="1100" y="1033"/>
                            <a:pt x="1100" y="1033"/>
                          </a:cubicBezTo>
                          <a:cubicBezTo>
                            <a:pt x="1100" y="1073"/>
                            <a:pt x="1073" y="1107"/>
                            <a:pt x="1026" y="1107"/>
                          </a:cubicBezTo>
                          <a:cubicBezTo>
                            <a:pt x="898" y="1107"/>
                            <a:pt x="898" y="1107"/>
                            <a:pt x="898" y="1107"/>
                          </a:cubicBezTo>
                          <a:cubicBezTo>
                            <a:pt x="844" y="1107"/>
                            <a:pt x="844" y="1107"/>
                            <a:pt x="844" y="1107"/>
                          </a:cubicBezTo>
                          <a:cubicBezTo>
                            <a:pt x="682" y="1107"/>
                            <a:pt x="682" y="1107"/>
                            <a:pt x="682" y="1107"/>
                          </a:cubicBezTo>
                          <a:cubicBezTo>
                            <a:pt x="628" y="1107"/>
                            <a:pt x="628" y="1107"/>
                            <a:pt x="628" y="1107"/>
                          </a:cubicBezTo>
                          <a:cubicBezTo>
                            <a:pt x="472" y="1107"/>
                            <a:pt x="472" y="1107"/>
                            <a:pt x="472" y="1107"/>
                          </a:cubicBezTo>
                          <a:cubicBezTo>
                            <a:pt x="418" y="1107"/>
                            <a:pt x="418" y="1107"/>
                            <a:pt x="418" y="1107"/>
                          </a:cubicBezTo>
                          <a:cubicBezTo>
                            <a:pt x="256" y="1107"/>
                            <a:pt x="256" y="1107"/>
                            <a:pt x="256" y="1107"/>
                          </a:cubicBezTo>
                          <a:cubicBezTo>
                            <a:pt x="202" y="1107"/>
                            <a:pt x="202" y="1107"/>
                            <a:pt x="202" y="1107"/>
                          </a:cubicBezTo>
                          <a:cubicBezTo>
                            <a:pt x="74" y="1107"/>
                            <a:pt x="74" y="1107"/>
                            <a:pt x="74" y="1107"/>
                          </a:cubicBezTo>
                          <a:cubicBezTo>
                            <a:pt x="27" y="1107"/>
                            <a:pt x="0" y="1073"/>
                            <a:pt x="0" y="1033"/>
                          </a:cubicBezTo>
                          <a:cubicBezTo>
                            <a:pt x="0" y="898"/>
                            <a:pt x="0" y="898"/>
                            <a:pt x="0" y="898"/>
                          </a:cubicBezTo>
                          <a:cubicBezTo>
                            <a:pt x="0" y="844"/>
                            <a:pt x="0" y="844"/>
                            <a:pt x="0" y="844"/>
                          </a:cubicBezTo>
                          <a:cubicBezTo>
                            <a:pt x="0" y="689"/>
                            <a:pt x="0" y="689"/>
                            <a:pt x="0" y="689"/>
                          </a:cubicBezTo>
                          <a:cubicBezTo>
                            <a:pt x="0" y="635"/>
                            <a:pt x="0" y="635"/>
                            <a:pt x="0" y="635"/>
                          </a:cubicBezTo>
                          <a:cubicBezTo>
                            <a:pt x="0" y="473"/>
                            <a:pt x="0" y="473"/>
                            <a:pt x="0" y="473"/>
                          </a:cubicBezTo>
                          <a:cubicBezTo>
                            <a:pt x="0" y="419"/>
                            <a:pt x="0" y="419"/>
                            <a:pt x="0" y="419"/>
                          </a:cubicBezTo>
                          <a:cubicBezTo>
                            <a:pt x="0" y="264"/>
                            <a:pt x="0" y="264"/>
                            <a:pt x="0" y="264"/>
                          </a:cubicBezTo>
                          <a:cubicBezTo>
                            <a:pt x="0" y="210"/>
                            <a:pt x="0" y="210"/>
                            <a:pt x="0" y="210"/>
                          </a:cubicBezTo>
                          <a:cubicBezTo>
                            <a:pt x="0" y="75"/>
                            <a:pt x="0" y="75"/>
                            <a:pt x="0" y="75"/>
                          </a:cubicBezTo>
                          <a:cubicBezTo>
                            <a:pt x="0" y="34"/>
                            <a:pt x="27" y="0"/>
                            <a:pt x="74" y="0"/>
                          </a:cubicBezTo>
                          <a:cubicBezTo>
                            <a:pt x="202" y="0"/>
                            <a:pt x="202" y="0"/>
                            <a:pt x="202" y="0"/>
                          </a:cubicBezTo>
                          <a:cubicBezTo>
                            <a:pt x="256" y="0"/>
                            <a:pt x="256" y="0"/>
                            <a:pt x="256" y="0"/>
                          </a:cubicBezTo>
                          <a:cubicBezTo>
                            <a:pt x="418" y="0"/>
                            <a:pt x="418" y="0"/>
                            <a:pt x="418" y="0"/>
                          </a:cubicBezTo>
                          <a:cubicBezTo>
                            <a:pt x="472" y="0"/>
                            <a:pt x="472" y="0"/>
                            <a:pt x="472" y="0"/>
                          </a:cubicBezTo>
                          <a:cubicBezTo>
                            <a:pt x="628" y="0"/>
                            <a:pt x="628" y="0"/>
                            <a:pt x="628" y="0"/>
                          </a:cubicBezTo>
                          <a:cubicBezTo>
                            <a:pt x="682" y="0"/>
                            <a:pt x="682" y="0"/>
                            <a:pt x="682" y="0"/>
                          </a:cubicBezTo>
                          <a:cubicBezTo>
                            <a:pt x="844" y="0"/>
                            <a:pt x="844" y="0"/>
                            <a:pt x="844" y="0"/>
                          </a:cubicBezTo>
                          <a:cubicBezTo>
                            <a:pt x="898" y="0"/>
                            <a:pt x="898" y="0"/>
                            <a:pt x="898" y="0"/>
                          </a:cubicBezTo>
                          <a:cubicBezTo>
                            <a:pt x="1026" y="0"/>
                            <a:pt x="1026" y="0"/>
                            <a:pt x="1026" y="0"/>
                          </a:cubicBezTo>
                          <a:cubicBezTo>
                            <a:pt x="1073" y="0"/>
                            <a:pt x="1100" y="34"/>
                            <a:pt x="1100" y="75"/>
                          </a:cubicBezTo>
                          <a:cubicBezTo>
                            <a:pt x="1100" y="210"/>
                            <a:pt x="1100" y="210"/>
                            <a:pt x="1100" y="210"/>
                          </a:cubicBezTo>
                          <a:cubicBezTo>
                            <a:pt x="1100" y="210"/>
                            <a:pt x="1100" y="210"/>
                            <a:pt x="1100" y="210"/>
                          </a:cubicBezTo>
                          <a:close/>
                        </a:path>
                      </a:pathLst>
                    </a:custGeom>
                    <a:solidFill>
                      <a:schemeClr val="tx1">
                        <a:lumMod val="85000"/>
                        <a:lumOff val="15000"/>
                      </a:schemeClr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993" name="Freeform 96">
                      <a:extLst>
                        <a:ext uri="{FF2B5EF4-FFF2-40B4-BE49-F238E27FC236}">
                          <a16:creationId xmlns:a16="http://schemas.microsoft.com/office/drawing/2014/main" id="{BDCEE4A8-0F79-2A7D-F344-BA22A0BE0ED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085300" y="2620963"/>
                      <a:ext cx="131763" cy="30163"/>
                    </a:xfrm>
                    <a:custGeom>
                      <a:avLst/>
                      <a:gdLst>
                        <a:gd name="T0" fmla="*/ 244 w 244"/>
                        <a:gd name="T1" fmla="*/ 28 h 55"/>
                        <a:gd name="T2" fmla="*/ 217 w 244"/>
                        <a:gd name="T3" fmla="*/ 0 h 55"/>
                        <a:gd name="T4" fmla="*/ 0 w 244"/>
                        <a:gd name="T5" fmla="*/ 0 h 55"/>
                        <a:gd name="T6" fmla="*/ 0 w 244"/>
                        <a:gd name="T7" fmla="*/ 55 h 55"/>
                        <a:gd name="T8" fmla="*/ 217 w 244"/>
                        <a:gd name="T9" fmla="*/ 55 h 55"/>
                        <a:gd name="T10" fmla="*/ 244 w 244"/>
                        <a:gd name="T11" fmla="*/ 28 h 5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4" h="55">
                          <a:moveTo>
                            <a:pt x="244" y="28"/>
                          </a:moveTo>
                          <a:cubicBezTo>
                            <a:pt x="244" y="14"/>
                            <a:pt x="230" y="0"/>
                            <a:pt x="217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55"/>
                            <a:pt x="0" y="55"/>
                            <a:pt x="0" y="55"/>
                          </a:cubicBezTo>
                          <a:cubicBezTo>
                            <a:pt x="217" y="55"/>
                            <a:pt x="217" y="55"/>
                            <a:pt x="217" y="55"/>
                          </a:cubicBezTo>
                          <a:cubicBezTo>
                            <a:pt x="230" y="55"/>
                            <a:pt x="244" y="41"/>
                            <a:pt x="244" y="28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994" name="Freeform 97">
                      <a:extLst>
                        <a:ext uri="{FF2B5EF4-FFF2-40B4-BE49-F238E27FC236}">
                          <a16:creationId xmlns:a16="http://schemas.microsoft.com/office/drawing/2014/main" id="{3B79F3CF-3CFE-C064-D9DD-03E189E2A0C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085300" y="2733675"/>
                      <a:ext cx="131763" cy="30163"/>
                    </a:xfrm>
                    <a:custGeom>
                      <a:avLst/>
                      <a:gdLst>
                        <a:gd name="T0" fmla="*/ 217 w 244"/>
                        <a:gd name="T1" fmla="*/ 0 h 54"/>
                        <a:gd name="T2" fmla="*/ 0 w 244"/>
                        <a:gd name="T3" fmla="*/ 0 h 54"/>
                        <a:gd name="T4" fmla="*/ 0 w 244"/>
                        <a:gd name="T5" fmla="*/ 54 h 54"/>
                        <a:gd name="T6" fmla="*/ 217 w 244"/>
                        <a:gd name="T7" fmla="*/ 54 h 54"/>
                        <a:gd name="T8" fmla="*/ 244 w 244"/>
                        <a:gd name="T9" fmla="*/ 27 h 54"/>
                        <a:gd name="T10" fmla="*/ 217 w 244"/>
                        <a:gd name="T11" fmla="*/ 0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4" h="54">
                          <a:moveTo>
                            <a:pt x="217" y="0"/>
                          </a:move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54"/>
                            <a:pt x="0" y="54"/>
                            <a:pt x="0" y="54"/>
                          </a:cubicBezTo>
                          <a:cubicBezTo>
                            <a:pt x="217" y="54"/>
                            <a:pt x="217" y="54"/>
                            <a:pt x="217" y="54"/>
                          </a:cubicBezTo>
                          <a:cubicBezTo>
                            <a:pt x="230" y="54"/>
                            <a:pt x="244" y="47"/>
                            <a:pt x="244" y="27"/>
                          </a:cubicBezTo>
                          <a:cubicBezTo>
                            <a:pt x="244" y="13"/>
                            <a:pt x="230" y="0"/>
                            <a:pt x="217" y="0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995" name="Freeform 98">
                      <a:extLst>
                        <a:ext uri="{FF2B5EF4-FFF2-40B4-BE49-F238E27FC236}">
                          <a16:creationId xmlns:a16="http://schemas.microsoft.com/office/drawing/2014/main" id="{0985F62D-A6CF-E263-C897-D35167C6FB1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085300" y="2851150"/>
                      <a:ext cx="131763" cy="30163"/>
                    </a:xfrm>
                    <a:custGeom>
                      <a:avLst/>
                      <a:gdLst>
                        <a:gd name="T0" fmla="*/ 217 w 244"/>
                        <a:gd name="T1" fmla="*/ 0 h 54"/>
                        <a:gd name="T2" fmla="*/ 0 w 244"/>
                        <a:gd name="T3" fmla="*/ 0 h 54"/>
                        <a:gd name="T4" fmla="*/ 0 w 244"/>
                        <a:gd name="T5" fmla="*/ 54 h 54"/>
                        <a:gd name="T6" fmla="*/ 217 w 244"/>
                        <a:gd name="T7" fmla="*/ 54 h 54"/>
                        <a:gd name="T8" fmla="*/ 244 w 244"/>
                        <a:gd name="T9" fmla="*/ 27 h 54"/>
                        <a:gd name="T10" fmla="*/ 217 w 244"/>
                        <a:gd name="T11" fmla="*/ 0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4" h="54">
                          <a:moveTo>
                            <a:pt x="217" y="0"/>
                          </a:move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54"/>
                            <a:pt x="0" y="54"/>
                            <a:pt x="0" y="54"/>
                          </a:cubicBezTo>
                          <a:cubicBezTo>
                            <a:pt x="217" y="54"/>
                            <a:pt x="217" y="54"/>
                            <a:pt x="217" y="54"/>
                          </a:cubicBezTo>
                          <a:cubicBezTo>
                            <a:pt x="230" y="54"/>
                            <a:pt x="244" y="41"/>
                            <a:pt x="244" y="27"/>
                          </a:cubicBezTo>
                          <a:cubicBezTo>
                            <a:pt x="244" y="14"/>
                            <a:pt x="230" y="0"/>
                            <a:pt x="217" y="0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996" name="Freeform 99">
                      <a:extLst>
                        <a:ext uri="{FF2B5EF4-FFF2-40B4-BE49-F238E27FC236}">
                          <a16:creationId xmlns:a16="http://schemas.microsoft.com/office/drawing/2014/main" id="{F29C5C7C-A328-131B-DEC8-423B8BEF1A3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085300" y="2965450"/>
                      <a:ext cx="131763" cy="28575"/>
                    </a:xfrm>
                    <a:custGeom>
                      <a:avLst/>
                      <a:gdLst>
                        <a:gd name="T0" fmla="*/ 217 w 244"/>
                        <a:gd name="T1" fmla="*/ 0 h 54"/>
                        <a:gd name="T2" fmla="*/ 0 w 244"/>
                        <a:gd name="T3" fmla="*/ 0 h 54"/>
                        <a:gd name="T4" fmla="*/ 0 w 244"/>
                        <a:gd name="T5" fmla="*/ 54 h 54"/>
                        <a:gd name="T6" fmla="*/ 217 w 244"/>
                        <a:gd name="T7" fmla="*/ 54 h 54"/>
                        <a:gd name="T8" fmla="*/ 244 w 244"/>
                        <a:gd name="T9" fmla="*/ 27 h 54"/>
                        <a:gd name="T10" fmla="*/ 217 w 244"/>
                        <a:gd name="T11" fmla="*/ 0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4" h="54">
                          <a:moveTo>
                            <a:pt x="217" y="0"/>
                          </a:move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54"/>
                            <a:pt x="0" y="54"/>
                            <a:pt x="0" y="54"/>
                          </a:cubicBezTo>
                          <a:cubicBezTo>
                            <a:pt x="217" y="54"/>
                            <a:pt x="217" y="54"/>
                            <a:pt x="217" y="54"/>
                          </a:cubicBezTo>
                          <a:cubicBezTo>
                            <a:pt x="230" y="54"/>
                            <a:pt x="244" y="47"/>
                            <a:pt x="244" y="27"/>
                          </a:cubicBezTo>
                          <a:cubicBezTo>
                            <a:pt x="244" y="13"/>
                            <a:pt x="230" y="0"/>
                            <a:pt x="217" y="0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997" name="Freeform 100">
                      <a:extLst>
                        <a:ext uri="{FF2B5EF4-FFF2-40B4-BE49-F238E27FC236}">
                          <a16:creationId xmlns:a16="http://schemas.microsoft.com/office/drawing/2014/main" id="{EE21AD4D-9EAA-569C-E22A-85DF195F0DC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240750" y="2620963"/>
                      <a:ext cx="131763" cy="30163"/>
                    </a:xfrm>
                    <a:custGeom>
                      <a:avLst/>
                      <a:gdLst>
                        <a:gd name="T0" fmla="*/ 0 w 243"/>
                        <a:gd name="T1" fmla="*/ 28 h 55"/>
                        <a:gd name="T2" fmla="*/ 27 w 243"/>
                        <a:gd name="T3" fmla="*/ 55 h 55"/>
                        <a:gd name="T4" fmla="*/ 243 w 243"/>
                        <a:gd name="T5" fmla="*/ 55 h 55"/>
                        <a:gd name="T6" fmla="*/ 243 w 243"/>
                        <a:gd name="T7" fmla="*/ 0 h 55"/>
                        <a:gd name="T8" fmla="*/ 27 w 243"/>
                        <a:gd name="T9" fmla="*/ 0 h 55"/>
                        <a:gd name="T10" fmla="*/ 0 w 243"/>
                        <a:gd name="T11" fmla="*/ 28 h 5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3" h="55">
                          <a:moveTo>
                            <a:pt x="0" y="28"/>
                          </a:moveTo>
                          <a:cubicBezTo>
                            <a:pt x="0" y="41"/>
                            <a:pt x="14" y="55"/>
                            <a:pt x="27" y="55"/>
                          </a:cubicBezTo>
                          <a:cubicBezTo>
                            <a:pt x="243" y="55"/>
                            <a:pt x="243" y="55"/>
                            <a:pt x="243" y="55"/>
                          </a:cubicBezTo>
                          <a:cubicBezTo>
                            <a:pt x="243" y="0"/>
                            <a:pt x="243" y="0"/>
                            <a:pt x="243" y="0"/>
                          </a:cubicBezTo>
                          <a:cubicBezTo>
                            <a:pt x="27" y="0"/>
                            <a:pt x="27" y="0"/>
                            <a:pt x="27" y="0"/>
                          </a:cubicBezTo>
                          <a:cubicBezTo>
                            <a:pt x="14" y="0"/>
                            <a:pt x="0" y="14"/>
                            <a:pt x="0" y="28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998" name="Freeform 101">
                      <a:extLst>
                        <a:ext uri="{FF2B5EF4-FFF2-40B4-BE49-F238E27FC236}">
                          <a16:creationId xmlns:a16="http://schemas.microsoft.com/office/drawing/2014/main" id="{DBC9F245-BE1D-C72F-7069-53EB925A5E3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240750" y="2733675"/>
                      <a:ext cx="131763" cy="30163"/>
                    </a:xfrm>
                    <a:custGeom>
                      <a:avLst/>
                      <a:gdLst>
                        <a:gd name="T0" fmla="*/ 0 w 243"/>
                        <a:gd name="T1" fmla="*/ 27 h 54"/>
                        <a:gd name="T2" fmla="*/ 27 w 243"/>
                        <a:gd name="T3" fmla="*/ 54 h 54"/>
                        <a:gd name="T4" fmla="*/ 243 w 243"/>
                        <a:gd name="T5" fmla="*/ 54 h 54"/>
                        <a:gd name="T6" fmla="*/ 243 w 243"/>
                        <a:gd name="T7" fmla="*/ 0 h 54"/>
                        <a:gd name="T8" fmla="*/ 27 w 243"/>
                        <a:gd name="T9" fmla="*/ 0 h 54"/>
                        <a:gd name="T10" fmla="*/ 0 w 243"/>
                        <a:gd name="T11" fmla="*/ 27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3" h="54">
                          <a:moveTo>
                            <a:pt x="0" y="27"/>
                          </a:moveTo>
                          <a:cubicBezTo>
                            <a:pt x="0" y="47"/>
                            <a:pt x="14" y="54"/>
                            <a:pt x="27" y="54"/>
                          </a:cubicBezTo>
                          <a:cubicBezTo>
                            <a:pt x="243" y="54"/>
                            <a:pt x="243" y="54"/>
                            <a:pt x="243" y="54"/>
                          </a:cubicBezTo>
                          <a:cubicBezTo>
                            <a:pt x="243" y="0"/>
                            <a:pt x="243" y="0"/>
                            <a:pt x="243" y="0"/>
                          </a:cubicBezTo>
                          <a:cubicBezTo>
                            <a:pt x="27" y="0"/>
                            <a:pt x="27" y="0"/>
                            <a:pt x="27" y="0"/>
                          </a:cubicBezTo>
                          <a:cubicBezTo>
                            <a:pt x="14" y="0"/>
                            <a:pt x="0" y="13"/>
                            <a:pt x="0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999" name="Freeform 102">
                      <a:extLst>
                        <a:ext uri="{FF2B5EF4-FFF2-40B4-BE49-F238E27FC236}">
                          <a16:creationId xmlns:a16="http://schemas.microsoft.com/office/drawing/2014/main" id="{A02DC58E-9CF8-E8AF-FD0F-FC36F32A23D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240750" y="2851150"/>
                      <a:ext cx="131763" cy="30163"/>
                    </a:xfrm>
                    <a:custGeom>
                      <a:avLst/>
                      <a:gdLst>
                        <a:gd name="T0" fmla="*/ 0 w 243"/>
                        <a:gd name="T1" fmla="*/ 27 h 54"/>
                        <a:gd name="T2" fmla="*/ 27 w 243"/>
                        <a:gd name="T3" fmla="*/ 54 h 54"/>
                        <a:gd name="T4" fmla="*/ 243 w 243"/>
                        <a:gd name="T5" fmla="*/ 54 h 54"/>
                        <a:gd name="T6" fmla="*/ 243 w 243"/>
                        <a:gd name="T7" fmla="*/ 0 h 54"/>
                        <a:gd name="T8" fmla="*/ 27 w 243"/>
                        <a:gd name="T9" fmla="*/ 0 h 54"/>
                        <a:gd name="T10" fmla="*/ 0 w 243"/>
                        <a:gd name="T11" fmla="*/ 27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3" h="54">
                          <a:moveTo>
                            <a:pt x="0" y="27"/>
                          </a:moveTo>
                          <a:cubicBezTo>
                            <a:pt x="0" y="41"/>
                            <a:pt x="14" y="54"/>
                            <a:pt x="27" y="54"/>
                          </a:cubicBezTo>
                          <a:cubicBezTo>
                            <a:pt x="243" y="54"/>
                            <a:pt x="243" y="54"/>
                            <a:pt x="243" y="54"/>
                          </a:cubicBezTo>
                          <a:cubicBezTo>
                            <a:pt x="243" y="0"/>
                            <a:pt x="243" y="0"/>
                            <a:pt x="243" y="0"/>
                          </a:cubicBezTo>
                          <a:cubicBezTo>
                            <a:pt x="27" y="0"/>
                            <a:pt x="27" y="0"/>
                            <a:pt x="27" y="0"/>
                          </a:cubicBezTo>
                          <a:cubicBezTo>
                            <a:pt x="14" y="0"/>
                            <a:pt x="0" y="14"/>
                            <a:pt x="0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000" name="Freeform 103">
                      <a:extLst>
                        <a:ext uri="{FF2B5EF4-FFF2-40B4-BE49-F238E27FC236}">
                          <a16:creationId xmlns:a16="http://schemas.microsoft.com/office/drawing/2014/main" id="{EFD6802C-BAB8-4D4D-3B64-86141CDC540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240750" y="2965450"/>
                      <a:ext cx="131763" cy="28575"/>
                    </a:xfrm>
                    <a:custGeom>
                      <a:avLst/>
                      <a:gdLst>
                        <a:gd name="T0" fmla="*/ 0 w 243"/>
                        <a:gd name="T1" fmla="*/ 27 h 54"/>
                        <a:gd name="T2" fmla="*/ 27 w 243"/>
                        <a:gd name="T3" fmla="*/ 54 h 54"/>
                        <a:gd name="T4" fmla="*/ 243 w 243"/>
                        <a:gd name="T5" fmla="*/ 54 h 54"/>
                        <a:gd name="T6" fmla="*/ 243 w 243"/>
                        <a:gd name="T7" fmla="*/ 0 h 54"/>
                        <a:gd name="T8" fmla="*/ 27 w 243"/>
                        <a:gd name="T9" fmla="*/ 0 h 54"/>
                        <a:gd name="T10" fmla="*/ 0 w 243"/>
                        <a:gd name="T11" fmla="*/ 27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3" h="54">
                          <a:moveTo>
                            <a:pt x="0" y="27"/>
                          </a:moveTo>
                          <a:cubicBezTo>
                            <a:pt x="0" y="47"/>
                            <a:pt x="14" y="54"/>
                            <a:pt x="27" y="54"/>
                          </a:cubicBezTo>
                          <a:cubicBezTo>
                            <a:pt x="243" y="54"/>
                            <a:pt x="243" y="54"/>
                            <a:pt x="243" y="54"/>
                          </a:cubicBezTo>
                          <a:cubicBezTo>
                            <a:pt x="243" y="0"/>
                            <a:pt x="243" y="0"/>
                            <a:pt x="243" y="0"/>
                          </a:cubicBezTo>
                          <a:cubicBezTo>
                            <a:pt x="27" y="0"/>
                            <a:pt x="27" y="0"/>
                            <a:pt x="27" y="0"/>
                          </a:cubicBezTo>
                          <a:cubicBezTo>
                            <a:pt x="14" y="0"/>
                            <a:pt x="0" y="13"/>
                            <a:pt x="0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001" name="Freeform 104">
                      <a:extLst>
                        <a:ext uri="{FF2B5EF4-FFF2-40B4-BE49-F238E27FC236}">
                          <a16:creationId xmlns:a16="http://schemas.microsoft.com/office/drawing/2014/main" id="{D4E74B52-C0C6-8929-DE06-F71483C8F77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540788" y="2320925"/>
                      <a:ext cx="28575" cy="128588"/>
                    </a:xfrm>
                    <a:custGeom>
                      <a:avLst/>
                      <a:gdLst>
                        <a:gd name="T0" fmla="*/ 54 w 54"/>
                        <a:gd name="T1" fmla="*/ 27 h 237"/>
                        <a:gd name="T2" fmla="*/ 27 w 54"/>
                        <a:gd name="T3" fmla="*/ 0 h 237"/>
                        <a:gd name="T4" fmla="*/ 0 w 54"/>
                        <a:gd name="T5" fmla="*/ 27 h 237"/>
                        <a:gd name="T6" fmla="*/ 0 w 54"/>
                        <a:gd name="T7" fmla="*/ 237 h 237"/>
                        <a:gd name="T8" fmla="*/ 54 w 54"/>
                        <a:gd name="T9" fmla="*/ 237 h 237"/>
                        <a:gd name="T10" fmla="*/ 54 w 54"/>
                        <a:gd name="T11" fmla="*/ 27 h 237"/>
                        <a:gd name="T12" fmla="*/ 54 w 54"/>
                        <a:gd name="T13" fmla="*/ 27 h 2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7">
                          <a:moveTo>
                            <a:pt x="54" y="27"/>
                          </a:moveTo>
                          <a:cubicBezTo>
                            <a:pt x="54" y="14"/>
                            <a:pt x="40" y="0"/>
                            <a:pt x="27" y="0"/>
                          </a:cubicBezTo>
                          <a:cubicBezTo>
                            <a:pt x="13" y="0"/>
                            <a:pt x="0" y="14"/>
                            <a:pt x="0" y="27"/>
                          </a:cubicBezTo>
                          <a:cubicBezTo>
                            <a:pt x="0" y="237"/>
                            <a:pt x="0" y="237"/>
                            <a:pt x="0" y="237"/>
                          </a:cubicBezTo>
                          <a:cubicBezTo>
                            <a:pt x="54" y="237"/>
                            <a:pt x="54" y="237"/>
                            <a:pt x="54" y="23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002" name="Freeform 105">
                      <a:extLst>
                        <a:ext uri="{FF2B5EF4-FFF2-40B4-BE49-F238E27FC236}">
                          <a16:creationId xmlns:a16="http://schemas.microsoft.com/office/drawing/2014/main" id="{F328318C-C8A1-386D-6CF3-A4645E9435C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658263" y="2320925"/>
                      <a:ext cx="28575" cy="128588"/>
                    </a:xfrm>
                    <a:custGeom>
                      <a:avLst/>
                      <a:gdLst>
                        <a:gd name="T0" fmla="*/ 54 w 54"/>
                        <a:gd name="T1" fmla="*/ 27 h 237"/>
                        <a:gd name="T2" fmla="*/ 27 w 54"/>
                        <a:gd name="T3" fmla="*/ 0 h 237"/>
                        <a:gd name="T4" fmla="*/ 0 w 54"/>
                        <a:gd name="T5" fmla="*/ 27 h 237"/>
                        <a:gd name="T6" fmla="*/ 0 w 54"/>
                        <a:gd name="T7" fmla="*/ 237 h 237"/>
                        <a:gd name="T8" fmla="*/ 54 w 54"/>
                        <a:gd name="T9" fmla="*/ 237 h 237"/>
                        <a:gd name="T10" fmla="*/ 54 w 54"/>
                        <a:gd name="T11" fmla="*/ 27 h 237"/>
                        <a:gd name="T12" fmla="*/ 54 w 54"/>
                        <a:gd name="T13" fmla="*/ 27 h 2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7">
                          <a:moveTo>
                            <a:pt x="54" y="27"/>
                          </a:moveTo>
                          <a:cubicBezTo>
                            <a:pt x="54" y="14"/>
                            <a:pt x="40" y="0"/>
                            <a:pt x="27" y="0"/>
                          </a:cubicBezTo>
                          <a:cubicBezTo>
                            <a:pt x="13" y="0"/>
                            <a:pt x="0" y="14"/>
                            <a:pt x="0" y="27"/>
                          </a:cubicBezTo>
                          <a:cubicBezTo>
                            <a:pt x="0" y="237"/>
                            <a:pt x="0" y="237"/>
                            <a:pt x="0" y="237"/>
                          </a:cubicBezTo>
                          <a:cubicBezTo>
                            <a:pt x="54" y="237"/>
                            <a:pt x="54" y="237"/>
                            <a:pt x="54" y="23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003" name="Freeform 106">
                      <a:extLst>
                        <a:ext uri="{FF2B5EF4-FFF2-40B4-BE49-F238E27FC236}">
                          <a16:creationId xmlns:a16="http://schemas.microsoft.com/office/drawing/2014/main" id="{485BC1F4-CEA0-ADD1-9999-BCB136FC524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770975" y="2320925"/>
                      <a:ext cx="30163" cy="128588"/>
                    </a:xfrm>
                    <a:custGeom>
                      <a:avLst/>
                      <a:gdLst>
                        <a:gd name="T0" fmla="*/ 54 w 54"/>
                        <a:gd name="T1" fmla="*/ 27 h 237"/>
                        <a:gd name="T2" fmla="*/ 27 w 54"/>
                        <a:gd name="T3" fmla="*/ 0 h 237"/>
                        <a:gd name="T4" fmla="*/ 0 w 54"/>
                        <a:gd name="T5" fmla="*/ 27 h 237"/>
                        <a:gd name="T6" fmla="*/ 0 w 54"/>
                        <a:gd name="T7" fmla="*/ 237 h 237"/>
                        <a:gd name="T8" fmla="*/ 54 w 54"/>
                        <a:gd name="T9" fmla="*/ 237 h 237"/>
                        <a:gd name="T10" fmla="*/ 54 w 54"/>
                        <a:gd name="T11" fmla="*/ 27 h 237"/>
                        <a:gd name="T12" fmla="*/ 54 w 54"/>
                        <a:gd name="T13" fmla="*/ 27 h 2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7">
                          <a:moveTo>
                            <a:pt x="54" y="27"/>
                          </a:moveTo>
                          <a:cubicBezTo>
                            <a:pt x="54" y="14"/>
                            <a:pt x="40" y="0"/>
                            <a:pt x="27" y="0"/>
                          </a:cubicBezTo>
                          <a:cubicBezTo>
                            <a:pt x="13" y="0"/>
                            <a:pt x="0" y="14"/>
                            <a:pt x="0" y="27"/>
                          </a:cubicBezTo>
                          <a:cubicBezTo>
                            <a:pt x="0" y="237"/>
                            <a:pt x="0" y="237"/>
                            <a:pt x="0" y="237"/>
                          </a:cubicBezTo>
                          <a:cubicBezTo>
                            <a:pt x="54" y="237"/>
                            <a:pt x="54" y="237"/>
                            <a:pt x="54" y="23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004" name="Freeform 107">
                      <a:extLst>
                        <a:ext uri="{FF2B5EF4-FFF2-40B4-BE49-F238E27FC236}">
                          <a16:creationId xmlns:a16="http://schemas.microsoft.com/office/drawing/2014/main" id="{D80DED2C-C8AF-1A59-0A04-1647939FBDA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886863" y="2320925"/>
                      <a:ext cx="30163" cy="128588"/>
                    </a:xfrm>
                    <a:custGeom>
                      <a:avLst/>
                      <a:gdLst>
                        <a:gd name="T0" fmla="*/ 54 w 54"/>
                        <a:gd name="T1" fmla="*/ 27 h 237"/>
                        <a:gd name="T2" fmla="*/ 27 w 54"/>
                        <a:gd name="T3" fmla="*/ 0 h 237"/>
                        <a:gd name="T4" fmla="*/ 0 w 54"/>
                        <a:gd name="T5" fmla="*/ 27 h 237"/>
                        <a:gd name="T6" fmla="*/ 0 w 54"/>
                        <a:gd name="T7" fmla="*/ 237 h 237"/>
                        <a:gd name="T8" fmla="*/ 54 w 54"/>
                        <a:gd name="T9" fmla="*/ 237 h 237"/>
                        <a:gd name="T10" fmla="*/ 54 w 54"/>
                        <a:gd name="T11" fmla="*/ 27 h 237"/>
                        <a:gd name="T12" fmla="*/ 54 w 54"/>
                        <a:gd name="T13" fmla="*/ 27 h 2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7">
                          <a:moveTo>
                            <a:pt x="54" y="27"/>
                          </a:moveTo>
                          <a:cubicBezTo>
                            <a:pt x="54" y="14"/>
                            <a:pt x="40" y="0"/>
                            <a:pt x="27" y="0"/>
                          </a:cubicBezTo>
                          <a:cubicBezTo>
                            <a:pt x="13" y="0"/>
                            <a:pt x="0" y="14"/>
                            <a:pt x="0" y="27"/>
                          </a:cubicBezTo>
                          <a:cubicBezTo>
                            <a:pt x="0" y="237"/>
                            <a:pt x="0" y="237"/>
                            <a:pt x="0" y="237"/>
                          </a:cubicBezTo>
                          <a:cubicBezTo>
                            <a:pt x="54" y="237"/>
                            <a:pt x="54" y="237"/>
                            <a:pt x="54" y="23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005" name="Freeform 108">
                      <a:extLst>
                        <a:ext uri="{FF2B5EF4-FFF2-40B4-BE49-F238E27FC236}">
                          <a16:creationId xmlns:a16="http://schemas.microsoft.com/office/drawing/2014/main" id="{17F74F57-4D22-6AA4-357E-D9571A4C804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540788" y="3165475"/>
                      <a:ext cx="28575" cy="128588"/>
                    </a:xfrm>
                    <a:custGeom>
                      <a:avLst/>
                      <a:gdLst>
                        <a:gd name="T0" fmla="*/ 0 w 54"/>
                        <a:gd name="T1" fmla="*/ 211 h 238"/>
                        <a:gd name="T2" fmla="*/ 27 w 54"/>
                        <a:gd name="T3" fmla="*/ 238 h 238"/>
                        <a:gd name="T4" fmla="*/ 54 w 54"/>
                        <a:gd name="T5" fmla="*/ 211 h 238"/>
                        <a:gd name="T6" fmla="*/ 54 w 54"/>
                        <a:gd name="T7" fmla="*/ 0 h 238"/>
                        <a:gd name="T8" fmla="*/ 0 w 54"/>
                        <a:gd name="T9" fmla="*/ 0 h 238"/>
                        <a:gd name="T10" fmla="*/ 0 w 54"/>
                        <a:gd name="T11" fmla="*/ 211 h 238"/>
                        <a:gd name="T12" fmla="*/ 0 w 54"/>
                        <a:gd name="T13" fmla="*/ 211 h 2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8">
                          <a:moveTo>
                            <a:pt x="0" y="211"/>
                          </a:moveTo>
                          <a:cubicBezTo>
                            <a:pt x="0" y="231"/>
                            <a:pt x="13" y="238"/>
                            <a:pt x="27" y="238"/>
                          </a:cubicBezTo>
                          <a:cubicBezTo>
                            <a:pt x="40" y="238"/>
                            <a:pt x="54" y="231"/>
                            <a:pt x="54" y="211"/>
                          </a:cubicBezTo>
                          <a:cubicBezTo>
                            <a:pt x="54" y="0"/>
                            <a:pt x="54" y="0"/>
                            <a:pt x="54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006" name="Freeform 109">
                      <a:extLst>
                        <a:ext uri="{FF2B5EF4-FFF2-40B4-BE49-F238E27FC236}">
                          <a16:creationId xmlns:a16="http://schemas.microsoft.com/office/drawing/2014/main" id="{AA43732C-F1CE-CE8F-4B40-4E4F7C7A406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658263" y="3165475"/>
                      <a:ext cx="28575" cy="128588"/>
                    </a:xfrm>
                    <a:custGeom>
                      <a:avLst/>
                      <a:gdLst>
                        <a:gd name="T0" fmla="*/ 0 w 54"/>
                        <a:gd name="T1" fmla="*/ 211 h 238"/>
                        <a:gd name="T2" fmla="*/ 27 w 54"/>
                        <a:gd name="T3" fmla="*/ 238 h 238"/>
                        <a:gd name="T4" fmla="*/ 54 w 54"/>
                        <a:gd name="T5" fmla="*/ 211 h 238"/>
                        <a:gd name="T6" fmla="*/ 54 w 54"/>
                        <a:gd name="T7" fmla="*/ 0 h 238"/>
                        <a:gd name="T8" fmla="*/ 0 w 54"/>
                        <a:gd name="T9" fmla="*/ 0 h 238"/>
                        <a:gd name="T10" fmla="*/ 0 w 54"/>
                        <a:gd name="T11" fmla="*/ 211 h 238"/>
                        <a:gd name="T12" fmla="*/ 0 w 54"/>
                        <a:gd name="T13" fmla="*/ 211 h 2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8">
                          <a:moveTo>
                            <a:pt x="0" y="211"/>
                          </a:moveTo>
                          <a:cubicBezTo>
                            <a:pt x="0" y="231"/>
                            <a:pt x="13" y="238"/>
                            <a:pt x="27" y="238"/>
                          </a:cubicBezTo>
                          <a:cubicBezTo>
                            <a:pt x="40" y="238"/>
                            <a:pt x="54" y="231"/>
                            <a:pt x="54" y="211"/>
                          </a:cubicBezTo>
                          <a:cubicBezTo>
                            <a:pt x="54" y="0"/>
                            <a:pt x="54" y="0"/>
                            <a:pt x="54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007" name="Freeform 110">
                      <a:extLst>
                        <a:ext uri="{FF2B5EF4-FFF2-40B4-BE49-F238E27FC236}">
                          <a16:creationId xmlns:a16="http://schemas.microsoft.com/office/drawing/2014/main" id="{9F2D7188-A9EB-88A4-37E4-149A7D6CF33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770975" y="3165475"/>
                      <a:ext cx="30163" cy="128588"/>
                    </a:xfrm>
                    <a:custGeom>
                      <a:avLst/>
                      <a:gdLst>
                        <a:gd name="T0" fmla="*/ 0 w 54"/>
                        <a:gd name="T1" fmla="*/ 211 h 238"/>
                        <a:gd name="T2" fmla="*/ 27 w 54"/>
                        <a:gd name="T3" fmla="*/ 238 h 238"/>
                        <a:gd name="T4" fmla="*/ 54 w 54"/>
                        <a:gd name="T5" fmla="*/ 211 h 238"/>
                        <a:gd name="T6" fmla="*/ 54 w 54"/>
                        <a:gd name="T7" fmla="*/ 0 h 238"/>
                        <a:gd name="T8" fmla="*/ 0 w 54"/>
                        <a:gd name="T9" fmla="*/ 0 h 238"/>
                        <a:gd name="T10" fmla="*/ 0 w 54"/>
                        <a:gd name="T11" fmla="*/ 211 h 238"/>
                        <a:gd name="T12" fmla="*/ 0 w 54"/>
                        <a:gd name="T13" fmla="*/ 211 h 2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8">
                          <a:moveTo>
                            <a:pt x="0" y="211"/>
                          </a:moveTo>
                          <a:cubicBezTo>
                            <a:pt x="0" y="231"/>
                            <a:pt x="13" y="238"/>
                            <a:pt x="27" y="238"/>
                          </a:cubicBezTo>
                          <a:cubicBezTo>
                            <a:pt x="40" y="238"/>
                            <a:pt x="54" y="231"/>
                            <a:pt x="54" y="211"/>
                          </a:cubicBezTo>
                          <a:cubicBezTo>
                            <a:pt x="54" y="0"/>
                            <a:pt x="54" y="0"/>
                            <a:pt x="54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008" name="Freeform 111">
                      <a:extLst>
                        <a:ext uri="{FF2B5EF4-FFF2-40B4-BE49-F238E27FC236}">
                          <a16:creationId xmlns:a16="http://schemas.microsoft.com/office/drawing/2014/main" id="{185A6478-8E33-2A5A-00FC-F4443C4C78F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886863" y="3165475"/>
                      <a:ext cx="30163" cy="128588"/>
                    </a:xfrm>
                    <a:custGeom>
                      <a:avLst/>
                      <a:gdLst>
                        <a:gd name="T0" fmla="*/ 0 w 54"/>
                        <a:gd name="T1" fmla="*/ 211 h 238"/>
                        <a:gd name="T2" fmla="*/ 27 w 54"/>
                        <a:gd name="T3" fmla="*/ 238 h 238"/>
                        <a:gd name="T4" fmla="*/ 54 w 54"/>
                        <a:gd name="T5" fmla="*/ 211 h 238"/>
                        <a:gd name="T6" fmla="*/ 54 w 54"/>
                        <a:gd name="T7" fmla="*/ 0 h 238"/>
                        <a:gd name="T8" fmla="*/ 0 w 54"/>
                        <a:gd name="T9" fmla="*/ 0 h 238"/>
                        <a:gd name="T10" fmla="*/ 0 w 54"/>
                        <a:gd name="T11" fmla="*/ 211 h 238"/>
                        <a:gd name="T12" fmla="*/ 0 w 54"/>
                        <a:gd name="T13" fmla="*/ 211 h 2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8">
                          <a:moveTo>
                            <a:pt x="0" y="211"/>
                          </a:moveTo>
                          <a:cubicBezTo>
                            <a:pt x="0" y="231"/>
                            <a:pt x="13" y="238"/>
                            <a:pt x="27" y="238"/>
                          </a:cubicBezTo>
                          <a:cubicBezTo>
                            <a:pt x="40" y="238"/>
                            <a:pt x="54" y="231"/>
                            <a:pt x="54" y="211"/>
                          </a:cubicBezTo>
                          <a:cubicBezTo>
                            <a:pt x="54" y="0"/>
                            <a:pt x="54" y="0"/>
                            <a:pt x="54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009" name="Freeform 112">
                      <a:extLst>
                        <a:ext uri="{FF2B5EF4-FFF2-40B4-BE49-F238E27FC236}">
                          <a16:creationId xmlns:a16="http://schemas.microsoft.com/office/drawing/2014/main" id="{E6521525-B88B-0E19-2C6B-155E16A068C4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21401088" y="2478088"/>
                      <a:ext cx="654050" cy="658813"/>
                    </a:xfrm>
                    <a:custGeom>
                      <a:avLst/>
                      <a:gdLst>
                        <a:gd name="T0" fmla="*/ 952 w 1208"/>
                        <a:gd name="T1" fmla="*/ 0 h 1215"/>
                        <a:gd name="T2" fmla="*/ 736 w 1208"/>
                        <a:gd name="T3" fmla="*/ 0 h 1215"/>
                        <a:gd name="T4" fmla="*/ 526 w 1208"/>
                        <a:gd name="T5" fmla="*/ 0 h 1215"/>
                        <a:gd name="T6" fmla="*/ 310 w 1208"/>
                        <a:gd name="T7" fmla="*/ 0 h 1215"/>
                        <a:gd name="T8" fmla="*/ 128 w 1208"/>
                        <a:gd name="T9" fmla="*/ 0 h 1215"/>
                        <a:gd name="T10" fmla="*/ 0 w 1208"/>
                        <a:gd name="T11" fmla="*/ 264 h 1215"/>
                        <a:gd name="T12" fmla="*/ 0 w 1208"/>
                        <a:gd name="T13" fmla="*/ 473 h 1215"/>
                        <a:gd name="T14" fmla="*/ 0 w 1208"/>
                        <a:gd name="T15" fmla="*/ 689 h 1215"/>
                        <a:gd name="T16" fmla="*/ 0 w 1208"/>
                        <a:gd name="T17" fmla="*/ 898 h 1215"/>
                        <a:gd name="T18" fmla="*/ 0 w 1208"/>
                        <a:gd name="T19" fmla="*/ 1087 h 1215"/>
                        <a:gd name="T20" fmla="*/ 256 w 1208"/>
                        <a:gd name="T21" fmla="*/ 1215 h 1215"/>
                        <a:gd name="T22" fmla="*/ 472 w 1208"/>
                        <a:gd name="T23" fmla="*/ 1215 h 1215"/>
                        <a:gd name="T24" fmla="*/ 682 w 1208"/>
                        <a:gd name="T25" fmla="*/ 1215 h 1215"/>
                        <a:gd name="T26" fmla="*/ 898 w 1208"/>
                        <a:gd name="T27" fmla="*/ 1215 h 1215"/>
                        <a:gd name="T28" fmla="*/ 1080 w 1208"/>
                        <a:gd name="T29" fmla="*/ 1215 h 1215"/>
                        <a:gd name="T30" fmla="*/ 1208 w 1208"/>
                        <a:gd name="T31" fmla="*/ 952 h 1215"/>
                        <a:gd name="T32" fmla="*/ 1208 w 1208"/>
                        <a:gd name="T33" fmla="*/ 743 h 1215"/>
                        <a:gd name="T34" fmla="*/ 1208 w 1208"/>
                        <a:gd name="T35" fmla="*/ 527 h 1215"/>
                        <a:gd name="T36" fmla="*/ 1208 w 1208"/>
                        <a:gd name="T37" fmla="*/ 318 h 1215"/>
                        <a:gd name="T38" fmla="*/ 1208 w 1208"/>
                        <a:gd name="T39" fmla="*/ 129 h 1215"/>
                        <a:gd name="T40" fmla="*/ 1154 w 1208"/>
                        <a:gd name="T41" fmla="*/ 264 h 1215"/>
                        <a:gd name="T42" fmla="*/ 1154 w 1208"/>
                        <a:gd name="T43" fmla="*/ 473 h 1215"/>
                        <a:gd name="T44" fmla="*/ 1154 w 1208"/>
                        <a:gd name="T45" fmla="*/ 689 h 1215"/>
                        <a:gd name="T46" fmla="*/ 1154 w 1208"/>
                        <a:gd name="T47" fmla="*/ 898 h 1215"/>
                        <a:gd name="T48" fmla="*/ 1154 w 1208"/>
                        <a:gd name="T49" fmla="*/ 1087 h 1215"/>
                        <a:gd name="T50" fmla="*/ 952 w 1208"/>
                        <a:gd name="T51" fmla="*/ 1161 h 1215"/>
                        <a:gd name="T52" fmla="*/ 736 w 1208"/>
                        <a:gd name="T53" fmla="*/ 1161 h 1215"/>
                        <a:gd name="T54" fmla="*/ 526 w 1208"/>
                        <a:gd name="T55" fmla="*/ 1161 h 1215"/>
                        <a:gd name="T56" fmla="*/ 310 w 1208"/>
                        <a:gd name="T57" fmla="*/ 1161 h 1215"/>
                        <a:gd name="T58" fmla="*/ 128 w 1208"/>
                        <a:gd name="T59" fmla="*/ 1161 h 1215"/>
                        <a:gd name="T60" fmla="*/ 54 w 1208"/>
                        <a:gd name="T61" fmla="*/ 952 h 1215"/>
                        <a:gd name="T62" fmla="*/ 54 w 1208"/>
                        <a:gd name="T63" fmla="*/ 743 h 1215"/>
                        <a:gd name="T64" fmla="*/ 54 w 1208"/>
                        <a:gd name="T65" fmla="*/ 527 h 1215"/>
                        <a:gd name="T66" fmla="*/ 54 w 1208"/>
                        <a:gd name="T67" fmla="*/ 318 h 1215"/>
                        <a:gd name="T68" fmla="*/ 54 w 1208"/>
                        <a:gd name="T69" fmla="*/ 129 h 1215"/>
                        <a:gd name="T70" fmla="*/ 256 w 1208"/>
                        <a:gd name="T71" fmla="*/ 54 h 1215"/>
                        <a:gd name="T72" fmla="*/ 472 w 1208"/>
                        <a:gd name="T73" fmla="*/ 54 h 1215"/>
                        <a:gd name="T74" fmla="*/ 682 w 1208"/>
                        <a:gd name="T75" fmla="*/ 54 h 1215"/>
                        <a:gd name="T76" fmla="*/ 898 w 1208"/>
                        <a:gd name="T77" fmla="*/ 54 h 1215"/>
                        <a:gd name="T78" fmla="*/ 1080 w 1208"/>
                        <a:gd name="T79" fmla="*/ 54 h 1215"/>
                        <a:gd name="T80" fmla="*/ 1154 w 1208"/>
                        <a:gd name="T81" fmla="*/ 264 h 121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</a:cxnLst>
                      <a:rect l="0" t="0" r="r" b="b"/>
                      <a:pathLst>
                        <a:path w="1208" h="1215">
                          <a:moveTo>
                            <a:pt x="1080" y="0"/>
                          </a:moveTo>
                          <a:cubicBezTo>
                            <a:pt x="952" y="0"/>
                            <a:pt x="952" y="0"/>
                            <a:pt x="952" y="0"/>
                          </a:cubicBezTo>
                          <a:cubicBezTo>
                            <a:pt x="898" y="0"/>
                            <a:pt x="898" y="0"/>
                            <a:pt x="898" y="0"/>
                          </a:cubicBezTo>
                          <a:cubicBezTo>
                            <a:pt x="736" y="0"/>
                            <a:pt x="736" y="0"/>
                            <a:pt x="736" y="0"/>
                          </a:cubicBezTo>
                          <a:cubicBezTo>
                            <a:pt x="682" y="0"/>
                            <a:pt x="682" y="0"/>
                            <a:pt x="682" y="0"/>
                          </a:cubicBezTo>
                          <a:cubicBezTo>
                            <a:pt x="526" y="0"/>
                            <a:pt x="526" y="0"/>
                            <a:pt x="526" y="0"/>
                          </a:cubicBezTo>
                          <a:cubicBezTo>
                            <a:pt x="472" y="0"/>
                            <a:pt x="472" y="0"/>
                            <a:pt x="472" y="0"/>
                          </a:cubicBezTo>
                          <a:cubicBezTo>
                            <a:pt x="310" y="0"/>
                            <a:pt x="310" y="0"/>
                            <a:pt x="310" y="0"/>
                          </a:cubicBezTo>
                          <a:cubicBezTo>
                            <a:pt x="256" y="0"/>
                            <a:pt x="256" y="0"/>
                            <a:pt x="256" y="0"/>
                          </a:cubicBezTo>
                          <a:cubicBezTo>
                            <a:pt x="128" y="0"/>
                            <a:pt x="128" y="0"/>
                            <a:pt x="128" y="0"/>
                          </a:cubicBezTo>
                          <a:cubicBezTo>
                            <a:pt x="54" y="0"/>
                            <a:pt x="0" y="61"/>
                            <a:pt x="0" y="129"/>
                          </a:cubicBezTo>
                          <a:cubicBezTo>
                            <a:pt x="0" y="264"/>
                            <a:pt x="0" y="264"/>
                            <a:pt x="0" y="264"/>
                          </a:cubicBezTo>
                          <a:cubicBezTo>
                            <a:pt x="0" y="318"/>
                            <a:pt x="0" y="318"/>
                            <a:pt x="0" y="318"/>
                          </a:cubicBezTo>
                          <a:cubicBezTo>
                            <a:pt x="0" y="473"/>
                            <a:pt x="0" y="473"/>
                            <a:pt x="0" y="473"/>
                          </a:cubicBezTo>
                          <a:cubicBezTo>
                            <a:pt x="0" y="527"/>
                            <a:pt x="0" y="527"/>
                            <a:pt x="0" y="527"/>
                          </a:cubicBezTo>
                          <a:cubicBezTo>
                            <a:pt x="0" y="689"/>
                            <a:pt x="0" y="689"/>
                            <a:pt x="0" y="689"/>
                          </a:cubicBezTo>
                          <a:cubicBezTo>
                            <a:pt x="0" y="743"/>
                            <a:pt x="0" y="743"/>
                            <a:pt x="0" y="743"/>
                          </a:cubicBezTo>
                          <a:cubicBezTo>
                            <a:pt x="0" y="898"/>
                            <a:pt x="0" y="898"/>
                            <a:pt x="0" y="898"/>
                          </a:cubicBezTo>
                          <a:cubicBezTo>
                            <a:pt x="0" y="952"/>
                            <a:pt x="0" y="952"/>
                            <a:pt x="0" y="952"/>
                          </a:cubicBezTo>
                          <a:cubicBezTo>
                            <a:pt x="0" y="1087"/>
                            <a:pt x="0" y="1087"/>
                            <a:pt x="0" y="1087"/>
                          </a:cubicBezTo>
                          <a:cubicBezTo>
                            <a:pt x="0" y="1161"/>
                            <a:pt x="54" y="1215"/>
                            <a:pt x="128" y="1215"/>
                          </a:cubicBezTo>
                          <a:cubicBezTo>
                            <a:pt x="256" y="1215"/>
                            <a:pt x="256" y="1215"/>
                            <a:pt x="256" y="1215"/>
                          </a:cubicBezTo>
                          <a:cubicBezTo>
                            <a:pt x="310" y="1215"/>
                            <a:pt x="310" y="1215"/>
                            <a:pt x="310" y="1215"/>
                          </a:cubicBezTo>
                          <a:cubicBezTo>
                            <a:pt x="472" y="1215"/>
                            <a:pt x="472" y="1215"/>
                            <a:pt x="472" y="1215"/>
                          </a:cubicBezTo>
                          <a:cubicBezTo>
                            <a:pt x="526" y="1215"/>
                            <a:pt x="526" y="1215"/>
                            <a:pt x="526" y="1215"/>
                          </a:cubicBezTo>
                          <a:cubicBezTo>
                            <a:pt x="682" y="1215"/>
                            <a:pt x="682" y="1215"/>
                            <a:pt x="682" y="1215"/>
                          </a:cubicBezTo>
                          <a:cubicBezTo>
                            <a:pt x="736" y="1215"/>
                            <a:pt x="736" y="1215"/>
                            <a:pt x="736" y="1215"/>
                          </a:cubicBezTo>
                          <a:cubicBezTo>
                            <a:pt x="898" y="1215"/>
                            <a:pt x="898" y="1215"/>
                            <a:pt x="898" y="1215"/>
                          </a:cubicBezTo>
                          <a:cubicBezTo>
                            <a:pt x="952" y="1215"/>
                            <a:pt x="952" y="1215"/>
                            <a:pt x="952" y="1215"/>
                          </a:cubicBezTo>
                          <a:cubicBezTo>
                            <a:pt x="1080" y="1215"/>
                            <a:pt x="1080" y="1215"/>
                            <a:pt x="1080" y="1215"/>
                          </a:cubicBezTo>
                          <a:cubicBezTo>
                            <a:pt x="1154" y="1215"/>
                            <a:pt x="1208" y="1161"/>
                            <a:pt x="1208" y="1087"/>
                          </a:cubicBezTo>
                          <a:cubicBezTo>
                            <a:pt x="1208" y="952"/>
                            <a:pt x="1208" y="952"/>
                            <a:pt x="1208" y="952"/>
                          </a:cubicBezTo>
                          <a:cubicBezTo>
                            <a:pt x="1208" y="898"/>
                            <a:pt x="1208" y="898"/>
                            <a:pt x="1208" y="898"/>
                          </a:cubicBezTo>
                          <a:cubicBezTo>
                            <a:pt x="1208" y="743"/>
                            <a:pt x="1208" y="743"/>
                            <a:pt x="1208" y="743"/>
                          </a:cubicBezTo>
                          <a:cubicBezTo>
                            <a:pt x="1208" y="689"/>
                            <a:pt x="1208" y="689"/>
                            <a:pt x="1208" y="689"/>
                          </a:cubicBezTo>
                          <a:cubicBezTo>
                            <a:pt x="1208" y="527"/>
                            <a:pt x="1208" y="527"/>
                            <a:pt x="1208" y="527"/>
                          </a:cubicBezTo>
                          <a:cubicBezTo>
                            <a:pt x="1208" y="473"/>
                            <a:pt x="1208" y="473"/>
                            <a:pt x="1208" y="473"/>
                          </a:cubicBezTo>
                          <a:cubicBezTo>
                            <a:pt x="1208" y="318"/>
                            <a:pt x="1208" y="318"/>
                            <a:pt x="1208" y="318"/>
                          </a:cubicBezTo>
                          <a:cubicBezTo>
                            <a:pt x="1208" y="264"/>
                            <a:pt x="1208" y="264"/>
                            <a:pt x="1208" y="264"/>
                          </a:cubicBezTo>
                          <a:cubicBezTo>
                            <a:pt x="1208" y="129"/>
                            <a:pt x="1208" y="129"/>
                            <a:pt x="1208" y="129"/>
                          </a:cubicBezTo>
                          <a:cubicBezTo>
                            <a:pt x="1208" y="61"/>
                            <a:pt x="1154" y="0"/>
                            <a:pt x="1080" y="0"/>
                          </a:cubicBezTo>
                          <a:close/>
                          <a:moveTo>
                            <a:pt x="1154" y="264"/>
                          </a:moveTo>
                          <a:cubicBezTo>
                            <a:pt x="1154" y="318"/>
                            <a:pt x="1154" y="318"/>
                            <a:pt x="1154" y="318"/>
                          </a:cubicBezTo>
                          <a:cubicBezTo>
                            <a:pt x="1154" y="473"/>
                            <a:pt x="1154" y="473"/>
                            <a:pt x="1154" y="473"/>
                          </a:cubicBezTo>
                          <a:cubicBezTo>
                            <a:pt x="1154" y="527"/>
                            <a:pt x="1154" y="527"/>
                            <a:pt x="1154" y="527"/>
                          </a:cubicBezTo>
                          <a:cubicBezTo>
                            <a:pt x="1154" y="689"/>
                            <a:pt x="1154" y="689"/>
                            <a:pt x="1154" y="689"/>
                          </a:cubicBezTo>
                          <a:cubicBezTo>
                            <a:pt x="1154" y="743"/>
                            <a:pt x="1154" y="743"/>
                            <a:pt x="1154" y="743"/>
                          </a:cubicBezTo>
                          <a:cubicBezTo>
                            <a:pt x="1154" y="898"/>
                            <a:pt x="1154" y="898"/>
                            <a:pt x="1154" y="898"/>
                          </a:cubicBezTo>
                          <a:cubicBezTo>
                            <a:pt x="1154" y="952"/>
                            <a:pt x="1154" y="952"/>
                            <a:pt x="1154" y="952"/>
                          </a:cubicBezTo>
                          <a:cubicBezTo>
                            <a:pt x="1154" y="1087"/>
                            <a:pt x="1154" y="1087"/>
                            <a:pt x="1154" y="1087"/>
                          </a:cubicBezTo>
                          <a:cubicBezTo>
                            <a:pt x="1154" y="1127"/>
                            <a:pt x="1127" y="1161"/>
                            <a:pt x="1080" y="1161"/>
                          </a:cubicBezTo>
                          <a:cubicBezTo>
                            <a:pt x="952" y="1161"/>
                            <a:pt x="952" y="1161"/>
                            <a:pt x="952" y="1161"/>
                          </a:cubicBezTo>
                          <a:cubicBezTo>
                            <a:pt x="898" y="1161"/>
                            <a:pt x="898" y="1161"/>
                            <a:pt x="898" y="1161"/>
                          </a:cubicBezTo>
                          <a:cubicBezTo>
                            <a:pt x="736" y="1161"/>
                            <a:pt x="736" y="1161"/>
                            <a:pt x="736" y="1161"/>
                          </a:cubicBezTo>
                          <a:cubicBezTo>
                            <a:pt x="682" y="1161"/>
                            <a:pt x="682" y="1161"/>
                            <a:pt x="682" y="1161"/>
                          </a:cubicBezTo>
                          <a:cubicBezTo>
                            <a:pt x="526" y="1161"/>
                            <a:pt x="526" y="1161"/>
                            <a:pt x="526" y="1161"/>
                          </a:cubicBezTo>
                          <a:cubicBezTo>
                            <a:pt x="472" y="1161"/>
                            <a:pt x="472" y="1161"/>
                            <a:pt x="472" y="1161"/>
                          </a:cubicBezTo>
                          <a:cubicBezTo>
                            <a:pt x="310" y="1161"/>
                            <a:pt x="310" y="1161"/>
                            <a:pt x="310" y="1161"/>
                          </a:cubicBezTo>
                          <a:cubicBezTo>
                            <a:pt x="256" y="1161"/>
                            <a:pt x="256" y="1161"/>
                            <a:pt x="256" y="1161"/>
                          </a:cubicBezTo>
                          <a:cubicBezTo>
                            <a:pt x="128" y="1161"/>
                            <a:pt x="128" y="1161"/>
                            <a:pt x="128" y="1161"/>
                          </a:cubicBezTo>
                          <a:cubicBezTo>
                            <a:pt x="81" y="1161"/>
                            <a:pt x="54" y="1127"/>
                            <a:pt x="54" y="1087"/>
                          </a:cubicBezTo>
                          <a:cubicBezTo>
                            <a:pt x="54" y="952"/>
                            <a:pt x="54" y="952"/>
                            <a:pt x="54" y="952"/>
                          </a:cubicBezTo>
                          <a:cubicBezTo>
                            <a:pt x="54" y="898"/>
                            <a:pt x="54" y="898"/>
                            <a:pt x="54" y="898"/>
                          </a:cubicBezTo>
                          <a:cubicBezTo>
                            <a:pt x="54" y="743"/>
                            <a:pt x="54" y="743"/>
                            <a:pt x="54" y="743"/>
                          </a:cubicBezTo>
                          <a:cubicBezTo>
                            <a:pt x="54" y="689"/>
                            <a:pt x="54" y="689"/>
                            <a:pt x="54" y="689"/>
                          </a:cubicBezTo>
                          <a:cubicBezTo>
                            <a:pt x="54" y="527"/>
                            <a:pt x="54" y="527"/>
                            <a:pt x="54" y="527"/>
                          </a:cubicBezTo>
                          <a:cubicBezTo>
                            <a:pt x="54" y="473"/>
                            <a:pt x="54" y="473"/>
                            <a:pt x="54" y="473"/>
                          </a:cubicBezTo>
                          <a:cubicBezTo>
                            <a:pt x="54" y="318"/>
                            <a:pt x="54" y="318"/>
                            <a:pt x="54" y="318"/>
                          </a:cubicBezTo>
                          <a:cubicBezTo>
                            <a:pt x="54" y="264"/>
                            <a:pt x="54" y="264"/>
                            <a:pt x="54" y="264"/>
                          </a:cubicBezTo>
                          <a:cubicBezTo>
                            <a:pt x="54" y="129"/>
                            <a:pt x="54" y="129"/>
                            <a:pt x="54" y="129"/>
                          </a:cubicBezTo>
                          <a:cubicBezTo>
                            <a:pt x="54" y="88"/>
                            <a:pt x="81" y="54"/>
                            <a:pt x="128" y="54"/>
                          </a:cubicBezTo>
                          <a:cubicBezTo>
                            <a:pt x="256" y="54"/>
                            <a:pt x="256" y="54"/>
                            <a:pt x="256" y="54"/>
                          </a:cubicBezTo>
                          <a:cubicBezTo>
                            <a:pt x="310" y="54"/>
                            <a:pt x="310" y="54"/>
                            <a:pt x="310" y="54"/>
                          </a:cubicBezTo>
                          <a:cubicBezTo>
                            <a:pt x="472" y="54"/>
                            <a:pt x="472" y="54"/>
                            <a:pt x="472" y="54"/>
                          </a:cubicBezTo>
                          <a:cubicBezTo>
                            <a:pt x="526" y="54"/>
                            <a:pt x="526" y="54"/>
                            <a:pt x="526" y="54"/>
                          </a:cubicBezTo>
                          <a:cubicBezTo>
                            <a:pt x="682" y="54"/>
                            <a:pt x="682" y="54"/>
                            <a:pt x="682" y="54"/>
                          </a:cubicBezTo>
                          <a:cubicBezTo>
                            <a:pt x="736" y="54"/>
                            <a:pt x="736" y="54"/>
                            <a:pt x="736" y="54"/>
                          </a:cubicBezTo>
                          <a:cubicBezTo>
                            <a:pt x="898" y="54"/>
                            <a:pt x="898" y="54"/>
                            <a:pt x="898" y="54"/>
                          </a:cubicBezTo>
                          <a:cubicBezTo>
                            <a:pt x="952" y="54"/>
                            <a:pt x="952" y="54"/>
                            <a:pt x="952" y="54"/>
                          </a:cubicBezTo>
                          <a:cubicBezTo>
                            <a:pt x="1080" y="54"/>
                            <a:pt x="1080" y="54"/>
                            <a:pt x="1080" y="54"/>
                          </a:cubicBezTo>
                          <a:cubicBezTo>
                            <a:pt x="1127" y="54"/>
                            <a:pt x="1154" y="88"/>
                            <a:pt x="1154" y="129"/>
                          </a:cubicBezTo>
                          <a:cubicBezTo>
                            <a:pt x="1154" y="264"/>
                            <a:pt x="1154" y="264"/>
                            <a:pt x="1154" y="264"/>
                          </a:cubicBezTo>
                          <a:cubicBezTo>
                            <a:pt x="1154" y="264"/>
                            <a:pt x="1154" y="264"/>
                            <a:pt x="1154" y="264"/>
                          </a:cubicBezTo>
                          <a:close/>
                        </a:path>
                      </a:pathLst>
                    </a:custGeom>
                    <a:solidFill>
                      <a:schemeClr val="tx1">
                        <a:lumMod val="85000"/>
                        <a:lumOff val="15000"/>
                      </a:schemeClr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991" name="그림 990">
                    <a:extLst>
                      <a:ext uri="{FF2B5EF4-FFF2-40B4-BE49-F238E27FC236}">
                        <a16:creationId xmlns:a16="http://schemas.microsoft.com/office/drawing/2014/main" id="{D970556A-3A4A-5C08-F343-72618EC3FEB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lum bright="100000"/>
                  </a:blip>
                  <a:stretch>
                    <a:fillRect/>
                  </a:stretch>
                </p:blipFill>
                <p:spPr>
                  <a:xfrm>
                    <a:off x="1124483" y="5707212"/>
                    <a:ext cx="491143" cy="179999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987" name="직사각형 986">
                <a:extLst>
                  <a:ext uri="{FF2B5EF4-FFF2-40B4-BE49-F238E27FC236}">
                    <a16:creationId xmlns:a16="http://schemas.microsoft.com/office/drawing/2014/main" id="{1F4F4989-4FBE-992B-ACEE-77CA4484111C}"/>
                  </a:ext>
                </a:extLst>
              </p:cNvPr>
              <p:cNvSpPr/>
              <p:nvPr/>
            </p:nvSpPr>
            <p:spPr>
              <a:xfrm>
                <a:off x="5262453" y="6225262"/>
                <a:ext cx="130004" cy="350704"/>
              </a:xfrm>
              <a:prstGeom prst="rect">
                <a:avLst/>
              </a:prstGeom>
              <a:noFill/>
              <a:ln w="254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1" indent="0" algn="ctr" defTabSz="147490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prstClr val="black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0" lang="en-US" altLang="ko-KR" sz="1050" b="0" i="0" u="none" strike="noStrike" kern="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ea typeface="KoPub돋움체 Bold" panose="02020603020101020101" pitchFamily="18" charset="-127"/>
                    <a:cs typeface="Arial"/>
                  </a:rPr>
                  <a:t>…</a:t>
                </a:r>
                <a:endParaRPr kumimoji="0" lang="ko-KR" altLang="en-US" sz="1050" b="0" i="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ea typeface="KoPub돋움체 Bold" panose="02020603020101020101" pitchFamily="18" charset="-127"/>
                  <a:cs typeface="Arial"/>
                </a:endParaRPr>
              </a:p>
            </p:txBody>
          </p:sp>
        </p:grpSp>
        <p:grpSp>
          <p:nvGrpSpPr>
            <p:cNvPr id="1040" name="그룹 1039">
              <a:extLst>
                <a:ext uri="{FF2B5EF4-FFF2-40B4-BE49-F238E27FC236}">
                  <a16:creationId xmlns:a16="http://schemas.microsoft.com/office/drawing/2014/main" id="{BB8C3CCD-17BC-23C7-E9D5-8AD28230259B}"/>
                </a:ext>
              </a:extLst>
            </p:cNvPr>
            <p:cNvGrpSpPr/>
            <p:nvPr/>
          </p:nvGrpSpPr>
          <p:grpSpPr>
            <a:xfrm>
              <a:off x="2674444" y="4184182"/>
              <a:ext cx="635019" cy="161583"/>
              <a:chOff x="214860" y="5316164"/>
              <a:chExt cx="864095" cy="350704"/>
            </a:xfrm>
          </p:grpSpPr>
          <p:grpSp>
            <p:nvGrpSpPr>
              <p:cNvPr id="1041" name="그룹 1040">
                <a:extLst>
                  <a:ext uri="{FF2B5EF4-FFF2-40B4-BE49-F238E27FC236}">
                    <a16:creationId xmlns:a16="http://schemas.microsoft.com/office/drawing/2014/main" id="{65E45C74-27D8-500A-6EFD-4F86231CFE4F}"/>
                  </a:ext>
                </a:extLst>
              </p:cNvPr>
              <p:cNvGrpSpPr/>
              <p:nvPr/>
            </p:nvGrpSpPr>
            <p:grpSpPr>
              <a:xfrm>
                <a:off x="214860" y="5374425"/>
                <a:ext cx="360560" cy="227564"/>
                <a:chOff x="-1249711" y="5207925"/>
                <a:chExt cx="723475" cy="456614"/>
              </a:xfrm>
            </p:grpSpPr>
            <p:grpSp>
              <p:nvGrpSpPr>
                <p:cNvPr id="1053" name="그룹 1052">
                  <a:extLst>
                    <a:ext uri="{FF2B5EF4-FFF2-40B4-BE49-F238E27FC236}">
                      <a16:creationId xmlns:a16="http://schemas.microsoft.com/office/drawing/2014/main" id="{2494E33C-212D-2864-E00B-E29ADBFEB6AD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-1249711" y="5207925"/>
                  <a:ext cx="331998" cy="456614"/>
                  <a:chOff x="11921385" y="4267725"/>
                  <a:chExt cx="916126" cy="1260000"/>
                </a:xfrm>
              </p:grpSpPr>
              <p:sp>
                <p:nvSpPr>
                  <p:cNvPr id="1059" name="사각형: 둥근 모서리 288">
                    <a:extLst>
                      <a:ext uri="{FF2B5EF4-FFF2-40B4-BE49-F238E27FC236}">
                        <a16:creationId xmlns:a16="http://schemas.microsoft.com/office/drawing/2014/main" id="{96C9A24D-D28A-BA11-90F3-148DB60766E7}"/>
                      </a:ext>
                    </a:extLst>
                  </p:cNvPr>
                  <p:cNvSpPr/>
                  <p:nvPr/>
                </p:nvSpPr>
                <p:spPr>
                  <a:xfrm>
                    <a:off x="11923596" y="4271687"/>
                    <a:ext cx="911716" cy="1252078"/>
                  </a:xfrm>
                  <a:prstGeom prst="roundRect">
                    <a:avLst>
                      <a:gd name="adj" fmla="val 7097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-3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grpSp>
                <p:nvGrpSpPr>
                  <p:cNvPr id="1060" name="그룹 1059">
                    <a:extLst>
                      <a:ext uri="{FF2B5EF4-FFF2-40B4-BE49-F238E27FC236}">
                        <a16:creationId xmlns:a16="http://schemas.microsoft.com/office/drawing/2014/main" id="{4587703A-F59B-B25C-FD0D-E034EE46A382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11921389" y="4267727"/>
                    <a:ext cx="916126" cy="1260000"/>
                    <a:chOff x="14485938" y="-2571751"/>
                    <a:chExt cx="554038" cy="762000"/>
                  </a:xfrm>
                  <a:solidFill>
                    <a:srgbClr val="262626"/>
                  </a:solidFill>
                </p:grpSpPr>
                <p:sp>
                  <p:nvSpPr>
                    <p:cNvPr id="1061" name="Freeform 230">
                      <a:extLst>
                        <a:ext uri="{FF2B5EF4-FFF2-40B4-BE49-F238E27FC236}">
                          <a16:creationId xmlns:a16="http://schemas.microsoft.com/office/drawing/2014/main" id="{7EDFFA21-59E6-CE5B-E291-A5333E57398C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4485938" y="-2571751"/>
                      <a:ext cx="554038" cy="762000"/>
                    </a:xfrm>
                    <a:custGeom>
                      <a:avLst/>
                      <a:gdLst>
                        <a:gd name="T0" fmla="*/ 137 w 147"/>
                        <a:gd name="T1" fmla="*/ 0 h 200"/>
                        <a:gd name="T2" fmla="*/ 10 w 147"/>
                        <a:gd name="T3" fmla="*/ 0 h 200"/>
                        <a:gd name="T4" fmla="*/ 0 w 147"/>
                        <a:gd name="T5" fmla="*/ 10 h 200"/>
                        <a:gd name="T6" fmla="*/ 0 w 147"/>
                        <a:gd name="T7" fmla="*/ 190 h 200"/>
                        <a:gd name="T8" fmla="*/ 10 w 147"/>
                        <a:gd name="T9" fmla="*/ 200 h 200"/>
                        <a:gd name="T10" fmla="*/ 137 w 147"/>
                        <a:gd name="T11" fmla="*/ 200 h 200"/>
                        <a:gd name="T12" fmla="*/ 140 w 147"/>
                        <a:gd name="T13" fmla="*/ 199 h 200"/>
                        <a:gd name="T14" fmla="*/ 146 w 147"/>
                        <a:gd name="T15" fmla="*/ 193 h 200"/>
                        <a:gd name="T16" fmla="*/ 147 w 147"/>
                        <a:gd name="T17" fmla="*/ 190 h 200"/>
                        <a:gd name="T18" fmla="*/ 147 w 147"/>
                        <a:gd name="T19" fmla="*/ 10 h 200"/>
                        <a:gd name="T20" fmla="*/ 137 w 147"/>
                        <a:gd name="T21" fmla="*/ 0 h 200"/>
                        <a:gd name="T22" fmla="*/ 139 w 147"/>
                        <a:gd name="T23" fmla="*/ 189 h 200"/>
                        <a:gd name="T24" fmla="*/ 135 w 147"/>
                        <a:gd name="T25" fmla="*/ 192 h 200"/>
                        <a:gd name="T26" fmla="*/ 10 w 147"/>
                        <a:gd name="T27" fmla="*/ 192 h 200"/>
                        <a:gd name="T28" fmla="*/ 8 w 147"/>
                        <a:gd name="T29" fmla="*/ 190 h 200"/>
                        <a:gd name="T30" fmla="*/ 8 w 147"/>
                        <a:gd name="T31" fmla="*/ 10 h 200"/>
                        <a:gd name="T32" fmla="*/ 10 w 147"/>
                        <a:gd name="T33" fmla="*/ 8 h 200"/>
                        <a:gd name="T34" fmla="*/ 137 w 147"/>
                        <a:gd name="T35" fmla="*/ 8 h 200"/>
                        <a:gd name="T36" fmla="*/ 139 w 147"/>
                        <a:gd name="T37" fmla="*/ 10 h 200"/>
                        <a:gd name="T38" fmla="*/ 139 w 147"/>
                        <a:gd name="T39" fmla="*/ 189 h 2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</a:cxnLst>
                      <a:rect l="0" t="0" r="r" b="b"/>
                      <a:pathLst>
                        <a:path w="147" h="200">
                          <a:moveTo>
                            <a:pt x="137" y="0"/>
                          </a:moveTo>
                          <a:cubicBezTo>
                            <a:pt x="10" y="0"/>
                            <a:pt x="10" y="0"/>
                            <a:pt x="10" y="0"/>
                          </a:cubicBezTo>
                          <a:cubicBezTo>
                            <a:pt x="4" y="0"/>
                            <a:pt x="0" y="5"/>
                            <a:pt x="0" y="10"/>
                          </a:cubicBezTo>
                          <a:cubicBezTo>
                            <a:pt x="0" y="190"/>
                            <a:pt x="0" y="190"/>
                            <a:pt x="0" y="190"/>
                          </a:cubicBezTo>
                          <a:cubicBezTo>
                            <a:pt x="0" y="196"/>
                            <a:pt x="4" y="200"/>
                            <a:pt x="10" y="200"/>
                          </a:cubicBezTo>
                          <a:cubicBezTo>
                            <a:pt x="137" y="200"/>
                            <a:pt x="137" y="200"/>
                            <a:pt x="137" y="200"/>
                          </a:cubicBezTo>
                          <a:cubicBezTo>
                            <a:pt x="138" y="200"/>
                            <a:pt x="139" y="200"/>
                            <a:pt x="140" y="199"/>
                          </a:cubicBezTo>
                          <a:cubicBezTo>
                            <a:pt x="146" y="193"/>
                            <a:pt x="146" y="193"/>
                            <a:pt x="146" y="193"/>
                          </a:cubicBezTo>
                          <a:cubicBezTo>
                            <a:pt x="146" y="192"/>
                            <a:pt x="147" y="191"/>
                            <a:pt x="147" y="190"/>
                          </a:cubicBezTo>
                          <a:cubicBezTo>
                            <a:pt x="147" y="10"/>
                            <a:pt x="147" y="10"/>
                            <a:pt x="147" y="10"/>
                          </a:cubicBezTo>
                          <a:cubicBezTo>
                            <a:pt x="147" y="5"/>
                            <a:pt x="142" y="0"/>
                            <a:pt x="137" y="0"/>
                          </a:cubicBezTo>
                          <a:close/>
                          <a:moveTo>
                            <a:pt x="139" y="189"/>
                          </a:moveTo>
                          <a:cubicBezTo>
                            <a:pt x="135" y="192"/>
                            <a:pt x="135" y="192"/>
                            <a:pt x="135" y="192"/>
                          </a:cubicBezTo>
                          <a:cubicBezTo>
                            <a:pt x="10" y="192"/>
                            <a:pt x="10" y="192"/>
                            <a:pt x="10" y="192"/>
                          </a:cubicBezTo>
                          <a:cubicBezTo>
                            <a:pt x="9" y="192"/>
                            <a:pt x="8" y="191"/>
                            <a:pt x="8" y="190"/>
                          </a:cubicBezTo>
                          <a:cubicBezTo>
                            <a:pt x="8" y="10"/>
                            <a:pt x="8" y="10"/>
                            <a:pt x="8" y="10"/>
                          </a:cubicBezTo>
                          <a:cubicBezTo>
                            <a:pt x="8" y="9"/>
                            <a:pt x="9" y="8"/>
                            <a:pt x="10" y="8"/>
                          </a:cubicBezTo>
                          <a:cubicBezTo>
                            <a:pt x="137" y="8"/>
                            <a:pt x="137" y="8"/>
                            <a:pt x="137" y="8"/>
                          </a:cubicBezTo>
                          <a:cubicBezTo>
                            <a:pt x="138" y="8"/>
                            <a:pt x="139" y="9"/>
                            <a:pt x="139" y="10"/>
                          </a:cubicBezTo>
                          <a:lnTo>
                            <a:pt x="139" y="189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  <p:sp>
                  <p:nvSpPr>
                    <p:cNvPr id="1062" name="Freeform 231">
                      <a:extLst>
                        <a:ext uri="{FF2B5EF4-FFF2-40B4-BE49-F238E27FC236}">
                          <a16:creationId xmlns:a16="http://schemas.microsoft.com/office/drawing/2014/main" id="{AC4A6280-72F0-7010-B40F-07E33597AFE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4603413" y="-2403476"/>
                      <a:ext cx="315913" cy="30163"/>
                    </a:xfrm>
                    <a:custGeom>
                      <a:avLst/>
                      <a:gdLst>
                        <a:gd name="T0" fmla="*/ 80 w 84"/>
                        <a:gd name="T1" fmla="*/ 0 h 8"/>
                        <a:gd name="T2" fmla="*/ 4 w 84"/>
                        <a:gd name="T3" fmla="*/ 0 h 8"/>
                        <a:gd name="T4" fmla="*/ 0 w 84"/>
                        <a:gd name="T5" fmla="*/ 4 h 8"/>
                        <a:gd name="T6" fmla="*/ 4 w 84"/>
                        <a:gd name="T7" fmla="*/ 8 h 8"/>
                        <a:gd name="T8" fmla="*/ 80 w 84"/>
                        <a:gd name="T9" fmla="*/ 8 h 8"/>
                        <a:gd name="T10" fmla="*/ 84 w 84"/>
                        <a:gd name="T11" fmla="*/ 4 h 8"/>
                        <a:gd name="T12" fmla="*/ 80 w 84"/>
                        <a:gd name="T13" fmla="*/ 0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4" h="8">
                          <a:moveTo>
                            <a:pt x="80" y="0"/>
                          </a:moveTo>
                          <a:cubicBezTo>
                            <a:pt x="4" y="0"/>
                            <a:pt x="4" y="0"/>
                            <a:pt x="4" y="0"/>
                          </a:cubicBezTo>
                          <a:cubicBezTo>
                            <a:pt x="2" y="0"/>
                            <a:pt x="0" y="2"/>
                            <a:pt x="0" y="4"/>
                          </a:cubicBezTo>
                          <a:cubicBezTo>
                            <a:pt x="0" y="6"/>
                            <a:pt x="2" y="8"/>
                            <a:pt x="4" y="8"/>
                          </a:cubicBezTo>
                          <a:cubicBezTo>
                            <a:pt x="80" y="8"/>
                            <a:pt x="80" y="8"/>
                            <a:pt x="80" y="8"/>
                          </a:cubicBezTo>
                          <a:cubicBezTo>
                            <a:pt x="82" y="8"/>
                            <a:pt x="84" y="6"/>
                            <a:pt x="84" y="4"/>
                          </a:cubicBezTo>
                          <a:cubicBezTo>
                            <a:pt x="84" y="2"/>
                            <a:pt x="82" y="0"/>
                            <a:pt x="80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1054" name="그룹 1053">
                  <a:extLst>
                    <a:ext uri="{FF2B5EF4-FFF2-40B4-BE49-F238E27FC236}">
                      <a16:creationId xmlns:a16="http://schemas.microsoft.com/office/drawing/2014/main" id="{6AF19725-F435-4C12-3FE8-8E454A539C56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-858234" y="5207925"/>
                  <a:ext cx="331998" cy="456614"/>
                  <a:chOff x="11921385" y="4267725"/>
                  <a:chExt cx="916126" cy="1260000"/>
                </a:xfrm>
              </p:grpSpPr>
              <p:sp>
                <p:nvSpPr>
                  <p:cNvPr id="1055" name="사각형: 둥근 모서리 284">
                    <a:extLst>
                      <a:ext uri="{FF2B5EF4-FFF2-40B4-BE49-F238E27FC236}">
                        <a16:creationId xmlns:a16="http://schemas.microsoft.com/office/drawing/2014/main" id="{461A5988-2231-9A7E-0A32-7F5275F77D01}"/>
                      </a:ext>
                    </a:extLst>
                  </p:cNvPr>
                  <p:cNvSpPr/>
                  <p:nvPr/>
                </p:nvSpPr>
                <p:spPr>
                  <a:xfrm>
                    <a:off x="11923596" y="4271687"/>
                    <a:ext cx="911716" cy="1252078"/>
                  </a:xfrm>
                  <a:prstGeom prst="roundRect">
                    <a:avLst>
                      <a:gd name="adj" fmla="val 7097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-3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grpSp>
                <p:nvGrpSpPr>
                  <p:cNvPr id="1056" name="그룹 1055">
                    <a:extLst>
                      <a:ext uri="{FF2B5EF4-FFF2-40B4-BE49-F238E27FC236}">
                        <a16:creationId xmlns:a16="http://schemas.microsoft.com/office/drawing/2014/main" id="{0AD40D63-6FAA-B8F7-D381-DC26A727C0DB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11921389" y="4267727"/>
                    <a:ext cx="916126" cy="1260000"/>
                    <a:chOff x="14485938" y="-2571751"/>
                    <a:chExt cx="554038" cy="762000"/>
                  </a:xfrm>
                  <a:solidFill>
                    <a:srgbClr val="262626"/>
                  </a:solidFill>
                </p:grpSpPr>
                <p:sp>
                  <p:nvSpPr>
                    <p:cNvPr id="1057" name="Freeform 230">
                      <a:extLst>
                        <a:ext uri="{FF2B5EF4-FFF2-40B4-BE49-F238E27FC236}">
                          <a16:creationId xmlns:a16="http://schemas.microsoft.com/office/drawing/2014/main" id="{46487A0B-748B-49AC-D1CE-22F82A1EFB2B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4485938" y="-2571751"/>
                      <a:ext cx="554038" cy="762000"/>
                    </a:xfrm>
                    <a:custGeom>
                      <a:avLst/>
                      <a:gdLst>
                        <a:gd name="T0" fmla="*/ 137 w 147"/>
                        <a:gd name="T1" fmla="*/ 0 h 200"/>
                        <a:gd name="T2" fmla="*/ 10 w 147"/>
                        <a:gd name="T3" fmla="*/ 0 h 200"/>
                        <a:gd name="T4" fmla="*/ 0 w 147"/>
                        <a:gd name="T5" fmla="*/ 10 h 200"/>
                        <a:gd name="T6" fmla="*/ 0 w 147"/>
                        <a:gd name="T7" fmla="*/ 190 h 200"/>
                        <a:gd name="T8" fmla="*/ 10 w 147"/>
                        <a:gd name="T9" fmla="*/ 200 h 200"/>
                        <a:gd name="T10" fmla="*/ 137 w 147"/>
                        <a:gd name="T11" fmla="*/ 200 h 200"/>
                        <a:gd name="T12" fmla="*/ 140 w 147"/>
                        <a:gd name="T13" fmla="*/ 199 h 200"/>
                        <a:gd name="T14" fmla="*/ 146 w 147"/>
                        <a:gd name="T15" fmla="*/ 193 h 200"/>
                        <a:gd name="T16" fmla="*/ 147 w 147"/>
                        <a:gd name="T17" fmla="*/ 190 h 200"/>
                        <a:gd name="T18" fmla="*/ 147 w 147"/>
                        <a:gd name="T19" fmla="*/ 10 h 200"/>
                        <a:gd name="T20" fmla="*/ 137 w 147"/>
                        <a:gd name="T21" fmla="*/ 0 h 200"/>
                        <a:gd name="T22" fmla="*/ 139 w 147"/>
                        <a:gd name="T23" fmla="*/ 189 h 200"/>
                        <a:gd name="T24" fmla="*/ 135 w 147"/>
                        <a:gd name="T25" fmla="*/ 192 h 200"/>
                        <a:gd name="T26" fmla="*/ 10 w 147"/>
                        <a:gd name="T27" fmla="*/ 192 h 200"/>
                        <a:gd name="T28" fmla="*/ 8 w 147"/>
                        <a:gd name="T29" fmla="*/ 190 h 200"/>
                        <a:gd name="T30" fmla="*/ 8 w 147"/>
                        <a:gd name="T31" fmla="*/ 10 h 200"/>
                        <a:gd name="T32" fmla="*/ 10 w 147"/>
                        <a:gd name="T33" fmla="*/ 8 h 200"/>
                        <a:gd name="T34" fmla="*/ 137 w 147"/>
                        <a:gd name="T35" fmla="*/ 8 h 200"/>
                        <a:gd name="T36" fmla="*/ 139 w 147"/>
                        <a:gd name="T37" fmla="*/ 10 h 200"/>
                        <a:gd name="T38" fmla="*/ 139 w 147"/>
                        <a:gd name="T39" fmla="*/ 189 h 2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</a:cxnLst>
                      <a:rect l="0" t="0" r="r" b="b"/>
                      <a:pathLst>
                        <a:path w="147" h="200">
                          <a:moveTo>
                            <a:pt x="137" y="0"/>
                          </a:moveTo>
                          <a:cubicBezTo>
                            <a:pt x="10" y="0"/>
                            <a:pt x="10" y="0"/>
                            <a:pt x="10" y="0"/>
                          </a:cubicBezTo>
                          <a:cubicBezTo>
                            <a:pt x="4" y="0"/>
                            <a:pt x="0" y="5"/>
                            <a:pt x="0" y="10"/>
                          </a:cubicBezTo>
                          <a:cubicBezTo>
                            <a:pt x="0" y="190"/>
                            <a:pt x="0" y="190"/>
                            <a:pt x="0" y="190"/>
                          </a:cubicBezTo>
                          <a:cubicBezTo>
                            <a:pt x="0" y="196"/>
                            <a:pt x="4" y="200"/>
                            <a:pt x="10" y="200"/>
                          </a:cubicBezTo>
                          <a:cubicBezTo>
                            <a:pt x="137" y="200"/>
                            <a:pt x="137" y="200"/>
                            <a:pt x="137" y="200"/>
                          </a:cubicBezTo>
                          <a:cubicBezTo>
                            <a:pt x="138" y="200"/>
                            <a:pt x="139" y="200"/>
                            <a:pt x="140" y="199"/>
                          </a:cubicBezTo>
                          <a:cubicBezTo>
                            <a:pt x="146" y="193"/>
                            <a:pt x="146" y="193"/>
                            <a:pt x="146" y="193"/>
                          </a:cubicBezTo>
                          <a:cubicBezTo>
                            <a:pt x="146" y="192"/>
                            <a:pt x="147" y="191"/>
                            <a:pt x="147" y="190"/>
                          </a:cubicBezTo>
                          <a:cubicBezTo>
                            <a:pt x="147" y="10"/>
                            <a:pt x="147" y="10"/>
                            <a:pt x="147" y="10"/>
                          </a:cubicBezTo>
                          <a:cubicBezTo>
                            <a:pt x="147" y="5"/>
                            <a:pt x="142" y="0"/>
                            <a:pt x="137" y="0"/>
                          </a:cubicBezTo>
                          <a:close/>
                          <a:moveTo>
                            <a:pt x="139" y="189"/>
                          </a:moveTo>
                          <a:cubicBezTo>
                            <a:pt x="135" y="192"/>
                            <a:pt x="135" y="192"/>
                            <a:pt x="135" y="192"/>
                          </a:cubicBezTo>
                          <a:cubicBezTo>
                            <a:pt x="10" y="192"/>
                            <a:pt x="10" y="192"/>
                            <a:pt x="10" y="192"/>
                          </a:cubicBezTo>
                          <a:cubicBezTo>
                            <a:pt x="9" y="192"/>
                            <a:pt x="8" y="191"/>
                            <a:pt x="8" y="190"/>
                          </a:cubicBezTo>
                          <a:cubicBezTo>
                            <a:pt x="8" y="10"/>
                            <a:pt x="8" y="10"/>
                            <a:pt x="8" y="10"/>
                          </a:cubicBezTo>
                          <a:cubicBezTo>
                            <a:pt x="8" y="9"/>
                            <a:pt x="9" y="8"/>
                            <a:pt x="10" y="8"/>
                          </a:cubicBezTo>
                          <a:cubicBezTo>
                            <a:pt x="137" y="8"/>
                            <a:pt x="137" y="8"/>
                            <a:pt x="137" y="8"/>
                          </a:cubicBezTo>
                          <a:cubicBezTo>
                            <a:pt x="138" y="8"/>
                            <a:pt x="139" y="9"/>
                            <a:pt x="139" y="10"/>
                          </a:cubicBezTo>
                          <a:lnTo>
                            <a:pt x="139" y="189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  <p:sp>
                  <p:nvSpPr>
                    <p:cNvPr id="1058" name="Freeform 231">
                      <a:extLst>
                        <a:ext uri="{FF2B5EF4-FFF2-40B4-BE49-F238E27FC236}">
                          <a16:creationId xmlns:a16="http://schemas.microsoft.com/office/drawing/2014/main" id="{807C41E5-3858-717E-B3EC-8DBE4EF8CE2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4603413" y="-2403476"/>
                      <a:ext cx="315913" cy="30163"/>
                    </a:xfrm>
                    <a:custGeom>
                      <a:avLst/>
                      <a:gdLst>
                        <a:gd name="T0" fmla="*/ 80 w 84"/>
                        <a:gd name="T1" fmla="*/ 0 h 8"/>
                        <a:gd name="T2" fmla="*/ 4 w 84"/>
                        <a:gd name="T3" fmla="*/ 0 h 8"/>
                        <a:gd name="T4" fmla="*/ 0 w 84"/>
                        <a:gd name="T5" fmla="*/ 4 h 8"/>
                        <a:gd name="T6" fmla="*/ 4 w 84"/>
                        <a:gd name="T7" fmla="*/ 8 h 8"/>
                        <a:gd name="T8" fmla="*/ 80 w 84"/>
                        <a:gd name="T9" fmla="*/ 8 h 8"/>
                        <a:gd name="T10" fmla="*/ 84 w 84"/>
                        <a:gd name="T11" fmla="*/ 4 h 8"/>
                        <a:gd name="T12" fmla="*/ 80 w 84"/>
                        <a:gd name="T13" fmla="*/ 0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4" h="8">
                          <a:moveTo>
                            <a:pt x="80" y="0"/>
                          </a:moveTo>
                          <a:cubicBezTo>
                            <a:pt x="4" y="0"/>
                            <a:pt x="4" y="0"/>
                            <a:pt x="4" y="0"/>
                          </a:cubicBezTo>
                          <a:cubicBezTo>
                            <a:pt x="2" y="0"/>
                            <a:pt x="0" y="2"/>
                            <a:pt x="0" y="4"/>
                          </a:cubicBezTo>
                          <a:cubicBezTo>
                            <a:pt x="0" y="6"/>
                            <a:pt x="2" y="8"/>
                            <a:pt x="4" y="8"/>
                          </a:cubicBezTo>
                          <a:cubicBezTo>
                            <a:pt x="80" y="8"/>
                            <a:pt x="80" y="8"/>
                            <a:pt x="80" y="8"/>
                          </a:cubicBezTo>
                          <a:cubicBezTo>
                            <a:pt x="82" y="8"/>
                            <a:pt x="84" y="6"/>
                            <a:pt x="84" y="4"/>
                          </a:cubicBezTo>
                          <a:cubicBezTo>
                            <a:pt x="84" y="2"/>
                            <a:pt x="82" y="0"/>
                            <a:pt x="80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</p:grpSp>
            </p:grpSp>
          </p:grpSp>
          <p:grpSp>
            <p:nvGrpSpPr>
              <p:cNvPr id="1042" name="그룹 1041">
                <a:extLst>
                  <a:ext uri="{FF2B5EF4-FFF2-40B4-BE49-F238E27FC236}">
                    <a16:creationId xmlns:a16="http://schemas.microsoft.com/office/drawing/2014/main" id="{5606EA06-A1DE-389E-0E17-AF5676DAACDD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882885" y="5375461"/>
                <a:ext cx="196070" cy="227564"/>
                <a:chOff x="11751901" y="4267727"/>
                <a:chExt cx="1085614" cy="1260000"/>
              </a:xfrm>
            </p:grpSpPr>
            <p:sp>
              <p:nvSpPr>
                <p:cNvPr id="1049" name="사각형: 둥근 모서리 226">
                  <a:extLst>
                    <a:ext uri="{FF2B5EF4-FFF2-40B4-BE49-F238E27FC236}">
                      <a16:creationId xmlns:a16="http://schemas.microsoft.com/office/drawing/2014/main" id="{99D3C58D-49DB-B304-6654-496D8A0BF703}"/>
                    </a:ext>
                  </a:extLst>
                </p:cNvPr>
                <p:cNvSpPr/>
                <p:nvPr/>
              </p:nvSpPr>
              <p:spPr>
                <a:xfrm>
                  <a:off x="11751901" y="4271686"/>
                  <a:ext cx="911712" cy="1252077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  <p:grpSp>
              <p:nvGrpSpPr>
                <p:cNvPr id="1050" name="그룹 1049">
                  <a:extLst>
                    <a:ext uri="{FF2B5EF4-FFF2-40B4-BE49-F238E27FC236}">
                      <a16:creationId xmlns:a16="http://schemas.microsoft.com/office/drawing/2014/main" id="{644C0374-DCE4-A83E-CF69-5729858B99F0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1051" name="Freeform 230">
                    <a:extLst>
                      <a:ext uri="{FF2B5EF4-FFF2-40B4-BE49-F238E27FC236}">
                        <a16:creationId xmlns:a16="http://schemas.microsoft.com/office/drawing/2014/main" id="{C94299DC-789D-4AC5-A1A2-EA346E967016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sp>
                <p:nvSpPr>
                  <p:cNvPr id="1052" name="Freeform 231">
                    <a:extLst>
                      <a:ext uri="{FF2B5EF4-FFF2-40B4-BE49-F238E27FC236}">
                        <a16:creationId xmlns:a16="http://schemas.microsoft.com/office/drawing/2014/main" id="{0CDE4106-D0D0-3E0E-98D2-EBCCD3442AE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</p:grpSp>
          </p:grpSp>
          <p:sp>
            <p:nvSpPr>
              <p:cNvPr id="1043" name="직사각형 1042">
                <a:extLst>
                  <a:ext uri="{FF2B5EF4-FFF2-40B4-BE49-F238E27FC236}">
                    <a16:creationId xmlns:a16="http://schemas.microsoft.com/office/drawing/2014/main" id="{FD866332-6999-C73B-DA20-960F2791B447}"/>
                  </a:ext>
                </a:extLst>
              </p:cNvPr>
              <p:cNvSpPr/>
              <p:nvPr/>
            </p:nvSpPr>
            <p:spPr>
              <a:xfrm>
                <a:off x="780265" y="5316164"/>
                <a:ext cx="130004" cy="350704"/>
              </a:xfrm>
              <a:prstGeom prst="rect">
                <a:avLst/>
              </a:prstGeom>
              <a:noFill/>
              <a:ln w="254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1" indent="0" algn="ctr" defTabSz="147490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prstClr val="black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0" lang="en-US" altLang="ko-KR" sz="1050" b="0" i="0" u="none" strike="noStrike" kern="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ea typeface="KoPub돋움체 Bold" panose="02020603020101020101" pitchFamily="18" charset="-127"/>
                    <a:cs typeface="Arial"/>
                  </a:rPr>
                  <a:t>…</a:t>
                </a:r>
                <a:endParaRPr kumimoji="0" lang="ko-KR" altLang="en-US" sz="1050" b="0" i="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ea typeface="KoPub돋움체 Bold" panose="02020603020101020101" pitchFamily="18" charset="-127"/>
                  <a:cs typeface="Arial"/>
                </a:endParaRPr>
              </a:p>
            </p:txBody>
          </p:sp>
          <p:grpSp>
            <p:nvGrpSpPr>
              <p:cNvPr id="1044" name="그룹 1043">
                <a:extLst>
                  <a:ext uri="{FF2B5EF4-FFF2-40B4-BE49-F238E27FC236}">
                    <a16:creationId xmlns:a16="http://schemas.microsoft.com/office/drawing/2014/main" id="{7E134387-267D-4D7B-41D4-564223F4C673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575469" y="5374425"/>
                <a:ext cx="196066" cy="227564"/>
                <a:chOff x="11751920" y="4267727"/>
                <a:chExt cx="1085595" cy="1260000"/>
              </a:xfrm>
            </p:grpSpPr>
            <p:sp>
              <p:nvSpPr>
                <p:cNvPr id="1045" name="사각형: 둥근 모서리 226">
                  <a:extLst>
                    <a:ext uri="{FF2B5EF4-FFF2-40B4-BE49-F238E27FC236}">
                      <a16:creationId xmlns:a16="http://schemas.microsoft.com/office/drawing/2014/main" id="{C2075E29-EE3D-F295-35D8-53EE66F881F5}"/>
                    </a:ext>
                  </a:extLst>
                </p:cNvPr>
                <p:cNvSpPr/>
                <p:nvPr/>
              </p:nvSpPr>
              <p:spPr>
                <a:xfrm>
                  <a:off x="11751920" y="4271687"/>
                  <a:ext cx="911715" cy="1252078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  <p:grpSp>
              <p:nvGrpSpPr>
                <p:cNvPr id="1046" name="그룹 1045">
                  <a:extLst>
                    <a:ext uri="{FF2B5EF4-FFF2-40B4-BE49-F238E27FC236}">
                      <a16:creationId xmlns:a16="http://schemas.microsoft.com/office/drawing/2014/main" id="{7ACD8627-8D22-BA21-04A8-F1ECABE4F1D8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1047" name="Freeform 230">
                    <a:extLst>
                      <a:ext uri="{FF2B5EF4-FFF2-40B4-BE49-F238E27FC236}">
                        <a16:creationId xmlns:a16="http://schemas.microsoft.com/office/drawing/2014/main" id="{78FC3D04-96B1-504B-2A96-00AD616AF4A1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sp>
                <p:nvSpPr>
                  <p:cNvPr id="1048" name="Freeform 231">
                    <a:extLst>
                      <a:ext uri="{FF2B5EF4-FFF2-40B4-BE49-F238E27FC236}">
                        <a16:creationId xmlns:a16="http://schemas.microsoft.com/office/drawing/2014/main" id="{7FB77A01-5BD9-99E3-D47B-659790E14FB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</p:grpSp>
          </p:grpSp>
        </p:grpSp>
        <p:grpSp>
          <p:nvGrpSpPr>
            <p:cNvPr id="1063" name="그룹 1062">
              <a:extLst>
                <a:ext uri="{FF2B5EF4-FFF2-40B4-BE49-F238E27FC236}">
                  <a16:creationId xmlns:a16="http://schemas.microsoft.com/office/drawing/2014/main" id="{84A10B46-2DDD-176B-8891-5FC1B8F25FBA}"/>
                </a:ext>
              </a:extLst>
            </p:cNvPr>
            <p:cNvGrpSpPr/>
            <p:nvPr/>
          </p:nvGrpSpPr>
          <p:grpSpPr>
            <a:xfrm>
              <a:off x="3497961" y="4189915"/>
              <a:ext cx="627386" cy="161583"/>
              <a:chOff x="5877135" y="7496332"/>
              <a:chExt cx="853709" cy="350704"/>
            </a:xfrm>
          </p:grpSpPr>
          <p:grpSp>
            <p:nvGrpSpPr>
              <p:cNvPr id="1064" name="그룹 1063">
                <a:extLst>
                  <a:ext uri="{FF2B5EF4-FFF2-40B4-BE49-F238E27FC236}">
                    <a16:creationId xmlns:a16="http://schemas.microsoft.com/office/drawing/2014/main" id="{F8701E83-557C-96DE-70CA-94AF7C822153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6267073" y="7542150"/>
                <a:ext cx="166212" cy="228600"/>
                <a:chOff x="3493292" y="3693520"/>
                <a:chExt cx="897069" cy="1233786"/>
              </a:xfrm>
            </p:grpSpPr>
            <p:grpSp>
              <p:nvGrpSpPr>
                <p:cNvPr id="1147" name="그룹 1146">
                  <a:extLst>
                    <a:ext uri="{FF2B5EF4-FFF2-40B4-BE49-F238E27FC236}">
                      <a16:creationId xmlns:a16="http://schemas.microsoft.com/office/drawing/2014/main" id="{08CE5FAF-A579-6802-6089-F13A80A15320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3493292" y="3693520"/>
                  <a:ext cx="897069" cy="1233786"/>
                  <a:chOff x="11921389" y="4267727"/>
                  <a:chExt cx="916126" cy="1260000"/>
                </a:xfrm>
              </p:grpSpPr>
              <p:sp>
                <p:nvSpPr>
                  <p:cNvPr id="1169" name="사각형: 둥근 모서리 222">
                    <a:extLst>
                      <a:ext uri="{FF2B5EF4-FFF2-40B4-BE49-F238E27FC236}">
                        <a16:creationId xmlns:a16="http://schemas.microsoft.com/office/drawing/2014/main" id="{9098B056-24BB-BC90-0B2F-19E168CE1F8D}"/>
                      </a:ext>
                    </a:extLst>
                  </p:cNvPr>
                  <p:cNvSpPr/>
                  <p:nvPr/>
                </p:nvSpPr>
                <p:spPr>
                  <a:xfrm>
                    <a:off x="11923593" y="4271687"/>
                    <a:ext cx="911716" cy="1252078"/>
                  </a:xfrm>
                  <a:prstGeom prst="roundRect">
                    <a:avLst>
                      <a:gd name="adj" fmla="val 7097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-3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grpSp>
                <p:nvGrpSpPr>
                  <p:cNvPr id="1170" name="그룹 1169">
                    <a:extLst>
                      <a:ext uri="{FF2B5EF4-FFF2-40B4-BE49-F238E27FC236}">
                        <a16:creationId xmlns:a16="http://schemas.microsoft.com/office/drawing/2014/main" id="{1E59143E-CD6F-B8C2-0AB3-CE5773D3E375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11921389" y="4267727"/>
                    <a:ext cx="916126" cy="1260000"/>
                    <a:chOff x="14485938" y="-2571751"/>
                    <a:chExt cx="554038" cy="762000"/>
                  </a:xfrm>
                  <a:solidFill>
                    <a:srgbClr val="262626"/>
                  </a:solidFill>
                </p:grpSpPr>
                <p:sp>
                  <p:nvSpPr>
                    <p:cNvPr id="1171" name="Freeform 230">
                      <a:extLst>
                        <a:ext uri="{FF2B5EF4-FFF2-40B4-BE49-F238E27FC236}">
                          <a16:creationId xmlns:a16="http://schemas.microsoft.com/office/drawing/2014/main" id="{3CFF0F54-1D10-17B8-B335-ED255BBB65B6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4485938" y="-2571751"/>
                      <a:ext cx="554038" cy="762000"/>
                    </a:xfrm>
                    <a:custGeom>
                      <a:avLst/>
                      <a:gdLst>
                        <a:gd name="T0" fmla="*/ 137 w 147"/>
                        <a:gd name="T1" fmla="*/ 0 h 200"/>
                        <a:gd name="T2" fmla="*/ 10 w 147"/>
                        <a:gd name="T3" fmla="*/ 0 h 200"/>
                        <a:gd name="T4" fmla="*/ 0 w 147"/>
                        <a:gd name="T5" fmla="*/ 10 h 200"/>
                        <a:gd name="T6" fmla="*/ 0 w 147"/>
                        <a:gd name="T7" fmla="*/ 190 h 200"/>
                        <a:gd name="T8" fmla="*/ 10 w 147"/>
                        <a:gd name="T9" fmla="*/ 200 h 200"/>
                        <a:gd name="T10" fmla="*/ 137 w 147"/>
                        <a:gd name="T11" fmla="*/ 200 h 200"/>
                        <a:gd name="T12" fmla="*/ 140 w 147"/>
                        <a:gd name="T13" fmla="*/ 199 h 200"/>
                        <a:gd name="T14" fmla="*/ 146 w 147"/>
                        <a:gd name="T15" fmla="*/ 193 h 200"/>
                        <a:gd name="T16" fmla="*/ 147 w 147"/>
                        <a:gd name="T17" fmla="*/ 190 h 200"/>
                        <a:gd name="T18" fmla="*/ 147 w 147"/>
                        <a:gd name="T19" fmla="*/ 10 h 200"/>
                        <a:gd name="T20" fmla="*/ 137 w 147"/>
                        <a:gd name="T21" fmla="*/ 0 h 200"/>
                        <a:gd name="T22" fmla="*/ 139 w 147"/>
                        <a:gd name="T23" fmla="*/ 189 h 200"/>
                        <a:gd name="T24" fmla="*/ 135 w 147"/>
                        <a:gd name="T25" fmla="*/ 192 h 200"/>
                        <a:gd name="T26" fmla="*/ 10 w 147"/>
                        <a:gd name="T27" fmla="*/ 192 h 200"/>
                        <a:gd name="T28" fmla="*/ 8 w 147"/>
                        <a:gd name="T29" fmla="*/ 190 h 200"/>
                        <a:gd name="T30" fmla="*/ 8 w 147"/>
                        <a:gd name="T31" fmla="*/ 10 h 200"/>
                        <a:gd name="T32" fmla="*/ 10 w 147"/>
                        <a:gd name="T33" fmla="*/ 8 h 200"/>
                        <a:gd name="T34" fmla="*/ 137 w 147"/>
                        <a:gd name="T35" fmla="*/ 8 h 200"/>
                        <a:gd name="T36" fmla="*/ 139 w 147"/>
                        <a:gd name="T37" fmla="*/ 10 h 200"/>
                        <a:gd name="T38" fmla="*/ 139 w 147"/>
                        <a:gd name="T39" fmla="*/ 189 h 2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</a:cxnLst>
                      <a:rect l="0" t="0" r="r" b="b"/>
                      <a:pathLst>
                        <a:path w="147" h="200">
                          <a:moveTo>
                            <a:pt x="137" y="0"/>
                          </a:moveTo>
                          <a:cubicBezTo>
                            <a:pt x="10" y="0"/>
                            <a:pt x="10" y="0"/>
                            <a:pt x="10" y="0"/>
                          </a:cubicBezTo>
                          <a:cubicBezTo>
                            <a:pt x="4" y="0"/>
                            <a:pt x="0" y="5"/>
                            <a:pt x="0" y="10"/>
                          </a:cubicBezTo>
                          <a:cubicBezTo>
                            <a:pt x="0" y="190"/>
                            <a:pt x="0" y="190"/>
                            <a:pt x="0" y="190"/>
                          </a:cubicBezTo>
                          <a:cubicBezTo>
                            <a:pt x="0" y="196"/>
                            <a:pt x="4" y="200"/>
                            <a:pt x="10" y="200"/>
                          </a:cubicBezTo>
                          <a:cubicBezTo>
                            <a:pt x="137" y="200"/>
                            <a:pt x="137" y="200"/>
                            <a:pt x="137" y="200"/>
                          </a:cubicBezTo>
                          <a:cubicBezTo>
                            <a:pt x="138" y="200"/>
                            <a:pt x="139" y="200"/>
                            <a:pt x="140" y="199"/>
                          </a:cubicBezTo>
                          <a:cubicBezTo>
                            <a:pt x="146" y="193"/>
                            <a:pt x="146" y="193"/>
                            <a:pt x="146" y="193"/>
                          </a:cubicBezTo>
                          <a:cubicBezTo>
                            <a:pt x="146" y="192"/>
                            <a:pt x="147" y="191"/>
                            <a:pt x="147" y="190"/>
                          </a:cubicBezTo>
                          <a:cubicBezTo>
                            <a:pt x="147" y="10"/>
                            <a:pt x="147" y="10"/>
                            <a:pt x="147" y="10"/>
                          </a:cubicBezTo>
                          <a:cubicBezTo>
                            <a:pt x="147" y="5"/>
                            <a:pt x="142" y="0"/>
                            <a:pt x="137" y="0"/>
                          </a:cubicBezTo>
                          <a:close/>
                          <a:moveTo>
                            <a:pt x="139" y="189"/>
                          </a:moveTo>
                          <a:cubicBezTo>
                            <a:pt x="135" y="192"/>
                            <a:pt x="135" y="192"/>
                            <a:pt x="135" y="192"/>
                          </a:cubicBezTo>
                          <a:cubicBezTo>
                            <a:pt x="10" y="192"/>
                            <a:pt x="10" y="192"/>
                            <a:pt x="10" y="192"/>
                          </a:cubicBezTo>
                          <a:cubicBezTo>
                            <a:pt x="9" y="192"/>
                            <a:pt x="8" y="191"/>
                            <a:pt x="8" y="190"/>
                          </a:cubicBezTo>
                          <a:cubicBezTo>
                            <a:pt x="8" y="10"/>
                            <a:pt x="8" y="10"/>
                            <a:pt x="8" y="10"/>
                          </a:cubicBezTo>
                          <a:cubicBezTo>
                            <a:pt x="8" y="9"/>
                            <a:pt x="9" y="8"/>
                            <a:pt x="10" y="8"/>
                          </a:cubicBezTo>
                          <a:cubicBezTo>
                            <a:pt x="137" y="8"/>
                            <a:pt x="137" y="8"/>
                            <a:pt x="137" y="8"/>
                          </a:cubicBezTo>
                          <a:cubicBezTo>
                            <a:pt x="138" y="8"/>
                            <a:pt x="139" y="9"/>
                            <a:pt x="139" y="10"/>
                          </a:cubicBezTo>
                          <a:lnTo>
                            <a:pt x="139" y="189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  <p:sp>
                  <p:nvSpPr>
                    <p:cNvPr id="1172" name="Freeform 231">
                      <a:extLst>
                        <a:ext uri="{FF2B5EF4-FFF2-40B4-BE49-F238E27FC236}">
                          <a16:creationId xmlns:a16="http://schemas.microsoft.com/office/drawing/2014/main" id="{81186C0C-C0B6-DEF3-DDFA-3051AE9863C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4603413" y="-2403476"/>
                      <a:ext cx="315913" cy="30163"/>
                    </a:xfrm>
                    <a:custGeom>
                      <a:avLst/>
                      <a:gdLst>
                        <a:gd name="T0" fmla="*/ 80 w 84"/>
                        <a:gd name="T1" fmla="*/ 0 h 8"/>
                        <a:gd name="T2" fmla="*/ 4 w 84"/>
                        <a:gd name="T3" fmla="*/ 0 h 8"/>
                        <a:gd name="T4" fmla="*/ 0 w 84"/>
                        <a:gd name="T5" fmla="*/ 4 h 8"/>
                        <a:gd name="T6" fmla="*/ 4 w 84"/>
                        <a:gd name="T7" fmla="*/ 8 h 8"/>
                        <a:gd name="T8" fmla="*/ 80 w 84"/>
                        <a:gd name="T9" fmla="*/ 8 h 8"/>
                        <a:gd name="T10" fmla="*/ 84 w 84"/>
                        <a:gd name="T11" fmla="*/ 4 h 8"/>
                        <a:gd name="T12" fmla="*/ 80 w 84"/>
                        <a:gd name="T13" fmla="*/ 0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4" h="8">
                          <a:moveTo>
                            <a:pt x="80" y="0"/>
                          </a:moveTo>
                          <a:cubicBezTo>
                            <a:pt x="4" y="0"/>
                            <a:pt x="4" y="0"/>
                            <a:pt x="4" y="0"/>
                          </a:cubicBezTo>
                          <a:cubicBezTo>
                            <a:pt x="2" y="0"/>
                            <a:pt x="0" y="2"/>
                            <a:pt x="0" y="4"/>
                          </a:cubicBezTo>
                          <a:cubicBezTo>
                            <a:pt x="0" y="6"/>
                            <a:pt x="2" y="8"/>
                            <a:pt x="4" y="8"/>
                          </a:cubicBezTo>
                          <a:cubicBezTo>
                            <a:pt x="80" y="8"/>
                            <a:pt x="80" y="8"/>
                            <a:pt x="80" y="8"/>
                          </a:cubicBezTo>
                          <a:cubicBezTo>
                            <a:pt x="82" y="8"/>
                            <a:pt x="84" y="6"/>
                            <a:pt x="84" y="4"/>
                          </a:cubicBezTo>
                          <a:cubicBezTo>
                            <a:pt x="84" y="2"/>
                            <a:pt x="82" y="0"/>
                            <a:pt x="80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1148" name="그룹 1147">
                  <a:extLst>
                    <a:ext uri="{FF2B5EF4-FFF2-40B4-BE49-F238E27FC236}">
                      <a16:creationId xmlns:a16="http://schemas.microsoft.com/office/drawing/2014/main" id="{27EB9542-ADFB-4AEA-DFB1-3F4460913887}"/>
                    </a:ext>
                  </a:extLst>
                </p:cNvPr>
                <p:cNvGrpSpPr/>
                <p:nvPr/>
              </p:nvGrpSpPr>
              <p:grpSpPr>
                <a:xfrm>
                  <a:off x="3623554" y="4140320"/>
                  <a:ext cx="636537" cy="634466"/>
                  <a:chOff x="881898" y="5310642"/>
                  <a:chExt cx="976313" cy="973138"/>
                </a:xfrm>
              </p:grpSpPr>
              <p:grpSp>
                <p:nvGrpSpPr>
                  <p:cNvPr id="1149" name="그룹 1148">
                    <a:extLst>
                      <a:ext uri="{FF2B5EF4-FFF2-40B4-BE49-F238E27FC236}">
                        <a16:creationId xmlns:a16="http://schemas.microsoft.com/office/drawing/2014/main" id="{73ACBFA2-AA12-3B25-D45F-30DA0F9AEEB8}"/>
                      </a:ext>
                    </a:extLst>
                  </p:cNvPr>
                  <p:cNvGrpSpPr/>
                  <p:nvPr/>
                </p:nvGrpSpPr>
                <p:grpSpPr>
                  <a:xfrm>
                    <a:off x="881898" y="5310642"/>
                    <a:ext cx="976313" cy="973138"/>
                    <a:chOff x="21240750" y="2320925"/>
                    <a:chExt cx="976313" cy="973138"/>
                  </a:xfrm>
                </p:grpSpPr>
                <p:sp>
                  <p:nvSpPr>
                    <p:cNvPr id="1151" name="Freeform 113">
                      <a:extLst>
                        <a:ext uri="{FF2B5EF4-FFF2-40B4-BE49-F238E27FC236}">
                          <a16:creationId xmlns:a16="http://schemas.microsoft.com/office/drawing/2014/main" id="{B45210A8-F90E-B45B-A8D4-87F1645D04E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410343" y="2487232"/>
                      <a:ext cx="637131" cy="640525"/>
                    </a:xfrm>
                    <a:custGeom>
                      <a:avLst/>
                      <a:gdLst>
                        <a:gd name="T0" fmla="*/ 1100 w 1100"/>
                        <a:gd name="T1" fmla="*/ 210 h 1107"/>
                        <a:gd name="T2" fmla="*/ 1100 w 1100"/>
                        <a:gd name="T3" fmla="*/ 264 h 1107"/>
                        <a:gd name="T4" fmla="*/ 1100 w 1100"/>
                        <a:gd name="T5" fmla="*/ 419 h 1107"/>
                        <a:gd name="T6" fmla="*/ 1100 w 1100"/>
                        <a:gd name="T7" fmla="*/ 473 h 1107"/>
                        <a:gd name="T8" fmla="*/ 1100 w 1100"/>
                        <a:gd name="T9" fmla="*/ 635 h 1107"/>
                        <a:gd name="T10" fmla="*/ 1100 w 1100"/>
                        <a:gd name="T11" fmla="*/ 689 h 1107"/>
                        <a:gd name="T12" fmla="*/ 1100 w 1100"/>
                        <a:gd name="T13" fmla="*/ 844 h 1107"/>
                        <a:gd name="T14" fmla="*/ 1100 w 1100"/>
                        <a:gd name="T15" fmla="*/ 898 h 1107"/>
                        <a:gd name="T16" fmla="*/ 1100 w 1100"/>
                        <a:gd name="T17" fmla="*/ 1033 h 1107"/>
                        <a:gd name="T18" fmla="*/ 1026 w 1100"/>
                        <a:gd name="T19" fmla="*/ 1107 h 1107"/>
                        <a:gd name="T20" fmla="*/ 898 w 1100"/>
                        <a:gd name="T21" fmla="*/ 1107 h 1107"/>
                        <a:gd name="T22" fmla="*/ 844 w 1100"/>
                        <a:gd name="T23" fmla="*/ 1107 h 1107"/>
                        <a:gd name="T24" fmla="*/ 682 w 1100"/>
                        <a:gd name="T25" fmla="*/ 1107 h 1107"/>
                        <a:gd name="T26" fmla="*/ 628 w 1100"/>
                        <a:gd name="T27" fmla="*/ 1107 h 1107"/>
                        <a:gd name="T28" fmla="*/ 472 w 1100"/>
                        <a:gd name="T29" fmla="*/ 1107 h 1107"/>
                        <a:gd name="T30" fmla="*/ 418 w 1100"/>
                        <a:gd name="T31" fmla="*/ 1107 h 1107"/>
                        <a:gd name="T32" fmla="*/ 256 w 1100"/>
                        <a:gd name="T33" fmla="*/ 1107 h 1107"/>
                        <a:gd name="T34" fmla="*/ 202 w 1100"/>
                        <a:gd name="T35" fmla="*/ 1107 h 1107"/>
                        <a:gd name="T36" fmla="*/ 74 w 1100"/>
                        <a:gd name="T37" fmla="*/ 1107 h 1107"/>
                        <a:gd name="T38" fmla="*/ 0 w 1100"/>
                        <a:gd name="T39" fmla="*/ 1033 h 1107"/>
                        <a:gd name="T40" fmla="*/ 0 w 1100"/>
                        <a:gd name="T41" fmla="*/ 898 h 1107"/>
                        <a:gd name="T42" fmla="*/ 0 w 1100"/>
                        <a:gd name="T43" fmla="*/ 844 h 1107"/>
                        <a:gd name="T44" fmla="*/ 0 w 1100"/>
                        <a:gd name="T45" fmla="*/ 689 h 1107"/>
                        <a:gd name="T46" fmla="*/ 0 w 1100"/>
                        <a:gd name="T47" fmla="*/ 635 h 1107"/>
                        <a:gd name="T48" fmla="*/ 0 w 1100"/>
                        <a:gd name="T49" fmla="*/ 473 h 1107"/>
                        <a:gd name="T50" fmla="*/ 0 w 1100"/>
                        <a:gd name="T51" fmla="*/ 419 h 1107"/>
                        <a:gd name="T52" fmla="*/ 0 w 1100"/>
                        <a:gd name="T53" fmla="*/ 264 h 1107"/>
                        <a:gd name="T54" fmla="*/ 0 w 1100"/>
                        <a:gd name="T55" fmla="*/ 210 h 1107"/>
                        <a:gd name="T56" fmla="*/ 0 w 1100"/>
                        <a:gd name="T57" fmla="*/ 75 h 1107"/>
                        <a:gd name="T58" fmla="*/ 74 w 1100"/>
                        <a:gd name="T59" fmla="*/ 0 h 1107"/>
                        <a:gd name="T60" fmla="*/ 202 w 1100"/>
                        <a:gd name="T61" fmla="*/ 0 h 1107"/>
                        <a:gd name="T62" fmla="*/ 256 w 1100"/>
                        <a:gd name="T63" fmla="*/ 0 h 1107"/>
                        <a:gd name="T64" fmla="*/ 418 w 1100"/>
                        <a:gd name="T65" fmla="*/ 0 h 1107"/>
                        <a:gd name="T66" fmla="*/ 472 w 1100"/>
                        <a:gd name="T67" fmla="*/ 0 h 1107"/>
                        <a:gd name="T68" fmla="*/ 628 w 1100"/>
                        <a:gd name="T69" fmla="*/ 0 h 1107"/>
                        <a:gd name="T70" fmla="*/ 682 w 1100"/>
                        <a:gd name="T71" fmla="*/ 0 h 1107"/>
                        <a:gd name="T72" fmla="*/ 844 w 1100"/>
                        <a:gd name="T73" fmla="*/ 0 h 1107"/>
                        <a:gd name="T74" fmla="*/ 898 w 1100"/>
                        <a:gd name="T75" fmla="*/ 0 h 1107"/>
                        <a:gd name="T76" fmla="*/ 1026 w 1100"/>
                        <a:gd name="T77" fmla="*/ 0 h 1107"/>
                        <a:gd name="T78" fmla="*/ 1100 w 1100"/>
                        <a:gd name="T79" fmla="*/ 75 h 1107"/>
                        <a:gd name="T80" fmla="*/ 1100 w 1100"/>
                        <a:gd name="T81" fmla="*/ 210 h 1107"/>
                        <a:gd name="T82" fmla="*/ 1100 w 1100"/>
                        <a:gd name="T83" fmla="*/ 210 h 110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</a:cxnLst>
                      <a:rect l="0" t="0" r="r" b="b"/>
                      <a:pathLst>
                        <a:path w="1100" h="1107">
                          <a:moveTo>
                            <a:pt x="1100" y="210"/>
                          </a:moveTo>
                          <a:cubicBezTo>
                            <a:pt x="1100" y="264"/>
                            <a:pt x="1100" y="264"/>
                            <a:pt x="1100" y="264"/>
                          </a:cubicBezTo>
                          <a:cubicBezTo>
                            <a:pt x="1100" y="419"/>
                            <a:pt x="1100" y="419"/>
                            <a:pt x="1100" y="419"/>
                          </a:cubicBezTo>
                          <a:cubicBezTo>
                            <a:pt x="1100" y="473"/>
                            <a:pt x="1100" y="473"/>
                            <a:pt x="1100" y="473"/>
                          </a:cubicBezTo>
                          <a:cubicBezTo>
                            <a:pt x="1100" y="635"/>
                            <a:pt x="1100" y="635"/>
                            <a:pt x="1100" y="635"/>
                          </a:cubicBezTo>
                          <a:cubicBezTo>
                            <a:pt x="1100" y="689"/>
                            <a:pt x="1100" y="689"/>
                            <a:pt x="1100" y="689"/>
                          </a:cubicBezTo>
                          <a:cubicBezTo>
                            <a:pt x="1100" y="844"/>
                            <a:pt x="1100" y="844"/>
                            <a:pt x="1100" y="844"/>
                          </a:cubicBezTo>
                          <a:cubicBezTo>
                            <a:pt x="1100" y="898"/>
                            <a:pt x="1100" y="898"/>
                            <a:pt x="1100" y="898"/>
                          </a:cubicBezTo>
                          <a:cubicBezTo>
                            <a:pt x="1100" y="1033"/>
                            <a:pt x="1100" y="1033"/>
                            <a:pt x="1100" y="1033"/>
                          </a:cubicBezTo>
                          <a:cubicBezTo>
                            <a:pt x="1100" y="1073"/>
                            <a:pt x="1073" y="1107"/>
                            <a:pt x="1026" y="1107"/>
                          </a:cubicBezTo>
                          <a:cubicBezTo>
                            <a:pt x="898" y="1107"/>
                            <a:pt x="898" y="1107"/>
                            <a:pt x="898" y="1107"/>
                          </a:cubicBezTo>
                          <a:cubicBezTo>
                            <a:pt x="844" y="1107"/>
                            <a:pt x="844" y="1107"/>
                            <a:pt x="844" y="1107"/>
                          </a:cubicBezTo>
                          <a:cubicBezTo>
                            <a:pt x="682" y="1107"/>
                            <a:pt x="682" y="1107"/>
                            <a:pt x="682" y="1107"/>
                          </a:cubicBezTo>
                          <a:cubicBezTo>
                            <a:pt x="628" y="1107"/>
                            <a:pt x="628" y="1107"/>
                            <a:pt x="628" y="1107"/>
                          </a:cubicBezTo>
                          <a:cubicBezTo>
                            <a:pt x="472" y="1107"/>
                            <a:pt x="472" y="1107"/>
                            <a:pt x="472" y="1107"/>
                          </a:cubicBezTo>
                          <a:cubicBezTo>
                            <a:pt x="418" y="1107"/>
                            <a:pt x="418" y="1107"/>
                            <a:pt x="418" y="1107"/>
                          </a:cubicBezTo>
                          <a:cubicBezTo>
                            <a:pt x="256" y="1107"/>
                            <a:pt x="256" y="1107"/>
                            <a:pt x="256" y="1107"/>
                          </a:cubicBezTo>
                          <a:cubicBezTo>
                            <a:pt x="202" y="1107"/>
                            <a:pt x="202" y="1107"/>
                            <a:pt x="202" y="1107"/>
                          </a:cubicBezTo>
                          <a:cubicBezTo>
                            <a:pt x="74" y="1107"/>
                            <a:pt x="74" y="1107"/>
                            <a:pt x="74" y="1107"/>
                          </a:cubicBezTo>
                          <a:cubicBezTo>
                            <a:pt x="27" y="1107"/>
                            <a:pt x="0" y="1073"/>
                            <a:pt x="0" y="1033"/>
                          </a:cubicBezTo>
                          <a:cubicBezTo>
                            <a:pt x="0" y="898"/>
                            <a:pt x="0" y="898"/>
                            <a:pt x="0" y="898"/>
                          </a:cubicBezTo>
                          <a:cubicBezTo>
                            <a:pt x="0" y="844"/>
                            <a:pt x="0" y="844"/>
                            <a:pt x="0" y="844"/>
                          </a:cubicBezTo>
                          <a:cubicBezTo>
                            <a:pt x="0" y="689"/>
                            <a:pt x="0" y="689"/>
                            <a:pt x="0" y="689"/>
                          </a:cubicBezTo>
                          <a:cubicBezTo>
                            <a:pt x="0" y="635"/>
                            <a:pt x="0" y="635"/>
                            <a:pt x="0" y="635"/>
                          </a:cubicBezTo>
                          <a:cubicBezTo>
                            <a:pt x="0" y="473"/>
                            <a:pt x="0" y="473"/>
                            <a:pt x="0" y="473"/>
                          </a:cubicBezTo>
                          <a:cubicBezTo>
                            <a:pt x="0" y="419"/>
                            <a:pt x="0" y="419"/>
                            <a:pt x="0" y="419"/>
                          </a:cubicBezTo>
                          <a:cubicBezTo>
                            <a:pt x="0" y="264"/>
                            <a:pt x="0" y="264"/>
                            <a:pt x="0" y="264"/>
                          </a:cubicBezTo>
                          <a:cubicBezTo>
                            <a:pt x="0" y="210"/>
                            <a:pt x="0" y="210"/>
                            <a:pt x="0" y="210"/>
                          </a:cubicBezTo>
                          <a:cubicBezTo>
                            <a:pt x="0" y="75"/>
                            <a:pt x="0" y="75"/>
                            <a:pt x="0" y="75"/>
                          </a:cubicBezTo>
                          <a:cubicBezTo>
                            <a:pt x="0" y="34"/>
                            <a:pt x="27" y="0"/>
                            <a:pt x="74" y="0"/>
                          </a:cubicBezTo>
                          <a:cubicBezTo>
                            <a:pt x="202" y="0"/>
                            <a:pt x="202" y="0"/>
                            <a:pt x="202" y="0"/>
                          </a:cubicBezTo>
                          <a:cubicBezTo>
                            <a:pt x="256" y="0"/>
                            <a:pt x="256" y="0"/>
                            <a:pt x="256" y="0"/>
                          </a:cubicBezTo>
                          <a:cubicBezTo>
                            <a:pt x="418" y="0"/>
                            <a:pt x="418" y="0"/>
                            <a:pt x="418" y="0"/>
                          </a:cubicBezTo>
                          <a:cubicBezTo>
                            <a:pt x="472" y="0"/>
                            <a:pt x="472" y="0"/>
                            <a:pt x="472" y="0"/>
                          </a:cubicBezTo>
                          <a:cubicBezTo>
                            <a:pt x="628" y="0"/>
                            <a:pt x="628" y="0"/>
                            <a:pt x="628" y="0"/>
                          </a:cubicBezTo>
                          <a:cubicBezTo>
                            <a:pt x="682" y="0"/>
                            <a:pt x="682" y="0"/>
                            <a:pt x="682" y="0"/>
                          </a:cubicBezTo>
                          <a:cubicBezTo>
                            <a:pt x="844" y="0"/>
                            <a:pt x="844" y="0"/>
                            <a:pt x="844" y="0"/>
                          </a:cubicBezTo>
                          <a:cubicBezTo>
                            <a:pt x="898" y="0"/>
                            <a:pt x="898" y="0"/>
                            <a:pt x="898" y="0"/>
                          </a:cubicBezTo>
                          <a:cubicBezTo>
                            <a:pt x="1026" y="0"/>
                            <a:pt x="1026" y="0"/>
                            <a:pt x="1026" y="0"/>
                          </a:cubicBezTo>
                          <a:cubicBezTo>
                            <a:pt x="1073" y="0"/>
                            <a:pt x="1100" y="34"/>
                            <a:pt x="1100" y="75"/>
                          </a:cubicBezTo>
                          <a:cubicBezTo>
                            <a:pt x="1100" y="210"/>
                            <a:pt x="1100" y="210"/>
                            <a:pt x="1100" y="210"/>
                          </a:cubicBezTo>
                          <a:cubicBezTo>
                            <a:pt x="1100" y="210"/>
                            <a:pt x="1100" y="210"/>
                            <a:pt x="1100" y="210"/>
                          </a:cubicBezTo>
                          <a:close/>
                        </a:path>
                      </a:pathLst>
                    </a:custGeom>
                    <a:solidFill>
                      <a:schemeClr val="tx1">
                        <a:lumMod val="85000"/>
                        <a:lumOff val="15000"/>
                      </a:schemeClr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52" name="Freeform 96">
                      <a:extLst>
                        <a:ext uri="{FF2B5EF4-FFF2-40B4-BE49-F238E27FC236}">
                          <a16:creationId xmlns:a16="http://schemas.microsoft.com/office/drawing/2014/main" id="{45E86C16-30A0-6920-747E-5F084FF14F7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085300" y="2620963"/>
                      <a:ext cx="131763" cy="30163"/>
                    </a:xfrm>
                    <a:custGeom>
                      <a:avLst/>
                      <a:gdLst>
                        <a:gd name="T0" fmla="*/ 244 w 244"/>
                        <a:gd name="T1" fmla="*/ 28 h 55"/>
                        <a:gd name="T2" fmla="*/ 217 w 244"/>
                        <a:gd name="T3" fmla="*/ 0 h 55"/>
                        <a:gd name="T4" fmla="*/ 0 w 244"/>
                        <a:gd name="T5" fmla="*/ 0 h 55"/>
                        <a:gd name="T6" fmla="*/ 0 w 244"/>
                        <a:gd name="T7" fmla="*/ 55 h 55"/>
                        <a:gd name="T8" fmla="*/ 217 w 244"/>
                        <a:gd name="T9" fmla="*/ 55 h 55"/>
                        <a:gd name="T10" fmla="*/ 244 w 244"/>
                        <a:gd name="T11" fmla="*/ 28 h 5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4" h="55">
                          <a:moveTo>
                            <a:pt x="244" y="28"/>
                          </a:moveTo>
                          <a:cubicBezTo>
                            <a:pt x="244" y="14"/>
                            <a:pt x="230" y="0"/>
                            <a:pt x="217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55"/>
                            <a:pt x="0" y="55"/>
                            <a:pt x="0" y="55"/>
                          </a:cubicBezTo>
                          <a:cubicBezTo>
                            <a:pt x="217" y="55"/>
                            <a:pt x="217" y="55"/>
                            <a:pt x="217" y="55"/>
                          </a:cubicBezTo>
                          <a:cubicBezTo>
                            <a:pt x="230" y="55"/>
                            <a:pt x="244" y="41"/>
                            <a:pt x="244" y="28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53" name="Freeform 97">
                      <a:extLst>
                        <a:ext uri="{FF2B5EF4-FFF2-40B4-BE49-F238E27FC236}">
                          <a16:creationId xmlns:a16="http://schemas.microsoft.com/office/drawing/2014/main" id="{7E85D781-41C4-4E47-27DA-94243065C3C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085300" y="2733675"/>
                      <a:ext cx="131763" cy="30163"/>
                    </a:xfrm>
                    <a:custGeom>
                      <a:avLst/>
                      <a:gdLst>
                        <a:gd name="T0" fmla="*/ 217 w 244"/>
                        <a:gd name="T1" fmla="*/ 0 h 54"/>
                        <a:gd name="T2" fmla="*/ 0 w 244"/>
                        <a:gd name="T3" fmla="*/ 0 h 54"/>
                        <a:gd name="T4" fmla="*/ 0 w 244"/>
                        <a:gd name="T5" fmla="*/ 54 h 54"/>
                        <a:gd name="T6" fmla="*/ 217 w 244"/>
                        <a:gd name="T7" fmla="*/ 54 h 54"/>
                        <a:gd name="T8" fmla="*/ 244 w 244"/>
                        <a:gd name="T9" fmla="*/ 27 h 54"/>
                        <a:gd name="T10" fmla="*/ 217 w 244"/>
                        <a:gd name="T11" fmla="*/ 0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4" h="54">
                          <a:moveTo>
                            <a:pt x="217" y="0"/>
                          </a:move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54"/>
                            <a:pt x="0" y="54"/>
                            <a:pt x="0" y="54"/>
                          </a:cubicBezTo>
                          <a:cubicBezTo>
                            <a:pt x="217" y="54"/>
                            <a:pt x="217" y="54"/>
                            <a:pt x="217" y="54"/>
                          </a:cubicBezTo>
                          <a:cubicBezTo>
                            <a:pt x="230" y="54"/>
                            <a:pt x="244" y="47"/>
                            <a:pt x="244" y="27"/>
                          </a:cubicBezTo>
                          <a:cubicBezTo>
                            <a:pt x="244" y="13"/>
                            <a:pt x="230" y="0"/>
                            <a:pt x="217" y="0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54" name="Freeform 98">
                      <a:extLst>
                        <a:ext uri="{FF2B5EF4-FFF2-40B4-BE49-F238E27FC236}">
                          <a16:creationId xmlns:a16="http://schemas.microsoft.com/office/drawing/2014/main" id="{BD9BBCFC-1A83-1223-9DAA-8D9DBE75CB7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085300" y="2851150"/>
                      <a:ext cx="131763" cy="30163"/>
                    </a:xfrm>
                    <a:custGeom>
                      <a:avLst/>
                      <a:gdLst>
                        <a:gd name="T0" fmla="*/ 217 w 244"/>
                        <a:gd name="T1" fmla="*/ 0 h 54"/>
                        <a:gd name="T2" fmla="*/ 0 w 244"/>
                        <a:gd name="T3" fmla="*/ 0 h 54"/>
                        <a:gd name="T4" fmla="*/ 0 w 244"/>
                        <a:gd name="T5" fmla="*/ 54 h 54"/>
                        <a:gd name="T6" fmla="*/ 217 w 244"/>
                        <a:gd name="T7" fmla="*/ 54 h 54"/>
                        <a:gd name="T8" fmla="*/ 244 w 244"/>
                        <a:gd name="T9" fmla="*/ 27 h 54"/>
                        <a:gd name="T10" fmla="*/ 217 w 244"/>
                        <a:gd name="T11" fmla="*/ 0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4" h="54">
                          <a:moveTo>
                            <a:pt x="217" y="0"/>
                          </a:move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54"/>
                            <a:pt x="0" y="54"/>
                            <a:pt x="0" y="54"/>
                          </a:cubicBezTo>
                          <a:cubicBezTo>
                            <a:pt x="217" y="54"/>
                            <a:pt x="217" y="54"/>
                            <a:pt x="217" y="54"/>
                          </a:cubicBezTo>
                          <a:cubicBezTo>
                            <a:pt x="230" y="54"/>
                            <a:pt x="244" y="41"/>
                            <a:pt x="244" y="27"/>
                          </a:cubicBezTo>
                          <a:cubicBezTo>
                            <a:pt x="244" y="14"/>
                            <a:pt x="230" y="0"/>
                            <a:pt x="217" y="0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55" name="Freeform 99">
                      <a:extLst>
                        <a:ext uri="{FF2B5EF4-FFF2-40B4-BE49-F238E27FC236}">
                          <a16:creationId xmlns:a16="http://schemas.microsoft.com/office/drawing/2014/main" id="{B61FE4C2-80CF-5997-984F-FD3A1E240AF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085300" y="2965450"/>
                      <a:ext cx="131763" cy="28575"/>
                    </a:xfrm>
                    <a:custGeom>
                      <a:avLst/>
                      <a:gdLst>
                        <a:gd name="T0" fmla="*/ 217 w 244"/>
                        <a:gd name="T1" fmla="*/ 0 h 54"/>
                        <a:gd name="T2" fmla="*/ 0 w 244"/>
                        <a:gd name="T3" fmla="*/ 0 h 54"/>
                        <a:gd name="T4" fmla="*/ 0 w 244"/>
                        <a:gd name="T5" fmla="*/ 54 h 54"/>
                        <a:gd name="T6" fmla="*/ 217 w 244"/>
                        <a:gd name="T7" fmla="*/ 54 h 54"/>
                        <a:gd name="T8" fmla="*/ 244 w 244"/>
                        <a:gd name="T9" fmla="*/ 27 h 54"/>
                        <a:gd name="T10" fmla="*/ 217 w 244"/>
                        <a:gd name="T11" fmla="*/ 0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4" h="54">
                          <a:moveTo>
                            <a:pt x="217" y="0"/>
                          </a:move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54"/>
                            <a:pt x="0" y="54"/>
                            <a:pt x="0" y="54"/>
                          </a:cubicBezTo>
                          <a:cubicBezTo>
                            <a:pt x="217" y="54"/>
                            <a:pt x="217" y="54"/>
                            <a:pt x="217" y="54"/>
                          </a:cubicBezTo>
                          <a:cubicBezTo>
                            <a:pt x="230" y="54"/>
                            <a:pt x="244" y="47"/>
                            <a:pt x="244" y="27"/>
                          </a:cubicBezTo>
                          <a:cubicBezTo>
                            <a:pt x="244" y="13"/>
                            <a:pt x="230" y="0"/>
                            <a:pt x="217" y="0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56" name="Freeform 100">
                      <a:extLst>
                        <a:ext uri="{FF2B5EF4-FFF2-40B4-BE49-F238E27FC236}">
                          <a16:creationId xmlns:a16="http://schemas.microsoft.com/office/drawing/2014/main" id="{936E007D-D3BD-DE18-149B-85D023FA37A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240750" y="2620963"/>
                      <a:ext cx="131763" cy="30163"/>
                    </a:xfrm>
                    <a:custGeom>
                      <a:avLst/>
                      <a:gdLst>
                        <a:gd name="T0" fmla="*/ 0 w 243"/>
                        <a:gd name="T1" fmla="*/ 28 h 55"/>
                        <a:gd name="T2" fmla="*/ 27 w 243"/>
                        <a:gd name="T3" fmla="*/ 55 h 55"/>
                        <a:gd name="T4" fmla="*/ 243 w 243"/>
                        <a:gd name="T5" fmla="*/ 55 h 55"/>
                        <a:gd name="T6" fmla="*/ 243 w 243"/>
                        <a:gd name="T7" fmla="*/ 0 h 55"/>
                        <a:gd name="T8" fmla="*/ 27 w 243"/>
                        <a:gd name="T9" fmla="*/ 0 h 55"/>
                        <a:gd name="T10" fmla="*/ 0 w 243"/>
                        <a:gd name="T11" fmla="*/ 28 h 5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3" h="55">
                          <a:moveTo>
                            <a:pt x="0" y="28"/>
                          </a:moveTo>
                          <a:cubicBezTo>
                            <a:pt x="0" y="41"/>
                            <a:pt x="14" y="55"/>
                            <a:pt x="27" y="55"/>
                          </a:cubicBezTo>
                          <a:cubicBezTo>
                            <a:pt x="243" y="55"/>
                            <a:pt x="243" y="55"/>
                            <a:pt x="243" y="55"/>
                          </a:cubicBezTo>
                          <a:cubicBezTo>
                            <a:pt x="243" y="0"/>
                            <a:pt x="243" y="0"/>
                            <a:pt x="243" y="0"/>
                          </a:cubicBezTo>
                          <a:cubicBezTo>
                            <a:pt x="27" y="0"/>
                            <a:pt x="27" y="0"/>
                            <a:pt x="27" y="0"/>
                          </a:cubicBezTo>
                          <a:cubicBezTo>
                            <a:pt x="14" y="0"/>
                            <a:pt x="0" y="14"/>
                            <a:pt x="0" y="28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57" name="Freeform 101">
                      <a:extLst>
                        <a:ext uri="{FF2B5EF4-FFF2-40B4-BE49-F238E27FC236}">
                          <a16:creationId xmlns:a16="http://schemas.microsoft.com/office/drawing/2014/main" id="{A1822036-1723-C20D-AD74-5CE9FCF951E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240750" y="2733675"/>
                      <a:ext cx="131763" cy="30163"/>
                    </a:xfrm>
                    <a:custGeom>
                      <a:avLst/>
                      <a:gdLst>
                        <a:gd name="T0" fmla="*/ 0 w 243"/>
                        <a:gd name="T1" fmla="*/ 27 h 54"/>
                        <a:gd name="T2" fmla="*/ 27 w 243"/>
                        <a:gd name="T3" fmla="*/ 54 h 54"/>
                        <a:gd name="T4" fmla="*/ 243 w 243"/>
                        <a:gd name="T5" fmla="*/ 54 h 54"/>
                        <a:gd name="T6" fmla="*/ 243 w 243"/>
                        <a:gd name="T7" fmla="*/ 0 h 54"/>
                        <a:gd name="T8" fmla="*/ 27 w 243"/>
                        <a:gd name="T9" fmla="*/ 0 h 54"/>
                        <a:gd name="T10" fmla="*/ 0 w 243"/>
                        <a:gd name="T11" fmla="*/ 27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3" h="54">
                          <a:moveTo>
                            <a:pt x="0" y="27"/>
                          </a:moveTo>
                          <a:cubicBezTo>
                            <a:pt x="0" y="47"/>
                            <a:pt x="14" y="54"/>
                            <a:pt x="27" y="54"/>
                          </a:cubicBezTo>
                          <a:cubicBezTo>
                            <a:pt x="243" y="54"/>
                            <a:pt x="243" y="54"/>
                            <a:pt x="243" y="54"/>
                          </a:cubicBezTo>
                          <a:cubicBezTo>
                            <a:pt x="243" y="0"/>
                            <a:pt x="243" y="0"/>
                            <a:pt x="243" y="0"/>
                          </a:cubicBezTo>
                          <a:cubicBezTo>
                            <a:pt x="27" y="0"/>
                            <a:pt x="27" y="0"/>
                            <a:pt x="27" y="0"/>
                          </a:cubicBezTo>
                          <a:cubicBezTo>
                            <a:pt x="14" y="0"/>
                            <a:pt x="0" y="13"/>
                            <a:pt x="0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58" name="Freeform 102">
                      <a:extLst>
                        <a:ext uri="{FF2B5EF4-FFF2-40B4-BE49-F238E27FC236}">
                          <a16:creationId xmlns:a16="http://schemas.microsoft.com/office/drawing/2014/main" id="{B98A7DE2-8A19-48B9-3A27-B717A233B6A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240750" y="2851150"/>
                      <a:ext cx="131763" cy="30163"/>
                    </a:xfrm>
                    <a:custGeom>
                      <a:avLst/>
                      <a:gdLst>
                        <a:gd name="T0" fmla="*/ 0 w 243"/>
                        <a:gd name="T1" fmla="*/ 27 h 54"/>
                        <a:gd name="T2" fmla="*/ 27 w 243"/>
                        <a:gd name="T3" fmla="*/ 54 h 54"/>
                        <a:gd name="T4" fmla="*/ 243 w 243"/>
                        <a:gd name="T5" fmla="*/ 54 h 54"/>
                        <a:gd name="T6" fmla="*/ 243 w 243"/>
                        <a:gd name="T7" fmla="*/ 0 h 54"/>
                        <a:gd name="T8" fmla="*/ 27 w 243"/>
                        <a:gd name="T9" fmla="*/ 0 h 54"/>
                        <a:gd name="T10" fmla="*/ 0 w 243"/>
                        <a:gd name="T11" fmla="*/ 27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3" h="54">
                          <a:moveTo>
                            <a:pt x="0" y="27"/>
                          </a:moveTo>
                          <a:cubicBezTo>
                            <a:pt x="0" y="41"/>
                            <a:pt x="14" y="54"/>
                            <a:pt x="27" y="54"/>
                          </a:cubicBezTo>
                          <a:cubicBezTo>
                            <a:pt x="243" y="54"/>
                            <a:pt x="243" y="54"/>
                            <a:pt x="243" y="54"/>
                          </a:cubicBezTo>
                          <a:cubicBezTo>
                            <a:pt x="243" y="0"/>
                            <a:pt x="243" y="0"/>
                            <a:pt x="243" y="0"/>
                          </a:cubicBezTo>
                          <a:cubicBezTo>
                            <a:pt x="27" y="0"/>
                            <a:pt x="27" y="0"/>
                            <a:pt x="27" y="0"/>
                          </a:cubicBezTo>
                          <a:cubicBezTo>
                            <a:pt x="14" y="0"/>
                            <a:pt x="0" y="14"/>
                            <a:pt x="0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59" name="Freeform 103">
                      <a:extLst>
                        <a:ext uri="{FF2B5EF4-FFF2-40B4-BE49-F238E27FC236}">
                          <a16:creationId xmlns:a16="http://schemas.microsoft.com/office/drawing/2014/main" id="{D55BFC87-ED5D-2FB4-223F-D10546282F9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240750" y="2965450"/>
                      <a:ext cx="131763" cy="28575"/>
                    </a:xfrm>
                    <a:custGeom>
                      <a:avLst/>
                      <a:gdLst>
                        <a:gd name="T0" fmla="*/ 0 w 243"/>
                        <a:gd name="T1" fmla="*/ 27 h 54"/>
                        <a:gd name="T2" fmla="*/ 27 w 243"/>
                        <a:gd name="T3" fmla="*/ 54 h 54"/>
                        <a:gd name="T4" fmla="*/ 243 w 243"/>
                        <a:gd name="T5" fmla="*/ 54 h 54"/>
                        <a:gd name="T6" fmla="*/ 243 w 243"/>
                        <a:gd name="T7" fmla="*/ 0 h 54"/>
                        <a:gd name="T8" fmla="*/ 27 w 243"/>
                        <a:gd name="T9" fmla="*/ 0 h 54"/>
                        <a:gd name="T10" fmla="*/ 0 w 243"/>
                        <a:gd name="T11" fmla="*/ 27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3" h="54">
                          <a:moveTo>
                            <a:pt x="0" y="27"/>
                          </a:moveTo>
                          <a:cubicBezTo>
                            <a:pt x="0" y="47"/>
                            <a:pt x="14" y="54"/>
                            <a:pt x="27" y="54"/>
                          </a:cubicBezTo>
                          <a:cubicBezTo>
                            <a:pt x="243" y="54"/>
                            <a:pt x="243" y="54"/>
                            <a:pt x="243" y="54"/>
                          </a:cubicBezTo>
                          <a:cubicBezTo>
                            <a:pt x="243" y="0"/>
                            <a:pt x="243" y="0"/>
                            <a:pt x="243" y="0"/>
                          </a:cubicBezTo>
                          <a:cubicBezTo>
                            <a:pt x="27" y="0"/>
                            <a:pt x="27" y="0"/>
                            <a:pt x="27" y="0"/>
                          </a:cubicBezTo>
                          <a:cubicBezTo>
                            <a:pt x="14" y="0"/>
                            <a:pt x="0" y="13"/>
                            <a:pt x="0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60" name="Freeform 104">
                      <a:extLst>
                        <a:ext uri="{FF2B5EF4-FFF2-40B4-BE49-F238E27FC236}">
                          <a16:creationId xmlns:a16="http://schemas.microsoft.com/office/drawing/2014/main" id="{F05A91BA-CFEA-D640-F5BA-D606F754095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540788" y="2320925"/>
                      <a:ext cx="28575" cy="128588"/>
                    </a:xfrm>
                    <a:custGeom>
                      <a:avLst/>
                      <a:gdLst>
                        <a:gd name="T0" fmla="*/ 54 w 54"/>
                        <a:gd name="T1" fmla="*/ 27 h 237"/>
                        <a:gd name="T2" fmla="*/ 27 w 54"/>
                        <a:gd name="T3" fmla="*/ 0 h 237"/>
                        <a:gd name="T4" fmla="*/ 0 w 54"/>
                        <a:gd name="T5" fmla="*/ 27 h 237"/>
                        <a:gd name="T6" fmla="*/ 0 w 54"/>
                        <a:gd name="T7" fmla="*/ 237 h 237"/>
                        <a:gd name="T8" fmla="*/ 54 w 54"/>
                        <a:gd name="T9" fmla="*/ 237 h 237"/>
                        <a:gd name="T10" fmla="*/ 54 w 54"/>
                        <a:gd name="T11" fmla="*/ 27 h 237"/>
                        <a:gd name="T12" fmla="*/ 54 w 54"/>
                        <a:gd name="T13" fmla="*/ 27 h 2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7">
                          <a:moveTo>
                            <a:pt x="54" y="27"/>
                          </a:moveTo>
                          <a:cubicBezTo>
                            <a:pt x="54" y="14"/>
                            <a:pt x="40" y="0"/>
                            <a:pt x="27" y="0"/>
                          </a:cubicBezTo>
                          <a:cubicBezTo>
                            <a:pt x="13" y="0"/>
                            <a:pt x="0" y="14"/>
                            <a:pt x="0" y="27"/>
                          </a:cubicBezTo>
                          <a:cubicBezTo>
                            <a:pt x="0" y="237"/>
                            <a:pt x="0" y="237"/>
                            <a:pt x="0" y="237"/>
                          </a:cubicBezTo>
                          <a:cubicBezTo>
                            <a:pt x="54" y="237"/>
                            <a:pt x="54" y="237"/>
                            <a:pt x="54" y="23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61" name="Freeform 105">
                      <a:extLst>
                        <a:ext uri="{FF2B5EF4-FFF2-40B4-BE49-F238E27FC236}">
                          <a16:creationId xmlns:a16="http://schemas.microsoft.com/office/drawing/2014/main" id="{344EFA06-9BBC-BFF6-3978-879312DE52A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658263" y="2320925"/>
                      <a:ext cx="28575" cy="128588"/>
                    </a:xfrm>
                    <a:custGeom>
                      <a:avLst/>
                      <a:gdLst>
                        <a:gd name="T0" fmla="*/ 54 w 54"/>
                        <a:gd name="T1" fmla="*/ 27 h 237"/>
                        <a:gd name="T2" fmla="*/ 27 w 54"/>
                        <a:gd name="T3" fmla="*/ 0 h 237"/>
                        <a:gd name="T4" fmla="*/ 0 w 54"/>
                        <a:gd name="T5" fmla="*/ 27 h 237"/>
                        <a:gd name="T6" fmla="*/ 0 w 54"/>
                        <a:gd name="T7" fmla="*/ 237 h 237"/>
                        <a:gd name="T8" fmla="*/ 54 w 54"/>
                        <a:gd name="T9" fmla="*/ 237 h 237"/>
                        <a:gd name="T10" fmla="*/ 54 w 54"/>
                        <a:gd name="T11" fmla="*/ 27 h 237"/>
                        <a:gd name="T12" fmla="*/ 54 w 54"/>
                        <a:gd name="T13" fmla="*/ 27 h 2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7">
                          <a:moveTo>
                            <a:pt x="54" y="27"/>
                          </a:moveTo>
                          <a:cubicBezTo>
                            <a:pt x="54" y="14"/>
                            <a:pt x="40" y="0"/>
                            <a:pt x="27" y="0"/>
                          </a:cubicBezTo>
                          <a:cubicBezTo>
                            <a:pt x="13" y="0"/>
                            <a:pt x="0" y="14"/>
                            <a:pt x="0" y="27"/>
                          </a:cubicBezTo>
                          <a:cubicBezTo>
                            <a:pt x="0" y="237"/>
                            <a:pt x="0" y="237"/>
                            <a:pt x="0" y="237"/>
                          </a:cubicBezTo>
                          <a:cubicBezTo>
                            <a:pt x="54" y="237"/>
                            <a:pt x="54" y="237"/>
                            <a:pt x="54" y="23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62" name="Freeform 106">
                      <a:extLst>
                        <a:ext uri="{FF2B5EF4-FFF2-40B4-BE49-F238E27FC236}">
                          <a16:creationId xmlns:a16="http://schemas.microsoft.com/office/drawing/2014/main" id="{ABCE0F5F-0F03-31FF-D4EA-48F08974B7B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770975" y="2320925"/>
                      <a:ext cx="30163" cy="128588"/>
                    </a:xfrm>
                    <a:custGeom>
                      <a:avLst/>
                      <a:gdLst>
                        <a:gd name="T0" fmla="*/ 54 w 54"/>
                        <a:gd name="T1" fmla="*/ 27 h 237"/>
                        <a:gd name="T2" fmla="*/ 27 w 54"/>
                        <a:gd name="T3" fmla="*/ 0 h 237"/>
                        <a:gd name="T4" fmla="*/ 0 w 54"/>
                        <a:gd name="T5" fmla="*/ 27 h 237"/>
                        <a:gd name="T6" fmla="*/ 0 w 54"/>
                        <a:gd name="T7" fmla="*/ 237 h 237"/>
                        <a:gd name="T8" fmla="*/ 54 w 54"/>
                        <a:gd name="T9" fmla="*/ 237 h 237"/>
                        <a:gd name="T10" fmla="*/ 54 w 54"/>
                        <a:gd name="T11" fmla="*/ 27 h 237"/>
                        <a:gd name="T12" fmla="*/ 54 w 54"/>
                        <a:gd name="T13" fmla="*/ 27 h 2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7">
                          <a:moveTo>
                            <a:pt x="54" y="27"/>
                          </a:moveTo>
                          <a:cubicBezTo>
                            <a:pt x="54" y="14"/>
                            <a:pt x="40" y="0"/>
                            <a:pt x="27" y="0"/>
                          </a:cubicBezTo>
                          <a:cubicBezTo>
                            <a:pt x="13" y="0"/>
                            <a:pt x="0" y="14"/>
                            <a:pt x="0" y="27"/>
                          </a:cubicBezTo>
                          <a:cubicBezTo>
                            <a:pt x="0" y="237"/>
                            <a:pt x="0" y="237"/>
                            <a:pt x="0" y="237"/>
                          </a:cubicBezTo>
                          <a:cubicBezTo>
                            <a:pt x="54" y="237"/>
                            <a:pt x="54" y="237"/>
                            <a:pt x="54" y="23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63" name="Freeform 107">
                      <a:extLst>
                        <a:ext uri="{FF2B5EF4-FFF2-40B4-BE49-F238E27FC236}">
                          <a16:creationId xmlns:a16="http://schemas.microsoft.com/office/drawing/2014/main" id="{00A559E8-62DD-385E-E2C3-F14CC9B776E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886863" y="2320925"/>
                      <a:ext cx="30163" cy="128588"/>
                    </a:xfrm>
                    <a:custGeom>
                      <a:avLst/>
                      <a:gdLst>
                        <a:gd name="T0" fmla="*/ 54 w 54"/>
                        <a:gd name="T1" fmla="*/ 27 h 237"/>
                        <a:gd name="T2" fmla="*/ 27 w 54"/>
                        <a:gd name="T3" fmla="*/ 0 h 237"/>
                        <a:gd name="T4" fmla="*/ 0 w 54"/>
                        <a:gd name="T5" fmla="*/ 27 h 237"/>
                        <a:gd name="T6" fmla="*/ 0 w 54"/>
                        <a:gd name="T7" fmla="*/ 237 h 237"/>
                        <a:gd name="T8" fmla="*/ 54 w 54"/>
                        <a:gd name="T9" fmla="*/ 237 h 237"/>
                        <a:gd name="T10" fmla="*/ 54 w 54"/>
                        <a:gd name="T11" fmla="*/ 27 h 237"/>
                        <a:gd name="T12" fmla="*/ 54 w 54"/>
                        <a:gd name="T13" fmla="*/ 27 h 2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7">
                          <a:moveTo>
                            <a:pt x="54" y="27"/>
                          </a:moveTo>
                          <a:cubicBezTo>
                            <a:pt x="54" y="14"/>
                            <a:pt x="40" y="0"/>
                            <a:pt x="27" y="0"/>
                          </a:cubicBezTo>
                          <a:cubicBezTo>
                            <a:pt x="13" y="0"/>
                            <a:pt x="0" y="14"/>
                            <a:pt x="0" y="27"/>
                          </a:cubicBezTo>
                          <a:cubicBezTo>
                            <a:pt x="0" y="237"/>
                            <a:pt x="0" y="237"/>
                            <a:pt x="0" y="237"/>
                          </a:cubicBezTo>
                          <a:cubicBezTo>
                            <a:pt x="54" y="237"/>
                            <a:pt x="54" y="237"/>
                            <a:pt x="54" y="23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64" name="Freeform 108">
                      <a:extLst>
                        <a:ext uri="{FF2B5EF4-FFF2-40B4-BE49-F238E27FC236}">
                          <a16:creationId xmlns:a16="http://schemas.microsoft.com/office/drawing/2014/main" id="{D5D03337-7520-0FC9-7504-47B313A5882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540788" y="3165475"/>
                      <a:ext cx="28575" cy="128588"/>
                    </a:xfrm>
                    <a:custGeom>
                      <a:avLst/>
                      <a:gdLst>
                        <a:gd name="T0" fmla="*/ 0 w 54"/>
                        <a:gd name="T1" fmla="*/ 211 h 238"/>
                        <a:gd name="T2" fmla="*/ 27 w 54"/>
                        <a:gd name="T3" fmla="*/ 238 h 238"/>
                        <a:gd name="T4" fmla="*/ 54 w 54"/>
                        <a:gd name="T5" fmla="*/ 211 h 238"/>
                        <a:gd name="T6" fmla="*/ 54 w 54"/>
                        <a:gd name="T7" fmla="*/ 0 h 238"/>
                        <a:gd name="T8" fmla="*/ 0 w 54"/>
                        <a:gd name="T9" fmla="*/ 0 h 238"/>
                        <a:gd name="T10" fmla="*/ 0 w 54"/>
                        <a:gd name="T11" fmla="*/ 211 h 238"/>
                        <a:gd name="T12" fmla="*/ 0 w 54"/>
                        <a:gd name="T13" fmla="*/ 211 h 2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8">
                          <a:moveTo>
                            <a:pt x="0" y="211"/>
                          </a:moveTo>
                          <a:cubicBezTo>
                            <a:pt x="0" y="231"/>
                            <a:pt x="13" y="238"/>
                            <a:pt x="27" y="238"/>
                          </a:cubicBezTo>
                          <a:cubicBezTo>
                            <a:pt x="40" y="238"/>
                            <a:pt x="54" y="231"/>
                            <a:pt x="54" y="211"/>
                          </a:cubicBezTo>
                          <a:cubicBezTo>
                            <a:pt x="54" y="0"/>
                            <a:pt x="54" y="0"/>
                            <a:pt x="54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65" name="Freeform 109">
                      <a:extLst>
                        <a:ext uri="{FF2B5EF4-FFF2-40B4-BE49-F238E27FC236}">
                          <a16:creationId xmlns:a16="http://schemas.microsoft.com/office/drawing/2014/main" id="{E975C41A-3448-B8D4-C212-946BE5327B4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658263" y="3165475"/>
                      <a:ext cx="28575" cy="128588"/>
                    </a:xfrm>
                    <a:custGeom>
                      <a:avLst/>
                      <a:gdLst>
                        <a:gd name="T0" fmla="*/ 0 w 54"/>
                        <a:gd name="T1" fmla="*/ 211 h 238"/>
                        <a:gd name="T2" fmla="*/ 27 w 54"/>
                        <a:gd name="T3" fmla="*/ 238 h 238"/>
                        <a:gd name="T4" fmla="*/ 54 w 54"/>
                        <a:gd name="T5" fmla="*/ 211 h 238"/>
                        <a:gd name="T6" fmla="*/ 54 w 54"/>
                        <a:gd name="T7" fmla="*/ 0 h 238"/>
                        <a:gd name="T8" fmla="*/ 0 w 54"/>
                        <a:gd name="T9" fmla="*/ 0 h 238"/>
                        <a:gd name="T10" fmla="*/ 0 w 54"/>
                        <a:gd name="T11" fmla="*/ 211 h 238"/>
                        <a:gd name="T12" fmla="*/ 0 w 54"/>
                        <a:gd name="T13" fmla="*/ 211 h 2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8">
                          <a:moveTo>
                            <a:pt x="0" y="211"/>
                          </a:moveTo>
                          <a:cubicBezTo>
                            <a:pt x="0" y="231"/>
                            <a:pt x="13" y="238"/>
                            <a:pt x="27" y="238"/>
                          </a:cubicBezTo>
                          <a:cubicBezTo>
                            <a:pt x="40" y="238"/>
                            <a:pt x="54" y="231"/>
                            <a:pt x="54" y="211"/>
                          </a:cubicBezTo>
                          <a:cubicBezTo>
                            <a:pt x="54" y="0"/>
                            <a:pt x="54" y="0"/>
                            <a:pt x="54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66" name="Freeform 110">
                      <a:extLst>
                        <a:ext uri="{FF2B5EF4-FFF2-40B4-BE49-F238E27FC236}">
                          <a16:creationId xmlns:a16="http://schemas.microsoft.com/office/drawing/2014/main" id="{78C9D228-FDD3-EB07-2251-781B978CC6A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770975" y="3165475"/>
                      <a:ext cx="30163" cy="128588"/>
                    </a:xfrm>
                    <a:custGeom>
                      <a:avLst/>
                      <a:gdLst>
                        <a:gd name="T0" fmla="*/ 0 w 54"/>
                        <a:gd name="T1" fmla="*/ 211 h 238"/>
                        <a:gd name="T2" fmla="*/ 27 w 54"/>
                        <a:gd name="T3" fmla="*/ 238 h 238"/>
                        <a:gd name="T4" fmla="*/ 54 w 54"/>
                        <a:gd name="T5" fmla="*/ 211 h 238"/>
                        <a:gd name="T6" fmla="*/ 54 w 54"/>
                        <a:gd name="T7" fmla="*/ 0 h 238"/>
                        <a:gd name="T8" fmla="*/ 0 w 54"/>
                        <a:gd name="T9" fmla="*/ 0 h 238"/>
                        <a:gd name="T10" fmla="*/ 0 w 54"/>
                        <a:gd name="T11" fmla="*/ 211 h 238"/>
                        <a:gd name="T12" fmla="*/ 0 w 54"/>
                        <a:gd name="T13" fmla="*/ 211 h 2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8">
                          <a:moveTo>
                            <a:pt x="0" y="211"/>
                          </a:moveTo>
                          <a:cubicBezTo>
                            <a:pt x="0" y="231"/>
                            <a:pt x="13" y="238"/>
                            <a:pt x="27" y="238"/>
                          </a:cubicBezTo>
                          <a:cubicBezTo>
                            <a:pt x="40" y="238"/>
                            <a:pt x="54" y="231"/>
                            <a:pt x="54" y="211"/>
                          </a:cubicBezTo>
                          <a:cubicBezTo>
                            <a:pt x="54" y="0"/>
                            <a:pt x="54" y="0"/>
                            <a:pt x="54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67" name="Freeform 111">
                      <a:extLst>
                        <a:ext uri="{FF2B5EF4-FFF2-40B4-BE49-F238E27FC236}">
                          <a16:creationId xmlns:a16="http://schemas.microsoft.com/office/drawing/2014/main" id="{3D4F7406-94CF-467C-5688-07333137690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886863" y="3165475"/>
                      <a:ext cx="30163" cy="128588"/>
                    </a:xfrm>
                    <a:custGeom>
                      <a:avLst/>
                      <a:gdLst>
                        <a:gd name="T0" fmla="*/ 0 w 54"/>
                        <a:gd name="T1" fmla="*/ 211 h 238"/>
                        <a:gd name="T2" fmla="*/ 27 w 54"/>
                        <a:gd name="T3" fmla="*/ 238 h 238"/>
                        <a:gd name="T4" fmla="*/ 54 w 54"/>
                        <a:gd name="T5" fmla="*/ 211 h 238"/>
                        <a:gd name="T6" fmla="*/ 54 w 54"/>
                        <a:gd name="T7" fmla="*/ 0 h 238"/>
                        <a:gd name="T8" fmla="*/ 0 w 54"/>
                        <a:gd name="T9" fmla="*/ 0 h 238"/>
                        <a:gd name="T10" fmla="*/ 0 w 54"/>
                        <a:gd name="T11" fmla="*/ 211 h 238"/>
                        <a:gd name="T12" fmla="*/ 0 w 54"/>
                        <a:gd name="T13" fmla="*/ 211 h 2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8">
                          <a:moveTo>
                            <a:pt x="0" y="211"/>
                          </a:moveTo>
                          <a:cubicBezTo>
                            <a:pt x="0" y="231"/>
                            <a:pt x="13" y="238"/>
                            <a:pt x="27" y="238"/>
                          </a:cubicBezTo>
                          <a:cubicBezTo>
                            <a:pt x="40" y="238"/>
                            <a:pt x="54" y="231"/>
                            <a:pt x="54" y="211"/>
                          </a:cubicBezTo>
                          <a:cubicBezTo>
                            <a:pt x="54" y="0"/>
                            <a:pt x="54" y="0"/>
                            <a:pt x="54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68" name="Freeform 112">
                      <a:extLst>
                        <a:ext uri="{FF2B5EF4-FFF2-40B4-BE49-F238E27FC236}">
                          <a16:creationId xmlns:a16="http://schemas.microsoft.com/office/drawing/2014/main" id="{BF570D79-F0F4-7319-488A-28B198FCA775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21401088" y="2478088"/>
                      <a:ext cx="654050" cy="658813"/>
                    </a:xfrm>
                    <a:custGeom>
                      <a:avLst/>
                      <a:gdLst>
                        <a:gd name="T0" fmla="*/ 952 w 1208"/>
                        <a:gd name="T1" fmla="*/ 0 h 1215"/>
                        <a:gd name="T2" fmla="*/ 736 w 1208"/>
                        <a:gd name="T3" fmla="*/ 0 h 1215"/>
                        <a:gd name="T4" fmla="*/ 526 w 1208"/>
                        <a:gd name="T5" fmla="*/ 0 h 1215"/>
                        <a:gd name="T6" fmla="*/ 310 w 1208"/>
                        <a:gd name="T7" fmla="*/ 0 h 1215"/>
                        <a:gd name="T8" fmla="*/ 128 w 1208"/>
                        <a:gd name="T9" fmla="*/ 0 h 1215"/>
                        <a:gd name="T10" fmla="*/ 0 w 1208"/>
                        <a:gd name="T11" fmla="*/ 264 h 1215"/>
                        <a:gd name="T12" fmla="*/ 0 w 1208"/>
                        <a:gd name="T13" fmla="*/ 473 h 1215"/>
                        <a:gd name="T14" fmla="*/ 0 w 1208"/>
                        <a:gd name="T15" fmla="*/ 689 h 1215"/>
                        <a:gd name="T16" fmla="*/ 0 w 1208"/>
                        <a:gd name="T17" fmla="*/ 898 h 1215"/>
                        <a:gd name="T18" fmla="*/ 0 w 1208"/>
                        <a:gd name="T19" fmla="*/ 1087 h 1215"/>
                        <a:gd name="T20" fmla="*/ 256 w 1208"/>
                        <a:gd name="T21" fmla="*/ 1215 h 1215"/>
                        <a:gd name="T22" fmla="*/ 472 w 1208"/>
                        <a:gd name="T23" fmla="*/ 1215 h 1215"/>
                        <a:gd name="T24" fmla="*/ 682 w 1208"/>
                        <a:gd name="T25" fmla="*/ 1215 h 1215"/>
                        <a:gd name="T26" fmla="*/ 898 w 1208"/>
                        <a:gd name="T27" fmla="*/ 1215 h 1215"/>
                        <a:gd name="T28" fmla="*/ 1080 w 1208"/>
                        <a:gd name="T29" fmla="*/ 1215 h 1215"/>
                        <a:gd name="T30" fmla="*/ 1208 w 1208"/>
                        <a:gd name="T31" fmla="*/ 952 h 1215"/>
                        <a:gd name="T32" fmla="*/ 1208 w 1208"/>
                        <a:gd name="T33" fmla="*/ 743 h 1215"/>
                        <a:gd name="T34" fmla="*/ 1208 w 1208"/>
                        <a:gd name="T35" fmla="*/ 527 h 1215"/>
                        <a:gd name="T36" fmla="*/ 1208 w 1208"/>
                        <a:gd name="T37" fmla="*/ 318 h 1215"/>
                        <a:gd name="T38" fmla="*/ 1208 w 1208"/>
                        <a:gd name="T39" fmla="*/ 129 h 1215"/>
                        <a:gd name="T40" fmla="*/ 1154 w 1208"/>
                        <a:gd name="T41" fmla="*/ 264 h 1215"/>
                        <a:gd name="T42" fmla="*/ 1154 w 1208"/>
                        <a:gd name="T43" fmla="*/ 473 h 1215"/>
                        <a:gd name="T44" fmla="*/ 1154 w 1208"/>
                        <a:gd name="T45" fmla="*/ 689 h 1215"/>
                        <a:gd name="T46" fmla="*/ 1154 w 1208"/>
                        <a:gd name="T47" fmla="*/ 898 h 1215"/>
                        <a:gd name="T48" fmla="*/ 1154 w 1208"/>
                        <a:gd name="T49" fmla="*/ 1087 h 1215"/>
                        <a:gd name="T50" fmla="*/ 952 w 1208"/>
                        <a:gd name="T51" fmla="*/ 1161 h 1215"/>
                        <a:gd name="T52" fmla="*/ 736 w 1208"/>
                        <a:gd name="T53" fmla="*/ 1161 h 1215"/>
                        <a:gd name="T54" fmla="*/ 526 w 1208"/>
                        <a:gd name="T55" fmla="*/ 1161 h 1215"/>
                        <a:gd name="T56" fmla="*/ 310 w 1208"/>
                        <a:gd name="T57" fmla="*/ 1161 h 1215"/>
                        <a:gd name="T58" fmla="*/ 128 w 1208"/>
                        <a:gd name="T59" fmla="*/ 1161 h 1215"/>
                        <a:gd name="T60" fmla="*/ 54 w 1208"/>
                        <a:gd name="T61" fmla="*/ 952 h 1215"/>
                        <a:gd name="T62" fmla="*/ 54 w 1208"/>
                        <a:gd name="T63" fmla="*/ 743 h 1215"/>
                        <a:gd name="T64" fmla="*/ 54 w 1208"/>
                        <a:gd name="T65" fmla="*/ 527 h 1215"/>
                        <a:gd name="T66" fmla="*/ 54 w 1208"/>
                        <a:gd name="T67" fmla="*/ 318 h 1215"/>
                        <a:gd name="T68" fmla="*/ 54 w 1208"/>
                        <a:gd name="T69" fmla="*/ 129 h 1215"/>
                        <a:gd name="T70" fmla="*/ 256 w 1208"/>
                        <a:gd name="T71" fmla="*/ 54 h 1215"/>
                        <a:gd name="T72" fmla="*/ 472 w 1208"/>
                        <a:gd name="T73" fmla="*/ 54 h 1215"/>
                        <a:gd name="T74" fmla="*/ 682 w 1208"/>
                        <a:gd name="T75" fmla="*/ 54 h 1215"/>
                        <a:gd name="T76" fmla="*/ 898 w 1208"/>
                        <a:gd name="T77" fmla="*/ 54 h 1215"/>
                        <a:gd name="T78" fmla="*/ 1080 w 1208"/>
                        <a:gd name="T79" fmla="*/ 54 h 1215"/>
                        <a:gd name="T80" fmla="*/ 1154 w 1208"/>
                        <a:gd name="T81" fmla="*/ 264 h 121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</a:cxnLst>
                      <a:rect l="0" t="0" r="r" b="b"/>
                      <a:pathLst>
                        <a:path w="1208" h="1215">
                          <a:moveTo>
                            <a:pt x="1080" y="0"/>
                          </a:moveTo>
                          <a:cubicBezTo>
                            <a:pt x="952" y="0"/>
                            <a:pt x="952" y="0"/>
                            <a:pt x="952" y="0"/>
                          </a:cubicBezTo>
                          <a:cubicBezTo>
                            <a:pt x="898" y="0"/>
                            <a:pt x="898" y="0"/>
                            <a:pt x="898" y="0"/>
                          </a:cubicBezTo>
                          <a:cubicBezTo>
                            <a:pt x="736" y="0"/>
                            <a:pt x="736" y="0"/>
                            <a:pt x="736" y="0"/>
                          </a:cubicBezTo>
                          <a:cubicBezTo>
                            <a:pt x="682" y="0"/>
                            <a:pt x="682" y="0"/>
                            <a:pt x="682" y="0"/>
                          </a:cubicBezTo>
                          <a:cubicBezTo>
                            <a:pt x="526" y="0"/>
                            <a:pt x="526" y="0"/>
                            <a:pt x="526" y="0"/>
                          </a:cubicBezTo>
                          <a:cubicBezTo>
                            <a:pt x="472" y="0"/>
                            <a:pt x="472" y="0"/>
                            <a:pt x="472" y="0"/>
                          </a:cubicBezTo>
                          <a:cubicBezTo>
                            <a:pt x="310" y="0"/>
                            <a:pt x="310" y="0"/>
                            <a:pt x="310" y="0"/>
                          </a:cubicBezTo>
                          <a:cubicBezTo>
                            <a:pt x="256" y="0"/>
                            <a:pt x="256" y="0"/>
                            <a:pt x="256" y="0"/>
                          </a:cubicBezTo>
                          <a:cubicBezTo>
                            <a:pt x="128" y="0"/>
                            <a:pt x="128" y="0"/>
                            <a:pt x="128" y="0"/>
                          </a:cubicBezTo>
                          <a:cubicBezTo>
                            <a:pt x="54" y="0"/>
                            <a:pt x="0" y="61"/>
                            <a:pt x="0" y="129"/>
                          </a:cubicBezTo>
                          <a:cubicBezTo>
                            <a:pt x="0" y="264"/>
                            <a:pt x="0" y="264"/>
                            <a:pt x="0" y="264"/>
                          </a:cubicBezTo>
                          <a:cubicBezTo>
                            <a:pt x="0" y="318"/>
                            <a:pt x="0" y="318"/>
                            <a:pt x="0" y="318"/>
                          </a:cubicBezTo>
                          <a:cubicBezTo>
                            <a:pt x="0" y="473"/>
                            <a:pt x="0" y="473"/>
                            <a:pt x="0" y="473"/>
                          </a:cubicBezTo>
                          <a:cubicBezTo>
                            <a:pt x="0" y="527"/>
                            <a:pt x="0" y="527"/>
                            <a:pt x="0" y="527"/>
                          </a:cubicBezTo>
                          <a:cubicBezTo>
                            <a:pt x="0" y="689"/>
                            <a:pt x="0" y="689"/>
                            <a:pt x="0" y="689"/>
                          </a:cubicBezTo>
                          <a:cubicBezTo>
                            <a:pt x="0" y="743"/>
                            <a:pt x="0" y="743"/>
                            <a:pt x="0" y="743"/>
                          </a:cubicBezTo>
                          <a:cubicBezTo>
                            <a:pt x="0" y="898"/>
                            <a:pt x="0" y="898"/>
                            <a:pt x="0" y="898"/>
                          </a:cubicBezTo>
                          <a:cubicBezTo>
                            <a:pt x="0" y="952"/>
                            <a:pt x="0" y="952"/>
                            <a:pt x="0" y="952"/>
                          </a:cubicBezTo>
                          <a:cubicBezTo>
                            <a:pt x="0" y="1087"/>
                            <a:pt x="0" y="1087"/>
                            <a:pt x="0" y="1087"/>
                          </a:cubicBezTo>
                          <a:cubicBezTo>
                            <a:pt x="0" y="1161"/>
                            <a:pt x="54" y="1215"/>
                            <a:pt x="128" y="1215"/>
                          </a:cubicBezTo>
                          <a:cubicBezTo>
                            <a:pt x="256" y="1215"/>
                            <a:pt x="256" y="1215"/>
                            <a:pt x="256" y="1215"/>
                          </a:cubicBezTo>
                          <a:cubicBezTo>
                            <a:pt x="310" y="1215"/>
                            <a:pt x="310" y="1215"/>
                            <a:pt x="310" y="1215"/>
                          </a:cubicBezTo>
                          <a:cubicBezTo>
                            <a:pt x="472" y="1215"/>
                            <a:pt x="472" y="1215"/>
                            <a:pt x="472" y="1215"/>
                          </a:cubicBezTo>
                          <a:cubicBezTo>
                            <a:pt x="526" y="1215"/>
                            <a:pt x="526" y="1215"/>
                            <a:pt x="526" y="1215"/>
                          </a:cubicBezTo>
                          <a:cubicBezTo>
                            <a:pt x="682" y="1215"/>
                            <a:pt x="682" y="1215"/>
                            <a:pt x="682" y="1215"/>
                          </a:cubicBezTo>
                          <a:cubicBezTo>
                            <a:pt x="736" y="1215"/>
                            <a:pt x="736" y="1215"/>
                            <a:pt x="736" y="1215"/>
                          </a:cubicBezTo>
                          <a:cubicBezTo>
                            <a:pt x="898" y="1215"/>
                            <a:pt x="898" y="1215"/>
                            <a:pt x="898" y="1215"/>
                          </a:cubicBezTo>
                          <a:cubicBezTo>
                            <a:pt x="952" y="1215"/>
                            <a:pt x="952" y="1215"/>
                            <a:pt x="952" y="1215"/>
                          </a:cubicBezTo>
                          <a:cubicBezTo>
                            <a:pt x="1080" y="1215"/>
                            <a:pt x="1080" y="1215"/>
                            <a:pt x="1080" y="1215"/>
                          </a:cubicBezTo>
                          <a:cubicBezTo>
                            <a:pt x="1154" y="1215"/>
                            <a:pt x="1208" y="1161"/>
                            <a:pt x="1208" y="1087"/>
                          </a:cubicBezTo>
                          <a:cubicBezTo>
                            <a:pt x="1208" y="952"/>
                            <a:pt x="1208" y="952"/>
                            <a:pt x="1208" y="952"/>
                          </a:cubicBezTo>
                          <a:cubicBezTo>
                            <a:pt x="1208" y="898"/>
                            <a:pt x="1208" y="898"/>
                            <a:pt x="1208" y="898"/>
                          </a:cubicBezTo>
                          <a:cubicBezTo>
                            <a:pt x="1208" y="743"/>
                            <a:pt x="1208" y="743"/>
                            <a:pt x="1208" y="743"/>
                          </a:cubicBezTo>
                          <a:cubicBezTo>
                            <a:pt x="1208" y="689"/>
                            <a:pt x="1208" y="689"/>
                            <a:pt x="1208" y="689"/>
                          </a:cubicBezTo>
                          <a:cubicBezTo>
                            <a:pt x="1208" y="527"/>
                            <a:pt x="1208" y="527"/>
                            <a:pt x="1208" y="527"/>
                          </a:cubicBezTo>
                          <a:cubicBezTo>
                            <a:pt x="1208" y="473"/>
                            <a:pt x="1208" y="473"/>
                            <a:pt x="1208" y="473"/>
                          </a:cubicBezTo>
                          <a:cubicBezTo>
                            <a:pt x="1208" y="318"/>
                            <a:pt x="1208" y="318"/>
                            <a:pt x="1208" y="318"/>
                          </a:cubicBezTo>
                          <a:cubicBezTo>
                            <a:pt x="1208" y="264"/>
                            <a:pt x="1208" y="264"/>
                            <a:pt x="1208" y="264"/>
                          </a:cubicBezTo>
                          <a:cubicBezTo>
                            <a:pt x="1208" y="129"/>
                            <a:pt x="1208" y="129"/>
                            <a:pt x="1208" y="129"/>
                          </a:cubicBezTo>
                          <a:cubicBezTo>
                            <a:pt x="1208" y="61"/>
                            <a:pt x="1154" y="0"/>
                            <a:pt x="1080" y="0"/>
                          </a:cubicBezTo>
                          <a:close/>
                          <a:moveTo>
                            <a:pt x="1154" y="264"/>
                          </a:moveTo>
                          <a:cubicBezTo>
                            <a:pt x="1154" y="318"/>
                            <a:pt x="1154" y="318"/>
                            <a:pt x="1154" y="318"/>
                          </a:cubicBezTo>
                          <a:cubicBezTo>
                            <a:pt x="1154" y="473"/>
                            <a:pt x="1154" y="473"/>
                            <a:pt x="1154" y="473"/>
                          </a:cubicBezTo>
                          <a:cubicBezTo>
                            <a:pt x="1154" y="527"/>
                            <a:pt x="1154" y="527"/>
                            <a:pt x="1154" y="527"/>
                          </a:cubicBezTo>
                          <a:cubicBezTo>
                            <a:pt x="1154" y="689"/>
                            <a:pt x="1154" y="689"/>
                            <a:pt x="1154" y="689"/>
                          </a:cubicBezTo>
                          <a:cubicBezTo>
                            <a:pt x="1154" y="743"/>
                            <a:pt x="1154" y="743"/>
                            <a:pt x="1154" y="743"/>
                          </a:cubicBezTo>
                          <a:cubicBezTo>
                            <a:pt x="1154" y="898"/>
                            <a:pt x="1154" y="898"/>
                            <a:pt x="1154" y="898"/>
                          </a:cubicBezTo>
                          <a:cubicBezTo>
                            <a:pt x="1154" y="952"/>
                            <a:pt x="1154" y="952"/>
                            <a:pt x="1154" y="952"/>
                          </a:cubicBezTo>
                          <a:cubicBezTo>
                            <a:pt x="1154" y="1087"/>
                            <a:pt x="1154" y="1087"/>
                            <a:pt x="1154" y="1087"/>
                          </a:cubicBezTo>
                          <a:cubicBezTo>
                            <a:pt x="1154" y="1127"/>
                            <a:pt x="1127" y="1161"/>
                            <a:pt x="1080" y="1161"/>
                          </a:cubicBezTo>
                          <a:cubicBezTo>
                            <a:pt x="952" y="1161"/>
                            <a:pt x="952" y="1161"/>
                            <a:pt x="952" y="1161"/>
                          </a:cubicBezTo>
                          <a:cubicBezTo>
                            <a:pt x="898" y="1161"/>
                            <a:pt x="898" y="1161"/>
                            <a:pt x="898" y="1161"/>
                          </a:cubicBezTo>
                          <a:cubicBezTo>
                            <a:pt x="736" y="1161"/>
                            <a:pt x="736" y="1161"/>
                            <a:pt x="736" y="1161"/>
                          </a:cubicBezTo>
                          <a:cubicBezTo>
                            <a:pt x="682" y="1161"/>
                            <a:pt x="682" y="1161"/>
                            <a:pt x="682" y="1161"/>
                          </a:cubicBezTo>
                          <a:cubicBezTo>
                            <a:pt x="526" y="1161"/>
                            <a:pt x="526" y="1161"/>
                            <a:pt x="526" y="1161"/>
                          </a:cubicBezTo>
                          <a:cubicBezTo>
                            <a:pt x="472" y="1161"/>
                            <a:pt x="472" y="1161"/>
                            <a:pt x="472" y="1161"/>
                          </a:cubicBezTo>
                          <a:cubicBezTo>
                            <a:pt x="310" y="1161"/>
                            <a:pt x="310" y="1161"/>
                            <a:pt x="310" y="1161"/>
                          </a:cubicBezTo>
                          <a:cubicBezTo>
                            <a:pt x="256" y="1161"/>
                            <a:pt x="256" y="1161"/>
                            <a:pt x="256" y="1161"/>
                          </a:cubicBezTo>
                          <a:cubicBezTo>
                            <a:pt x="128" y="1161"/>
                            <a:pt x="128" y="1161"/>
                            <a:pt x="128" y="1161"/>
                          </a:cubicBezTo>
                          <a:cubicBezTo>
                            <a:pt x="81" y="1161"/>
                            <a:pt x="54" y="1127"/>
                            <a:pt x="54" y="1087"/>
                          </a:cubicBezTo>
                          <a:cubicBezTo>
                            <a:pt x="54" y="952"/>
                            <a:pt x="54" y="952"/>
                            <a:pt x="54" y="952"/>
                          </a:cubicBezTo>
                          <a:cubicBezTo>
                            <a:pt x="54" y="898"/>
                            <a:pt x="54" y="898"/>
                            <a:pt x="54" y="898"/>
                          </a:cubicBezTo>
                          <a:cubicBezTo>
                            <a:pt x="54" y="743"/>
                            <a:pt x="54" y="743"/>
                            <a:pt x="54" y="743"/>
                          </a:cubicBezTo>
                          <a:cubicBezTo>
                            <a:pt x="54" y="689"/>
                            <a:pt x="54" y="689"/>
                            <a:pt x="54" y="689"/>
                          </a:cubicBezTo>
                          <a:cubicBezTo>
                            <a:pt x="54" y="527"/>
                            <a:pt x="54" y="527"/>
                            <a:pt x="54" y="527"/>
                          </a:cubicBezTo>
                          <a:cubicBezTo>
                            <a:pt x="54" y="473"/>
                            <a:pt x="54" y="473"/>
                            <a:pt x="54" y="473"/>
                          </a:cubicBezTo>
                          <a:cubicBezTo>
                            <a:pt x="54" y="318"/>
                            <a:pt x="54" y="318"/>
                            <a:pt x="54" y="318"/>
                          </a:cubicBezTo>
                          <a:cubicBezTo>
                            <a:pt x="54" y="264"/>
                            <a:pt x="54" y="264"/>
                            <a:pt x="54" y="264"/>
                          </a:cubicBezTo>
                          <a:cubicBezTo>
                            <a:pt x="54" y="129"/>
                            <a:pt x="54" y="129"/>
                            <a:pt x="54" y="129"/>
                          </a:cubicBezTo>
                          <a:cubicBezTo>
                            <a:pt x="54" y="88"/>
                            <a:pt x="81" y="54"/>
                            <a:pt x="128" y="54"/>
                          </a:cubicBezTo>
                          <a:cubicBezTo>
                            <a:pt x="256" y="54"/>
                            <a:pt x="256" y="54"/>
                            <a:pt x="256" y="54"/>
                          </a:cubicBezTo>
                          <a:cubicBezTo>
                            <a:pt x="310" y="54"/>
                            <a:pt x="310" y="54"/>
                            <a:pt x="310" y="54"/>
                          </a:cubicBezTo>
                          <a:cubicBezTo>
                            <a:pt x="472" y="54"/>
                            <a:pt x="472" y="54"/>
                            <a:pt x="472" y="54"/>
                          </a:cubicBezTo>
                          <a:cubicBezTo>
                            <a:pt x="526" y="54"/>
                            <a:pt x="526" y="54"/>
                            <a:pt x="526" y="54"/>
                          </a:cubicBezTo>
                          <a:cubicBezTo>
                            <a:pt x="682" y="54"/>
                            <a:pt x="682" y="54"/>
                            <a:pt x="682" y="54"/>
                          </a:cubicBezTo>
                          <a:cubicBezTo>
                            <a:pt x="736" y="54"/>
                            <a:pt x="736" y="54"/>
                            <a:pt x="736" y="54"/>
                          </a:cubicBezTo>
                          <a:cubicBezTo>
                            <a:pt x="898" y="54"/>
                            <a:pt x="898" y="54"/>
                            <a:pt x="898" y="54"/>
                          </a:cubicBezTo>
                          <a:cubicBezTo>
                            <a:pt x="952" y="54"/>
                            <a:pt x="952" y="54"/>
                            <a:pt x="952" y="54"/>
                          </a:cubicBezTo>
                          <a:cubicBezTo>
                            <a:pt x="1080" y="54"/>
                            <a:pt x="1080" y="54"/>
                            <a:pt x="1080" y="54"/>
                          </a:cubicBezTo>
                          <a:cubicBezTo>
                            <a:pt x="1127" y="54"/>
                            <a:pt x="1154" y="88"/>
                            <a:pt x="1154" y="129"/>
                          </a:cubicBezTo>
                          <a:cubicBezTo>
                            <a:pt x="1154" y="264"/>
                            <a:pt x="1154" y="264"/>
                            <a:pt x="1154" y="264"/>
                          </a:cubicBezTo>
                          <a:cubicBezTo>
                            <a:pt x="1154" y="264"/>
                            <a:pt x="1154" y="264"/>
                            <a:pt x="1154" y="264"/>
                          </a:cubicBezTo>
                          <a:close/>
                        </a:path>
                      </a:pathLst>
                    </a:custGeom>
                    <a:solidFill>
                      <a:schemeClr val="tx1">
                        <a:lumMod val="85000"/>
                        <a:lumOff val="15000"/>
                      </a:schemeClr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150" name="그림 1149">
                    <a:extLst>
                      <a:ext uri="{FF2B5EF4-FFF2-40B4-BE49-F238E27FC236}">
                        <a16:creationId xmlns:a16="http://schemas.microsoft.com/office/drawing/2014/main" id="{102AEC9B-CA54-6295-814E-73930429E50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lum bright="100000"/>
                  </a:blip>
                  <a:stretch>
                    <a:fillRect/>
                  </a:stretch>
                </p:blipFill>
                <p:spPr>
                  <a:xfrm>
                    <a:off x="1124483" y="5707212"/>
                    <a:ext cx="491143" cy="179999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1065" name="그룹 1064">
                <a:extLst>
                  <a:ext uri="{FF2B5EF4-FFF2-40B4-BE49-F238E27FC236}">
                    <a16:creationId xmlns:a16="http://schemas.microsoft.com/office/drawing/2014/main" id="{3DD806FE-FFBF-D7F6-F49C-6534F2A364C5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6073801" y="7542150"/>
                <a:ext cx="166212" cy="228600"/>
                <a:chOff x="3493292" y="3693520"/>
                <a:chExt cx="897069" cy="1233786"/>
              </a:xfrm>
            </p:grpSpPr>
            <p:grpSp>
              <p:nvGrpSpPr>
                <p:cNvPr id="1121" name="그룹 1120">
                  <a:extLst>
                    <a:ext uri="{FF2B5EF4-FFF2-40B4-BE49-F238E27FC236}">
                      <a16:creationId xmlns:a16="http://schemas.microsoft.com/office/drawing/2014/main" id="{04ABF680-494C-63C5-3DFE-2B244A10BE27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3493292" y="3693520"/>
                  <a:ext cx="897069" cy="1233786"/>
                  <a:chOff x="11921389" y="4267727"/>
                  <a:chExt cx="916126" cy="1260000"/>
                </a:xfrm>
              </p:grpSpPr>
              <p:sp>
                <p:nvSpPr>
                  <p:cNvPr id="1143" name="사각형: 둥근 모서리 147">
                    <a:extLst>
                      <a:ext uri="{FF2B5EF4-FFF2-40B4-BE49-F238E27FC236}">
                        <a16:creationId xmlns:a16="http://schemas.microsoft.com/office/drawing/2014/main" id="{8798AA09-75A0-1E2E-5BE4-6CB3D6357BC8}"/>
                      </a:ext>
                    </a:extLst>
                  </p:cNvPr>
                  <p:cNvSpPr/>
                  <p:nvPr/>
                </p:nvSpPr>
                <p:spPr>
                  <a:xfrm>
                    <a:off x="11923593" y="4271687"/>
                    <a:ext cx="911716" cy="1252078"/>
                  </a:xfrm>
                  <a:prstGeom prst="roundRect">
                    <a:avLst>
                      <a:gd name="adj" fmla="val 7097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-3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grpSp>
                <p:nvGrpSpPr>
                  <p:cNvPr id="1144" name="그룹 1143">
                    <a:extLst>
                      <a:ext uri="{FF2B5EF4-FFF2-40B4-BE49-F238E27FC236}">
                        <a16:creationId xmlns:a16="http://schemas.microsoft.com/office/drawing/2014/main" id="{7C1DF9DD-5F07-BB26-7F7B-4388F6398484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11921389" y="4267727"/>
                    <a:ext cx="916126" cy="1260000"/>
                    <a:chOff x="14485938" y="-2571751"/>
                    <a:chExt cx="554038" cy="762000"/>
                  </a:xfrm>
                  <a:solidFill>
                    <a:srgbClr val="262626"/>
                  </a:solidFill>
                </p:grpSpPr>
                <p:sp>
                  <p:nvSpPr>
                    <p:cNvPr id="1145" name="Freeform 230">
                      <a:extLst>
                        <a:ext uri="{FF2B5EF4-FFF2-40B4-BE49-F238E27FC236}">
                          <a16:creationId xmlns:a16="http://schemas.microsoft.com/office/drawing/2014/main" id="{3FE9C760-971C-7AA7-1F68-4559C194ED2F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4485938" y="-2571751"/>
                      <a:ext cx="554038" cy="762000"/>
                    </a:xfrm>
                    <a:custGeom>
                      <a:avLst/>
                      <a:gdLst>
                        <a:gd name="T0" fmla="*/ 137 w 147"/>
                        <a:gd name="T1" fmla="*/ 0 h 200"/>
                        <a:gd name="T2" fmla="*/ 10 w 147"/>
                        <a:gd name="T3" fmla="*/ 0 h 200"/>
                        <a:gd name="T4" fmla="*/ 0 w 147"/>
                        <a:gd name="T5" fmla="*/ 10 h 200"/>
                        <a:gd name="T6" fmla="*/ 0 w 147"/>
                        <a:gd name="T7" fmla="*/ 190 h 200"/>
                        <a:gd name="T8" fmla="*/ 10 w 147"/>
                        <a:gd name="T9" fmla="*/ 200 h 200"/>
                        <a:gd name="T10" fmla="*/ 137 w 147"/>
                        <a:gd name="T11" fmla="*/ 200 h 200"/>
                        <a:gd name="T12" fmla="*/ 140 w 147"/>
                        <a:gd name="T13" fmla="*/ 199 h 200"/>
                        <a:gd name="T14" fmla="*/ 146 w 147"/>
                        <a:gd name="T15" fmla="*/ 193 h 200"/>
                        <a:gd name="T16" fmla="*/ 147 w 147"/>
                        <a:gd name="T17" fmla="*/ 190 h 200"/>
                        <a:gd name="T18" fmla="*/ 147 w 147"/>
                        <a:gd name="T19" fmla="*/ 10 h 200"/>
                        <a:gd name="T20" fmla="*/ 137 w 147"/>
                        <a:gd name="T21" fmla="*/ 0 h 200"/>
                        <a:gd name="T22" fmla="*/ 139 w 147"/>
                        <a:gd name="T23" fmla="*/ 189 h 200"/>
                        <a:gd name="T24" fmla="*/ 135 w 147"/>
                        <a:gd name="T25" fmla="*/ 192 h 200"/>
                        <a:gd name="T26" fmla="*/ 10 w 147"/>
                        <a:gd name="T27" fmla="*/ 192 h 200"/>
                        <a:gd name="T28" fmla="*/ 8 w 147"/>
                        <a:gd name="T29" fmla="*/ 190 h 200"/>
                        <a:gd name="T30" fmla="*/ 8 w 147"/>
                        <a:gd name="T31" fmla="*/ 10 h 200"/>
                        <a:gd name="T32" fmla="*/ 10 w 147"/>
                        <a:gd name="T33" fmla="*/ 8 h 200"/>
                        <a:gd name="T34" fmla="*/ 137 w 147"/>
                        <a:gd name="T35" fmla="*/ 8 h 200"/>
                        <a:gd name="T36" fmla="*/ 139 w 147"/>
                        <a:gd name="T37" fmla="*/ 10 h 200"/>
                        <a:gd name="T38" fmla="*/ 139 w 147"/>
                        <a:gd name="T39" fmla="*/ 189 h 2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</a:cxnLst>
                      <a:rect l="0" t="0" r="r" b="b"/>
                      <a:pathLst>
                        <a:path w="147" h="200">
                          <a:moveTo>
                            <a:pt x="137" y="0"/>
                          </a:moveTo>
                          <a:cubicBezTo>
                            <a:pt x="10" y="0"/>
                            <a:pt x="10" y="0"/>
                            <a:pt x="10" y="0"/>
                          </a:cubicBezTo>
                          <a:cubicBezTo>
                            <a:pt x="4" y="0"/>
                            <a:pt x="0" y="5"/>
                            <a:pt x="0" y="10"/>
                          </a:cubicBezTo>
                          <a:cubicBezTo>
                            <a:pt x="0" y="190"/>
                            <a:pt x="0" y="190"/>
                            <a:pt x="0" y="190"/>
                          </a:cubicBezTo>
                          <a:cubicBezTo>
                            <a:pt x="0" y="196"/>
                            <a:pt x="4" y="200"/>
                            <a:pt x="10" y="200"/>
                          </a:cubicBezTo>
                          <a:cubicBezTo>
                            <a:pt x="137" y="200"/>
                            <a:pt x="137" y="200"/>
                            <a:pt x="137" y="200"/>
                          </a:cubicBezTo>
                          <a:cubicBezTo>
                            <a:pt x="138" y="200"/>
                            <a:pt x="139" y="200"/>
                            <a:pt x="140" y="199"/>
                          </a:cubicBezTo>
                          <a:cubicBezTo>
                            <a:pt x="146" y="193"/>
                            <a:pt x="146" y="193"/>
                            <a:pt x="146" y="193"/>
                          </a:cubicBezTo>
                          <a:cubicBezTo>
                            <a:pt x="146" y="192"/>
                            <a:pt x="147" y="191"/>
                            <a:pt x="147" y="190"/>
                          </a:cubicBezTo>
                          <a:cubicBezTo>
                            <a:pt x="147" y="10"/>
                            <a:pt x="147" y="10"/>
                            <a:pt x="147" y="10"/>
                          </a:cubicBezTo>
                          <a:cubicBezTo>
                            <a:pt x="147" y="5"/>
                            <a:pt x="142" y="0"/>
                            <a:pt x="137" y="0"/>
                          </a:cubicBezTo>
                          <a:close/>
                          <a:moveTo>
                            <a:pt x="139" y="189"/>
                          </a:moveTo>
                          <a:cubicBezTo>
                            <a:pt x="135" y="192"/>
                            <a:pt x="135" y="192"/>
                            <a:pt x="135" y="192"/>
                          </a:cubicBezTo>
                          <a:cubicBezTo>
                            <a:pt x="10" y="192"/>
                            <a:pt x="10" y="192"/>
                            <a:pt x="10" y="192"/>
                          </a:cubicBezTo>
                          <a:cubicBezTo>
                            <a:pt x="9" y="192"/>
                            <a:pt x="8" y="191"/>
                            <a:pt x="8" y="190"/>
                          </a:cubicBezTo>
                          <a:cubicBezTo>
                            <a:pt x="8" y="10"/>
                            <a:pt x="8" y="10"/>
                            <a:pt x="8" y="10"/>
                          </a:cubicBezTo>
                          <a:cubicBezTo>
                            <a:pt x="8" y="9"/>
                            <a:pt x="9" y="8"/>
                            <a:pt x="10" y="8"/>
                          </a:cubicBezTo>
                          <a:cubicBezTo>
                            <a:pt x="137" y="8"/>
                            <a:pt x="137" y="8"/>
                            <a:pt x="137" y="8"/>
                          </a:cubicBezTo>
                          <a:cubicBezTo>
                            <a:pt x="138" y="8"/>
                            <a:pt x="139" y="9"/>
                            <a:pt x="139" y="10"/>
                          </a:cubicBezTo>
                          <a:lnTo>
                            <a:pt x="139" y="189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  <p:sp>
                  <p:nvSpPr>
                    <p:cNvPr id="1146" name="Freeform 231">
                      <a:extLst>
                        <a:ext uri="{FF2B5EF4-FFF2-40B4-BE49-F238E27FC236}">
                          <a16:creationId xmlns:a16="http://schemas.microsoft.com/office/drawing/2014/main" id="{45AF86EB-87A5-F73F-31E8-EB36707D505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4603413" y="-2403476"/>
                      <a:ext cx="315913" cy="30163"/>
                    </a:xfrm>
                    <a:custGeom>
                      <a:avLst/>
                      <a:gdLst>
                        <a:gd name="T0" fmla="*/ 80 w 84"/>
                        <a:gd name="T1" fmla="*/ 0 h 8"/>
                        <a:gd name="T2" fmla="*/ 4 w 84"/>
                        <a:gd name="T3" fmla="*/ 0 h 8"/>
                        <a:gd name="T4" fmla="*/ 0 w 84"/>
                        <a:gd name="T5" fmla="*/ 4 h 8"/>
                        <a:gd name="T6" fmla="*/ 4 w 84"/>
                        <a:gd name="T7" fmla="*/ 8 h 8"/>
                        <a:gd name="T8" fmla="*/ 80 w 84"/>
                        <a:gd name="T9" fmla="*/ 8 h 8"/>
                        <a:gd name="T10" fmla="*/ 84 w 84"/>
                        <a:gd name="T11" fmla="*/ 4 h 8"/>
                        <a:gd name="T12" fmla="*/ 80 w 84"/>
                        <a:gd name="T13" fmla="*/ 0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4" h="8">
                          <a:moveTo>
                            <a:pt x="80" y="0"/>
                          </a:moveTo>
                          <a:cubicBezTo>
                            <a:pt x="4" y="0"/>
                            <a:pt x="4" y="0"/>
                            <a:pt x="4" y="0"/>
                          </a:cubicBezTo>
                          <a:cubicBezTo>
                            <a:pt x="2" y="0"/>
                            <a:pt x="0" y="2"/>
                            <a:pt x="0" y="4"/>
                          </a:cubicBezTo>
                          <a:cubicBezTo>
                            <a:pt x="0" y="6"/>
                            <a:pt x="2" y="8"/>
                            <a:pt x="4" y="8"/>
                          </a:cubicBezTo>
                          <a:cubicBezTo>
                            <a:pt x="80" y="8"/>
                            <a:pt x="80" y="8"/>
                            <a:pt x="80" y="8"/>
                          </a:cubicBezTo>
                          <a:cubicBezTo>
                            <a:pt x="82" y="8"/>
                            <a:pt x="84" y="6"/>
                            <a:pt x="84" y="4"/>
                          </a:cubicBezTo>
                          <a:cubicBezTo>
                            <a:pt x="84" y="2"/>
                            <a:pt x="82" y="0"/>
                            <a:pt x="80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1122" name="그룹 1121">
                  <a:extLst>
                    <a:ext uri="{FF2B5EF4-FFF2-40B4-BE49-F238E27FC236}">
                      <a16:creationId xmlns:a16="http://schemas.microsoft.com/office/drawing/2014/main" id="{323E9EB6-02F2-0E87-22B4-EE9E9EAE8C5D}"/>
                    </a:ext>
                  </a:extLst>
                </p:cNvPr>
                <p:cNvGrpSpPr/>
                <p:nvPr/>
              </p:nvGrpSpPr>
              <p:grpSpPr>
                <a:xfrm>
                  <a:off x="3623554" y="4140320"/>
                  <a:ext cx="636537" cy="634466"/>
                  <a:chOff x="881898" y="5310642"/>
                  <a:chExt cx="976313" cy="973138"/>
                </a:xfrm>
              </p:grpSpPr>
              <p:grpSp>
                <p:nvGrpSpPr>
                  <p:cNvPr id="1123" name="그룹 1122">
                    <a:extLst>
                      <a:ext uri="{FF2B5EF4-FFF2-40B4-BE49-F238E27FC236}">
                        <a16:creationId xmlns:a16="http://schemas.microsoft.com/office/drawing/2014/main" id="{86FA47D3-3961-93FD-4520-8741816CF9BB}"/>
                      </a:ext>
                    </a:extLst>
                  </p:cNvPr>
                  <p:cNvGrpSpPr/>
                  <p:nvPr/>
                </p:nvGrpSpPr>
                <p:grpSpPr>
                  <a:xfrm>
                    <a:off x="881898" y="5310642"/>
                    <a:ext cx="976313" cy="973138"/>
                    <a:chOff x="21240750" y="2320925"/>
                    <a:chExt cx="976313" cy="973138"/>
                  </a:xfrm>
                </p:grpSpPr>
                <p:sp>
                  <p:nvSpPr>
                    <p:cNvPr id="1125" name="Freeform 113">
                      <a:extLst>
                        <a:ext uri="{FF2B5EF4-FFF2-40B4-BE49-F238E27FC236}">
                          <a16:creationId xmlns:a16="http://schemas.microsoft.com/office/drawing/2014/main" id="{21652CED-CB13-702B-413B-36C8442F129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410343" y="2487232"/>
                      <a:ext cx="637131" cy="640525"/>
                    </a:xfrm>
                    <a:custGeom>
                      <a:avLst/>
                      <a:gdLst>
                        <a:gd name="T0" fmla="*/ 1100 w 1100"/>
                        <a:gd name="T1" fmla="*/ 210 h 1107"/>
                        <a:gd name="T2" fmla="*/ 1100 w 1100"/>
                        <a:gd name="T3" fmla="*/ 264 h 1107"/>
                        <a:gd name="T4" fmla="*/ 1100 w 1100"/>
                        <a:gd name="T5" fmla="*/ 419 h 1107"/>
                        <a:gd name="T6" fmla="*/ 1100 w 1100"/>
                        <a:gd name="T7" fmla="*/ 473 h 1107"/>
                        <a:gd name="T8" fmla="*/ 1100 w 1100"/>
                        <a:gd name="T9" fmla="*/ 635 h 1107"/>
                        <a:gd name="T10" fmla="*/ 1100 w 1100"/>
                        <a:gd name="T11" fmla="*/ 689 h 1107"/>
                        <a:gd name="T12" fmla="*/ 1100 w 1100"/>
                        <a:gd name="T13" fmla="*/ 844 h 1107"/>
                        <a:gd name="T14" fmla="*/ 1100 w 1100"/>
                        <a:gd name="T15" fmla="*/ 898 h 1107"/>
                        <a:gd name="T16" fmla="*/ 1100 w 1100"/>
                        <a:gd name="T17" fmla="*/ 1033 h 1107"/>
                        <a:gd name="T18" fmla="*/ 1026 w 1100"/>
                        <a:gd name="T19" fmla="*/ 1107 h 1107"/>
                        <a:gd name="T20" fmla="*/ 898 w 1100"/>
                        <a:gd name="T21" fmla="*/ 1107 h 1107"/>
                        <a:gd name="T22" fmla="*/ 844 w 1100"/>
                        <a:gd name="T23" fmla="*/ 1107 h 1107"/>
                        <a:gd name="T24" fmla="*/ 682 w 1100"/>
                        <a:gd name="T25" fmla="*/ 1107 h 1107"/>
                        <a:gd name="T26" fmla="*/ 628 w 1100"/>
                        <a:gd name="T27" fmla="*/ 1107 h 1107"/>
                        <a:gd name="T28" fmla="*/ 472 w 1100"/>
                        <a:gd name="T29" fmla="*/ 1107 h 1107"/>
                        <a:gd name="T30" fmla="*/ 418 w 1100"/>
                        <a:gd name="T31" fmla="*/ 1107 h 1107"/>
                        <a:gd name="T32" fmla="*/ 256 w 1100"/>
                        <a:gd name="T33" fmla="*/ 1107 h 1107"/>
                        <a:gd name="T34" fmla="*/ 202 w 1100"/>
                        <a:gd name="T35" fmla="*/ 1107 h 1107"/>
                        <a:gd name="T36" fmla="*/ 74 w 1100"/>
                        <a:gd name="T37" fmla="*/ 1107 h 1107"/>
                        <a:gd name="T38" fmla="*/ 0 w 1100"/>
                        <a:gd name="T39" fmla="*/ 1033 h 1107"/>
                        <a:gd name="T40" fmla="*/ 0 w 1100"/>
                        <a:gd name="T41" fmla="*/ 898 h 1107"/>
                        <a:gd name="T42" fmla="*/ 0 w 1100"/>
                        <a:gd name="T43" fmla="*/ 844 h 1107"/>
                        <a:gd name="T44" fmla="*/ 0 w 1100"/>
                        <a:gd name="T45" fmla="*/ 689 h 1107"/>
                        <a:gd name="T46" fmla="*/ 0 w 1100"/>
                        <a:gd name="T47" fmla="*/ 635 h 1107"/>
                        <a:gd name="T48" fmla="*/ 0 w 1100"/>
                        <a:gd name="T49" fmla="*/ 473 h 1107"/>
                        <a:gd name="T50" fmla="*/ 0 w 1100"/>
                        <a:gd name="T51" fmla="*/ 419 h 1107"/>
                        <a:gd name="T52" fmla="*/ 0 w 1100"/>
                        <a:gd name="T53" fmla="*/ 264 h 1107"/>
                        <a:gd name="T54" fmla="*/ 0 w 1100"/>
                        <a:gd name="T55" fmla="*/ 210 h 1107"/>
                        <a:gd name="T56" fmla="*/ 0 w 1100"/>
                        <a:gd name="T57" fmla="*/ 75 h 1107"/>
                        <a:gd name="T58" fmla="*/ 74 w 1100"/>
                        <a:gd name="T59" fmla="*/ 0 h 1107"/>
                        <a:gd name="T60" fmla="*/ 202 w 1100"/>
                        <a:gd name="T61" fmla="*/ 0 h 1107"/>
                        <a:gd name="T62" fmla="*/ 256 w 1100"/>
                        <a:gd name="T63" fmla="*/ 0 h 1107"/>
                        <a:gd name="T64" fmla="*/ 418 w 1100"/>
                        <a:gd name="T65" fmla="*/ 0 h 1107"/>
                        <a:gd name="T66" fmla="*/ 472 w 1100"/>
                        <a:gd name="T67" fmla="*/ 0 h 1107"/>
                        <a:gd name="T68" fmla="*/ 628 w 1100"/>
                        <a:gd name="T69" fmla="*/ 0 h 1107"/>
                        <a:gd name="T70" fmla="*/ 682 w 1100"/>
                        <a:gd name="T71" fmla="*/ 0 h 1107"/>
                        <a:gd name="T72" fmla="*/ 844 w 1100"/>
                        <a:gd name="T73" fmla="*/ 0 h 1107"/>
                        <a:gd name="T74" fmla="*/ 898 w 1100"/>
                        <a:gd name="T75" fmla="*/ 0 h 1107"/>
                        <a:gd name="T76" fmla="*/ 1026 w 1100"/>
                        <a:gd name="T77" fmla="*/ 0 h 1107"/>
                        <a:gd name="T78" fmla="*/ 1100 w 1100"/>
                        <a:gd name="T79" fmla="*/ 75 h 1107"/>
                        <a:gd name="T80" fmla="*/ 1100 w 1100"/>
                        <a:gd name="T81" fmla="*/ 210 h 1107"/>
                        <a:gd name="T82" fmla="*/ 1100 w 1100"/>
                        <a:gd name="T83" fmla="*/ 210 h 110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</a:cxnLst>
                      <a:rect l="0" t="0" r="r" b="b"/>
                      <a:pathLst>
                        <a:path w="1100" h="1107">
                          <a:moveTo>
                            <a:pt x="1100" y="210"/>
                          </a:moveTo>
                          <a:cubicBezTo>
                            <a:pt x="1100" y="264"/>
                            <a:pt x="1100" y="264"/>
                            <a:pt x="1100" y="264"/>
                          </a:cubicBezTo>
                          <a:cubicBezTo>
                            <a:pt x="1100" y="419"/>
                            <a:pt x="1100" y="419"/>
                            <a:pt x="1100" y="419"/>
                          </a:cubicBezTo>
                          <a:cubicBezTo>
                            <a:pt x="1100" y="473"/>
                            <a:pt x="1100" y="473"/>
                            <a:pt x="1100" y="473"/>
                          </a:cubicBezTo>
                          <a:cubicBezTo>
                            <a:pt x="1100" y="635"/>
                            <a:pt x="1100" y="635"/>
                            <a:pt x="1100" y="635"/>
                          </a:cubicBezTo>
                          <a:cubicBezTo>
                            <a:pt x="1100" y="689"/>
                            <a:pt x="1100" y="689"/>
                            <a:pt x="1100" y="689"/>
                          </a:cubicBezTo>
                          <a:cubicBezTo>
                            <a:pt x="1100" y="844"/>
                            <a:pt x="1100" y="844"/>
                            <a:pt x="1100" y="844"/>
                          </a:cubicBezTo>
                          <a:cubicBezTo>
                            <a:pt x="1100" y="898"/>
                            <a:pt x="1100" y="898"/>
                            <a:pt x="1100" y="898"/>
                          </a:cubicBezTo>
                          <a:cubicBezTo>
                            <a:pt x="1100" y="1033"/>
                            <a:pt x="1100" y="1033"/>
                            <a:pt x="1100" y="1033"/>
                          </a:cubicBezTo>
                          <a:cubicBezTo>
                            <a:pt x="1100" y="1073"/>
                            <a:pt x="1073" y="1107"/>
                            <a:pt x="1026" y="1107"/>
                          </a:cubicBezTo>
                          <a:cubicBezTo>
                            <a:pt x="898" y="1107"/>
                            <a:pt x="898" y="1107"/>
                            <a:pt x="898" y="1107"/>
                          </a:cubicBezTo>
                          <a:cubicBezTo>
                            <a:pt x="844" y="1107"/>
                            <a:pt x="844" y="1107"/>
                            <a:pt x="844" y="1107"/>
                          </a:cubicBezTo>
                          <a:cubicBezTo>
                            <a:pt x="682" y="1107"/>
                            <a:pt x="682" y="1107"/>
                            <a:pt x="682" y="1107"/>
                          </a:cubicBezTo>
                          <a:cubicBezTo>
                            <a:pt x="628" y="1107"/>
                            <a:pt x="628" y="1107"/>
                            <a:pt x="628" y="1107"/>
                          </a:cubicBezTo>
                          <a:cubicBezTo>
                            <a:pt x="472" y="1107"/>
                            <a:pt x="472" y="1107"/>
                            <a:pt x="472" y="1107"/>
                          </a:cubicBezTo>
                          <a:cubicBezTo>
                            <a:pt x="418" y="1107"/>
                            <a:pt x="418" y="1107"/>
                            <a:pt x="418" y="1107"/>
                          </a:cubicBezTo>
                          <a:cubicBezTo>
                            <a:pt x="256" y="1107"/>
                            <a:pt x="256" y="1107"/>
                            <a:pt x="256" y="1107"/>
                          </a:cubicBezTo>
                          <a:cubicBezTo>
                            <a:pt x="202" y="1107"/>
                            <a:pt x="202" y="1107"/>
                            <a:pt x="202" y="1107"/>
                          </a:cubicBezTo>
                          <a:cubicBezTo>
                            <a:pt x="74" y="1107"/>
                            <a:pt x="74" y="1107"/>
                            <a:pt x="74" y="1107"/>
                          </a:cubicBezTo>
                          <a:cubicBezTo>
                            <a:pt x="27" y="1107"/>
                            <a:pt x="0" y="1073"/>
                            <a:pt x="0" y="1033"/>
                          </a:cubicBezTo>
                          <a:cubicBezTo>
                            <a:pt x="0" y="898"/>
                            <a:pt x="0" y="898"/>
                            <a:pt x="0" y="898"/>
                          </a:cubicBezTo>
                          <a:cubicBezTo>
                            <a:pt x="0" y="844"/>
                            <a:pt x="0" y="844"/>
                            <a:pt x="0" y="844"/>
                          </a:cubicBezTo>
                          <a:cubicBezTo>
                            <a:pt x="0" y="689"/>
                            <a:pt x="0" y="689"/>
                            <a:pt x="0" y="689"/>
                          </a:cubicBezTo>
                          <a:cubicBezTo>
                            <a:pt x="0" y="635"/>
                            <a:pt x="0" y="635"/>
                            <a:pt x="0" y="635"/>
                          </a:cubicBezTo>
                          <a:cubicBezTo>
                            <a:pt x="0" y="473"/>
                            <a:pt x="0" y="473"/>
                            <a:pt x="0" y="473"/>
                          </a:cubicBezTo>
                          <a:cubicBezTo>
                            <a:pt x="0" y="419"/>
                            <a:pt x="0" y="419"/>
                            <a:pt x="0" y="419"/>
                          </a:cubicBezTo>
                          <a:cubicBezTo>
                            <a:pt x="0" y="264"/>
                            <a:pt x="0" y="264"/>
                            <a:pt x="0" y="264"/>
                          </a:cubicBezTo>
                          <a:cubicBezTo>
                            <a:pt x="0" y="210"/>
                            <a:pt x="0" y="210"/>
                            <a:pt x="0" y="210"/>
                          </a:cubicBezTo>
                          <a:cubicBezTo>
                            <a:pt x="0" y="75"/>
                            <a:pt x="0" y="75"/>
                            <a:pt x="0" y="75"/>
                          </a:cubicBezTo>
                          <a:cubicBezTo>
                            <a:pt x="0" y="34"/>
                            <a:pt x="27" y="0"/>
                            <a:pt x="74" y="0"/>
                          </a:cubicBezTo>
                          <a:cubicBezTo>
                            <a:pt x="202" y="0"/>
                            <a:pt x="202" y="0"/>
                            <a:pt x="202" y="0"/>
                          </a:cubicBezTo>
                          <a:cubicBezTo>
                            <a:pt x="256" y="0"/>
                            <a:pt x="256" y="0"/>
                            <a:pt x="256" y="0"/>
                          </a:cubicBezTo>
                          <a:cubicBezTo>
                            <a:pt x="418" y="0"/>
                            <a:pt x="418" y="0"/>
                            <a:pt x="418" y="0"/>
                          </a:cubicBezTo>
                          <a:cubicBezTo>
                            <a:pt x="472" y="0"/>
                            <a:pt x="472" y="0"/>
                            <a:pt x="472" y="0"/>
                          </a:cubicBezTo>
                          <a:cubicBezTo>
                            <a:pt x="628" y="0"/>
                            <a:pt x="628" y="0"/>
                            <a:pt x="628" y="0"/>
                          </a:cubicBezTo>
                          <a:cubicBezTo>
                            <a:pt x="682" y="0"/>
                            <a:pt x="682" y="0"/>
                            <a:pt x="682" y="0"/>
                          </a:cubicBezTo>
                          <a:cubicBezTo>
                            <a:pt x="844" y="0"/>
                            <a:pt x="844" y="0"/>
                            <a:pt x="844" y="0"/>
                          </a:cubicBezTo>
                          <a:cubicBezTo>
                            <a:pt x="898" y="0"/>
                            <a:pt x="898" y="0"/>
                            <a:pt x="898" y="0"/>
                          </a:cubicBezTo>
                          <a:cubicBezTo>
                            <a:pt x="1026" y="0"/>
                            <a:pt x="1026" y="0"/>
                            <a:pt x="1026" y="0"/>
                          </a:cubicBezTo>
                          <a:cubicBezTo>
                            <a:pt x="1073" y="0"/>
                            <a:pt x="1100" y="34"/>
                            <a:pt x="1100" y="75"/>
                          </a:cubicBezTo>
                          <a:cubicBezTo>
                            <a:pt x="1100" y="210"/>
                            <a:pt x="1100" y="210"/>
                            <a:pt x="1100" y="210"/>
                          </a:cubicBezTo>
                          <a:cubicBezTo>
                            <a:pt x="1100" y="210"/>
                            <a:pt x="1100" y="210"/>
                            <a:pt x="1100" y="210"/>
                          </a:cubicBezTo>
                          <a:close/>
                        </a:path>
                      </a:pathLst>
                    </a:custGeom>
                    <a:solidFill>
                      <a:schemeClr val="tx1">
                        <a:lumMod val="85000"/>
                        <a:lumOff val="15000"/>
                      </a:schemeClr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26" name="Freeform 96">
                      <a:extLst>
                        <a:ext uri="{FF2B5EF4-FFF2-40B4-BE49-F238E27FC236}">
                          <a16:creationId xmlns:a16="http://schemas.microsoft.com/office/drawing/2014/main" id="{E600D4AF-CC2D-E385-77E5-76CE2F950E3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085300" y="2620963"/>
                      <a:ext cx="131763" cy="30163"/>
                    </a:xfrm>
                    <a:custGeom>
                      <a:avLst/>
                      <a:gdLst>
                        <a:gd name="T0" fmla="*/ 244 w 244"/>
                        <a:gd name="T1" fmla="*/ 28 h 55"/>
                        <a:gd name="T2" fmla="*/ 217 w 244"/>
                        <a:gd name="T3" fmla="*/ 0 h 55"/>
                        <a:gd name="T4" fmla="*/ 0 w 244"/>
                        <a:gd name="T5" fmla="*/ 0 h 55"/>
                        <a:gd name="T6" fmla="*/ 0 w 244"/>
                        <a:gd name="T7" fmla="*/ 55 h 55"/>
                        <a:gd name="T8" fmla="*/ 217 w 244"/>
                        <a:gd name="T9" fmla="*/ 55 h 55"/>
                        <a:gd name="T10" fmla="*/ 244 w 244"/>
                        <a:gd name="T11" fmla="*/ 28 h 5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4" h="55">
                          <a:moveTo>
                            <a:pt x="244" y="28"/>
                          </a:moveTo>
                          <a:cubicBezTo>
                            <a:pt x="244" y="14"/>
                            <a:pt x="230" y="0"/>
                            <a:pt x="217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55"/>
                            <a:pt x="0" y="55"/>
                            <a:pt x="0" y="55"/>
                          </a:cubicBezTo>
                          <a:cubicBezTo>
                            <a:pt x="217" y="55"/>
                            <a:pt x="217" y="55"/>
                            <a:pt x="217" y="55"/>
                          </a:cubicBezTo>
                          <a:cubicBezTo>
                            <a:pt x="230" y="55"/>
                            <a:pt x="244" y="41"/>
                            <a:pt x="244" y="28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27" name="Freeform 97">
                      <a:extLst>
                        <a:ext uri="{FF2B5EF4-FFF2-40B4-BE49-F238E27FC236}">
                          <a16:creationId xmlns:a16="http://schemas.microsoft.com/office/drawing/2014/main" id="{F0E92E30-8B97-6E91-2B91-38CC7D3A7C9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085300" y="2733675"/>
                      <a:ext cx="131763" cy="30163"/>
                    </a:xfrm>
                    <a:custGeom>
                      <a:avLst/>
                      <a:gdLst>
                        <a:gd name="T0" fmla="*/ 217 w 244"/>
                        <a:gd name="T1" fmla="*/ 0 h 54"/>
                        <a:gd name="T2" fmla="*/ 0 w 244"/>
                        <a:gd name="T3" fmla="*/ 0 h 54"/>
                        <a:gd name="T4" fmla="*/ 0 w 244"/>
                        <a:gd name="T5" fmla="*/ 54 h 54"/>
                        <a:gd name="T6" fmla="*/ 217 w 244"/>
                        <a:gd name="T7" fmla="*/ 54 h 54"/>
                        <a:gd name="T8" fmla="*/ 244 w 244"/>
                        <a:gd name="T9" fmla="*/ 27 h 54"/>
                        <a:gd name="T10" fmla="*/ 217 w 244"/>
                        <a:gd name="T11" fmla="*/ 0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4" h="54">
                          <a:moveTo>
                            <a:pt x="217" y="0"/>
                          </a:move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54"/>
                            <a:pt x="0" y="54"/>
                            <a:pt x="0" y="54"/>
                          </a:cubicBezTo>
                          <a:cubicBezTo>
                            <a:pt x="217" y="54"/>
                            <a:pt x="217" y="54"/>
                            <a:pt x="217" y="54"/>
                          </a:cubicBezTo>
                          <a:cubicBezTo>
                            <a:pt x="230" y="54"/>
                            <a:pt x="244" y="47"/>
                            <a:pt x="244" y="27"/>
                          </a:cubicBezTo>
                          <a:cubicBezTo>
                            <a:pt x="244" y="13"/>
                            <a:pt x="230" y="0"/>
                            <a:pt x="217" y="0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28" name="Freeform 98">
                      <a:extLst>
                        <a:ext uri="{FF2B5EF4-FFF2-40B4-BE49-F238E27FC236}">
                          <a16:creationId xmlns:a16="http://schemas.microsoft.com/office/drawing/2014/main" id="{E540B52A-5CEF-9AA8-CD0C-27111E9F4EB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085300" y="2851150"/>
                      <a:ext cx="131763" cy="30163"/>
                    </a:xfrm>
                    <a:custGeom>
                      <a:avLst/>
                      <a:gdLst>
                        <a:gd name="T0" fmla="*/ 217 w 244"/>
                        <a:gd name="T1" fmla="*/ 0 h 54"/>
                        <a:gd name="T2" fmla="*/ 0 w 244"/>
                        <a:gd name="T3" fmla="*/ 0 h 54"/>
                        <a:gd name="T4" fmla="*/ 0 w 244"/>
                        <a:gd name="T5" fmla="*/ 54 h 54"/>
                        <a:gd name="T6" fmla="*/ 217 w 244"/>
                        <a:gd name="T7" fmla="*/ 54 h 54"/>
                        <a:gd name="T8" fmla="*/ 244 w 244"/>
                        <a:gd name="T9" fmla="*/ 27 h 54"/>
                        <a:gd name="T10" fmla="*/ 217 w 244"/>
                        <a:gd name="T11" fmla="*/ 0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4" h="54">
                          <a:moveTo>
                            <a:pt x="217" y="0"/>
                          </a:move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54"/>
                            <a:pt x="0" y="54"/>
                            <a:pt x="0" y="54"/>
                          </a:cubicBezTo>
                          <a:cubicBezTo>
                            <a:pt x="217" y="54"/>
                            <a:pt x="217" y="54"/>
                            <a:pt x="217" y="54"/>
                          </a:cubicBezTo>
                          <a:cubicBezTo>
                            <a:pt x="230" y="54"/>
                            <a:pt x="244" y="41"/>
                            <a:pt x="244" y="27"/>
                          </a:cubicBezTo>
                          <a:cubicBezTo>
                            <a:pt x="244" y="14"/>
                            <a:pt x="230" y="0"/>
                            <a:pt x="217" y="0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29" name="Freeform 99">
                      <a:extLst>
                        <a:ext uri="{FF2B5EF4-FFF2-40B4-BE49-F238E27FC236}">
                          <a16:creationId xmlns:a16="http://schemas.microsoft.com/office/drawing/2014/main" id="{C96DD3BF-09D5-EEAE-6E75-504BEB6961C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085300" y="2965450"/>
                      <a:ext cx="131763" cy="28575"/>
                    </a:xfrm>
                    <a:custGeom>
                      <a:avLst/>
                      <a:gdLst>
                        <a:gd name="T0" fmla="*/ 217 w 244"/>
                        <a:gd name="T1" fmla="*/ 0 h 54"/>
                        <a:gd name="T2" fmla="*/ 0 w 244"/>
                        <a:gd name="T3" fmla="*/ 0 h 54"/>
                        <a:gd name="T4" fmla="*/ 0 w 244"/>
                        <a:gd name="T5" fmla="*/ 54 h 54"/>
                        <a:gd name="T6" fmla="*/ 217 w 244"/>
                        <a:gd name="T7" fmla="*/ 54 h 54"/>
                        <a:gd name="T8" fmla="*/ 244 w 244"/>
                        <a:gd name="T9" fmla="*/ 27 h 54"/>
                        <a:gd name="T10" fmla="*/ 217 w 244"/>
                        <a:gd name="T11" fmla="*/ 0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4" h="54">
                          <a:moveTo>
                            <a:pt x="217" y="0"/>
                          </a:move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54"/>
                            <a:pt x="0" y="54"/>
                            <a:pt x="0" y="54"/>
                          </a:cubicBezTo>
                          <a:cubicBezTo>
                            <a:pt x="217" y="54"/>
                            <a:pt x="217" y="54"/>
                            <a:pt x="217" y="54"/>
                          </a:cubicBezTo>
                          <a:cubicBezTo>
                            <a:pt x="230" y="54"/>
                            <a:pt x="244" y="47"/>
                            <a:pt x="244" y="27"/>
                          </a:cubicBezTo>
                          <a:cubicBezTo>
                            <a:pt x="244" y="13"/>
                            <a:pt x="230" y="0"/>
                            <a:pt x="217" y="0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30" name="Freeform 100">
                      <a:extLst>
                        <a:ext uri="{FF2B5EF4-FFF2-40B4-BE49-F238E27FC236}">
                          <a16:creationId xmlns:a16="http://schemas.microsoft.com/office/drawing/2014/main" id="{C68330A3-454C-CF5F-E93A-92AF82003B5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240750" y="2620963"/>
                      <a:ext cx="131763" cy="30163"/>
                    </a:xfrm>
                    <a:custGeom>
                      <a:avLst/>
                      <a:gdLst>
                        <a:gd name="T0" fmla="*/ 0 w 243"/>
                        <a:gd name="T1" fmla="*/ 28 h 55"/>
                        <a:gd name="T2" fmla="*/ 27 w 243"/>
                        <a:gd name="T3" fmla="*/ 55 h 55"/>
                        <a:gd name="T4" fmla="*/ 243 w 243"/>
                        <a:gd name="T5" fmla="*/ 55 h 55"/>
                        <a:gd name="T6" fmla="*/ 243 w 243"/>
                        <a:gd name="T7" fmla="*/ 0 h 55"/>
                        <a:gd name="T8" fmla="*/ 27 w 243"/>
                        <a:gd name="T9" fmla="*/ 0 h 55"/>
                        <a:gd name="T10" fmla="*/ 0 w 243"/>
                        <a:gd name="T11" fmla="*/ 28 h 5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3" h="55">
                          <a:moveTo>
                            <a:pt x="0" y="28"/>
                          </a:moveTo>
                          <a:cubicBezTo>
                            <a:pt x="0" y="41"/>
                            <a:pt x="14" y="55"/>
                            <a:pt x="27" y="55"/>
                          </a:cubicBezTo>
                          <a:cubicBezTo>
                            <a:pt x="243" y="55"/>
                            <a:pt x="243" y="55"/>
                            <a:pt x="243" y="55"/>
                          </a:cubicBezTo>
                          <a:cubicBezTo>
                            <a:pt x="243" y="0"/>
                            <a:pt x="243" y="0"/>
                            <a:pt x="243" y="0"/>
                          </a:cubicBezTo>
                          <a:cubicBezTo>
                            <a:pt x="27" y="0"/>
                            <a:pt x="27" y="0"/>
                            <a:pt x="27" y="0"/>
                          </a:cubicBezTo>
                          <a:cubicBezTo>
                            <a:pt x="14" y="0"/>
                            <a:pt x="0" y="14"/>
                            <a:pt x="0" y="28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31" name="Freeform 101">
                      <a:extLst>
                        <a:ext uri="{FF2B5EF4-FFF2-40B4-BE49-F238E27FC236}">
                          <a16:creationId xmlns:a16="http://schemas.microsoft.com/office/drawing/2014/main" id="{1C696815-21C1-30FD-CA90-32DEDB7D6B5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240750" y="2733675"/>
                      <a:ext cx="131763" cy="30163"/>
                    </a:xfrm>
                    <a:custGeom>
                      <a:avLst/>
                      <a:gdLst>
                        <a:gd name="T0" fmla="*/ 0 w 243"/>
                        <a:gd name="T1" fmla="*/ 27 h 54"/>
                        <a:gd name="T2" fmla="*/ 27 w 243"/>
                        <a:gd name="T3" fmla="*/ 54 h 54"/>
                        <a:gd name="T4" fmla="*/ 243 w 243"/>
                        <a:gd name="T5" fmla="*/ 54 h 54"/>
                        <a:gd name="T6" fmla="*/ 243 w 243"/>
                        <a:gd name="T7" fmla="*/ 0 h 54"/>
                        <a:gd name="T8" fmla="*/ 27 w 243"/>
                        <a:gd name="T9" fmla="*/ 0 h 54"/>
                        <a:gd name="T10" fmla="*/ 0 w 243"/>
                        <a:gd name="T11" fmla="*/ 27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3" h="54">
                          <a:moveTo>
                            <a:pt x="0" y="27"/>
                          </a:moveTo>
                          <a:cubicBezTo>
                            <a:pt x="0" y="47"/>
                            <a:pt x="14" y="54"/>
                            <a:pt x="27" y="54"/>
                          </a:cubicBezTo>
                          <a:cubicBezTo>
                            <a:pt x="243" y="54"/>
                            <a:pt x="243" y="54"/>
                            <a:pt x="243" y="54"/>
                          </a:cubicBezTo>
                          <a:cubicBezTo>
                            <a:pt x="243" y="0"/>
                            <a:pt x="243" y="0"/>
                            <a:pt x="243" y="0"/>
                          </a:cubicBezTo>
                          <a:cubicBezTo>
                            <a:pt x="27" y="0"/>
                            <a:pt x="27" y="0"/>
                            <a:pt x="27" y="0"/>
                          </a:cubicBezTo>
                          <a:cubicBezTo>
                            <a:pt x="14" y="0"/>
                            <a:pt x="0" y="13"/>
                            <a:pt x="0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32" name="Freeform 102">
                      <a:extLst>
                        <a:ext uri="{FF2B5EF4-FFF2-40B4-BE49-F238E27FC236}">
                          <a16:creationId xmlns:a16="http://schemas.microsoft.com/office/drawing/2014/main" id="{6E2F395A-33E3-FD70-8F38-38038064CB6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240750" y="2851150"/>
                      <a:ext cx="131763" cy="30163"/>
                    </a:xfrm>
                    <a:custGeom>
                      <a:avLst/>
                      <a:gdLst>
                        <a:gd name="T0" fmla="*/ 0 w 243"/>
                        <a:gd name="T1" fmla="*/ 27 h 54"/>
                        <a:gd name="T2" fmla="*/ 27 w 243"/>
                        <a:gd name="T3" fmla="*/ 54 h 54"/>
                        <a:gd name="T4" fmla="*/ 243 w 243"/>
                        <a:gd name="T5" fmla="*/ 54 h 54"/>
                        <a:gd name="T6" fmla="*/ 243 w 243"/>
                        <a:gd name="T7" fmla="*/ 0 h 54"/>
                        <a:gd name="T8" fmla="*/ 27 w 243"/>
                        <a:gd name="T9" fmla="*/ 0 h 54"/>
                        <a:gd name="T10" fmla="*/ 0 w 243"/>
                        <a:gd name="T11" fmla="*/ 27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3" h="54">
                          <a:moveTo>
                            <a:pt x="0" y="27"/>
                          </a:moveTo>
                          <a:cubicBezTo>
                            <a:pt x="0" y="41"/>
                            <a:pt x="14" y="54"/>
                            <a:pt x="27" y="54"/>
                          </a:cubicBezTo>
                          <a:cubicBezTo>
                            <a:pt x="243" y="54"/>
                            <a:pt x="243" y="54"/>
                            <a:pt x="243" y="54"/>
                          </a:cubicBezTo>
                          <a:cubicBezTo>
                            <a:pt x="243" y="0"/>
                            <a:pt x="243" y="0"/>
                            <a:pt x="243" y="0"/>
                          </a:cubicBezTo>
                          <a:cubicBezTo>
                            <a:pt x="27" y="0"/>
                            <a:pt x="27" y="0"/>
                            <a:pt x="27" y="0"/>
                          </a:cubicBezTo>
                          <a:cubicBezTo>
                            <a:pt x="14" y="0"/>
                            <a:pt x="0" y="14"/>
                            <a:pt x="0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33" name="Freeform 103">
                      <a:extLst>
                        <a:ext uri="{FF2B5EF4-FFF2-40B4-BE49-F238E27FC236}">
                          <a16:creationId xmlns:a16="http://schemas.microsoft.com/office/drawing/2014/main" id="{B49CD492-AA10-4A5C-B4DB-D14FD379850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240750" y="2965450"/>
                      <a:ext cx="131763" cy="28575"/>
                    </a:xfrm>
                    <a:custGeom>
                      <a:avLst/>
                      <a:gdLst>
                        <a:gd name="T0" fmla="*/ 0 w 243"/>
                        <a:gd name="T1" fmla="*/ 27 h 54"/>
                        <a:gd name="T2" fmla="*/ 27 w 243"/>
                        <a:gd name="T3" fmla="*/ 54 h 54"/>
                        <a:gd name="T4" fmla="*/ 243 w 243"/>
                        <a:gd name="T5" fmla="*/ 54 h 54"/>
                        <a:gd name="T6" fmla="*/ 243 w 243"/>
                        <a:gd name="T7" fmla="*/ 0 h 54"/>
                        <a:gd name="T8" fmla="*/ 27 w 243"/>
                        <a:gd name="T9" fmla="*/ 0 h 54"/>
                        <a:gd name="T10" fmla="*/ 0 w 243"/>
                        <a:gd name="T11" fmla="*/ 27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3" h="54">
                          <a:moveTo>
                            <a:pt x="0" y="27"/>
                          </a:moveTo>
                          <a:cubicBezTo>
                            <a:pt x="0" y="47"/>
                            <a:pt x="14" y="54"/>
                            <a:pt x="27" y="54"/>
                          </a:cubicBezTo>
                          <a:cubicBezTo>
                            <a:pt x="243" y="54"/>
                            <a:pt x="243" y="54"/>
                            <a:pt x="243" y="54"/>
                          </a:cubicBezTo>
                          <a:cubicBezTo>
                            <a:pt x="243" y="0"/>
                            <a:pt x="243" y="0"/>
                            <a:pt x="243" y="0"/>
                          </a:cubicBezTo>
                          <a:cubicBezTo>
                            <a:pt x="27" y="0"/>
                            <a:pt x="27" y="0"/>
                            <a:pt x="27" y="0"/>
                          </a:cubicBezTo>
                          <a:cubicBezTo>
                            <a:pt x="14" y="0"/>
                            <a:pt x="0" y="13"/>
                            <a:pt x="0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34" name="Freeform 104">
                      <a:extLst>
                        <a:ext uri="{FF2B5EF4-FFF2-40B4-BE49-F238E27FC236}">
                          <a16:creationId xmlns:a16="http://schemas.microsoft.com/office/drawing/2014/main" id="{FB79BB30-04C6-D1F5-7D36-60869009D6B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540788" y="2320925"/>
                      <a:ext cx="28575" cy="128588"/>
                    </a:xfrm>
                    <a:custGeom>
                      <a:avLst/>
                      <a:gdLst>
                        <a:gd name="T0" fmla="*/ 54 w 54"/>
                        <a:gd name="T1" fmla="*/ 27 h 237"/>
                        <a:gd name="T2" fmla="*/ 27 w 54"/>
                        <a:gd name="T3" fmla="*/ 0 h 237"/>
                        <a:gd name="T4" fmla="*/ 0 w 54"/>
                        <a:gd name="T5" fmla="*/ 27 h 237"/>
                        <a:gd name="T6" fmla="*/ 0 w 54"/>
                        <a:gd name="T7" fmla="*/ 237 h 237"/>
                        <a:gd name="T8" fmla="*/ 54 w 54"/>
                        <a:gd name="T9" fmla="*/ 237 h 237"/>
                        <a:gd name="T10" fmla="*/ 54 w 54"/>
                        <a:gd name="T11" fmla="*/ 27 h 237"/>
                        <a:gd name="T12" fmla="*/ 54 w 54"/>
                        <a:gd name="T13" fmla="*/ 27 h 2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7">
                          <a:moveTo>
                            <a:pt x="54" y="27"/>
                          </a:moveTo>
                          <a:cubicBezTo>
                            <a:pt x="54" y="14"/>
                            <a:pt x="40" y="0"/>
                            <a:pt x="27" y="0"/>
                          </a:cubicBezTo>
                          <a:cubicBezTo>
                            <a:pt x="13" y="0"/>
                            <a:pt x="0" y="14"/>
                            <a:pt x="0" y="27"/>
                          </a:cubicBezTo>
                          <a:cubicBezTo>
                            <a:pt x="0" y="237"/>
                            <a:pt x="0" y="237"/>
                            <a:pt x="0" y="237"/>
                          </a:cubicBezTo>
                          <a:cubicBezTo>
                            <a:pt x="54" y="237"/>
                            <a:pt x="54" y="237"/>
                            <a:pt x="54" y="23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35" name="Freeform 105">
                      <a:extLst>
                        <a:ext uri="{FF2B5EF4-FFF2-40B4-BE49-F238E27FC236}">
                          <a16:creationId xmlns:a16="http://schemas.microsoft.com/office/drawing/2014/main" id="{C4306C5E-A499-948C-241E-853B4B014E5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658263" y="2320925"/>
                      <a:ext cx="28575" cy="128588"/>
                    </a:xfrm>
                    <a:custGeom>
                      <a:avLst/>
                      <a:gdLst>
                        <a:gd name="T0" fmla="*/ 54 w 54"/>
                        <a:gd name="T1" fmla="*/ 27 h 237"/>
                        <a:gd name="T2" fmla="*/ 27 w 54"/>
                        <a:gd name="T3" fmla="*/ 0 h 237"/>
                        <a:gd name="T4" fmla="*/ 0 w 54"/>
                        <a:gd name="T5" fmla="*/ 27 h 237"/>
                        <a:gd name="T6" fmla="*/ 0 w 54"/>
                        <a:gd name="T7" fmla="*/ 237 h 237"/>
                        <a:gd name="T8" fmla="*/ 54 w 54"/>
                        <a:gd name="T9" fmla="*/ 237 h 237"/>
                        <a:gd name="T10" fmla="*/ 54 w 54"/>
                        <a:gd name="T11" fmla="*/ 27 h 237"/>
                        <a:gd name="T12" fmla="*/ 54 w 54"/>
                        <a:gd name="T13" fmla="*/ 27 h 2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7">
                          <a:moveTo>
                            <a:pt x="54" y="27"/>
                          </a:moveTo>
                          <a:cubicBezTo>
                            <a:pt x="54" y="14"/>
                            <a:pt x="40" y="0"/>
                            <a:pt x="27" y="0"/>
                          </a:cubicBezTo>
                          <a:cubicBezTo>
                            <a:pt x="13" y="0"/>
                            <a:pt x="0" y="14"/>
                            <a:pt x="0" y="27"/>
                          </a:cubicBezTo>
                          <a:cubicBezTo>
                            <a:pt x="0" y="237"/>
                            <a:pt x="0" y="237"/>
                            <a:pt x="0" y="237"/>
                          </a:cubicBezTo>
                          <a:cubicBezTo>
                            <a:pt x="54" y="237"/>
                            <a:pt x="54" y="237"/>
                            <a:pt x="54" y="23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36" name="Freeform 106">
                      <a:extLst>
                        <a:ext uri="{FF2B5EF4-FFF2-40B4-BE49-F238E27FC236}">
                          <a16:creationId xmlns:a16="http://schemas.microsoft.com/office/drawing/2014/main" id="{D6468CA7-2722-B92D-C2B4-4316E6E9750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770975" y="2320925"/>
                      <a:ext cx="30163" cy="128588"/>
                    </a:xfrm>
                    <a:custGeom>
                      <a:avLst/>
                      <a:gdLst>
                        <a:gd name="T0" fmla="*/ 54 w 54"/>
                        <a:gd name="T1" fmla="*/ 27 h 237"/>
                        <a:gd name="T2" fmla="*/ 27 w 54"/>
                        <a:gd name="T3" fmla="*/ 0 h 237"/>
                        <a:gd name="T4" fmla="*/ 0 w 54"/>
                        <a:gd name="T5" fmla="*/ 27 h 237"/>
                        <a:gd name="T6" fmla="*/ 0 w 54"/>
                        <a:gd name="T7" fmla="*/ 237 h 237"/>
                        <a:gd name="T8" fmla="*/ 54 w 54"/>
                        <a:gd name="T9" fmla="*/ 237 h 237"/>
                        <a:gd name="T10" fmla="*/ 54 w 54"/>
                        <a:gd name="T11" fmla="*/ 27 h 237"/>
                        <a:gd name="T12" fmla="*/ 54 w 54"/>
                        <a:gd name="T13" fmla="*/ 27 h 2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7">
                          <a:moveTo>
                            <a:pt x="54" y="27"/>
                          </a:moveTo>
                          <a:cubicBezTo>
                            <a:pt x="54" y="14"/>
                            <a:pt x="40" y="0"/>
                            <a:pt x="27" y="0"/>
                          </a:cubicBezTo>
                          <a:cubicBezTo>
                            <a:pt x="13" y="0"/>
                            <a:pt x="0" y="14"/>
                            <a:pt x="0" y="27"/>
                          </a:cubicBezTo>
                          <a:cubicBezTo>
                            <a:pt x="0" y="237"/>
                            <a:pt x="0" y="237"/>
                            <a:pt x="0" y="237"/>
                          </a:cubicBezTo>
                          <a:cubicBezTo>
                            <a:pt x="54" y="237"/>
                            <a:pt x="54" y="237"/>
                            <a:pt x="54" y="23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37" name="Freeform 107">
                      <a:extLst>
                        <a:ext uri="{FF2B5EF4-FFF2-40B4-BE49-F238E27FC236}">
                          <a16:creationId xmlns:a16="http://schemas.microsoft.com/office/drawing/2014/main" id="{8B053911-DB5E-4BB5-02EB-79B75012174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886863" y="2320925"/>
                      <a:ext cx="30163" cy="128588"/>
                    </a:xfrm>
                    <a:custGeom>
                      <a:avLst/>
                      <a:gdLst>
                        <a:gd name="T0" fmla="*/ 54 w 54"/>
                        <a:gd name="T1" fmla="*/ 27 h 237"/>
                        <a:gd name="T2" fmla="*/ 27 w 54"/>
                        <a:gd name="T3" fmla="*/ 0 h 237"/>
                        <a:gd name="T4" fmla="*/ 0 w 54"/>
                        <a:gd name="T5" fmla="*/ 27 h 237"/>
                        <a:gd name="T6" fmla="*/ 0 w 54"/>
                        <a:gd name="T7" fmla="*/ 237 h 237"/>
                        <a:gd name="T8" fmla="*/ 54 w 54"/>
                        <a:gd name="T9" fmla="*/ 237 h 237"/>
                        <a:gd name="T10" fmla="*/ 54 w 54"/>
                        <a:gd name="T11" fmla="*/ 27 h 237"/>
                        <a:gd name="T12" fmla="*/ 54 w 54"/>
                        <a:gd name="T13" fmla="*/ 27 h 2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7">
                          <a:moveTo>
                            <a:pt x="54" y="27"/>
                          </a:moveTo>
                          <a:cubicBezTo>
                            <a:pt x="54" y="14"/>
                            <a:pt x="40" y="0"/>
                            <a:pt x="27" y="0"/>
                          </a:cubicBezTo>
                          <a:cubicBezTo>
                            <a:pt x="13" y="0"/>
                            <a:pt x="0" y="14"/>
                            <a:pt x="0" y="27"/>
                          </a:cubicBezTo>
                          <a:cubicBezTo>
                            <a:pt x="0" y="237"/>
                            <a:pt x="0" y="237"/>
                            <a:pt x="0" y="237"/>
                          </a:cubicBezTo>
                          <a:cubicBezTo>
                            <a:pt x="54" y="237"/>
                            <a:pt x="54" y="237"/>
                            <a:pt x="54" y="23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38" name="Freeform 108">
                      <a:extLst>
                        <a:ext uri="{FF2B5EF4-FFF2-40B4-BE49-F238E27FC236}">
                          <a16:creationId xmlns:a16="http://schemas.microsoft.com/office/drawing/2014/main" id="{BC50C604-7AF8-8682-0E04-85B69D8D1AF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540788" y="3165475"/>
                      <a:ext cx="28575" cy="128588"/>
                    </a:xfrm>
                    <a:custGeom>
                      <a:avLst/>
                      <a:gdLst>
                        <a:gd name="T0" fmla="*/ 0 w 54"/>
                        <a:gd name="T1" fmla="*/ 211 h 238"/>
                        <a:gd name="T2" fmla="*/ 27 w 54"/>
                        <a:gd name="T3" fmla="*/ 238 h 238"/>
                        <a:gd name="T4" fmla="*/ 54 w 54"/>
                        <a:gd name="T5" fmla="*/ 211 h 238"/>
                        <a:gd name="T6" fmla="*/ 54 w 54"/>
                        <a:gd name="T7" fmla="*/ 0 h 238"/>
                        <a:gd name="T8" fmla="*/ 0 w 54"/>
                        <a:gd name="T9" fmla="*/ 0 h 238"/>
                        <a:gd name="T10" fmla="*/ 0 w 54"/>
                        <a:gd name="T11" fmla="*/ 211 h 238"/>
                        <a:gd name="T12" fmla="*/ 0 w 54"/>
                        <a:gd name="T13" fmla="*/ 211 h 2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8">
                          <a:moveTo>
                            <a:pt x="0" y="211"/>
                          </a:moveTo>
                          <a:cubicBezTo>
                            <a:pt x="0" y="231"/>
                            <a:pt x="13" y="238"/>
                            <a:pt x="27" y="238"/>
                          </a:cubicBezTo>
                          <a:cubicBezTo>
                            <a:pt x="40" y="238"/>
                            <a:pt x="54" y="231"/>
                            <a:pt x="54" y="211"/>
                          </a:cubicBezTo>
                          <a:cubicBezTo>
                            <a:pt x="54" y="0"/>
                            <a:pt x="54" y="0"/>
                            <a:pt x="54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39" name="Freeform 109">
                      <a:extLst>
                        <a:ext uri="{FF2B5EF4-FFF2-40B4-BE49-F238E27FC236}">
                          <a16:creationId xmlns:a16="http://schemas.microsoft.com/office/drawing/2014/main" id="{9CB28D53-C42D-8162-71D4-EAAE2D99BE7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658263" y="3165475"/>
                      <a:ext cx="28575" cy="128588"/>
                    </a:xfrm>
                    <a:custGeom>
                      <a:avLst/>
                      <a:gdLst>
                        <a:gd name="T0" fmla="*/ 0 w 54"/>
                        <a:gd name="T1" fmla="*/ 211 h 238"/>
                        <a:gd name="T2" fmla="*/ 27 w 54"/>
                        <a:gd name="T3" fmla="*/ 238 h 238"/>
                        <a:gd name="T4" fmla="*/ 54 w 54"/>
                        <a:gd name="T5" fmla="*/ 211 h 238"/>
                        <a:gd name="T6" fmla="*/ 54 w 54"/>
                        <a:gd name="T7" fmla="*/ 0 h 238"/>
                        <a:gd name="T8" fmla="*/ 0 w 54"/>
                        <a:gd name="T9" fmla="*/ 0 h 238"/>
                        <a:gd name="T10" fmla="*/ 0 w 54"/>
                        <a:gd name="T11" fmla="*/ 211 h 238"/>
                        <a:gd name="T12" fmla="*/ 0 w 54"/>
                        <a:gd name="T13" fmla="*/ 211 h 2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8">
                          <a:moveTo>
                            <a:pt x="0" y="211"/>
                          </a:moveTo>
                          <a:cubicBezTo>
                            <a:pt x="0" y="231"/>
                            <a:pt x="13" y="238"/>
                            <a:pt x="27" y="238"/>
                          </a:cubicBezTo>
                          <a:cubicBezTo>
                            <a:pt x="40" y="238"/>
                            <a:pt x="54" y="231"/>
                            <a:pt x="54" y="211"/>
                          </a:cubicBezTo>
                          <a:cubicBezTo>
                            <a:pt x="54" y="0"/>
                            <a:pt x="54" y="0"/>
                            <a:pt x="54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40" name="Freeform 110">
                      <a:extLst>
                        <a:ext uri="{FF2B5EF4-FFF2-40B4-BE49-F238E27FC236}">
                          <a16:creationId xmlns:a16="http://schemas.microsoft.com/office/drawing/2014/main" id="{22A07A04-728C-B238-93B6-B1C7A713DBB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770975" y="3165475"/>
                      <a:ext cx="30163" cy="128588"/>
                    </a:xfrm>
                    <a:custGeom>
                      <a:avLst/>
                      <a:gdLst>
                        <a:gd name="T0" fmla="*/ 0 w 54"/>
                        <a:gd name="T1" fmla="*/ 211 h 238"/>
                        <a:gd name="T2" fmla="*/ 27 w 54"/>
                        <a:gd name="T3" fmla="*/ 238 h 238"/>
                        <a:gd name="T4" fmla="*/ 54 w 54"/>
                        <a:gd name="T5" fmla="*/ 211 h 238"/>
                        <a:gd name="T6" fmla="*/ 54 w 54"/>
                        <a:gd name="T7" fmla="*/ 0 h 238"/>
                        <a:gd name="T8" fmla="*/ 0 w 54"/>
                        <a:gd name="T9" fmla="*/ 0 h 238"/>
                        <a:gd name="T10" fmla="*/ 0 w 54"/>
                        <a:gd name="T11" fmla="*/ 211 h 238"/>
                        <a:gd name="T12" fmla="*/ 0 w 54"/>
                        <a:gd name="T13" fmla="*/ 211 h 2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8">
                          <a:moveTo>
                            <a:pt x="0" y="211"/>
                          </a:moveTo>
                          <a:cubicBezTo>
                            <a:pt x="0" y="231"/>
                            <a:pt x="13" y="238"/>
                            <a:pt x="27" y="238"/>
                          </a:cubicBezTo>
                          <a:cubicBezTo>
                            <a:pt x="40" y="238"/>
                            <a:pt x="54" y="231"/>
                            <a:pt x="54" y="211"/>
                          </a:cubicBezTo>
                          <a:cubicBezTo>
                            <a:pt x="54" y="0"/>
                            <a:pt x="54" y="0"/>
                            <a:pt x="54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41" name="Freeform 111">
                      <a:extLst>
                        <a:ext uri="{FF2B5EF4-FFF2-40B4-BE49-F238E27FC236}">
                          <a16:creationId xmlns:a16="http://schemas.microsoft.com/office/drawing/2014/main" id="{21149FFF-A332-2833-B6E4-F4DDC649C92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886863" y="3165475"/>
                      <a:ext cx="30163" cy="128588"/>
                    </a:xfrm>
                    <a:custGeom>
                      <a:avLst/>
                      <a:gdLst>
                        <a:gd name="T0" fmla="*/ 0 w 54"/>
                        <a:gd name="T1" fmla="*/ 211 h 238"/>
                        <a:gd name="T2" fmla="*/ 27 w 54"/>
                        <a:gd name="T3" fmla="*/ 238 h 238"/>
                        <a:gd name="T4" fmla="*/ 54 w 54"/>
                        <a:gd name="T5" fmla="*/ 211 h 238"/>
                        <a:gd name="T6" fmla="*/ 54 w 54"/>
                        <a:gd name="T7" fmla="*/ 0 h 238"/>
                        <a:gd name="T8" fmla="*/ 0 w 54"/>
                        <a:gd name="T9" fmla="*/ 0 h 238"/>
                        <a:gd name="T10" fmla="*/ 0 w 54"/>
                        <a:gd name="T11" fmla="*/ 211 h 238"/>
                        <a:gd name="T12" fmla="*/ 0 w 54"/>
                        <a:gd name="T13" fmla="*/ 211 h 2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8">
                          <a:moveTo>
                            <a:pt x="0" y="211"/>
                          </a:moveTo>
                          <a:cubicBezTo>
                            <a:pt x="0" y="231"/>
                            <a:pt x="13" y="238"/>
                            <a:pt x="27" y="238"/>
                          </a:cubicBezTo>
                          <a:cubicBezTo>
                            <a:pt x="40" y="238"/>
                            <a:pt x="54" y="231"/>
                            <a:pt x="54" y="211"/>
                          </a:cubicBezTo>
                          <a:cubicBezTo>
                            <a:pt x="54" y="0"/>
                            <a:pt x="54" y="0"/>
                            <a:pt x="54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42" name="Freeform 112">
                      <a:extLst>
                        <a:ext uri="{FF2B5EF4-FFF2-40B4-BE49-F238E27FC236}">
                          <a16:creationId xmlns:a16="http://schemas.microsoft.com/office/drawing/2014/main" id="{B8AE5103-8533-D0E9-6DE7-6E2D9A804A56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21401088" y="2478088"/>
                      <a:ext cx="654050" cy="658813"/>
                    </a:xfrm>
                    <a:custGeom>
                      <a:avLst/>
                      <a:gdLst>
                        <a:gd name="T0" fmla="*/ 952 w 1208"/>
                        <a:gd name="T1" fmla="*/ 0 h 1215"/>
                        <a:gd name="T2" fmla="*/ 736 w 1208"/>
                        <a:gd name="T3" fmla="*/ 0 h 1215"/>
                        <a:gd name="T4" fmla="*/ 526 w 1208"/>
                        <a:gd name="T5" fmla="*/ 0 h 1215"/>
                        <a:gd name="T6" fmla="*/ 310 w 1208"/>
                        <a:gd name="T7" fmla="*/ 0 h 1215"/>
                        <a:gd name="T8" fmla="*/ 128 w 1208"/>
                        <a:gd name="T9" fmla="*/ 0 h 1215"/>
                        <a:gd name="T10" fmla="*/ 0 w 1208"/>
                        <a:gd name="T11" fmla="*/ 264 h 1215"/>
                        <a:gd name="T12" fmla="*/ 0 w 1208"/>
                        <a:gd name="T13" fmla="*/ 473 h 1215"/>
                        <a:gd name="T14" fmla="*/ 0 w 1208"/>
                        <a:gd name="T15" fmla="*/ 689 h 1215"/>
                        <a:gd name="T16" fmla="*/ 0 w 1208"/>
                        <a:gd name="T17" fmla="*/ 898 h 1215"/>
                        <a:gd name="T18" fmla="*/ 0 w 1208"/>
                        <a:gd name="T19" fmla="*/ 1087 h 1215"/>
                        <a:gd name="T20" fmla="*/ 256 w 1208"/>
                        <a:gd name="T21" fmla="*/ 1215 h 1215"/>
                        <a:gd name="T22" fmla="*/ 472 w 1208"/>
                        <a:gd name="T23" fmla="*/ 1215 h 1215"/>
                        <a:gd name="T24" fmla="*/ 682 w 1208"/>
                        <a:gd name="T25" fmla="*/ 1215 h 1215"/>
                        <a:gd name="T26" fmla="*/ 898 w 1208"/>
                        <a:gd name="T27" fmla="*/ 1215 h 1215"/>
                        <a:gd name="T28" fmla="*/ 1080 w 1208"/>
                        <a:gd name="T29" fmla="*/ 1215 h 1215"/>
                        <a:gd name="T30" fmla="*/ 1208 w 1208"/>
                        <a:gd name="T31" fmla="*/ 952 h 1215"/>
                        <a:gd name="T32" fmla="*/ 1208 w 1208"/>
                        <a:gd name="T33" fmla="*/ 743 h 1215"/>
                        <a:gd name="T34" fmla="*/ 1208 w 1208"/>
                        <a:gd name="T35" fmla="*/ 527 h 1215"/>
                        <a:gd name="T36" fmla="*/ 1208 w 1208"/>
                        <a:gd name="T37" fmla="*/ 318 h 1215"/>
                        <a:gd name="T38" fmla="*/ 1208 w 1208"/>
                        <a:gd name="T39" fmla="*/ 129 h 1215"/>
                        <a:gd name="T40" fmla="*/ 1154 w 1208"/>
                        <a:gd name="T41" fmla="*/ 264 h 1215"/>
                        <a:gd name="T42" fmla="*/ 1154 w 1208"/>
                        <a:gd name="T43" fmla="*/ 473 h 1215"/>
                        <a:gd name="T44" fmla="*/ 1154 w 1208"/>
                        <a:gd name="T45" fmla="*/ 689 h 1215"/>
                        <a:gd name="T46" fmla="*/ 1154 w 1208"/>
                        <a:gd name="T47" fmla="*/ 898 h 1215"/>
                        <a:gd name="T48" fmla="*/ 1154 w 1208"/>
                        <a:gd name="T49" fmla="*/ 1087 h 1215"/>
                        <a:gd name="T50" fmla="*/ 952 w 1208"/>
                        <a:gd name="T51" fmla="*/ 1161 h 1215"/>
                        <a:gd name="T52" fmla="*/ 736 w 1208"/>
                        <a:gd name="T53" fmla="*/ 1161 h 1215"/>
                        <a:gd name="T54" fmla="*/ 526 w 1208"/>
                        <a:gd name="T55" fmla="*/ 1161 h 1215"/>
                        <a:gd name="T56" fmla="*/ 310 w 1208"/>
                        <a:gd name="T57" fmla="*/ 1161 h 1215"/>
                        <a:gd name="T58" fmla="*/ 128 w 1208"/>
                        <a:gd name="T59" fmla="*/ 1161 h 1215"/>
                        <a:gd name="T60" fmla="*/ 54 w 1208"/>
                        <a:gd name="T61" fmla="*/ 952 h 1215"/>
                        <a:gd name="T62" fmla="*/ 54 w 1208"/>
                        <a:gd name="T63" fmla="*/ 743 h 1215"/>
                        <a:gd name="T64" fmla="*/ 54 w 1208"/>
                        <a:gd name="T65" fmla="*/ 527 h 1215"/>
                        <a:gd name="T66" fmla="*/ 54 w 1208"/>
                        <a:gd name="T67" fmla="*/ 318 h 1215"/>
                        <a:gd name="T68" fmla="*/ 54 w 1208"/>
                        <a:gd name="T69" fmla="*/ 129 h 1215"/>
                        <a:gd name="T70" fmla="*/ 256 w 1208"/>
                        <a:gd name="T71" fmla="*/ 54 h 1215"/>
                        <a:gd name="T72" fmla="*/ 472 w 1208"/>
                        <a:gd name="T73" fmla="*/ 54 h 1215"/>
                        <a:gd name="T74" fmla="*/ 682 w 1208"/>
                        <a:gd name="T75" fmla="*/ 54 h 1215"/>
                        <a:gd name="T76" fmla="*/ 898 w 1208"/>
                        <a:gd name="T77" fmla="*/ 54 h 1215"/>
                        <a:gd name="T78" fmla="*/ 1080 w 1208"/>
                        <a:gd name="T79" fmla="*/ 54 h 1215"/>
                        <a:gd name="T80" fmla="*/ 1154 w 1208"/>
                        <a:gd name="T81" fmla="*/ 264 h 121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</a:cxnLst>
                      <a:rect l="0" t="0" r="r" b="b"/>
                      <a:pathLst>
                        <a:path w="1208" h="1215">
                          <a:moveTo>
                            <a:pt x="1080" y="0"/>
                          </a:moveTo>
                          <a:cubicBezTo>
                            <a:pt x="952" y="0"/>
                            <a:pt x="952" y="0"/>
                            <a:pt x="952" y="0"/>
                          </a:cubicBezTo>
                          <a:cubicBezTo>
                            <a:pt x="898" y="0"/>
                            <a:pt x="898" y="0"/>
                            <a:pt x="898" y="0"/>
                          </a:cubicBezTo>
                          <a:cubicBezTo>
                            <a:pt x="736" y="0"/>
                            <a:pt x="736" y="0"/>
                            <a:pt x="736" y="0"/>
                          </a:cubicBezTo>
                          <a:cubicBezTo>
                            <a:pt x="682" y="0"/>
                            <a:pt x="682" y="0"/>
                            <a:pt x="682" y="0"/>
                          </a:cubicBezTo>
                          <a:cubicBezTo>
                            <a:pt x="526" y="0"/>
                            <a:pt x="526" y="0"/>
                            <a:pt x="526" y="0"/>
                          </a:cubicBezTo>
                          <a:cubicBezTo>
                            <a:pt x="472" y="0"/>
                            <a:pt x="472" y="0"/>
                            <a:pt x="472" y="0"/>
                          </a:cubicBezTo>
                          <a:cubicBezTo>
                            <a:pt x="310" y="0"/>
                            <a:pt x="310" y="0"/>
                            <a:pt x="310" y="0"/>
                          </a:cubicBezTo>
                          <a:cubicBezTo>
                            <a:pt x="256" y="0"/>
                            <a:pt x="256" y="0"/>
                            <a:pt x="256" y="0"/>
                          </a:cubicBezTo>
                          <a:cubicBezTo>
                            <a:pt x="128" y="0"/>
                            <a:pt x="128" y="0"/>
                            <a:pt x="128" y="0"/>
                          </a:cubicBezTo>
                          <a:cubicBezTo>
                            <a:pt x="54" y="0"/>
                            <a:pt x="0" y="61"/>
                            <a:pt x="0" y="129"/>
                          </a:cubicBezTo>
                          <a:cubicBezTo>
                            <a:pt x="0" y="264"/>
                            <a:pt x="0" y="264"/>
                            <a:pt x="0" y="264"/>
                          </a:cubicBezTo>
                          <a:cubicBezTo>
                            <a:pt x="0" y="318"/>
                            <a:pt x="0" y="318"/>
                            <a:pt x="0" y="318"/>
                          </a:cubicBezTo>
                          <a:cubicBezTo>
                            <a:pt x="0" y="473"/>
                            <a:pt x="0" y="473"/>
                            <a:pt x="0" y="473"/>
                          </a:cubicBezTo>
                          <a:cubicBezTo>
                            <a:pt x="0" y="527"/>
                            <a:pt x="0" y="527"/>
                            <a:pt x="0" y="527"/>
                          </a:cubicBezTo>
                          <a:cubicBezTo>
                            <a:pt x="0" y="689"/>
                            <a:pt x="0" y="689"/>
                            <a:pt x="0" y="689"/>
                          </a:cubicBezTo>
                          <a:cubicBezTo>
                            <a:pt x="0" y="743"/>
                            <a:pt x="0" y="743"/>
                            <a:pt x="0" y="743"/>
                          </a:cubicBezTo>
                          <a:cubicBezTo>
                            <a:pt x="0" y="898"/>
                            <a:pt x="0" y="898"/>
                            <a:pt x="0" y="898"/>
                          </a:cubicBezTo>
                          <a:cubicBezTo>
                            <a:pt x="0" y="952"/>
                            <a:pt x="0" y="952"/>
                            <a:pt x="0" y="952"/>
                          </a:cubicBezTo>
                          <a:cubicBezTo>
                            <a:pt x="0" y="1087"/>
                            <a:pt x="0" y="1087"/>
                            <a:pt x="0" y="1087"/>
                          </a:cubicBezTo>
                          <a:cubicBezTo>
                            <a:pt x="0" y="1161"/>
                            <a:pt x="54" y="1215"/>
                            <a:pt x="128" y="1215"/>
                          </a:cubicBezTo>
                          <a:cubicBezTo>
                            <a:pt x="256" y="1215"/>
                            <a:pt x="256" y="1215"/>
                            <a:pt x="256" y="1215"/>
                          </a:cubicBezTo>
                          <a:cubicBezTo>
                            <a:pt x="310" y="1215"/>
                            <a:pt x="310" y="1215"/>
                            <a:pt x="310" y="1215"/>
                          </a:cubicBezTo>
                          <a:cubicBezTo>
                            <a:pt x="472" y="1215"/>
                            <a:pt x="472" y="1215"/>
                            <a:pt x="472" y="1215"/>
                          </a:cubicBezTo>
                          <a:cubicBezTo>
                            <a:pt x="526" y="1215"/>
                            <a:pt x="526" y="1215"/>
                            <a:pt x="526" y="1215"/>
                          </a:cubicBezTo>
                          <a:cubicBezTo>
                            <a:pt x="682" y="1215"/>
                            <a:pt x="682" y="1215"/>
                            <a:pt x="682" y="1215"/>
                          </a:cubicBezTo>
                          <a:cubicBezTo>
                            <a:pt x="736" y="1215"/>
                            <a:pt x="736" y="1215"/>
                            <a:pt x="736" y="1215"/>
                          </a:cubicBezTo>
                          <a:cubicBezTo>
                            <a:pt x="898" y="1215"/>
                            <a:pt x="898" y="1215"/>
                            <a:pt x="898" y="1215"/>
                          </a:cubicBezTo>
                          <a:cubicBezTo>
                            <a:pt x="952" y="1215"/>
                            <a:pt x="952" y="1215"/>
                            <a:pt x="952" y="1215"/>
                          </a:cubicBezTo>
                          <a:cubicBezTo>
                            <a:pt x="1080" y="1215"/>
                            <a:pt x="1080" y="1215"/>
                            <a:pt x="1080" y="1215"/>
                          </a:cubicBezTo>
                          <a:cubicBezTo>
                            <a:pt x="1154" y="1215"/>
                            <a:pt x="1208" y="1161"/>
                            <a:pt x="1208" y="1087"/>
                          </a:cubicBezTo>
                          <a:cubicBezTo>
                            <a:pt x="1208" y="952"/>
                            <a:pt x="1208" y="952"/>
                            <a:pt x="1208" y="952"/>
                          </a:cubicBezTo>
                          <a:cubicBezTo>
                            <a:pt x="1208" y="898"/>
                            <a:pt x="1208" y="898"/>
                            <a:pt x="1208" y="898"/>
                          </a:cubicBezTo>
                          <a:cubicBezTo>
                            <a:pt x="1208" y="743"/>
                            <a:pt x="1208" y="743"/>
                            <a:pt x="1208" y="743"/>
                          </a:cubicBezTo>
                          <a:cubicBezTo>
                            <a:pt x="1208" y="689"/>
                            <a:pt x="1208" y="689"/>
                            <a:pt x="1208" y="689"/>
                          </a:cubicBezTo>
                          <a:cubicBezTo>
                            <a:pt x="1208" y="527"/>
                            <a:pt x="1208" y="527"/>
                            <a:pt x="1208" y="527"/>
                          </a:cubicBezTo>
                          <a:cubicBezTo>
                            <a:pt x="1208" y="473"/>
                            <a:pt x="1208" y="473"/>
                            <a:pt x="1208" y="473"/>
                          </a:cubicBezTo>
                          <a:cubicBezTo>
                            <a:pt x="1208" y="318"/>
                            <a:pt x="1208" y="318"/>
                            <a:pt x="1208" y="318"/>
                          </a:cubicBezTo>
                          <a:cubicBezTo>
                            <a:pt x="1208" y="264"/>
                            <a:pt x="1208" y="264"/>
                            <a:pt x="1208" y="264"/>
                          </a:cubicBezTo>
                          <a:cubicBezTo>
                            <a:pt x="1208" y="129"/>
                            <a:pt x="1208" y="129"/>
                            <a:pt x="1208" y="129"/>
                          </a:cubicBezTo>
                          <a:cubicBezTo>
                            <a:pt x="1208" y="61"/>
                            <a:pt x="1154" y="0"/>
                            <a:pt x="1080" y="0"/>
                          </a:cubicBezTo>
                          <a:close/>
                          <a:moveTo>
                            <a:pt x="1154" y="264"/>
                          </a:moveTo>
                          <a:cubicBezTo>
                            <a:pt x="1154" y="318"/>
                            <a:pt x="1154" y="318"/>
                            <a:pt x="1154" y="318"/>
                          </a:cubicBezTo>
                          <a:cubicBezTo>
                            <a:pt x="1154" y="473"/>
                            <a:pt x="1154" y="473"/>
                            <a:pt x="1154" y="473"/>
                          </a:cubicBezTo>
                          <a:cubicBezTo>
                            <a:pt x="1154" y="527"/>
                            <a:pt x="1154" y="527"/>
                            <a:pt x="1154" y="527"/>
                          </a:cubicBezTo>
                          <a:cubicBezTo>
                            <a:pt x="1154" y="689"/>
                            <a:pt x="1154" y="689"/>
                            <a:pt x="1154" y="689"/>
                          </a:cubicBezTo>
                          <a:cubicBezTo>
                            <a:pt x="1154" y="743"/>
                            <a:pt x="1154" y="743"/>
                            <a:pt x="1154" y="743"/>
                          </a:cubicBezTo>
                          <a:cubicBezTo>
                            <a:pt x="1154" y="898"/>
                            <a:pt x="1154" y="898"/>
                            <a:pt x="1154" y="898"/>
                          </a:cubicBezTo>
                          <a:cubicBezTo>
                            <a:pt x="1154" y="952"/>
                            <a:pt x="1154" y="952"/>
                            <a:pt x="1154" y="952"/>
                          </a:cubicBezTo>
                          <a:cubicBezTo>
                            <a:pt x="1154" y="1087"/>
                            <a:pt x="1154" y="1087"/>
                            <a:pt x="1154" y="1087"/>
                          </a:cubicBezTo>
                          <a:cubicBezTo>
                            <a:pt x="1154" y="1127"/>
                            <a:pt x="1127" y="1161"/>
                            <a:pt x="1080" y="1161"/>
                          </a:cubicBezTo>
                          <a:cubicBezTo>
                            <a:pt x="952" y="1161"/>
                            <a:pt x="952" y="1161"/>
                            <a:pt x="952" y="1161"/>
                          </a:cubicBezTo>
                          <a:cubicBezTo>
                            <a:pt x="898" y="1161"/>
                            <a:pt x="898" y="1161"/>
                            <a:pt x="898" y="1161"/>
                          </a:cubicBezTo>
                          <a:cubicBezTo>
                            <a:pt x="736" y="1161"/>
                            <a:pt x="736" y="1161"/>
                            <a:pt x="736" y="1161"/>
                          </a:cubicBezTo>
                          <a:cubicBezTo>
                            <a:pt x="682" y="1161"/>
                            <a:pt x="682" y="1161"/>
                            <a:pt x="682" y="1161"/>
                          </a:cubicBezTo>
                          <a:cubicBezTo>
                            <a:pt x="526" y="1161"/>
                            <a:pt x="526" y="1161"/>
                            <a:pt x="526" y="1161"/>
                          </a:cubicBezTo>
                          <a:cubicBezTo>
                            <a:pt x="472" y="1161"/>
                            <a:pt x="472" y="1161"/>
                            <a:pt x="472" y="1161"/>
                          </a:cubicBezTo>
                          <a:cubicBezTo>
                            <a:pt x="310" y="1161"/>
                            <a:pt x="310" y="1161"/>
                            <a:pt x="310" y="1161"/>
                          </a:cubicBezTo>
                          <a:cubicBezTo>
                            <a:pt x="256" y="1161"/>
                            <a:pt x="256" y="1161"/>
                            <a:pt x="256" y="1161"/>
                          </a:cubicBezTo>
                          <a:cubicBezTo>
                            <a:pt x="128" y="1161"/>
                            <a:pt x="128" y="1161"/>
                            <a:pt x="128" y="1161"/>
                          </a:cubicBezTo>
                          <a:cubicBezTo>
                            <a:pt x="81" y="1161"/>
                            <a:pt x="54" y="1127"/>
                            <a:pt x="54" y="1087"/>
                          </a:cubicBezTo>
                          <a:cubicBezTo>
                            <a:pt x="54" y="952"/>
                            <a:pt x="54" y="952"/>
                            <a:pt x="54" y="952"/>
                          </a:cubicBezTo>
                          <a:cubicBezTo>
                            <a:pt x="54" y="898"/>
                            <a:pt x="54" y="898"/>
                            <a:pt x="54" y="898"/>
                          </a:cubicBezTo>
                          <a:cubicBezTo>
                            <a:pt x="54" y="743"/>
                            <a:pt x="54" y="743"/>
                            <a:pt x="54" y="743"/>
                          </a:cubicBezTo>
                          <a:cubicBezTo>
                            <a:pt x="54" y="689"/>
                            <a:pt x="54" y="689"/>
                            <a:pt x="54" y="689"/>
                          </a:cubicBezTo>
                          <a:cubicBezTo>
                            <a:pt x="54" y="527"/>
                            <a:pt x="54" y="527"/>
                            <a:pt x="54" y="527"/>
                          </a:cubicBezTo>
                          <a:cubicBezTo>
                            <a:pt x="54" y="473"/>
                            <a:pt x="54" y="473"/>
                            <a:pt x="54" y="473"/>
                          </a:cubicBezTo>
                          <a:cubicBezTo>
                            <a:pt x="54" y="318"/>
                            <a:pt x="54" y="318"/>
                            <a:pt x="54" y="318"/>
                          </a:cubicBezTo>
                          <a:cubicBezTo>
                            <a:pt x="54" y="264"/>
                            <a:pt x="54" y="264"/>
                            <a:pt x="54" y="264"/>
                          </a:cubicBezTo>
                          <a:cubicBezTo>
                            <a:pt x="54" y="129"/>
                            <a:pt x="54" y="129"/>
                            <a:pt x="54" y="129"/>
                          </a:cubicBezTo>
                          <a:cubicBezTo>
                            <a:pt x="54" y="88"/>
                            <a:pt x="81" y="54"/>
                            <a:pt x="128" y="54"/>
                          </a:cubicBezTo>
                          <a:cubicBezTo>
                            <a:pt x="256" y="54"/>
                            <a:pt x="256" y="54"/>
                            <a:pt x="256" y="54"/>
                          </a:cubicBezTo>
                          <a:cubicBezTo>
                            <a:pt x="310" y="54"/>
                            <a:pt x="310" y="54"/>
                            <a:pt x="310" y="54"/>
                          </a:cubicBezTo>
                          <a:cubicBezTo>
                            <a:pt x="472" y="54"/>
                            <a:pt x="472" y="54"/>
                            <a:pt x="472" y="54"/>
                          </a:cubicBezTo>
                          <a:cubicBezTo>
                            <a:pt x="526" y="54"/>
                            <a:pt x="526" y="54"/>
                            <a:pt x="526" y="54"/>
                          </a:cubicBezTo>
                          <a:cubicBezTo>
                            <a:pt x="682" y="54"/>
                            <a:pt x="682" y="54"/>
                            <a:pt x="682" y="54"/>
                          </a:cubicBezTo>
                          <a:cubicBezTo>
                            <a:pt x="736" y="54"/>
                            <a:pt x="736" y="54"/>
                            <a:pt x="736" y="54"/>
                          </a:cubicBezTo>
                          <a:cubicBezTo>
                            <a:pt x="898" y="54"/>
                            <a:pt x="898" y="54"/>
                            <a:pt x="898" y="54"/>
                          </a:cubicBezTo>
                          <a:cubicBezTo>
                            <a:pt x="952" y="54"/>
                            <a:pt x="952" y="54"/>
                            <a:pt x="952" y="54"/>
                          </a:cubicBezTo>
                          <a:cubicBezTo>
                            <a:pt x="1080" y="54"/>
                            <a:pt x="1080" y="54"/>
                            <a:pt x="1080" y="54"/>
                          </a:cubicBezTo>
                          <a:cubicBezTo>
                            <a:pt x="1127" y="54"/>
                            <a:pt x="1154" y="88"/>
                            <a:pt x="1154" y="129"/>
                          </a:cubicBezTo>
                          <a:cubicBezTo>
                            <a:pt x="1154" y="264"/>
                            <a:pt x="1154" y="264"/>
                            <a:pt x="1154" y="264"/>
                          </a:cubicBezTo>
                          <a:cubicBezTo>
                            <a:pt x="1154" y="264"/>
                            <a:pt x="1154" y="264"/>
                            <a:pt x="1154" y="264"/>
                          </a:cubicBezTo>
                          <a:close/>
                        </a:path>
                      </a:pathLst>
                    </a:custGeom>
                    <a:solidFill>
                      <a:schemeClr val="tx1">
                        <a:lumMod val="85000"/>
                        <a:lumOff val="15000"/>
                      </a:schemeClr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124" name="그림 1123">
                    <a:extLst>
                      <a:ext uri="{FF2B5EF4-FFF2-40B4-BE49-F238E27FC236}">
                        <a16:creationId xmlns:a16="http://schemas.microsoft.com/office/drawing/2014/main" id="{4DD5B9A7-C279-EAF9-E06E-C256818D854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lum bright="100000"/>
                  </a:blip>
                  <a:stretch>
                    <a:fillRect/>
                  </a:stretch>
                </p:blipFill>
                <p:spPr>
                  <a:xfrm>
                    <a:off x="1124483" y="5707212"/>
                    <a:ext cx="491143" cy="179999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1066" name="그룹 1065">
                <a:extLst>
                  <a:ext uri="{FF2B5EF4-FFF2-40B4-BE49-F238E27FC236}">
                    <a16:creationId xmlns:a16="http://schemas.microsoft.com/office/drawing/2014/main" id="{171F1B57-E212-5F84-B132-EB7B716C961C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6564632" y="7542150"/>
                <a:ext cx="166212" cy="228600"/>
                <a:chOff x="3493283" y="3693520"/>
                <a:chExt cx="897069" cy="1233786"/>
              </a:xfrm>
            </p:grpSpPr>
            <p:grpSp>
              <p:nvGrpSpPr>
                <p:cNvPr id="1095" name="그룹 1094">
                  <a:extLst>
                    <a:ext uri="{FF2B5EF4-FFF2-40B4-BE49-F238E27FC236}">
                      <a16:creationId xmlns:a16="http://schemas.microsoft.com/office/drawing/2014/main" id="{18BBA66E-412E-15B7-4C5F-C00109D758E7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3493283" y="3693520"/>
                  <a:ext cx="897069" cy="1233786"/>
                  <a:chOff x="11921380" y="4267727"/>
                  <a:chExt cx="916126" cy="1260000"/>
                </a:xfrm>
              </p:grpSpPr>
              <p:sp>
                <p:nvSpPr>
                  <p:cNvPr id="1117" name="사각형: 둥근 모서리 800">
                    <a:extLst>
                      <a:ext uri="{FF2B5EF4-FFF2-40B4-BE49-F238E27FC236}">
                        <a16:creationId xmlns:a16="http://schemas.microsoft.com/office/drawing/2014/main" id="{AF45E9C4-4956-F2D8-9F2E-8B636909DF9E}"/>
                      </a:ext>
                    </a:extLst>
                  </p:cNvPr>
                  <p:cNvSpPr/>
                  <p:nvPr/>
                </p:nvSpPr>
                <p:spPr>
                  <a:xfrm>
                    <a:off x="11923593" y="4271687"/>
                    <a:ext cx="911716" cy="1252078"/>
                  </a:xfrm>
                  <a:prstGeom prst="roundRect">
                    <a:avLst>
                      <a:gd name="adj" fmla="val 7097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-3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grpSp>
                <p:nvGrpSpPr>
                  <p:cNvPr id="1118" name="그룹 1117">
                    <a:extLst>
                      <a:ext uri="{FF2B5EF4-FFF2-40B4-BE49-F238E27FC236}">
                        <a16:creationId xmlns:a16="http://schemas.microsoft.com/office/drawing/2014/main" id="{E644A846-F73C-AE3A-9905-1013C0579FB1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11921380" y="4267727"/>
                    <a:ext cx="916126" cy="1260000"/>
                    <a:chOff x="14485933" y="-2571751"/>
                    <a:chExt cx="554038" cy="762000"/>
                  </a:xfrm>
                  <a:solidFill>
                    <a:srgbClr val="262626"/>
                  </a:solidFill>
                </p:grpSpPr>
                <p:sp>
                  <p:nvSpPr>
                    <p:cNvPr id="1119" name="Freeform 230">
                      <a:extLst>
                        <a:ext uri="{FF2B5EF4-FFF2-40B4-BE49-F238E27FC236}">
                          <a16:creationId xmlns:a16="http://schemas.microsoft.com/office/drawing/2014/main" id="{B452FAB2-C0AC-6B03-909F-271A8F2CABB5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4485933" y="-2571751"/>
                      <a:ext cx="554038" cy="762000"/>
                    </a:xfrm>
                    <a:custGeom>
                      <a:avLst/>
                      <a:gdLst>
                        <a:gd name="T0" fmla="*/ 137 w 147"/>
                        <a:gd name="T1" fmla="*/ 0 h 200"/>
                        <a:gd name="T2" fmla="*/ 10 w 147"/>
                        <a:gd name="T3" fmla="*/ 0 h 200"/>
                        <a:gd name="T4" fmla="*/ 0 w 147"/>
                        <a:gd name="T5" fmla="*/ 10 h 200"/>
                        <a:gd name="T6" fmla="*/ 0 w 147"/>
                        <a:gd name="T7" fmla="*/ 190 h 200"/>
                        <a:gd name="T8" fmla="*/ 10 w 147"/>
                        <a:gd name="T9" fmla="*/ 200 h 200"/>
                        <a:gd name="T10" fmla="*/ 137 w 147"/>
                        <a:gd name="T11" fmla="*/ 200 h 200"/>
                        <a:gd name="T12" fmla="*/ 140 w 147"/>
                        <a:gd name="T13" fmla="*/ 199 h 200"/>
                        <a:gd name="T14" fmla="*/ 146 w 147"/>
                        <a:gd name="T15" fmla="*/ 193 h 200"/>
                        <a:gd name="T16" fmla="*/ 147 w 147"/>
                        <a:gd name="T17" fmla="*/ 190 h 200"/>
                        <a:gd name="T18" fmla="*/ 147 w 147"/>
                        <a:gd name="T19" fmla="*/ 10 h 200"/>
                        <a:gd name="T20" fmla="*/ 137 w 147"/>
                        <a:gd name="T21" fmla="*/ 0 h 200"/>
                        <a:gd name="T22" fmla="*/ 139 w 147"/>
                        <a:gd name="T23" fmla="*/ 189 h 200"/>
                        <a:gd name="T24" fmla="*/ 135 w 147"/>
                        <a:gd name="T25" fmla="*/ 192 h 200"/>
                        <a:gd name="T26" fmla="*/ 10 w 147"/>
                        <a:gd name="T27" fmla="*/ 192 h 200"/>
                        <a:gd name="T28" fmla="*/ 8 w 147"/>
                        <a:gd name="T29" fmla="*/ 190 h 200"/>
                        <a:gd name="T30" fmla="*/ 8 w 147"/>
                        <a:gd name="T31" fmla="*/ 10 h 200"/>
                        <a:gd name="T32" fmla="*/ 10 w 147"/>
                        <a:gd name="T33" fmla="*/ 8 h 200"/>
                        <a:gd name="T34" fmla="*/ 137 w 147"/>
                        <a:gd name="T35" fmla="*/ 8 h 200"/>
                        <a:gd name="T36" fmla="*/ 139 w 147"/>
                        <a:gd name="T37" fmla="*/ 10 h 200"/>
                        <a:gd name="T38" fmla="*/ 139 w 147"/>
                        <a:gd name="T39" fmla="*/ 189 h 2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</a:cxnLst>
                      <a:rect l="0" t="0" r="r" b="b"/>
                      <a:pathLst>
                        <a:path w="147" h="200">
                          <a:moveTo>
                            <a:pt x="137" y="0"/>
                          </a:moveTo>
                          <a:cubicBezTo>
                            <a:pt x="10" y="0"/>
                            <a:pt x="10" y="0"/>
                            <a:pt x="10" y="0"/>
                          </a:cubicBezTo>
                          <a:cubicBezTo>
                            <a:pt x="4" y="0"/>
                            <a:pt x="0" y="5"/>
                            <a:pt x="0" y="10"/>
                          </a:cubicBezTo>
                          <a:cubicBezTo>
                            <a:pt x="0" y="190"/>
                            <a:pt x="0" y="190"/>
                            <a:pt x="0" y="190"/>
                          </a:cubicBezTo>
                          <a:cubicBezTo>
                            <a:pt x="0" y="196"/>
                            <a:pt x="4" y="200"/>
                            <a:pt x="10" y="200"/>
                          </a:cubicBezTo>
                          <a:cubicBezTo>
                            <a:pt x="137" y="200"/>
                            <a:pt x="137" y="200"/>
                            <a:pt x="137" y="200"/>
                          </a:cubicBezTo>
                          <a:cubicBezTo>
                            <a:pt x="138" y="200"/>
                            <a:pt x="139" y="200"/>
                            <a:pt x="140" y="199"/>
                          </a:cubicBezTo>
                          <a:cubicBezTo>
                            <a:pt x="146" y="193"/>
                            <a:pt x="146" y="193"/>
                            <a:pt x="146" y="193"/>
                          </a:cubicBezTo>
                          <a:cubicBezTo>
                            <a:pt x="146" y="192"/>
                            <a:pt x="147" y="191"/>
                            <a:pt x="147" y="190"/>
                          </a:cubicBezTo>
                          <a:cubicBezTo>
                            <a:pt x="147" y="10"/>
                            <a:pt x="147" y="10"/>
                            <a:pt x="147" y="10"/>
                          </a:cubicBezTo>
                          <a:cubicBezTo>
                            <a:pt x="147" y="5"/>
                            <a:pt x="142" y="0"/>
                            <a:pt x="137" y="0"/>
                          </a:cubicBezTo>
                          <a:close/>
                          <a:moveTo>
                            <a:pt x="139" y="189"/>
                          </a:moveTo>
                          <a:cubicBezTo>
                            <a:pt x="135" y="192"/>
                            <a:pt x="135" y="192"/>
                            <a:pt x="135" y="192"/>
                          </a:cubicBezTo>
                          <a:cubicBezTo>
                            <a:pt x="10" y="192"/>
                            <a:pt x="10" y="192"/>
                            <a:pt x="10" y="192"/>
                          </a:cubicBezTo>
                          <a:cubicBezTo>
                            <a:pt x="9" y="192"/>
                            <a:pt x="8" y="191"/>
                            <a:pt x="8" y="190"/>
                          </a:cubicBezTo>
                          <a:cubicBezTo>
                            <a:pt x="8" y="10"/>
                            <a:pt x="8" y="10"/>
                            <a:pt x="8" y="10"/>
                          </a:cubicBezTo>
                          <a:cubicBezTo>
                            <a:pt x="8" y="9"/>
                            <a:pt x="9" y="8"/>
                            <a:pt x="10" y="8"/>
                          </a:cubicBezTo>
                          <a:cubicBezTo>
                            <a:pt x="137" y="8"/>
                            <a:pt x="137" y="8"/>
                            <a:pt x="137" y="8"/>
                          </a:cubicBezTo>
                          <a:cubicBezTo>
                            <a:pt x="138" y="8"/>
                            <a:pt x="139" y="9"/>
                            <a:pt x="139" y="10"/>
                          </a:cubicBezTo>
                          <a:lnTo>
                            <a:pt x="139" y="189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  <p:sp>
                  <p:nvSpPr>
                    <p:cNvPr id="1120" name="Freeform 231">
                      <a:extLst>
                        <a:ext uri="{FF2B5EF4-FFF2-40B4-BE49-F238E27FC236}">
                          <a16:creationId xmlns:a16="http://schemas.microsoft.com/office/drawing/2014/main" id="{0AA1B72B-E5CF-8ECB-CF06-671B0B22DAE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4603413" y="-2403476"/>
                      <a:ext cx="315913" cy="30163"/>
                    </a:xfrm>
                    <a:custGeom>
                      <a:avLst/>
                      <a:gdLst>
                        <a:gd name="T0" fmla="*/ 80 w 84"/>
                        <a:gd name="T1" fmla="*/ 0 h 8"/>
                        <a:gd name="T2" fmla="*/ 4 w 84"/>
                        <a:gd name="T3" fmla="*/ 0 h 8"/>
                        <a:gd name="T4" fmla="*/ 0 w 84"/>
                        <a:gd name="T5" fmla="*/ 4 h 8"/>
                        <a:gd name="T6" fmla="*/ 4 w 84"/>
                        <a:gd name="T7" fmla="*/ 8 h 8"/>
                        <a:gd name="T8" fmla="*/ 80 w 84"/>
                        <a:gd name="T9" fmla="*/ 8 h 8"/>
                        <a:gd name="T10" fmla="*/ 84 w 84"/>
                        <a:gd name="T11" fmla="*/ 4 h 8"/>
                        <a:gd name="T12" fmla="*/ 80 w 84"/>
                        <a:gd name="T13" fmla="*/ 0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4" h="8">
                          <a:moveTo>
                            <a:pt x="80" y="0"/>
                          </a:moveTo>
                          <a:cubicBezTo>
                            <a:pt x="4" y="0"/>
                            <a:pt x="4" y="0"/>
                            <a:pt x="4" y="0"/>
                          </a:cubicBezTo>
                          <a:cubicBezTo>
                            <a:pt x="2" y="0"/>
                            <a:pt x="0" y="2"/>
                            <a:pt x="0" y="4"/>
                          </a:cubicBezTo>
                          <a:cubicBezTo>
                            <a:pt x="0" y="6"/>
                            <a:pt x="2" y="8"/>
                            <a:pt x="4" y="8"/>
                          </a:cubicBezTo>
                          <a:cubicBezTo>
                            <a:pt x="80" y="8"/>
                            <a:pt x="80" y="8"/>
                            <a:pt x="80" y="8"/>
                          </a:cubicBezTo>
                          <a:cubicBezTo>
                            <a:pt x="82" y="8"/>
                            <a:pt x="84" y="6"/>
                            <a:pt x="84" y="4"/>
                          </a:cubicBezTo>
                          <a:cubicBezTo>
                            <a:pt x="84" y="2"/>
                            <a:pt x="82" y="0"/>
                            <a:pt x="80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1096" name="그룹 1095">
                  <a:extLst>
                    <a:ext uri="{FF2B5EF4-FFF2-40B4-BE49-F238E27FC236}">
                      <a16:creationId xmlns:a16="http://schemas.microsoft.com/office/drawing/2014/main" id="{B188D641-5C4C-9613-FFB7-DDC5B71C7F4B}"/>
                    </a:ext>
                  </a:extLst>
                </p:cNvPr>
                <p:cNvGrpSpPr/>
                <p:nvPr/>
              </p:nvGrpSpPr>
              <p:grpSpPr>
                <a:xfrm>
                  <a:off x="3623554" y="4140320"/>
                  <a:ext cx="636537" cy="634466"/>
                  <a:chOff x="881898" y="5310642"/>
                  <a:chExt cx="976313" cy="973138"/>
                </a:xfrm>
              </p:grpSpPr>
              <p:grpSp>
                <p:nvGrpSpPr>
                  <p:cNvPr id="1097" name="그룹 1096">
                    <a:extLst>
                      <a:ext uri="{FF2B5EF4-FFF2-40B4-BE49-F238E27FC236}">
                        <a16:creationId xmlns:a16="http://schemas.microsoft.com/office/drawing/2014/main" id="{4F2E88F0-C9B8-D538-C297-1B823E614B64}"/>
                      </a:ext>
                    </a:extLst>
                  </p:cNvPr>
                  <p:cNvGrpSpPr/>
                  <p:nvPr/>
                </p:nvGrpSpPr>
                <p:grpSpPr>
                  <a:xfrm>
                    <a:off x="881898" y="5310642"/>
                    <a:ext cx="976313" cy="973138"/>
                    <a:chOff x="21240750" y="2320925"/>
                    <a:chExt cx="976313" cy="973138"/>
                  </a:xfrm>
                </p:grpSpPr>
                <p:sp>
                  <p:nvSpPr>
                    <p:cNvPr id="1099" name="Freeform 113">
                      <a:extLst>
                        <a:ext uri="{FF2B5EF4-FFF2-40B4-BE49-F238E27FC236}">
                          <a16:creationId xmlns:a16="http://schemas.microsoft.com/office/drawing/2014/main" id="{6F448733-2DFA-41A0-248A-037C5BC3A49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410343" y="2487232"/>
                      <a:ext cx="637131" cy="640525"/>
                    </a:xfrm>
                    <a:custGeom>
                      <a:avLst/>
                      <a:gdLst>
                        <a:gd name="T0" fmla="*/ 1100 w 1100"/>
                        <a:gd name="T1" fmla="*/ 210 h 1107"/>
                        <a:gd name="T2" fmla="*/ 1100 w 1100"/>
                        <a:gd name="T3" fmla="*/ 264 h 1107"/>
                        <a:gd name="T4" fmla="*/ 1100 w 1100"/>
                        <a:gd name="T5" fmla="*/ 419 h 1107"/>
                        <a:gd name="T6" fmla="*/ 1100 w 1100"/>
                        <a:gd name="T7" fmla="*/ 473 h 1107"/>
                        <a:gd name="T8" fmla="*/ 1100 w 1100"/>
                        <a:gd name="T9" fmla="*/ 635 h 1107"/>
                        <a:gd name="T10" fmla="*/ 1100 w 1100"/>
                        <a:gd name="T11" fmla="*/ 689 h 1107"/>
                        <a:gd name="T12" fmla="*/ 1100 w 1100"/>
                        <a:gd name="T13" fmla="*/ 844 h 1107"/>
                        <a:gd name="T14" fmla="*/ 1100 w 1100"/>
                        <a:gd name="T15" fmla="*/ 898 h 1107"/>
                        <a:gd name="T16" fmla="*/ 1100 w 1100"/>
                        <a:gd name="T17" fmla="*/ 1033 h 1107"/>
                        <a:gd name="T18" fmla="*/ 1026 w 1100"/>
                        <a:gd name="T19" fmla="*/ 1107 h 1107"/>
                        <a:gd name="T20" fmla="*/ 898 w 1100"/>
                        <a:gd name="T21" fmla="*/ 1107 h 1107"/>
                        <a:gd name="T22" fmla="*/ 844 w 1100"/>
                        <a:gd name="T23" fmla="*/ 1107 h 1107"/>
                        <a:gd name="T24" fmla="*/ 682 w 1100"/>
                        <a:gd name="T25" fmla="*/ 1107 h 1107"/>
                        <a:gd name="T26" fmla="*/ 628 w 1100"/>
                        <a:gd name="T27" fmla="*/ 1107 h 1107"/>
                        <a:gd name="T28" fmla="*/ 472 w 1100"/>
                        <a:gd name="T29" fmla="*/ 1107 h 1107"/>
                        <a:gd name="T30" fmla="*/ 418 w 1100"/>
                        <a:gd name="T31" fmla="*/ 1107 h 1107"/>
                        <a:gd name="T32" fmla="*/ 256 w 1100"/>
                        <a:gd name="T33" fmla="*/ 1107 h 1107"/>
                        <a:gd name="T34" fmla="*/ 202 w 1100"/>
                        <a:gd name="T35" fmla="*/ 1107 h 1107"/>
                        <a:gd name="T36" fmla="*/ 74 w 1100"/>
                        <a:gd name="T37" fmla="*/ 1107 h 1107"/>
                        <a:gd name="T38" fmla="*/ 0 w 1100"/>
                        <a:gd name="T39" fmla="*/ 1033 h 1107"/>
                        <a:gd name="T40" fmla="*/ 0 w 1100"/>
                        <a:gd name="T41" fmla="*/ 898 h 1107"/>
                        <a:gd name="T42" fmla="*/ 0 w 1100"/>
                        <a:gd name="T43" fmla="*/ 844 h 1107"/>
                        <a:gd name="T44" fmla="*/ 0 w 1100"/>
                        <a:gd name="T45" fmla="*/ 689 h 1107"/>
                        <a:gd name="T46" fmla="*/ 0 w 1100"/>
                        <a:gd name="T47" fmla="*/ 635 h 1107"/>
                        <a:gd name="T48" fmla="*/ 0 w 1100"/>
                        <a:gd name="T49" fmla="*/ 473 h 1107"/>
                        <a:gd name="T50" fmla="*/ 0 w 1100"/>
                        <a:gd name="T51" fmla="*/ 419 h 1107"/>
                        <a:gd name="T52" fmla="*/ 0 w 1100"/>
                        <a:gd name="T53" fmla="*/ 264 h 1107"/>
                        <a:gd name="T54" fmla="*/ 0 w 1100"/>
                        <a:gd name="T55" fmla="*/ 210 h 1107"/>
                        <a:gd name="T56" fmla="*/ 0 w 1100"/>
                        <a:gd name="T57" fmla="*/ 75 h 1107"/>
                        <a:gd name="T58" fmla="*/ 74 w 1100"/>
                        <a:gd name="T59" fmla="*/ 0 h 1107"/>
                        <a:gd name="T60" fmla="*/ 202 w 1100"/>
                        <a:gd name="T61" fmla="*/ 0 h 1107"/>
                        <a:gd name="T62" fmla="*/ 256 w 1100"/>
                        <a:gd name="T63" fmla="*/ 0 h 1107"/>
                        <a:gd name="T64" fmla="*/ 418 w 1100"/>
                        <a:gd name="T65" fmla="*/ 0 h 1107"/>
                        <a:gd name="T66" fmla="*/ 472 w 1100"/>
                        <a:gd name="T67" fmla="*/ 0 h 1107"/>
                        <a:gd name="T68" fmla="*/ 628 w 1100"/>
                        <a:gd name="T69" fmla="*/ 0 h 1107"/>
                        <a:gd name="T70" fmla="*/ 682 w 1100"/>
                        <a:gd name="T71" fmla="*/ 0 h 1107"/>
                        <a:gd name="T72" fmla="*/ 844 w 1100"/>
                        <a:gd name="T73" fmla="*/ 0 h 1107"/>
                        <a:gd name="T74" fmla="*/ 898 w 1100"/>
                        <a:gd name="T75" fmla="*/ 0 h 1107"/>
                        <a:gd name="T76" fmla="*/ 1026 w 1100"/>
                        <a:gd name="T77" fmla="*/ 0 h 1107"/>
                        <a:gd name="T78" fmla="*/ 1100 w 1100"/>
                        <a:gd name="T79" fmla="*/ 75 h 1107"/>
                        <a:gd name="T80" fmla="*/ 1100 w 1100"/>
                        <a:gd name="T81" fmla="*/ 210 h 1107"/>
                        <a:gd name="T82" fmla="*/ 1100 w 1100"/>
                        <a:gd name="T83" fmla="*/ 210 h 110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</a:cxnLst>
                      <a:rect l="0" t="0" r="r" b="b"/>
                      <a:pathLst>
                        <a:path w="1100" h="1107">
                          <a:moveTo>
                            <a:pt x="1100" y="210"/>
                          </a:moveTo>
                          <a:cubicBezTo>
                            <a:pt x="1100" y="264"/>
                            <a:pt x="1100" y="264"/>
                            <a:pt x="1100" y="264"/>
                          </a:cubicBezTo>
                          <a:cubicBezTo>
                            <a:pt x="1100" y="419"/>
                            <a:pt x="1100" y="419"/>
                            <a:pt x="1100" y="419"/>
                          </a:cubicBezTo>
                          <a:cubicBezTo>
                            <a:pt x="1100" y="473"/>
                            <a:pt x="1100" y="473"/>
                            <a:pt x="1100" y="473"/>
                          </a:cubicBezTo>
                          <a:cubicBezTo>
                            <a:pt x="1100" y="635"/>
                            <a:pt x="1100" y="635"/>
                            <a:pt x="1100" y="635"/>
                          </a:cubicBezTo>
                          <a:cubicBezTo>
                            <a:pt x="1100" y="689"/>
                            <a:pt x="1100" y="689"/>
                            <a:pt x="1100" y="689"/>
                          </a:cubicBezTo>
                          <a:cubicBezTo>
                            <a:pt x="1100" y="844"/>
                            <a:pt x="1100" y="844"/>
                            <a:pt x="1100" y="844"/>
                          </a:cubicBezTo>
                          <a:cubicBezTo>
                            <a:pt x="1100" y="898"/>
                            <a:pt x="1100" y="898"/>
                            <a:pt x="1100" y="898"/>
                          </a:cubicBezTo>
                          <a:cubicBezTo>
                            <a:pt x="1100" y="1033"/>
                            <a:pt x="1100" y="1033"/>
                            <a:pt x="1100" y="1033"/>
                          </a:cubicBezTo>
                          <a:cubicBezTo>
                            <a:pt x="1100" y="1073"/>
                            <a:pt x="1073" y="1107"/>
                            <a:pt x="1026" y="1107"/>
                          </a:cubicBezTo>
                          <a:cubicBezTo>
                            <a:pt x="898" y="1107"/>
                            <a:pt x="898" y="1107"/>
                            <a:pt x="898" y="1107"/>
                          </a:cubicBezTo>
                          <a:cubicBezTo>
                            <a:pt x="844" y="1107"/>
                            <a:pt x="844" y="1107"/>
                            <a:pt x="844" y="1107"/>
                          </a:cubicBezTo>
                          <a:cubicBezTo>
                            <a:pt x="682" y="1107"/>
                            <a:pt x="682" y="1107"/>
                            <a:pt x="682" y="1107"/>
                          </a:cubicBezTo>
                          <a:cubicBezTo>
                            <a:pt x="628" y="1107"/>
                            <a:pt x="628" y="1107"/>
                            <a:pt x="628" y="1107"/>
                          </a:cubicBezTo>
                          <a:cubicBezTo>
                            <a:pt x="472" y="1107"/>
                            <a:pt x="472" y="1107"/>
                            <a:pt x="472" y="1107"/>
                          </a:cubicBezTo>
                          <a:cubicBezTo>
                            <a:pt x="418" y="1107"/>
                            <a:pt x="418" y="1107"/>
                            <a:pt x="418" y="1107"/>
                          </a:cubicBezTo>
                          <a:cubicBezTo>
                            <a:pt x="256" y="1107"/>
                            <a:pt x="256" y="1107"/>
                            <a:pt x="256" y="1107"/>
                          </a:cubicBezTo>
                          <a:cubicBezTo>
                            <a:pt x="202" y="1107"/>
                            <a:pt x="202" y="1107"/>
                            <a:pt x="202" y="1107"/>
                          </a:cubicBezTo>
                          <a:cubicBezTo>
                            <a:pt x="74" y="1107"/>
                            <a:pt x="74" y="1107"/>
                            <a:pt x="74" y="1107"/>
                          </a:cubicBezTo>
                          <a:cubicBezTo>
                            <a:pt x="27" y="1107"/>
                            <a:pt x="0" y="1073"/>
                            <a:pt x="0" y="1033"/>
                          </a:cubicBezTo>
                          <a:cubicBezTo>
                            <a:pt x="0" y="898"/>
                            <a:pt x="0" y="898"/>
                            <a:pt x="0" y="898"/>
                          </a:cubicBezTo>
                          <a:cubicBezTo>
                            <a:pt x="0" y="844"/>
                            <a:pt x="0" y="844"/>
                            <a:pt x="0" y="844"/>
                          </a:cubicBezTo>
                          <a:cubicBezTo>
                            <a:pt x="0" y="689"/>
                            <a:pt x="0" y="689"/>
                            <a:pt x="0" y="689"/>
                          </a:cubicBezTo>
                          <a:cubicBezTo>
                            <a:pt x="0" y="635"/>
                            <a:pt x="0" y="635"/>
                            <a:pt x="0" y="635"/>
                          </a:cubicBezTo>
                          <a:cubicBezTo>
                            <a:pt x="0" y="473"/>
                            <a:pt x="0" y="473"/>
                            <a:pt x="0" y="473"/>
                          </a:cubicBezTo>
                          <a:cubicBezTo>
                            <a:pt x="0" y="419"/>
                            <a:pt x="0" y="419"/>
                            <a:pt x="0" y="419"/>
                          </a:cubicBezTo>
                          <a:cubicBezTo>
                            <a:pt x="0" y="264"/>
                            <a:pt x="0" y="264"/>
                            <a:pt x="0" y="264"/>
                          </a:cubicBezTo>
                          <a:cubicBezTo>
                            <a:pt x="0" y="210"/>
                            <a:pt x="0" y="210"/>
                            <a:pt x="0" y="210"/>
                          </a:cubicBezTo>
                          <a:cubicBezTo>
                            <a:pt x="0" y="75"/>
                            <a:pt x="0" y="75"/>
                            <a:pt x="0" y="75"/>
                          </a:cubicBezTo>
                          <a:cubicBezTo>
                            <a:pt x="0" y="34"/>
                            <a:pt x="27" y="0"/>
                            <a:pt x="74" y="0"/>
                          </a:cubicBezTo>
                          <a:cubicBezTo>
                            <a:pt x="202" y="0"/>
                            <a:pt x="202" y="0"/>
                            <a:pt x="202" y="0"/>
                          </a:cubicBezTo>
                          <a:cubicBezTo>
                            <a:pt x="256" y="0"/>
                            <a:pt x="256" y="0"/>
                            <a:pt x="256" y="0"/>
                          </a:cubicBezTo>
                          <a:cubicBezTo>
                            <a:pt x="418" y="0"/>
                            <a:pt x="418" y="0"/>
                            <a:pt x="418" y="0"/>
                          </a:cubicBezTo>
                          <a:cubicBezTo>
                            <a:pt x="472" y="0"/>
                            <a:pt x="472" y="0"/>
                            <a:pt x="472" y="0"/>
                          </a:cubicBezTo>
                          <a:cubicBezTo>
                            <a:pt x="628" y="0"/>
                            <a:pt x="628" y="0"/>
                            <a:pt x="628" y="0"/>
                          </a:cubicBezTo>
                          <a:cubicBezTo>
                            <a:pt x="682" y="0"/>
                            <a:pt x="682" y="0"/>
                            <a:pt x="682" y="0"/>
                          </a:cubicBezTo>
                          <a:cubicBezTo>
                            <a:pt x="844" y="0"/>
                            <a:pt x="844" y="0"/>
                            <a:pt x="844" y="0"/>
                          </a:cubicBezTo>
                          <a:cubicBezTo>
                            <a:pt x="898" y="0"/>
                            <a:pt x="898" y="0"/>
                            <a:pt x="898" y="0"/>
                          </a:cubicBezTo>
                          <a:cubicBezTo>
                            <a:pt x="1026" y="0"/>
                            <a:pt x="1026" y="0"/>
                            <a:pt x="1026" y="0"/>
                          </a:cubicBezTo>
                          <a:cubicBezTo>
                            <a:pt x="1073" y="0"/>
                            <a:pt x="1100" y="34"/>
                            <a:pt x="1100" y="75"/>
                          </a:cubicBezTo>
                          <a:cubicBezTo>
                            <a:pt x="1100" y="210"/>
                            <a:pt x="1100" y="210"/>
                            <a:pt x="1100" y="210"/>
                          </a:cubicBezTo>
                          <a:cubicBezTo>
                            <a:pt x="1100" y="210"/>
                            <a:pt x="1100" y="210"/>
                            <a:pt x="1100" y="210"/>
                          </a:cubicBezTo>
                          <a:close/>
                        </a:path>
                      </a:pathLst>
                    </a:custGeom>
                    <a:solidFill>
                      <a:schemeClr val="tx1">
                        <a:lumMod val="85000"/>
                        <a:lumOff val="15000"/>
                      </a:schemeClr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00" name="Freeform 96">
                      <a:extLst>
                        <a:ext uri="{FF2B5EF4-FFF2-40B4-BE49-F238E27FC236}">
                          <a16:creationId xmlns:a16="http://schemas.microsoft.com/office/drawing/2014/main" id="{8B23703B-DB3A-696D-21E0-CE965250428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085300" y="2620963"/>
                      <a:ext cx="131763" cy="30163"/>
                    </a:xfrm>
                    <a:custGeom>
                      <a:avLst/>
                      <a:gdLst>
                        <a:gd name="T0" fmla="*/ 244 w 244"/>
                        <a:gd name="T1" fmla="*/ 28 h 55"/>
                        <a:gd name="T2" fmla="*/ 217 w 244"/>
                        <a:gd name="T3" fmla="*/ 0 h 55"/>
                        <a:gd name="T4" fmla="*/ 0 w 244"/>
                        <a:gd name="T5" fmla="*/ 0 h 55"/>
                        <a:gd name="T6" fmla="*/ 0 w 244"/>
                        <a:gd name="T7" fmla="*/ 55 h 55"/>
                        <a:gd name="T8" fmla="*/ 217 w 244"/>
                        <a:gd name="T9" fmla="*/ 55 h 55"/>
                        <a:gd name="T10" fmla="*/ 244 w 244"/>
                        <a:gd name="T11" fmla="*/ 28 h 5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4" h="55">
                          <a:moveTo>
                            <a:pt x="244" y="28"/>
                          </a:moveTo>
                          <a:cubicBezTo>
                            <a:pt x="244" y="14"/>
                            <a:pt x="230" y="0"/>
                            <a:pt x="217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55"/>
                            <a:pt x="0" y="55"/>
                            <a:pt x="0" y="55"/>
                          </a:cubicBezTo>
                          <a:cubicBezTo>
                            <a:pt x="217" y="55"/>
                            <a:pt x="217" y="55"/>
                            <a:pt x="217" y="55"/>
                          </a:cubicBezTo>
                          <a:cubicBezTo>
                            <a:pt x="230" y="55"/>
                            <a:pt x="244" y="41"/>
                            <a:pt x="244" y="28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01" name="Freeform 97">
                      <a:extLst>
                        <a:ext uri="{FF2B5EF4-FFF2-40B4-BE49-F238E27FC236}">
                          <a16:creationId xmlns:a16="http://schemas.microsoft.com/office/drawing/2014/main" id="{E402DBDD-0BC0-1626-CC9F-17C8DFE3A78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085300" y="2733675"/>
                      <a:ext cx="131763" cy="30163"/>
                    </a:xfrm>
                    <a:custGeom>
                      <a:avLst/>
                      <a:gdLst>
                        <a:gd name="T0" fmla="*/ 217 w 244"/>
                        <a:gd name="T1" fmla="*/ 0 h 54"/>
                        <a:gd name="T2" fmla="*/ 0 w 244"/>
                        <a:gd name="T3" fmla="*/ 0 h 54"/>
                        <a:gd name="T4" fmla="*/ 0 w 244"/>
                        <a:gd name="T5" fmla="*/ 54 h 54"/>
                        <a:gd name="T6" fmla="*/ 217 w 244"/>
                        <a:gd name="T7" fmla="*/ 54 h 54"/>
                        <a:gd name="T8" fmla="*/ 244 w 244"/>
                        <a:gd name="T9" fmla="*/ 27 h 54"/>
                        <a:gd name="T10" fmla="*/ 217 w 244"/>
                        <a:gd name="T11" fmla="*/ 0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4" h="54">
                          <a:moveTo>
                            <a:pt x="217" y="0"/>
                          </a:move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54"/>
                            <a:pt x="0" y="54"/>
                            <a:pt x="0" y="54"/>
                          </a:cubicBezTo>
                          <a:cubicBezTo>
                            <a:pt x="217" y="54"/>
                            <a:pt x="217" y="54"/>
                            <a:pt x="217" y="54"/>
                          </a:cubicBezTo>
                          <a:cubicBezTo>
                            <a:pt x="230" y="54"/>
                            <a:pt x="244" y="47"/>
                            <a:pt x="244" y="27"/>
                          </a:cubicBezTo>
                          <a:cubicBezTo>
                            <a:pt x="244" y="13"/>
                            <a:pt x="230" y="0"/>
                            <a:pt x="217" y="0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02" name="Freeform 98">
                      <a:extLst>
                        <a:ext uri="{FF2B5EF4-FFF2-40B4-BE49-F238E27FC236}">
                          <a16:creationId xmlns:a16="http://schemas.microsoft.com/office/drawing/2014/main" id="{DC02C98C-06A9-44D1-396C-5586DC6D337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085300" y="2851150"/>
                      <a:ext cx="131763" cy="30163"/>
                    </a:xfrm>
                    <a:custGeom>
                      <a:avLst/>
                      <a:gdLst>
                        <a:gd name="T0" fmla="*/ 217 w 244"/>
                        <a:gd name="T1" fmla="*/ 0 h 54"/>
                        <a:gd name="T2" fmla="*/ 0 w 244"/>
                        <a:gd name="T3" fmla="*/ 0 h 54"/>
                        <a:gd name="T4" fmla="*/ 0 w 244"/>
                        <a:gd name="T5" fmla="*/ 54 h 54"/>
                        <a:gd name="T6" fmla="*/ 217 w 244"/>
                        <a:gd name="T7" fmla="*/ 54 h 54"/>
                        <a:gd name="T8" fmla="*/ 244 w 244"/>
                        <a:gd name="T9" fmla="*/ 27 h 54"/>
                        <a:gd name="T10" fmla="*/ 217 w 244"/>
                        <a:gd name="T11" fmla="*/ 0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4" h="54">
                          <a:moveTo>
                            <a:pt x="217" y="0"/>
                          </a:move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54"/>
                            <a:pt x="0" y="54"/>
                            <a:pt x="0" y="54"/>
                          </a:cubicBezTo>
                          <a:cubicBezTo>
                            <a:pt x="217" y="54"/>
                            <a:pt x="217" y="54"/>
                            <a:pt x="217" y="54"/>
                          </a:cubicBezTo>
                          <a:cubicBezTo>
                            <a:pt x="230" y="54"/>
                            <a:pt x="244" y="41"/>
                            <a:pt x="244" y="27"/>
                          </a:cubicBezTo>
                          <a:cubicBezTo>
                            <a:pt x="244" y="14"/>
                            <a:pt x="230" y="0"/>
                            <a:pt x="217" y="0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03" name="Freeform 99">
                      <a:extLst>
                        <a:ext uri="{FF2B5EF4-FFF2-40B4-BE49-F238E27FC236}">
                          <a16:creationId xmlns:a16="http://schemas.microsoft.com/office/drawing/2014/main" id="{A6C8135B-64F0-D0C7-2491-59AD5689AE5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085300" y="2965450"/>
                      <a:ext cx="131763" cy="28575"/>
                    </a:xfrm>
                    <a:custGeom>
                      <a:avLst/>
                      <a:gdLst>
                        <a:gd name="T0" fmla="*/ 217 w 244"/>
                        <a:gd name="T1" fmla="*/ 0 h 54"/>
                        <a:gd name="T2" fmla="*/ 0 w 244"/>
                        <a:gd name="T3" fmla="*/ 0 h 54"/>
                        <a:gd name="T4" fmla="*/ 0 w 244"/>
                        <a:gd name="T5" fmla="*/ 54 h 54"/>
                        <a:gd name="T6" fmla="*/ 217 w 244"/>
                        <a:gd name="T7" fmla="*/ 54 h 54"/>
                        <a:gd name="T8" fmla="*/ 244 w 244"/>
                        <a:gd name="T9" fmla="*/ 27 h 54"/>
                        <a:gd name="T10" fmla="*/ 217 w 244"/>
                        <a:gd name="T11" fmla="*/ 0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4" h="54">
                          <a:moveTo>
                            <a:pt x="217" y="0"/>
                          </a:move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54"/>
                            <a:pt x="0" y="54"/>
                            <a:pt x="0" y="54"/>
                          </a:cubicBezTo>
                          <a:cubicBezTo>
                            <a:pt x="217" y="54"/>
                            <a:pt x="217" y="54"/>
                            <a:pt x="217" y="54"/>
                          </a:cubicBezTo>
                          <a:cubicBezTo>
                            <a:pt x="230" y="54"/>
                            <a:pt x="244" y="47"/>
                            <a:pt x="244" y="27"/>
                          </a:cubicBezTo>
                          <a:cubicBezTo>
                            <a:pt x="244" y="13"/>
                            <a:pt x="230" y="0"/>
                            <a:pt x="217" y="0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04" name="Freeform 100">
                      <a:extLst>
                        <a:ext uri="{FF2B5EF4-FFF2-40B4-BE49-F238E27FC236}">
                          <a16:creationId xmlns:a16="http://schemas.microsoft.com/office/drawing/2014/main" id="{0E793A6D-FE29-1527-23F7-64DBCC9611B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240750" y="2620963"/>
                      <a:ext cx="131763" cy="30163"/>
                    </a:xfrm>
                    <a:custGeom>
                      <a:avLst/>
                      <a:gdLst>
                        <a:gd name="T0" fmla="*/ 0 w 243"/>
                        <a:gd name="T1" fmla="*/ 28 h 55"/>
                        <a:gd name="T2" fmla="*/ 27 w 243"/>
                        <a:gd name="T3" fmla="*/ 55 h 55"/>
                        <a:gd name="T4" fmla="*/ 243 w 243"/>
                        <a:gd name="T5" fmla="*/ 55 h 55"/>
                        <a:gd name="T6" fmla="*/ 243 w 243"/>
                        <a:gd name="T7" fmla="*/ 0 h 55"/>
                        <a:gd name="T8" fmla="*/ 27 w 243"/>
                        <a:gd name="T9" fmla="*/ 0 h 55"/>
                        <a:gd name="T10" fmla="*/ 0 w 243"/>
                        <a:gd name="T11" fmla="*/ 28 h 5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3" h="55">
                          <a:moveTo>
                            <a:pt x="0" y="28"/>
                          </a:moveTo>
                          <a:cubicBezTo>
                            <a:pt x="0" y="41"/>
                            <a:pt x="14" y="55"/>
                            <a:pt x="27" y="55"/>
                          </a:cubicBezTo>
                          <a:cubicBezTo>
                            <a:pt x="243" y="55"/>
                            <a:pt x="243" y="55"/>
                            <a:pt x="243" y="55"/>
                          </a:cubicBezTo>
                          <a:cubicBezTo>
                            <a:pt x="243" y="0"/>
                            <a:pt x="243" y="0"/>
                            <a:pt x="243" y="0"/>
                          </a:cubicBezTo>
                          <a:cubicBezTo>
                            <a:pt x="27" y="0"/>
                            <a:pt x="27" y="0"/>
                            <a:pt x="27" y="0"/>
                          </a:cubicBezTo>
                          <a:cubicBezTo>
                            <a:pt x="14" y="0"/>
                            <a:pt x="0" y="14"/>
                            <a:pt x="0" y="28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05" name="Freeform 101">
                      <a:extLst>
                        <a:ext uri="{FF2B5EF4-FFF2-40B4-BE49-F238E27FC236}">
                          <a16:creationId xmlns:a16="http://schemas.microsoft.com/office/drawing/2014/main" id="{6CC84997-D095-F61A-B28F-410F7F66BB1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240750" y="2733675"/>
                      <a:ext cx="131763" cy="30163"/>
                    </a:xfrm>
                    <a:custGeom>
                      <a:avLst/>
                      <a:gdLst>
                        <a:gd name="T0" fmla="*/ 0 w 243"/>
                        <a:gd name="T1" fmla="*/ 27 h 54"/>
                        <a:gd name="T2" fmla="*/ 27 w 243"/>
                        <a:gd name="T3" fmla="*/ 54 h 54"/>
                        <a:gd name="T4" fmla="*/ 243 w 243"/>
                        <a:gd name="T5" fmla="*/ 54 h 54"/>
                        <a:gd name="T6" fmla="*/ 243 w 243"/>
                        <a:gd name="T7" fmla="*/ 0 h 54"/>
                        <a:gd name="T8" fmla="*/ 27 w 243"/>
                        <a:gd name="T9" fmla="*/ 0 h 54"/>
                        <a:gd name="T10" fmla="*/ 0 w 243"/>
                        <a:gd name="T11" fmla="*/ 27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3" h="54">
                          <a:moveTo>
                            <a:pt x="0" y="27"/>
                          </a:moveTo>
                          <a:cubicBezTo>
                            <a:pt x="0" y="47"/>
                            <a:pt x="14" y="54"/>
                            <a:pt x="27" y="54"/>
                          </a:cubicBezTo>
                          <a:cubicBezTo>
                            <a:pt x="243" y="54"/>
                            <a:pt x="243" y="54"/>
                            <a:pt x="243" y="54"/>
                          </a:cubicBezTo>
                          <a:cubicBezTo>
                            <a:pt x="243" y="0"/>
                            <a:pt x="243" y="0"/>
                            <a:pt x="243" y="0"/>
                          </a:cubicBezTo>
                          <a:cubicBezTo>
                            <a:pt x="27" y="0"/>
                            <a:pt x="27" y="0"/>
                            <a:pt x="27" y="0"/>
                          </a:cubicBezTo>
                          <a:cubicBezTo>
                            <a:pt x="14" y="0"/>
                            <a:pt x="0" y="13"/>
                            <a:pt x="0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06" name="Freeform 102">
                      <a:extLst>
                        <a:ext uri="{FF2B5EF4-FFF2-40B4-BE49-F238E27FC236}">
                          <a16:creationId xmlns:a16="http://schemas.microsoft.com/office/drawing/2014/main" id="{F920256A-7216-3EF6-6641-705C63F14A3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240750" y="2851150"/>
                      <a:ext cx="131763" cy="30163"/>
                    </a:xfrm>
                    <a:custGeom>
                      <a:avLst/>
                      <a:gdLst>
                        <a:gd name="T0" fmla="*/ 0 w 243"/>
                        <a:gd name="T1" fmla="*/ 27 h 54"/>
                        <a:gd name="T2" fmla="*/ 27 w 243"/>
                        <a:gd name="T3" fmla="*/ 54 h 54"/>
                        <a:gd name="T4" fmla="*/ 243 w 243"/>
                        <a:gd name="T5" fmla="*/ 54 h 54"/>
                        <a:gd name="T6" fmla="*/ 243 w 243"/>
                        <a:gd name="T7" fmla="*/ 0 h 54"/>
                        <a:gd name="T8" fmla="*/ 27 w 243"/>
                        <a:gd name="T9" fmla="*/ 0 h 54"/>
                        <a:gd name="T10" fmla="*/ 0 w 243"/>
                        <a:gd name="T11" fmla="*/ 27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3" h="54">
                          <a:moveTo>
                            <a:pt x="0" y="27"/>
                          </a:moveTo>
                          <a:cubicBezTo>
                            <a:pt x="0" y="41"/>
                            <a:pt x="14" y="54"/>
                            <a:pt x="27" y="54"/>
                          </a:cubicBezTo>
                          <a:cubicBezTo>
                            <a:pt x="243" y="54"/>
                            <a:pt x="243" y="54"/>
                            <a:pt x="243" y="54"/>
                          </a:cubicBezTo>
                          <a:cubicBezTo>
                            <a:pt x="243" y="0"/>
                            <a:pt x="243" y="0"/>
                            <a:pt x="243" y="0"/>
                          </a:cubicBezTo>
                          <a:cubicBezTo>
                            <a:pt x="27" y="0"/>
                            <a:pt x="27" y="0"/>
                            <a:pt x="27" y="0"/>
                          </a:cubicBezTo>
                          <a:cubicBezTo>
                            <a:pt x="14" y="0"/>
                            <a:pt x="0" y="14"/>
                            <a:pt x="0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07" name="Freeform 103">
                      <a:extLst>
                        <a:ext uri="{FF2B5EF4-FFF2-40B4-BE49-F238E27FC236}">
                          <a16:creationId xmlns:a16="http://schemas.microsoft.com/office/drawing/2014/main" id="{C4CCDB73-DEC7-D39B-3983-57D8446C141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240750" y="2965450"/>
                      <a:ext cx="131763" cy="28575"/>
                    </a:xfrm>
                    <a:custGeom>
                      <a:avLst/>
                      <a:gdLst>
                        <a:gd name="T0" fmla="*/ 0 w 243"/>
                        <a:gd name="T1" fmla="*/ 27 h 54"/>
                        <a:gd name="T2" fmla="*/ 27 w 243"/>
                        <a:gd name="T3" fmla="*/ 54 h 54"/>
                        <a:gd name="T4" fmla="*/ 243 w 243"/>
                        <a:gd name="T5" fmla="*/ 54 h 54"/>
                        <a:gd name="T6" fmla="*/ 243 w 243"/>
                        <a:gd name="T7" fmla="*/ 0 h 54"/>
                        <a:gd name="T8" fmla="*/ 27 w 243"/>
                        <a:gd name="T9" fmla="*/ 0 h 54"/>
                        <a:gd name="T10" fmla="*/ 0 w 243"/>
                        <a:gd name="T11" fmla="*/ 27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3" h="54">
                          <a:moveTo>
                            <a:pt x="0" y="27"/>
                          </a:moveTo>
                          <a:cubicBezTo>
                            <a:pt x="0" y="47"/>
                            <a:pt x="14" y="54"/>
                            <a:pt x="27" y="54"/>
                          </a:cubicBezTo>
                          <a:cubicBezTo>
                            <a:pt x="243" y="54"/>
                            <a:pt x="243" y="54"/>
                            <a:pt x="243" y="54"/>
                          </a:cubicBezTo>
                          <a:cubicBezTo>
                            <a:pt x="243" y="0"/>
                            <a:pt x="243" y="0"/>
                            <a:pt x="243" y="0"/>
                          </a:cubicBezTo>
                          <a:cubicBezTo>
                            <a:pt x="27" y="0"/>
                            <a:pt x="27" y="0"/>
                            <a:pt x="27" y="0"/>
                          </a:cubicBezTo>
                          <a:cubicBezTo>
                            <a:pt x="14" y="0"/>
                            <a:pt x="0" y="13"/>
                            <a:pt x="0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08" name="Freeform 104">
                      <a:extLst>
                        <a:ext uri="{FF2B5EF4-FFF2-40B4-BE49-F238E27FC236}">
                          <a16:creationId xmlns:a16="http://schemas.microsoft.com/office/drawing/2014/main" id="{74D622A3-D784-1FF7-A72C-5641703FB16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540788" y="2320925"/>
                      <a:ext cx="28575" cy="128588"/>
                    </a:xfrm>
                    <a:custGeom>
                      <a:avLst/>
                      <a:gdLst>
                        <a:gd name="T0" fmla="*/ 54 w 54"/>
                        <a:gd name="T1" fmla="*/ 27 h 237"/>
                        <a:gd name="T2" fmla="*/ 27 w 54"/>
                        <a:gd name="T3" fmla="*/ 0 h 237"/>
                        <a:gd name="T4" fmla="*/ 0 w 54"/>
                        <a:gd name="T5" fmla="*/ 27 h 237"/>
                        <a:gd name="T6" fmla="*/ 0 w 54"/>
                        <a:gd name="T7" fmla="*/ 237 h 237"/>
                        <a:gd name="T8" fmla="*/ 54 w 54"/>
                        <a:gd name="T9" fmla="*/ 237 h 237"/>
                        <a:gd name="T10" fmla="*/ 54 w 54"/>
                        <a:gd name="T11" fmla="*/ 27 h 237"/>
                        <a:gd name="T12" fmla="*/ 54 w 54"/>
                        <a:gd name="T13" fmla="*/ 27 h 2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7">
                          <a:moveTo>
                            <a:pt x="54" y="27"/>
                          </a:moveTo>
                          <a:cubicBezTo>
                            <a:pt x="54" y="14"/>
                            <a:pt x="40" y="0"/>
                            <a:pt x="27" y="0"/>
                          </a:cubicBezTo>
                          <a:cubicBezTo>
                            <a:pt x="13" y="0"/>
                            <a:pt x="0" y="14"/>
                            <a:pt x="0" y="27"/>
                          </a:cubicBezTo>
                          <a:cubicBezTo>
                            <a:pt x="0" y="237"/>
                            <a:pt x="0" y="237"/>
                            <a:pt x="0" y="237"/>
                          </a:cubicBezTo>
                          <a:cubicBezTo>
                            <a:pt x="54" y="237"/>
                            <a:pt x="54" y="237"/>
                            <a:pt x="54" y="23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09" name="Freeform 105">
                      <a:extLst>
                        <a:ext uri="{FF2B5EF4-FFF2-40B4-BE49-F238E27FC236}">
                          <a16:creationId xmlns:a16="http://schemas.microsoft.com/office/drawing/2014/main" id="{740542BB-4F4A-D7E6-F077-BEDEF7CC734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658263" y="2320925"/>
                      <a:ext cx="28575" cy="128588"/>
                    </a:xfrm>
                    <a:custGeom>
                      <a:avLst/>
                      <a:gdLst>
                        <a:gd name="T0" fmla="*/ 54 w 54"/>
                        <a:gd name="T1" fmla="*/ 27 h 237"/>
                        <a:gd name="T2" fmla="*/ 27 w 54"/>
                        <a:gd name="T3" fmla="*/ 0 h 237"/>
                        <a:gd name="T4" fmla="*/ 0 w 54"/>
                        <a:gd name="T5" fmla="*/ 27 h 237"/>
                        <a:gd name="T6" fmla="*/ 0 w 54"/>
                        <a:gd name="T7" fmla="*/ 237 h 237"/>
                        <a:gd name="T8" fmla="*/ 54 w 54"/>
                        <a:gd name="T9" fmla="*/ 237 h 237"/>
                        <a:gd name="T10" fmla="*/ 54 w 54"/>
                        <a:gd name="T11" fmla="*/ 27 h 237"/>
                        <a:gd name="T12" fmla="*/ 54 w 54"/>
                        <a:gd name="T13" fmla="*/ 27 h 2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7">
                          <a:moveTo>
                            <a:pt x="54" y="27"/>
                          </a:moveTo>
                          <a:cubicBezTo>
                            <a:pt x="54" y="14"/>
                            <a:pt x="40" y="0"/>
                            <a:pt x="27" y="0"/>
                          </a:cubicBezTo>
                          <a:cubicBezTo>
                            <a:pt x="13" y="0"/>
                            <a:pt x="0" y="14"/>
                            <a:pt x="0" y="27"/>
                          </a:cubicBezTo>
                          <a:cubicBezTo>
                            <a:pt x="0" y="237"/>
                            <a:pt x="0" y="237"/>
                            <a:pt x="0" y="237"/>
                          </a:cubicBezTo>
                          <a:cubicBezTo>
                            <a:pt x="54" y="237"/>
                            <a:pt x="54" y="237"/>
                            <a:pt x="54" y="23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10" name="Freeform 106">
                      <a:extLst>
                        <a:ext uri="{FF2B5EF4-FFF2-40B4-BE49-F238E27FC236}">
                          <a16:creationId xmlns:a16="http://schemas.microsoft.com/office/drawing/2014/main" id="{4ABE9971-B6F8-670E-72E8-BE236BE82FF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770975" y="2320925"/>
                      <a:ext cx="30163" cy="128588"/>
                    </a:xfrm>
                    <a:custGeom>
                      <a:avLst/>
                      <a:gdLst>
                        <a:gd name="T0" fmla="*/ 54 w 54"/>
                        <a:gd name="T1" fmla="*/ 27 h 237"/>
                        <a:gd name="T2" fmla="*/ 27 w 54"/>
                        <a:gd name="T3" fmla="*/ 0 h 237"/>
                        <a:gd name="T4" fmla="*/ 0 w 54"/>
                        <a:gd name="T5" fmla="*/ 27 h 237"/>
                        <a:gd name="T6" fmla="*/ 0 w 54"/>
                        <a:gd name="T7" fmla="*/ 237 h 237"/>
                        <a:gd name="T8" fmla="*/ 54 w 54"/>
                        <a:gd name="T9" fmla="*/ 237 h 237"/>
                        <a:gd name="T10" fmla="*/ 54 w 54"/>
                        <a:gd name="T11" fmla="*/ 27 h 237"/>
                        <a:gd name="T12" fmla="*/ 54 w 54"/>
                        <a:gd name="T13" fmla="*/ 27 h 2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7">
                          <a:moveTo>
                            <a:pt x="54" y="27"/>
                          </a:moveTo>
                          <a:cubicBezTo>
                            <a:pt x="54" y="14"/>
                            <a:pt x="40" y="0"/>
                            <a:pt x="27" y="0"/>
                          </a:cubicBezTo>
                          <a:cubicBezTo>
                            <a:pt x="13" y="0"/>
                            <a:pt x="0" y="14"/>
                            <a:pt x="0" y="27"/>
                          </a:cubicBezTo>
                          <a:cubicBezTo>
                            <a:pt x="0" y="237"/>
                            <a:pt x="0" y="237"/>
                            <a:pt x="0" y="237"/>
                          </a:cubicBezTo>
                          <a:cubicBezTo>
                            <a:pt x="54" y="237"/>
                            <a:pt x="54" y="237"/>
                            <a:pt x="54" y="23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11" name="Freeform 107">
                      <a:extLst>
                        <a:ext uri="{FF2B5EF4-FFF2-40B4-BE49-F238E27FC236}">
                          <a16:creationId xmlns:a16="http://schemas.microsoft.com/office/drawing/2014/main" id="{120C24EF-3F4A-E869-6692-C5E1D8B3679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886863" y="2320925"/>
                      <a:ext cx="30163" cy="128588"/>
                    </a:xfrm>
                    <a:custGeom>
                      <a:avLst/>
                      <a:gdLst>
                        <a:gd name="T0" fmla="*/ 54 w 54"/>
                        <a:gd name="T1" fmla="*/ 27 h 237"/>
                        <a:gd name="T2" fmla="*/ 27 w 54"/>
                        <a:gd name="T3" fmla="*/ 0 h 237"/>
                        <a:gd name="T4" fmla="*/ 0 w 54"/>
                        <a:gd name="T5" fmla="*/ 27 h 237"/>
                        <a:gd name="T6" fmla="*/ 0 w 54"/>
                        <a:gd name="T7" fmla="*/ 237 h 237"/>
                        <a:gd name="T8" fmla="*/ 54 w 54"/>
                        <a:gd name="T9" fmla="*/ 237 h 237"/>
                        <a:gd name="T10" fmla="*/ 54 w 54"/>
                        <a:gd name="T11" fmla="*/ 27 h 237"/>
                        <a:gd name="T12" fmla="*/ 54 w 54"/>
                        <a:gd name="T13" fmla="*/ 27 h 2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7">
                          <a:moveTo>
                            <a:pt x="54" y="27"/>
                          </a:moveTo>
                          <a:cubicBezTo>
                            <a:pt x="54" y="14"/>
                            <a:pt x="40" y="0"/>
                            <a:pt x="27" y="0"/>
                          </a:cubicBezTo>
                          <a:cubicBezTo>
                            <a:pt x="13" y="0"/>
                            <a:pt x="0" y="14"/>
                            <a:pt x="0" y="27"/>
                          </a:cubicBezTo>
                          <a:cubicBezTo>
                            <a:pt x="0" y="237"/>
                            <a:pt x="0" y="237"/>
                            <a:pt x="0" y="237"/>
                          </a:cubicBezTo>
                          <a:cubicBezTo>
                            <a:pt x="54" y="237"/>
                            <a:pt x="54" y="237"/>
                            <a:pt x="54" y="23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12" name="Freeform 108">
                      <a:extLst>
                        <a:ext uri="{FF2B5EF4-FFF2-40B4-BE49-F238E27FC236}">
                          <a16:creationId xmlns:a16="http://schemas.microsoft.com/office/drawing/2014/main" id="{1AD0A6BF-067E-D973-893C-3A048EFA7DD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540788" y="3165475"/>
                      <a:ext cx="28575" cy="128588"/>
                    </a:xfrm>
                    <a:custGeom>
                      <a:avLst/>
                      <a:gdLst>
                        <a:gd name="T0" fmla="*/ 0 w 54"/>
                        <a:gd name="T1" fmla="*/ 211 h 238"/>
                        <a:gd name="T2" fmla="*/ 27 w 54"/>
                        <a:gd name="T3" fmla="*/ 238 h 238"/>
                        <a:gd name="T4" fmla="*/ 54 w 54"/>
                        <a:gd name="T5" fmla="*/ 211 h 238"/>
                        <a:gd name="T6" fmla="*/ 54 w 54"/>
                        <a:gd name="T7" fmla="*/ 0 h 238"/>
                        <a:gd name="T8" fmla="*/ 0 w 54"/>
                        <a:gd name="T9" fmla="*/ 0 h 238"/>
                        <a:gd name="T10" fmla="*/ 0 w 54"/>
                        <a:gd name="T11" fmla="*/ 211 h 238"/>
                        <a:gd name="T12" fmla="*/ 0 w 54"/>
                        <a:gd name="T13" fmla="*/ 211 h 2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8">
                          <a:moveTo>
                            <a:pt x="0" y="211"/>
                          </a:moveTo>
                          <a:cubicBezTo>
                            <a:pt x="0" y="231"/>
                            <a:pt x="13" y="238"/>
                            <a:pt x="27" y="238"/>
                          </a:cubicBezTo>
                          <a:cubicBezTo>
                            <a:pt x="40" y="238"/>
                            <a:pt x="54" y="231"/>
                            <a:pt x="54" y="211"/>
                          </a:cubicBezTo>
                          <a:cubicBezTo>
                            <a:pt x="54" y="0"/>
                            <a:pt x="54" y="0"/>
                            <a:pt x="54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13" name="Freeform 109">
                      <a:extLst>
                        <a:ext uri="{FF2B5EF4-FFF2-40B4-BE49-F238E27FC236}">
                          <a16:creationId xmlns:a16="http://schemas.microsoft.com/office/drawing/2014/main" id="{62290512-BC53-6159-1D79-CABA128C60F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658263" y="3165475"/>
                      <a:ext cx="28575" cy="128588"/>
                    </a:xfrm>
                    <a:custGeom>
                      <a:avLst/>
                      <a:gdLst>
                        <a:gd name="T0" fmla="*/ 0 w 54"/>
                        <a:gd name="T1" fmla="*/ 211 h 238"/>
                        <a:gd name="T2" fmla="*/ 27 w 54"/>
                        <a:gd name="T3" fmla="*/ 238 h 238"/>
                        <a:gd name="T4" fmla="*/ 54 w 54"/>
                        <a:gd name="T5" fmla="*/ 211 h 238"/>
                        <a:gd name="T6" fmla="*/ 54 w 54"/>
                        <a:gd name="T7" fmla="*/ 0 h 238"/>
                        <a:gd name="T8" fmla="*/ 0 w 54"/>
                        <a:gd name="T9" fmla="*/ 0 h 238"/>
                        <a:gd name="T10" fmla="*/ 0 w 54"/>
                        <a:gd name="T11" fmla="*/ 211 h 238"/>
                        <a:gd name="T12" fmla="*/ 0 w 54"/>
                        <a:gd name="T13" fmla="*/ 211 h 2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8">
                          <a:moveTo>
                            <a:pt x="0" y="211"/>
                          </a:moveTo>
                          <a:cubicBezTo>
                            <a:pt x="0" y="231"/>
                            <a:pt x="13" y="238"/>
                            <a:pt x="27" y="238"/>
                          </a:cubicBezTo>
                          <a:cubicBezTo>
                            <a:pt x="40" y="238"/>
                            <a:pt x="54" y="231"/>
                            <a:pt x="54" y="211"/>
                          </a:cubicBezTo>
                          <a:cubicBezTo>
                            <a:pt x="54" y="0"/>
                            <a:pt x="54" y="0"/>
                            <a:pt x="54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14" name="Freeform 110">
                      <a:extLst>
                        <a:ext uri="{FF2B5EF4-FFF2-40B4-BE49-F238E27FC236}">
                          <a16:creationId xmlns:a16="http://schemas.microsoft.com/office/drawing/2014/main" id="{7927DC50-EB3E-E0FF-7B37-A24153BDFA7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770975" y="3165475"/>
                      <a:ext cx="30163" cy="128588"/>
                    </a:xfrm>
                    <a:custGeom>
                      <a:avLst/>
                      <a:gdLst>
                        <a:gd name="T0" fmla="*/ 0 w 54"/>
                        <a:gd name="T1" fmla="*/ 211 h 238"/>
                        <a:gd name="T2" fmla="*/ 27 w 54"/>
                        <a:gd name="T3" fmla="*/ 238 h 238"/>
                        <a:gd name="T4" fmla="*/ 54 w 54"/>
                        <a:gd name="T5" fmla="*/ 211 h 238"/>
                        <a:gd name="T6" fmla="*/ 54 w 54"/>
                        <a:gd name="T7" fmla="*/ 0 h 238"/>
                        <a:gd name="T8" fmla="*/ 0 w 54"/>
                        <a:gd name="T9" fmla="*/ 0 h 238"/>
                        <a:gd name="T10" fmla="*/ 0 w 54"/>
                        <a:gd name="T11" fmla="*/ 211 h 238"/>
                        <a:gd name="T12" fmla="*/ 0 w 54"/>
                        <a:gd name="T13" fmla="*/ 211 h 2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8">
                          <a:moveTo>
                            <a:pt x="0" y="211"/>
                          </a:moveTo>
                          <a:cubicBezTo>
                            <a:pt x="0" y="231"/>
                            <a:pt x="13" y="238"/>
                            <a:pt x="27" y="238"/>
                          </a:cubicBezTo>
                          <a:cubicBezTo>
                            <a:pt x="40" y="238"/>
                            <a:pt x="54" y="231"/>
                            <a:pt x="54" y="211"/>
                          </a:cubicBezTo>
                          <a:cubicBezTo>
                            <a:pt x="54" y="0"/>
                            <a:pt x="54" y="0"/>
                            <a:pt x="54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15" name="Freeform 111">
                      <a:extLst>
                        <a:ext uri="{FF2B5EF4-FFF2-40B4-BE49-F238E27FC236}">
                          <a16:creationId xmlns:a16="http://schemas.microsoft.com/office/drawing/2014/main" id="{CB18BA2A-AD45-B459-7A51-0128F47DF48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886863" y="3165475"/>
                      <a:ext cx="30163" cy="128588"/>
                    </a:xfrm>
                    <a:custGeom>
                      <a:avLst/>
                      <a:gdLst>
                        <a:gd name="T0" fmla="*/ 0 w 54"/>
                        <a:gd name="T1" fmla="*/ 211 h 238"/>
                        <a:gd name="T2" fmla="*/ 27 w 54"/>
                        <a:gd name="T3" fmla="*/ 238 h 238"/>
                        <a:gd name="T4" fmla="*/ 54 w 54"/>
                        <a:gd name="T5" fmla="*/ 211 h 238"/>
                        <a:gd name="T6" fmla="*/ 54 w 54"/>
                        <a:gd name="T7" fmla="*/ 0 h 238"/>
                        <a:gd name="T8" fmla="*/ 0 w 54"/>
                        <a:gd name="T9" fmla="*/ 0 h 238"/>
                        <a:gd name="T10" fmla="*/ 0 w 54"/>
                        <a:gd name="T11" fmla="*/ 211 h 238"/>
                        <a:gd name="T12" fmla="*/ 0 w 54"/>
                        <a:gd name="T13" fmla="*/ 211 h 2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8">
                          <a:moveTo>
                            <a:pt x="0" y="211"/>
                          </a:moveTo>
                          <a:cubicBezTo>
                            <a:pt x="0" y="231"/>
                            <a:pt x="13" y="238"/>
                            <a:pt x="27" y="238"/>
                          </a:cubicBezTo>
                          <a:cubicBezTo>
                            <a:pt x="40" y="238"/>
                            <a:pt x="54" y="231"/>
                            <a:pt x="54" y="211"/>
                          </a:cubicBezTo>
                          <a:cubicBezTo>
                            <a:pt x="54" y="0"/>
                            <a:pt x="54" y="0"/>
                            <a:pt x="54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116" name="Freeform 112">
                      <a:extLst>
                        <a:ext uri="{FF2B5EF4-FFF2-40B4-BE49-F238E27FC236}">
                          <a16:creationId xmlns:a16="http://schemas.microsoft.com/office/drawing/2014/main" id="{A745EB95-C482-78B8-6717-D0733CA58C86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21401088" y="2478088"/>
                      <a:ext cx="654050" cy="658813"/>
                    </a:xfrm>
                    <a:custGeom>
                      <a:avLst/>
                      <a:gdLst>
                        <a:gd name="T0" fmla="*/ 952 w 1208"/>
                        <a:gd name="T1" fmla="*/ 0 h 1215"/>
                        <a:gd name="T2" fmla="*/ 736 w 1208"/>
                        <a:gd name="T3" fmla="*/ 0 h 1215"/>
                        <a:gd name="T4" fmla="*/ 526 w 1208"/>
                        <a:gd name="T5" fmla="*/ 0 h 1215"/>
                        <a:gd name="T6" fmla="*/ 310 w 1208"/>
                        <a:gd name="T7" fmla="*/ 0 h 1215"/>
                        <a:gd name="T8" fmla="*/ 128 w 1208"/>
                        <a:gd name="T9" fmla="*/ 0 h 1215"/>
                        <a:gd name="T10" fmla="*/ 0 w 1208"/>
                        <a:gd name="T11" fmla="*/ 264 h 1215"/>
                        <a:gd name="T12" fmla="*/ 0 w 1208"/>
                        <a:gd name="T13" fmla="*/ 473 h 1215"/>
                        <a:gd name="T14" fmla="*/ 0 w 1208"/>
                        <a:gd name="T15" fmla="*/ 689 h 1215"/>
                        <a:gd name="T16" fmla="*/ 0 w 1208"/>
                        <a:gd name="T17" fmla="*/ 898 h 1215"/>
                        <a:gd name="T18" fmla="*/ 0 w 1208"/>
                        <a:gd name="T19" fmla="*/ 1087 h 1215"/>
                        <a:gd name="T20" fmla="*/ 256 w 1208"/>
                        <a:gd name="T21" fmla="*/ 1215 h 1215"/>
                        <a:gd name="T22" fmla="*/ 472 w 1208"/>
                        <a:gd name="T23" fmla="*/ 1215 h 1215"/>
                        <a:gd name="T24" fmla="*/ 682 w 1208"/>
                        <a:gd name="T25" fmla="*/ 1215 h 1215"/>
                        <a:gd name="T26" fmla="*/ 898 w 1208"/>
                        <a:gd name="T27" fmla="*/ 1215 h 1215"/>
                        <a:gd name="T28" fmla="*/ 1080 w 1208"/>
                        <a:gd name="T29" fmla="*/ 1215 h 1215"/>
                        <a:gd name="T30" fmla="*/ 1208 w 1208"/>
                        <a:gd name="T31" fmla="*/ 952 h 1215"/>
                        <a:gd name="T32" fmla="*/ 1208 w 1208"/>
                        <a:gd name="T33" fmla="*/ 743 h 1215"/>
                        <a:gd name="T34" fmla="*/ 1208 w 1208"/>
                        <a:gd name="T35" fmla="*/ 527 h 1215"/>
                        <a:gd name="T36" fmla="*/ 1208 w 1208"/>
                        <a:gd name="T37" fmla="*/ 318 h 1215"/>
                        <a:gd name="T38" fmla="*/ 1208 w 1208"/>
                        <a:gd name="T39" fmla="*/ 129 h 1215"/>
                        <a:gd name="T40" fmla="*/ 1154 w 1208"/>
                        <a:gd name="T41" fmla="*/ 264 h 1215"/>
                        <a:gd name="T42" fmla="*/ 1154 w 1208"/>
                        <a:gd name="T43" fmla="*/ 473 h 1215"/>
                        <a:gd name="T44" fmla="*/ 1154 w 1208"/>
                        <a:gd name="T45" fmla="*/ 689 h 1215"/>
                        <a:gd name="T46" fmla="*/ 1154 w 1208"/>
                        <a:gd name="T47" fmla="*/ 898 h 1215"/>
                        <a:gd name="T48" fmla="*/ 1154 w 1208"/>
                        <a:gd name="T49" fmla="*/ 1087 h 1215"/>
                        <a:gd name="T50" fmla="*/ 952 w 1208"/>
                        <a:gd name="T51" fmla="*/ 1161 h 1215"/>
                        <a:gd name="T52" fmla="*/ 736 w 1208"/>
                        <a:gd name="T53" fmla="*/ 1161 h 1215"/>
                        <a:gd name="T54" fmla="*/ 526 w 1208"/>
                        <a:gd name="T55" fmla="*/ 1161 h 1215"/>
                        <a:gd name="T56" fmla="*/ 310 w 1208"/>
                        <a:gd name="T57" fmla="*/ 1161 h 1215"/>
                        <a:gd name="T58" fmla="*/ 128 w 1208"/>
                        <a:gd name="T59" fmla="*/ 1161 h 1215"/>
                        <a:gd name="T60" fmla="*/ 54 w 1208"/>
                        <a:gd name="T61" fmla="*/ 952 h 1215"/>
                        <a:gd name="T62" fmla="*/ 54 w 1208"/>
                        <a:gd name="T63" fmla="*/ 743 h 1215"/>
                        <a:gd name="T64" fmla="*/ 54 w 1208"/>
                        <a:gd name="T65" fmla="*/ 527 h 1215"/>
                        <a:gd name="T66" fmla="*/ 54 w 1208"/>
                        <a:gd name="T67" fmla="*/ 318 h 1215"/>
                        <a:gd name="T68" fmla="*/ 54 w 1208"/>
                        <a:gd name="T69" fmla="*/ 129 h 1215"/>
                        <a:gd name="T70" fmla="*/ 256 w 1208"/>
                        <a:gd name="T71" fmla="*/ 54 h 1215"/>
                        <a:gd name="T72" fmla="*/ 472 w 1208"/>
                        <a:gd name="T73" fmla="*/ 54 h 1215"/>
                        <a:gd name="T74" fmla="*/ 682 w 1208"/>
                        <a:gd name="T75" fmla="*/ 54 h 1215"/>
                        <a:gd name="T76" fmla="*/ 898 w 1208"/>
                        <a:gd name="T77" fmla="*/ 54 h 1215"/>
                        <a:gd name="T78" fmla="*/ 1080 w 1208"/>
                        <a:gd name="T79" fmla="*/ 54 h 1215"/>
                        <a:gd name="T80" fmla="*/ 1154 w 1208"/>
                        <a:gd name="T81" fmla="*/ 264 h 121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</a:cxnLst>
                      <a:rect l="0" t="0" r="r" b="b"/>
                      <a:pathLst>
                        <a:path w="1208" h="1215">
                          <a:moveTo>
                            <a:pt x="1080" y="0"/>
                          </a:moveTo>
                          <a:cubicBezTo>
                            <a:pt x="952" y="0"/>
                            <a:pt x="952" y="0"/>
                            <a:pt x="952" y="0"/>
                          </a:cubicBezTo>
                          <a:cubicBezTo>
                            <a:pt x="898" y="0"/>
                            <a:pt x="898" y="0"/>
                            <a:pt x="898" y="0"/>
                          </a:cubicBezTo>
                          <a:cubicBezTo>
                            <a:pt x="736" y="0"/>
                            <a:pt x="736" y="0"/>
                            <a:pt x="736" y="0"/>
                          </a:cubicBezTo>
                          <a:cubicBezTo>
                            <a:pt x="682" y="0"/>
                            <a:pt x="682" y="0"/>
                            <a:pt x="682" y="0"/>
                          </a:cubicBezTo>
                          <a:cubicBezTo>
                            <a:pt x="526" y="0"/>
                            <a:pt x="526" y="0"/>
                            <a:pt x="526" y="0"/>
                          </a:cubicBezTo>
                          <a:cubicBezTo>
                            <a:pt x="472" y="0"/>
                            <a:pt x="472" y="0"/>
                            <a:pt x="472" y="0"/>
                          </a:cubicBezTo>
                          <a:cubicBezTo>
                            <a:pt x="310" y="0"/>
                            <a:pt x="310" y="0"/>
                            <a:pt x="310" y="0"/>
                          </a:cubicBezTo>
                          <a:cubicBezTo>
                            <a:pt x="256" y="0"/>
                            <a:pt x="256" y="0"/>
                            <a:pt x="256" y="0"/>
                          </a:cubicBezTo>
                          <a:cubicBezTo>
                            <a:pt x="128" y="0"/>
                            <a:pt x="128" y="0"/>
                            <a:pt x="128" y="0"/>
                          </a:cubicBezTo>
                          <a:cubicBezTo>
                            <a:pt x="54" y="0"/>
                            <a:pt x="0" y="61"/>
                            <a:pt x="0" y="129"/>
                          </a:cubicBezTo>
                          <a:cubicBezTo>
                            <a:pt x="0" y="264"/>
                            <a:pt x="0" y="264"/>
                            <a:pt x="0" y="264"/>
                          </a:cubicBezTo>
                          <a:cubicBezTo>
                            <a:pt x="0" y="318"/>
                            <a:pt x="0" y="318"/>
                            <a:pt x="0" y="318"/>
                          </a:cubicBezTo>
                          <a:cubicBezTo>
                            <a:pt x="0" y="473"/>
                            <a:pt x="0" y="473"/>
                            <a:pt x="0" y="473"/>
                          </a:cubicBezTo>
                          <a:cubicBezTo>
                            <a:pt x="0" y="527"/>
                            <a:pt x="0" y="527"/>
                            <a:pt x="0" y="527"/>
                          </a:cubicBezTo>
                          <a:cubicBezTo>
                            <a:pt x="0" y="689"/>
                            <a:pt x="0" y="689"/>
                            <a:pt x="0" y="689"/>
                          </a:cubicBezTo>
                          <a:cubicBezTo>
                            <a:pt x="0" y="743"/>
                            <a:pt x="0" y="743"/>
                            <a:pt x="0" y="743"/>
                          </a:cubicBezTo>
                          <a:cubicBezTo>
                            <a:pt x="0" y="898"/>
                            <a:pt x="0" y="898"/>
                            <a:pt x="0" y="898"/>
                          </a:cubicBezTo>
                          <a:cubicBezTo>
                            <a:pt x="0" y="952"/>
                            <a:pt x="0" y="952"/>
                            <a:pt x="0" y="952"/>
                          </a:cubicBezTo>
                          <a:cubicBezTo>
                            <a:pt x="0" y="1087"/>
                            <a:pt x="0" y="1087"/>
                            <a:pt x="0" y="1087"/>
                          </a:cubicBezTo>
                          <a:cubicBezTo>
                            <a:pt x="0" y="1161"/>
                            <a:pt x="54" y="1215"/>
                            <a:pt x="128" y="1215"/>
                          </a:cubicBezTo>
                          <a:cubicBezTo>
                            <a:pt x="256" y="1215"/>
                            <a:pt x="256" y="1215"/>
                            <a:pt x="256" y="1215"/>
                          </a:cubicBezTo>
                          <a:cubicBezTo>
                            <a:pt x="310" y="1215"/>
                            <a:pt x="310" y="1215"/>
                            <a:pt x="310" y="1215"/>
                          </a:cubicBezTo>
                          <a:cubicBezTo>
                            <a:pt x="472" y="1215"/>
                            <a:pt x="472" y="1215"/>
                            <a:pt x="472" y="1215"/>
                          </a:cubicBezTo>
                          <a:cubicBezTo>
                            <a:pt x="526" y="1215"/>
                            <a:pt x="526" y="1215"/>
                            <a:pt x="526" y="1215"/>
                          </a:cubicBezTo>
                          <a:cubicBezTo>
                            <a:pt x="682" y="1215"/>
                            <a:pt x="682" y="1215"/>
                            <a:pt x="682" y="1215"/>
                          </a:cubicBezTo>
                          <a:cubicBezTo>
                            <a:pt x="736" y="1215"/>
                            <a:pt x="736" y="1215"/>
                            <a:pt x="736" y="1215"/>
                          </a:cubicBezTo>
                          <a:cubicBezTo>
                            <a:pt x="898" y="1215"/>
                            <a:pt x="898" y="1215"/>
                            <a:pt x="898" y="1215"/>
                          </a:cubicBezTo>
                          <a:cubicBezTo>
                            <a:pt x="952" y="1215"/>
                            <a:pt x="952" y="1215"/>
                            <a:pt x="952" y="1215"/>
                          </a:cubicBezTo>
                          <a:cubicBezTo>
                            <a:pt x="1080" y="1215"/>
                            <a:pt x="1080" y="1215"/>
                            <a:pt x="1080" y="1215"/>
                          </a:cubicBezTo>
                          <a:cubicBezTo>
                            <a:pt x="1154" y="1215"/>
                            <a:pt x="1208" y="1161"/>
                            <a:pt x="1208" y="1087"/>
                          </a:cubicBezTo>
                          <a:cubicBezTo>
                            <a:pt x="1208" y="952"/>
                            <a:pt x="1208" y="952"/>
                            <a:pt x="1208" y="952"/>
                          </a:cubicBezTo>
                          <a:cubicBezTo>
                            <a:pt x="1208" y="898"/>
                            <a:pt x="1208" y="898"/>
                            <a:pt x="1208" y="898"/>
                          </a:cubicBezTo>
                          <a:cubicBezTo>
                            <a:pt x="1208" y="743"/>
                            <a:pt x="1208" y="743"/>
                            <a:pt x="1208" y="743"/>
                          </a:cubicBezTo>
                          <a:cubicBezTo>
                            <a:pt x="1208" y="689"/>
                            <a:pt x="1208" y="689"/>
                            <a:pt x="1208" y="689"/>
                          </a:cubicBezTo>
                          <a:cubicBezTo>
                            <a:pt x="1208" y="527"/>
                            <a:pt x="1208" y="527"/>
                            <a:pt x="1208" y="527"/>
                          </a:cubicBezTo>
                          <a:cubicBezTo>
                            <a:pt x="1208" y="473"/>
                            <a:pt x="1208" y="473"/>
                            <a:pt x="1208" y="473"/>
                          </a:cubicBezTo>
                          <a:cubicBezTo>
                            <a:pt x="1208" y="318"/>
                            <a:pt x="1208" y="318"/>
                            <a:pt x="1208" y="318"/>
                          </a:cubicBezTo>
                          <a:cubicBezTo>
                            <a:pt x="1208" y="264"/>
                            <a:pt x="1208" y="264"/>
                            <a:pt x="1208" y="264"/>
                          </a:cubicBezTo>
                          <a:cubicBezTo>
                            <a:pt x="1208" y="129"/>
                            <a:pt x="1208" y="129"/>
                            <a:pt x="1208" y="129"/>
                          </a:cubicBezTo>
                          <a:cubicBezTo>
                            <a:pt x="1208" y="61"/>
                            <a:pt x="1154" y="0"/>
                            <a:pt x="1080" y="0"/>
                          </a:cubicBezTo>
                          <a:close/>
                          <a:moveTo>
                            <a:pt x="1154" y="264"/>
                          </a:moveTo>
                          <a:cubicBezTo>
                            <a:pt x="1154" y="318"/>
                            <a:pt x="1154" y="318"/>
                            <a:pt x="1154" y="318"/>
                          </a:cubicBezTo>
                          <a:cubicBezTo>
                            <a:pt x="1154" y="473"/>
                            <a:pt x="1154" y="473"/>
                            <a:pt x="1154" y="473"/>
                          </a:cubicBezTo>
                          <a:cubicBezTo>
                            <a:pt x="1154" y="527"/>
                            <a:pt x="1154" y="527"/>
                            <a:pt x="1154" y="527"/>
                          </a:cubicBezTo>
                          <a:cubicBezTo>
                            <a:pt x="1154" y="689"/>
                            <a:pt x="1154" y="689"/>
                            <a:pt x="1154" y="689"/>
                          </a:cubicBezTo>
                          <a:cubicBezTo>
                            <a:pt x="1154" y="743"/>
                            <a:pt x="1154" y="743"/>
                            <a:pt x="1154" y="743"/>
                          </a:cubicBezTo>
                          <a:cubicBezTo>
                            <a:pt x="1154" y="898"/>
                            <a:pt x="1154" y="898"/>
                            <a:pt x="1154" y="898"/>
                          </a:cubicBezTo>
                          <a:cubicBezTo>
                            <a:pt x="1154" y="952"/>
                            <a:pt x="1154" y="952"/>
                            <a:pt x="1154" y="952"/>
                          </a:cubicBezTo>
                          <a:cubicBezTo>
                            <a:pt x="1154" y="1087"/>
                            <a:pt x="1154" y="1087"/>
                            <a:pt x="1154" y="1087"/>
                          </a:cubicBezTo>
                          <a:cubicBezTo>
                            <a:pt x="1154" y="1127"/>
                            <a:pt x="1127" y="1161"/>
                            <a:pt x="1080" y="1161"/>
                          </a:cubicBezTo>
                          <a:cubicBezTo>
                            <a:pt x="952" y="1161"/>
                            <a:pt x="952" y="1161"/>
                            <a:pt x="952" y="1161"/>
                          </a:cubicBezTo>
                          <a:cubicBezTo>
                            <a:pt x="898" y="1161"/>
                            <a:pt x="898" y="1161"/>
                            <a:pt x="898" y="1161"/>
                          </a:cubicBezTo>
                          <a:cubicBezTo>
                            <a:pt x="736" y="1161"/>
                            <a:pt x="736" y="1161"/>
                            <a:pt x="736" y="1161"/>
                          </a:cubicBezTo>
                          <a:cubicBezTo>
                            <a:pt x="682" y="1161"/>
                            <a:pt x="682" y="1161"/>
                            <a:pt x="682" y="1161"/>
                          </a:cubicBezTo>
                          <a:cubicBezTo>
                            <a:pt x="526" y="1161"/>
                            <a:pt x="526" y="1161"/>
                            <a:pt x="526" y="1161"/>
                          </a:cubicBezTo>
                          <a:cubicBezTo>
                            <a:pt x="472" y="1161"/>
                            <a:pt x="472" y="1161"/>
                            <a:pt x="472" y="1161"/>
                          </a:cubicBezTo>
                          <a:cubicBezTo>
                            <a:pt x="310" y="1161"/>
                            <a:pt x="310" y="1161"/>
                            <a:pt x="310" y="1161"/>
                          </a:cubicBezTo>
                          <a:cubicBezTo>
                            <a:pt x="256" y="1161"/>
                            <a:pt x="256" y="1161"/>
                            <a:pt x="256" y="1161"/>
                          </a:cubicBezTo>
                          <a:cubicBezTo>
                            <a:pt x="128" y="1161"/>
                            <a:pt x="128" y="1161"/>
                            <a:pt x="128" y="1161"/>
                          </a:cubicBezTo>
                          <a:cubicBezTo>
                            <a:pt x="81" y="1161"/>
                            <a:pt x="54" y="1127"/>
                            <a:pt x="54" y="1087"/>
                          </a:cubicBezTo>
                          <a:cubicBezTo>
                            <a:pt x="54" y="952"/>
                            <a:pt x="54" y="952"/>
                            <a:pt x="54" y="952"/>
                          </a:cubicBezTo>
                          <a:cubicBezTo>
                            <a:pt x="54" y="898"/>
                            <a:pt x="54" y="898"/>
                            <a:pt x="54" y="898"/>
                          </a:cubicBezTo>
                          <a:cubicBezTo>
                            <a:pt x="54" y="743"/>
                            <a:pt x="54" y="743"/>
                            <a:pt x="54" y="743"/>
                          </a:cubicBezTo>
                          <a:cubicBezTo>
                            <a:pt x="54" y="689"/>
                            <a:pt x="54" y="689"/>
                            <a:pt x="54" y="689"/>
                          </a:cubicBezTo>
                          <a:cubicBezTo>
                            <a:pt x="54" y="527"/>
                            <a:pt x="54" y="527"/>
                            <a:pt x="54" y="527"/>
                          </a:cubicBezTo>
                          <a:cubicBezTo>
                            <a:pt x="54" y="473"/>
                            <a:pt x="54" y="473"/>
                            <a:pt x="54" y="473"/>
                          </a:cubicBezTo>
                          <a:cubicBezTo>
                            <a:pt x="54" y="318"/>
                            <a:pt x="54" y="318"/>
                            <a:pt x="54" y="318"/>
                          </a:cubicBezTo>
                          <a:cubicBezTo>
                            <a:pt x="54" y="264"/>
                            <a:pt x="54" y="264"/>
                            <a:pt x="54" y="264"/>
                          </a:cubicBezTo>
                          <a:cubicBezTo>
                            <a:pt x="54" y="129"/>
                            <a:pt x="54" y="129"/>
                            <a:pt x="54" y="129"/>
                          </a:cubicBezTo>
                          <a:cubicBezTo>
                            <a:pt x="54" y="88"/>
                            <a:pt x="81" y="54"/>
                            <a:pt x="128" y="54"/>
                          </a:cubicBezTo>
                          <a:cubicBezTo>
                            <a:pt x="256" y="54"/>
                            <a:pt x="256" y="54"/>
                            <a:pt x="256" y="54"/>
                          </a:cubicBezTo>
                          <a:cubicBezTo>
                            <a:pt x="310" y="54"/>
                            <a:pt x="310" y="54"/>
                            <a:pt x="310" y="54"/>
                          </a:cubicBezTo>
                          <a:cubicBezTo>
                            <a:pt x="472" y="54"/>
                            <a:pt x="472" y="54"/>
                            <a:pt x="472" y="54"/>
                          </a:cubicBezTo>
                          <a:cubicBezTo>
                            <a:pt x="526" y="54"/>
                            <a:pt x="526" y="54"/>
                            <a:pt x="526" y="54"/>
                          </a:cubicBezTo>
                          <a:cubicBezTo>
                            <a:pt x="682" y="54"/>
                            <a:pt x="682" y="54"/>
                            <a:pt x="682" y="54"/>
                          </a:cubicBezTo>
                          <a:cubicBezTo>
                            <a:pt x="736" y="54"/>
                            <a:pt x="736" y="54"/>
                            <a:pt x="736" y="54"/>
                          </a:cubicBezTo>
                          <a:cubicBezTo>
                            <a:pt x="898" y="54"/>
                            <a:pt x="898" y="54"/>
                            <a:pt x="898" y="54"/>
                          </a:cubicBezTo>
                          <a:cubicBezTo>
                            <a:pt x="952" y="54"/>
                            <a:pt x="952" y="54"/>
                            <a:pt x="952" y="54"/>
                          </a:cubicBezTo>
                          <a:cubicBezTo>
                            <a:pt x="1080" y="54"/>
                            <a:pt x="1080" y="54"/>
                            <a:pt x="1080" y="54"/>
                          </a:cubicBezTo>
                          <a:cubicBezTo>
                            <a:pt x="1127" y="54"/>
                            <a:pt x="1154" y="88"/>
                            <a:pt x="1154" y="129"/>
                          </a:cubicBezTo>
                          <a:cubicBezTo>
                            <a:pt x="1154" y="264"/>
                            <a:pt x="1154" y="264"/>
                            <a:pt x="1154" y="264"/>
                          </a:cubicBezTo>
                          <a:cubicBezTo>
                            <a:pt x="1154" y="264"/>
                            <a:pt x="1154" y="264"/>
                            <a:pt x="1154" y="264"/>
                          </a:cubicBezTo>
                          <a:close/>
                        </a:path>
                      </a:pathLst>
                    </a:custGeom>
                    <a:solidFill>
                      <a:schemeClr val="tx1">
                        <a:lumMod val="85000"/>
                        <a:lumOff val="15000"/>
                      </a:schemeClr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098" name="그림 1097">
                    <a:extLst>
                      <a:ext uri="{FF2B5EF4-FFF2-40B4-BE49-F238E27FC236}">
                        <a16:creationId xmlns:a16="http://schemas.microsoft.com/office/drawing/2014/main" id="{B1C794EE-EECB-1F5B-BFEE-F475ABA7C00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lum bright="100000"/>
                  </a:blip>
                  <a:stretch>
                    <a:fillRect/>
                  </a:stretch>
                </p:blipFill>
                <p:spPr>
                  <a:xfrm>
                    <a:off x="1124483" y="5707212"/>
                    <a:ext cx="491143" cy="179999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1067" name="직사각형 1066">
                <a:extLst>
                  <a:ext uri="{FF2B5EF4-FFF2-40B4-BE49-F238E27FC236}">
                    <a16:creationId xmlns:a16="http://schemas.microsoft.com/office/drawing/2014/main" id="{F8E59F2A-45BF-8C95-5D55-F3C70E5391E0}"/>
                  </a:ext>
                </a:extLst>
              </p:cNvPr>
              <p:cNvSpPr/>
              <p:nvPr/>
            </p:nvSpPr>
            <p:spPr>
              <a:xfrm>
                <a:off x="6432886" y="7496332"/>
                <a:ext cx="130004" cy="350704"/>
              </a:xfrm>
              <a:prstGeom prst="rect">
                <a:avLst/>
              </a:prstGeom>
              <a:noFill/>
              <a:ln w="254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1" indent="0" algn="ctr" defTabSz="147490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prstClr val="black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0" lang="en-US" altLang="ko-KR" sz="1050" b="0" i="0" u="none" strike="noStrike" kern="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ea typeface="KoPub돋움체 Bold" panose="02020603020101020101" pitchFamily="18" charset="-127"/>
                    <a:cs typeface="Arial"/>
                  </a:rPr>
                  <a:t>…</a:t>
                </a:r>
                <a:endParaRPr kumimoji="0" lang="ko-KR" altLang="en-US" sz="1050" b="0" i="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ea typeface="KoPub돋움체 Bold" panose="02020603020101020101" pitchFamily="18" charset="-127"/>
                  <a:cs typeface="Arial"/>
                </a:endParaRPr>
              </a:p>
            </p:txBody>
          </p:sp>
          <p:grpSp>
            <p:nvGrpSpPr>
              <p:cNvPr id="1068" name="그룹 1067">
                <a:extLst>
                  <a:ext uri="{FF2B5EF4-FFF2-40B4-BE49-F238E27FC236}">
                    <a16:creationId xmlns:a16="http://schemas.microsoft.com/office/drawing/2014/main" id="{91A63D85-C314-9832-868D-D5FF7D08EB99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5877135" y="7542150"/>
                <a:ext cx="166212" cy="228600"/>
                <a:chOff x="3493283" y="3693520"/>
                <a:chExt cx="897069" cy="1233786"/>
              </a:xfrm>
            </p:grpSpPr>
            <p:grpSp>
              <p:nvGrpSpPr>
                <p:cNvPr id="1069" name="그룹 1068">
                  <a:extLst>
                    <a:ext uri="{FF2B5EF4-FFF2-40B4-BE49-F238E27FC236}">
                      <a16:creationId xmlns:a16="http://schemas.microsoft.com/office/drawing/2014/main" id="{E84CD805-242A-E5A3-B2AD-2B1D1FCCDEF1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3493283" y="3693520"/>
                  <a:ext cx="897069" cy="1233786"/>
                  <a:chOff x="11921380" y="4267727"/>
                  <a:chExt cx="916126" cy="1260000"/>
                </a:xfrm>
              </p:grpSpPr>
              <p:sp>
                <p:nvSpPr>
                  <p:cNvPr id="1091" name="사각형: 둥근 모서리 800">
                    <a:extLst>
                      <a:ext uri="{FF2B5EF4-FFF2-40B4-BE49-F238E27FC236}">
                        <a16:creationId xmlns:a16="http://schemas.microsoft.com/office/drawing/2014/main" id="{6AA5FECF-F065-E12B-00E3-408323BDAA7C}"/>
                      </a:ext>
                    </a:extLst>
                  </p:cNvPr>
                  <p:cNvSpPr/>
                  <p:nvPr/>
                </p:nvSpPr>
                <p:spPr>
                  <a:xfrm>
                    <a:off x="11923593" y="4271687"/>
                    <a:ext cx="911716" cy="1252078"/>
                  </a:xfrm>
                  <a:prstGeom prst="roundRect">
                    <a:avLst>
                      <a:gd name="adj" fmla="val 7097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-3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grpSp>
                <p:nvGrpSpPr>
                  <p:cNvPr id="1092" name="그룹 1091">
                    <a:extLst>
                      <a:ext uri="{FF2B5EF4-FFF2-40B4-BE49-F238E27FC236}">
                        <a16:creationId xmlns:a16="http://schemas.microsoft.com/office/drawing/2014/main" id="{6AA8D5C6-EBEA-CD60-5E46-EA50C6960AE2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11921380" y="4267727"/>
                    <a:ext cx="916126" cy="1260000"/>
                    <a:chOff x="14485933" y="-2571751"/>
                    <a:chExt cx="554038" cy="762000"/>
                  </a:xfrm>
                  <a:solidFill>
                    <a:srgbClr val="262626"/>
                  </a:solidFill>
                </p:grpSpPr>
                <p:sp>
                  <p:nvSpPr>
                    <p:cNvPr id="1093" name="Freeform 230">
                      <a:extLst>
                        <a:ext uri="{FF2B5EF4-FFF2-40B4-BE49-F238E27FC236}">
                          <a16:creationId xmlns:a16="http://schemas.microsoft.com/office/drawing/2014/main" id="{B807E71D-CBBE-BC1D-72A9-87CECBAEB193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4485933" y="-2571751"/>
                      <a:ext cx="554038" cy="762000"/>
                    </a:xfrm>
                    <a:custGeom>
                      <a:avLst/>
                      <a:gdLst>
                        <a:gd name="T0" fmla="*/ 137 w 147"/>
                        <a:gd name="T1" fmla="*/ 0 h 200"/>
                        <a:gd name="T2" fmla="*/ 10 w 147"/>
                        <a:gd name="T3" fmla="*/ 0 h 200"/>
                        <a:gd name="T4" fmla="*/ 0 w 147"/>
                        <a:gd name="T5" fmla="*/ 10 h 200"/>
                        <a:gd name="T6" fmla="*/ 0 w 147"/>
                        <a:gd name="T7" fmla="*/ 190 h 200"/>
                        <a:gd name="T8" fmla="*/ 10 w 147"/>
                        <a:gd name="T9" fmla="*/ 200 h 200"/>
                        <a:gd name="T10" fmla="*/ 137 w 147"/>
                        <a:gd name="T11" fmla="*/ 200 h 200"/>
                        <a:gd name="T12" fmla="*/ 140 w 147"/>
                        <a:gd name="T13" fmla="*/ 199 h 200"/>
                        <a:gd name="T14" fmla="*/ 146 w 147"/>
                        <a:gd name="T15" fmla="*/ 193 h 200"/>
                        <a:gd name="T16" fmla="*/ 147 w 147"/>
                        <a:gd name="T17" fmla="*/ 190 h 200"/>
                        <a:gd name="T18" fmla="*/ 147 w 147"/>
                        <a:gd name="T19" fmla="*/ 10 h 200"/>
                        <a:gd name="T20" fmla="*/ 137 w 147"/>
                        <a:gd name="T21" fmla="*/ 0 h 200"/>
                        <a:gd name="T22" fmla="*/ 139 w 147"/>
                        <a:gd name="T23" fmla="*/ 189 h 200"/>
                        <a:gd name="T24" fmla="*/ 135 w 147"/>
                        <a:gd name="T25" fmla="*/ 192 h 200"/>
                        <a:gd name="T26" fmla="*/ 10 w 147"/>
                        <a:gd name="T27" fmla="*/ 192 h 200"/>
                        <a:gd name="T28" fmla="*/ 8 w 147"/>
                        <a:gd name="T29" fmla="*/ 190 h 200"/>
                        <a:gd name="T30" fmla="*/ 8 w 147"/>
                        <a:gd name="T31" fmla="*/ 10 h 200"/>
                        <a:gd name="T32" fmla="*/ 10 w 147"/>
                        <a:gd name="T33" fmla="*/ 8 h 200"/>
                        <a:gd name="T34" fmla="*/ 137 w 147"/>
                        <a:gd name="T35" fmla="*/ 8 h 200"/>
                        <a:gd name="T36" fmla="*/ 139 w 147"/>
                        <a:gd name="T37" fmla="*/ 10 h 200"/>
                        <a:gd name="T38" fmla="*/ 139 w 147"/>
                        <a:gd name="T39" fmla="*/ 189 h 2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</a:cxnLst>
                      <a:rect l="0" t="0" r="r" b="b"/>
                      <a:pathLst>
                        <a:path w="147" h="200">
                          <a:moveTo>
                            <a:pt x="137" y="0"/>
                          </a:moveTo>
                          <a:cubicBezTo>
                            <a:pt x="10" y="0"/>
                            <a:pt x="10" y="0"/>
                            <a:pt x="10" y="0"/>
                          </a:cubicBezTo>
                          <a:cubicBezTo>
                            <a:pt x="4" y="0"/>
                            <a:pt x="0" y="5"/>
                            <a:pt x="0" y="10"/>
                          </a:cubicBezTo>
                          <a:cubicBezTo>
                            <a:pt x="0" y="190"/>
                            <a:pt x="0" y="190"/>
                            <a:pt x="0" y="190"/>
                          </a:cubicBezTo>
                          <a:cubicBezTo>
                            <a:pt x="0" y="196"/>
                            <a:pt x="4" y="200"/>
                            <a:pt x="10" y="200"/>
                          </a:cubicBezTo>
                          <a:cubicBezTo>
                            <a:pt x="137" y="200"/>
                            <a:pt x="137" y="200"/>
                            <a:pt x="137" y="200"/>
                          </a:cubicBezTo>
                          <a:cubicBezTo>
                            <a:pt x="138" y="200"/>
                            <a:pt x="139" y="200"/>
                            <a:pt x="140" y="199"/>
                          </a:cubicBezTo>
                          <a:cubicBezTo>
                            <a:pt x="146" y="193"/>
                            <a:pt x="146" y="193"/>
                            <a:pt x="146" y="193"/>
                          </a:cubicBezTo>
                          <a:cubicBezTo>
                            <a:pt x="146" y="192"/>
                            <a:pt x="147" y="191"/>
                            <a:pt x="147" y="190"/>
                          </a:cubicBezTo>
                          <a:cubicBezTo>
                            <a:pt x="147" y="10"/>
                            <a:pt x="147" y="10"/>
                            <a:pt x="147" y="10"/>
                          </a:cubicBezTo>
                          <a:cubicBezTo>
                            <a:pt x="147" y="5"/>
                            <a:pt x="142" y="0"/>
                            <a:pt x="137" y="0"/>
                          </a:cubicBezTo>
                          <a:close/>
                          <a:moveTo>
                            <a:pt x="139" y="189"/>
                          </a:moveTo>
                          <a:cubicBezTo>
                            <a:pt x="135" y="192"/>
                            <a:pt x="135" y="192"/>
                            <a:pt x="135" y="192"/>
                          </a:cubicBezTo>
                          <a:cubicBezTo>
                            <a:pt x="10" y="192"/>
                            <a:pt x="10" y="192"/>
                            <a:pt x="10" y="192"/>
                          </a:cubicBezTo>
                          <a:cubicBezTo>
                            <a:pt x="9" y="192"/>
                            <a:pt x="8" y="191"/>
                            <a:pt x="8" y="190"/>
                          </a:cubicBezTo>
                          <a:cubicBezTo>
                            <a:pt x="8" y="10"/>
                            <a:pt x="8" y="10"/>
                            <a:pt x="8" y="10"/>
                          </a:cubicBezTo>
                          <a:cubicBezTo>
                            <a:pt x="8" y="9"/>
                            <a:pt x="9" y="8"/>
                            <a:pt x="10" y="8"/>
                          </a:cubicBezTo>
                          <a:cubicBezTo>
                            <a:pt x="137" y="8"/>
                            <a:pt x="137" y="8"/>
                            <a:pt x="137" y="8"/>
                          </a:cubicBezTo>
                          <a:cubicBezTo>
                            <a:pt x="138" y="8"/>
                            <a:pt x="139" y="9"/>
                            <a:pt x="139" y="10"/>
                          </a:cubicBezTo>
                          <a:lnTo>
                            <a:pt x="139" y="189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  <p:sp>
                  <p:nvSpPr>
                    <p:cNvPr id="1094" name="Freeform 231">
                      <a:extLst>
                        <a:ext uri="{FF2B5EF4-FFF2-40B4-BE49-F238E27FC236}">
                          <a16:creationId xmlns:a16="http://schemas.microsoft.com/office/drawing/2014/main" id="{B7D1E1BC-7ADA-AE6F-EB54-F581B476A10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4603413" y="-2403476"/>
                      <a:ext cx="315913" cy="30163"/>
                    </a:xfrm>
                    <a:custGeom>
                      <a:avLst/>
                      <a:gdLst>
                        <a:gd name="T0" fmla="*/ 80 w 84"/>
                        <a:gd name="T1" fmla="*/ 0 h 8"/>
                        <a:gd name="T2" fmla="*/ 4 w 84"/>
                        <a:gd name="T3" fmla="*/ 0 h 8"/>
                        <a:gd name="T4" fmla="*/ 0 w 84"/>
                        <a:gd name="T5" fmla="*/ 4 h 8"/>
                        <a:gd name="T6" fmla="*/ 4 w 84"/>
                        <a:gd name="T7" fmla="*/ 8 h 8"/>
                        <a:gd name="T8" fmla="*/ 80 w 84"/>
                        <a:gd name="T9" fmla="*/ 8 h 8"/>
                        <a:gd name="T10" fmla="*/ 84 w 84"/>
                        <a:gd name="T11" fmla="*/ 4 h 8"/>
                        <a:gd name="T12" fmla="*/ 80 w 84"/>
                        <a:gd name="T13" fmla="*/ 0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4" h="8">
                          <a:moveTo>
                            <a:pt x="80" y="0"/>
                          </a:moveTo>
                          <a:cubicBezTo>
                            <a:pt x="4" y="0"/>
                            <a:pt x="4" y="0"/>
                            <a:pt x="4" y="0"/>
                          </a:cubicBezTo>
                          <a:cubicBezTo>
                            <a:pt x="2" y="0"/>
                            <a:pt x="0" y="2"/>
                            <a:pt x="0" y="4"/>
                          </a:cubicBezTo>
                          <a:cubicBezTo>
                            <a:pt x="0" y="6"/>
                            <a:pt x="2" y="8"/>
                            <a:pt x="4" y="8"/>
                          </a:cubicBezTo>
                          <a:cubicBezTo>
                            <a:pt x="80" y="8"/>
                            <a:pt x="80" y="8"/>
                            <a:pt x="80" y="8"/>
                          </a:cubicBezTo>
                          <a:cubicBezTo>
                            <a:pt x="82" y="8"/>
                            <a:pt x="84" y="6"/>
                            <a:pt x="84" y="4"/>
                          </a:cubicBezTo>
                          <a:cubicBezTo>
                            <a:pt x="84" y="2"/>
                            <a:pt x="82" y="0"/>
                            <a:pt x="80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1070" name="그룹 1069">
                  <a:extLst>
                    <a:ext uri="{FF2B5EF4-FFF2-40B4-BE49-F238E27FC236}">
                      <a16:creationId xmlns:a16="http://schemas.microsoft.com/office/drawing/2014/main" id="{0C565D9D-F265-9828-E0B0-F606198677CD}"/>
                    </a:ext>
                  </a:extLst>
                </p:cNvPr>
                <p:cNvGrpSpPr/>
                <p:nvPr/>
              </p:nvGrpSpPr>
              <p:grpSpPr>
                <a:xfrm>
                  <a:off x="3623554" y="4140320"/>
                  <a:ext cx="636537" cy="634466"/>
                  <a:chOff x="881898" y="5310642"/>
                  <a:chExt cx="976313" cy="973138"/>
                </a:xfrm>
              </p:grpSpPr>
              <p:grpSp>
                <p:nvGrpSpPr>
                  <p:cNvPr id="1071" name="그룹 1070">
                    <a:extLst>
                      <a:ext uri="{FF2B5EF4-FFF2-40B4-BE49-F238E27FC236}">
                        <a16:creationId xmlns:a16="http://schemas.microsoft.com/office/drawing/2014/main" id="{BCB2BA48-C940-DF90-90DF-6A9F16F00B29}"/>
                      </a:ext>
                    </a:extLst>
                  </p:cNvPr>
                  <p:cNvGrpSpPr/>
                  <p:nvPr/>
                </p:nvGrpSpPr>
                <p:grpSpPr>
                  <a:xfrm>
                    <a:off x="881898" y="5310642"/>
                    <a:ext cx="976313" cy="973138"/>
                    <a:chOff x="21240750" y="2320925"/>
                    <a:chExt cx="976313" cy="973138"/>
                  </a:xfrm>
                </p:grpSpPr>
                <p:sp>
                  <p:nvSpPr>
                    <p:cNvPr id="1073" name="Freeform 113">
                      <a:extLst>
                        <a:ext uri="{FF2B5EF4-FFF2-40B4-BE49-F238E27FC236}">
                          <a16:creationId xmlns:a16="http://schemas.microsoft.com/office/drawing/2014/main" id="{AADDF7EF-8303-4D81-B54E-9E7A2C6AFD5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410343" y="2487232"/>
                      <a:ext cx="637131" cy="640525"/>
                    </a:xfrm>
                    <a:custGeom>
                      <a:avLst/>
                      <a:gdLst>
                        <a:gd name="T0" fmla="*/ 1100 w 1100"/>
                        <a:gd name="T1" fmla="*/ 210 h 1107"/>
                        <a:gd name="T2" fmla="*/ 1100 w 1100"/>
                        <a:gd name="T3" fmla="*/ 264 h 1107"/>
                        <a:gd name="T4" fmla="*/ 1100 w 1100"/>
                        <a:gd name="T5" fmla="*/ 419 h 1107"/>
                        <a:gd name="T6" fmla="*/ 1100 w 1100"/>
                        <a:gd name="T7" fmla="*/ 473 h 1107"/>
                        <a:gd name="T8" fmla="*/ 1100 w 1100"/>
                        <a:gd name="T9" fmla="*/ 635 h 1107"/>
                        <a:gd name="T10" fmla="*/ 1100 w 1100"/>
                        <a:gd name="T11" fmla="*/ 689 h 1107"/>
                        <a:gd name="T12" fmla="*/ 1100 w 1100"/>
                        <a:gd name="T13" fmla="*/ 844 h 1107"/>
                        <a:gd name="T14" fmla="*/ 1100 w 1100"/>
                        <a:gd name="T15" fmla="*/ 898 h 1107"/>
                        <a:gd name="T16" fmla="*/ 1100 w 1100"/>
                        <a:gd name="T17" fmla="*/ 1033 h 1107"/>
                        <a:gd name="T18" fmla="*/ 1026 w 1100"/>
                        <a:gd name="T19" fmla="*/ 1107 h 1107"/>
                        <a:gd name="T20" fmla="*/ 898 w 1100"/>
                        <a:gd name="T21" fmla="*/ 1107 h 1107"/>
                        <a:gd name="T22" fmla="*/ 844 w 1100"/>
                        <a:gd name="T23" fmla="*/ 1107 h 1107"/>
                        <a:gd name="T24" fmla="*/ 682 w 1100"/>
                        <a:gd name="T25" fmla="*/ 1107 h 1107"/>
                        <a:gd name="T26" fmla="*/ 628 w 1100"/>
                        <a:gd name="T27" fmla="*/ 1107 h 1107"/>
                        <a:gd name="T28" fmla="*/ 472 w 1100"/>
                        <a:gd name="T29" fmla="*/ 1107 h 1107"/>
                        <a:gd name="T30" fmla="*/ 418 w 1100"/>
                        <a:gd name="T31" fmla="*/ 1107 h 1107"/>
                        <a:gd name="T32" fmla="*/ 256 w 1100"/>
                        <a:gd name="T33" fmla="*/ 1107 h 1107"/>
                        <a:gd name="T34" fmla="*/ 202 w 1100"/>
                        <a:gd name="T35" fmla="*/ 1107 h 1107"/>
                        <a:gd name="T36" fmla="*/ 74 w 1100"/>
                        <a:gd name="T37" fmla="*/ 1107 h 1107"/>
                        <a:gd name="T38" fmla="*/ 0 w 1100"/>
                        <a:gd name="T39" fmla="*/ 1033 h 1107"/>
                        <a:gd name="T40" fmla="*/ 0 w 1100"/>
                        <a:gd name="T41" fmla="*/ 898 h 1107"/>
                        <a:gd name="T42" fmla="*/ 0 w 1100"/>
                        <a:gd name="T43" fmla="*/ 844 h 1107"/>
                        <a:gd name="T44" fmla="*/ 0 w 1100"/>
                        <a:gd name="T45" fmla="*/ 689 h 1107"/>
                        <a:gd name="T46" fmla="*/ 0 w 1100"/>
                        <a:gd name="T47" fmla="*/ 635 h 1107"/>
                        <a:gd name="T48" fmla="*/ 0 w 1100"/>
                        <a:gd name="T49" fmla="*/ 473 h 1107"/>
                        <a:gd name="T50" fmla="*/ 0 w 1100"/>
                        <a:gd name="T51" fmla="*/ 419 h 1107"/>
                        <a:gd name="T52" fmla="*/ 0 w 1100"/>
                        <a:gd name="T53" fmla="*/ 264 h 1107"/>
                        <a:gd name="T54" fmla="*/ 0 w 1100"/>
                        <a:gd name="T55" fmla="*/ 210 h 1107"/>
                        <a:gd name="T56" fmla="*/ 0 w 1100"/>
                        <a:gd name="T57" fmla="*/ 75 h 1107"/>
                        <a:gd name="T58" fmla="*/ 74 w 1100"/>
                        <a:gd name="T59" fmla="*/ 0 h 1107"/>
                        <a:gd name="T60" fmla="*/ 202 w 1100"/>
                        <a:gd name="T61" fmla="*/ 0 h 1107"/>
                        <a:gd name="T62" fmla="*/ 256 w 1100"/>
                        <a:gd name="T63" fmla="*/ 0 h 1107"/>
                        <a:gd name="T64" fmla="*/ 418 w 1100"/>
                        <a:gd name="T65" fmla="*/ 0 h 1107"/>
                        <a:gd name="T66" fmla="*/ 472 w 1100"/>
                        <a:gd name="T67" fmla="*/ 0 h 1107"/>
                        <a:gd name="T68" fmla="*/ 628 w 1100"/>
                        <a:gd name="T69" fmla="*/ 0 h 1107"/>
                        <a:gd name="T70" fmla="*/ 682 w 1100"/>
                        <a:gd name="T71" fmla="*/ 0 h 1107"/>
                        <a:gd name="T72" fmla="*/ 844 w 1100"/>
                        <a:gd name="T73" fmla="*/ 0 h 1107"/>
                        <a:gd name="T74" fmla="*/ 898 w 1100"/>
                        <a:gd name="T75" fmla="*/ 0 h 1107"/>
                        <a:gd name="T76" fmla="*/ 1026 w 1100"/>
                        <a:gd name="T77" fmla="*/ 0 h 1107"/>
                        <a:gd name="T78" fmla="*/ 1100 w 1100"/>
                        <a:gd name="T79" fmla="*/ 75 h 1107"/>
                        <a:gd name="T80" fmla="*/ 1100 w 1100"/>
                        <a:gd name="T81" fmla="*/ 210 h 1107"/>
                        <a:gd name="T82" fmla="*/ 1100 w 1100"/>
                        <a:gd name="T83" fmla="*/ 210 h 110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</a:cxnLst>
                      <a:rect l="0" t="0" r="r" b="b"/>
                      <a:pathLst>
                        <a:path w="1100" h="1107">
                          <a:moveTo>
                            <a:pt x="1100" y="210"/>
                          </a:moveTo>
                          <a:cubicBezTo>
                            <a:pt x="1100" y="264"/>
                            <a:pt x="1100" y="264"/>
                            <a:pt x="1100" y="264"/>
                          </a:cubicBezTo>
                          <a:cubicBezTo>
                            <a:pt x="1100" y="419"/>
                            <a:pt x="1100" y="419"/>
                            <a:pt x="1100" y="419"/>
                          </a:cubicBezTo>
                          <a:cubicBezTo>
                            <a:pt x="1100" y="473"/>
                            <a:pt x="1100" y="473"/>
                            <a:pt x="1100" y="473"/>
                          </a:cubicBezTo>
                          <a:cubicBezTo>
                            <a:pt x="1100" y="635"/>
                            <a:pt x="1100" y="635"/>
                            <a:pt x="1100" y="635"/>
                          </a:cubicBezTo>
                          <a:cubicBezTo>
                            <a:pt x="1100" y="689"/>
                            <a:pt x="1100" y="689"/>
                            <a:pt x="1100" y="689"/>
                          </a:cubicBezTo>
                          <a:cubicBezTo>
                            <a:pt x="1100" y="844"/>
                            <a:pt x="1100" y="844"/>
                            <a:pt x="1100" y="844"/>
                          </a:cubicBezTo>
                          <a:cubicBezTo>
                            <a:pt x="1100" y="898"/>
                            <a:pt x="1100" y="898"/>
                            <a:pt x="1100" y="898"/>
                          </a:cubicBezTo>
                          <a:cubicBezTo>
                            <a:pt x="1100" y="1033"/>
                            <a:pt x="1100" y="1033"/>
                            <a:pt x="1100" y="1033"/>
                          </a:cubicBezTo>
                          <a:cubicBezTo>
                            <a:pt x="1100" y="1073"/>
                            <a:pt x="1073" y="1107"/>
                            <a:pt x="1026" y="1107"/>
                          </a:cubicBezTo>
                          <a:cubicBezTo>
                            <a:pt x="898" y="1107"/>
                            <a:pt x="898" y="1107"/>
                            <a:pt x="898" y="1107"/>
                          </a:cubicBezTo>
                          <a:cubicBezTo>
                            <a:pt x="844" y="1107"/>
                            <a:pt x="844" y="1107"/>
                            <a:pt x="844" y="1107"/>
                          </a:cubicBezTo>
                          <a:cubicBezTo>
                            <a:pt x="682" y="1107"/>
                            <a:pt x="682" y="1107"/>
                            <a:pt x="682" y="1107"/>
                          </a:cubicBezTo>
                          <a:cubicBezTo>
                            <a:pt x="628" y="1107"/>
                            <a:pt x="628" y="1107"/>
                            <a:pt x="628" y="1107"/>
                          </a:cubicBezTo>
                          <a:cubicBezTo>
                            <a:pt x="472" y="1107"/>
                            <a:pt x="472" y="1107"/>
                            <a:pt x="472" y="1107"/>
                          </a:cubicBezTo>
                          <a:cubicBezTo>
                            <a:pt x="418" y="1107"/>
                            <a:pt x="418" y="1107"/>
                            <a:pt x="418" y="1107"/>
                          </a:cubicBezTo>
                          <a:cubicBezTo>
                            <a:pt x="256" y="1107"/>
                            <a:pt x="256" y="1107"/>
                            <a:pt x="256" y="1107"/>
                          </a:cubicBezTo>
                          <a:cubicBezTo>
                            <a:pt x="202" y="1107"/>
                            <a:pt x="202" y="1107"/>
                            <a:pt x="202" y="1107"/>
                          </a:cubicBezTo>
                          <a:cubicBezTo>
                            <a:pt x="74" y="1107"/>
                            <a:pt x="74" y="1107"/>
                            <a:pt x="74" y="1107"/>
                          </a:cubicBezTo>
                          <a:cubicBezTo>
                            <a:pt x="27" y="1107"/>
                            <a:pt x="0" y="1073"/>
                            <a:pt x="0" y="1033"/>
                          </a:cubicBezTo>
                          <a:cubicBezTo>
                            <a:pt x="0" y="898"/>
                            <a:pt x="0" y="898"/>
                            <a:pt x="0" y="898"/>
                          </a:cubicBezTo>
                          <a:cubicBezTo>
                            <a:pt x="0" y="844"/>
                            <a:pt x="0" y="844"/>
                            <a:pt x="0" y="844"/>
                          </a:cubicBezTo>
                          <a:cubicBezTo>
                            <a:pt x="0" y="689"/>
                            <a:pt x="0" y="689"/>
                            <a:pt x="0" y="689"/>
                          </a:cubicBezTo>
                          <a:cubicBezTo>
                            <a:pt x="0" y="635"/>
                            <a:pt x="0" y="635"/>
                            <a:pt x="0" y="635"/>
                          </a:cubicBezTo>
                          <a:cubicBezTo>
                            <a:pt x="0" y="473"/>
                            <a:pt x="0" y="473"/>
                            <a:pt x="0" y="473"/>
                          </a:cubicBezTo>
                          <a:cubicBezTo>
                            <a:pt x="0" y="419"/>
                            <a:pt x="0" y="419"/>
                            <a:pt x="0" y="419"/>
                          </a:cubicBezTo>
                          <a:cubicBezTo>
                            <a:pt x="0" y="264"/>
                            <a:pt x="0" y="264"/>
                            <a:pt x="0" y="264"/>
                          </a:cubicBezTo>
                          <a:cubicBezTo>
                            <a:pt x="0" y="210"/>
                            <a:pt x="0" y="210"/>
                            <a:pt x="0" y="210"/>
                          </a:cubicBezTo>
                          <a:cubicBezTo>
                            <a:pt x="0" y="75"/>
                            <a:pt x="0" y="75"/>
                            <a:pt x="0" y="75"/>
                          </a:cubicBezTo>
                          <a:cubicBezTo>
                            <a:pt x="0" y="34"/>
                            <a:pt x="27" y="0"/>
                            <a:pt x="74" y="0"/>
                          </a:cubicBezTo>
                          <a:cubicBezTo>
                            <a:pt x="202" y="0"/>
                            <a:pt x="202" y="0"/>
                            <a:pt x="202" y="0"/>
                          </a:cubicBezTo>
                          <a:cubicBezTo>
                            <a:pt x="256" y="0"/>
                            <a:pt x="256" y="0"/>
                            <a:pt x="256" y="0"/>
                          </a:cubicBezTo>
                          <a:cubicBezTo>
                            <a:pt x="418" y="0"/>
                            <a:pt x="418" y="0"/>
                            <a:pt x="418" y="0"/>
                          </a:cubicBezTo>
                          <a:cubicBezTo>
                            <a:pt x="472" y="0"/>
                            <a:pt x="472" y="0"/>
                            <a:pt x="472" y="0"/>
                          </a:cubicBezTo>
                          <a:cubicBezTo>
                            <a:pt x="628" y="0"/>
                            <a:pt x="628" y="0"/>
                            <a:pt x="628" y="0"/>
                          </a:cubicBezTo>
                          <a:cubicBezTo>
                            <a:pt x="682" y="0"/>
                            <a:pt x="682" y="0"/>
                            <a:pt x="682" y="0"/>
                          </a:cubicBezTo>
                          <a:cubicBezTo>
                            <a:pt x="844" y="0"/>
                            <a:pt x="844" y="0"/>
                            <a:pt x="844" y="0"/>
                          </a:cubicBezTo>
                          <a:cubicBezTo>
                            <a:pt x="898" y="0"/>
                            <a:pt x="898" y="0"/>
                            <a:pt x="898" y="0"/>
                          </a:cubicBezTo>
                          <a:cubicBezTo>
                            <a:pt x="1026" y="0"/>
                            <a:pt x="1026" y="0"/>
                            <a:pt x="1026" y="0"/>
                          </a:cubicBezTo>
                          <a:cubicBezTo>
                            <a:pt x="1073" y="0"/>
                            <a:pt x="1100" y="34"/>
                            <a:pt x="1100" y="75"/>
                          </a:cubicBezTo>
                          <a:cubicBezTo>
                            <a:pt x="1100" y="210"/>
                            <a:pt x="1100" y="210"/>
                            <a:pt x="1100" y="210"/>
                          </a:cubicBezTo>
                          <a:cubicBezTo>
                            <a:pt x="1100" y="210"/>
                            <a:pt x="1100" y="210"/>
                            <a:pt x="1100" y="210"/>
                          </a:cubicBezTo>
                          <a:close/>
                        </a:path>
                      </a:pathLst>
                    </a:custGeom>
                    <a:solidFill>
                      <a:schemeClr val="tx1">
                        <a:lumMod val="85000"/>
                        <a:lumOff val="15000"/>
                      </a:schemeClr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074" name="Freeform 96">
                      <a:extLst>
                        <a:ext uri="{FF2B5EF4-FFF2-40B4-BE49-F238E27FC236}">
                          <a16:creationId xmlns:a16="http://schemas.microsoft.com/office/drawing/2014/main" id="{372FAA33-5751-77B2-F524-84CFA7040DA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085300" y="2620963"/>
                      <a:ext cx="131763" cy="30163"/>
                    </a:xfrm>
                    <a:custGeom>
                      <a:avLst/>
                      <a:gdLst>
                        <a:gd name="T0" fmla="*/ 244 w 244"/>
                        <a:gd name="T1" fmla="*/ 28 h 55"/>
                        <a:gd name="T2" fmla="*/ 217 w 244"/>
                        <a:gd name="T3" fmla="*/ 0 h 55"/>
                        <a:gd name="T4" fmla="*/ 0 w 244"/>
                        <a:gd name="T5" fmla="*/ 0 h 55"/>
                        <a:gd name="T6" fmla="*/ 0 w 244"/>
                        <a:gd name="T7" fmla="*/ 55 h 55"/>
                        <a:gd name="T8" fmla="*/ 217 w 244"/>
                        <a:gd name="T9" fmla="*/ 55 h 55"/>
                        <a:gd name="T10" fmla="*/ 244 w 244"/>
                        <a:gd name="T11" fmla="*/ 28 h 5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4" h="55">
                          <a:moveTo>
                            <a:pt x="244" y="28"/>
                          </a:moveTo>
                          <a:cubicBezTo>
                            <a:pt x="244" y="14"/>
                            <a:pt x="230" y="0"/>
                            <a:pt x="217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55"/>
                            <a:pt x="0" y="55"/>
                            <a:pt x="0" y="55"/>
                          </a:cubicBezTo>
                          <a:cubicBezTo>
                            <a:pt x="217" y="55"/>
                            <a:pt x="217" y="55"/>
                            <a:pt x="217" y="55"/>
                          </a:cubicBezTo>
                          <a:cubicBezTo>
                            <a:pt x="230" y="55"/>
                            <a:pt x="244" y="41"/>
                            <a:pt x="244" y="28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075" name="Freeform 97">
                      <a:extLst>
                        <a:ext uri="{FF2B5EF4-FFF2-40B4-BE49-F238E27FC236}">
                          <a16:creationId xmlns:a16="http://schemas.microsoft.com/office/drawing/2014/main" id="{881B9876-09DD-792D-6B8E-6F68F09B56C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085300" y="2733675"/>
                      <a:ext cx="131763" cy="30163"/>
                    </a:xfrm>
                    <a:custGeom>
                      <a:avLst/>
                      <a:gdLst>
                        <a:gd name="T0" fmla="*/ 217 w 244"/>
                        <a:gd name="T1" fmla="*/ 0 h 54"/>
                        <a:gd name="T2" fmla="*/ 0 w 244"/>
                        <a:gd name="T3" fmla="*/ 0 h 54"/>
                        <a:gd name="T4" fmla="*/ 0 w 244"/>
                        <a:gd name="T5" fmla="*/ 54 h 54"/>
                        <a:gd name="T6" fmla="*/ 217 w 244"/>
                        <a:gd name="T7" fmla="*/ 54 h 54"/>
                        <a:gd name="T8" fmla="*/ 244 w 244"/>
                        <a:gd name="T9" fmla="*/ 27 h 54"/>
                        <a:gd name="T10" fmla="*/ 217 w 244"/>
                        <a:gd name="T11" fmla="*/ 0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4" h="54">
                          <a:moveTo>
                            <a:pt x="217" y="0"/>
                          </a:move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54"/>
                            <a:pt x="0" y="54"/>
                            <a:pt x="0" y="54"/>
                          </a:cubicBezTo>
                          <a:cubicBezTo>
                            <a:pt x="217" y="54"/>
                            <a:pt x="217" y="54"/>
                            <a:pt x="217" y="54"/>
                          </a:cubicBezTo>
                          <a:cubicBezTo>
                            <a:pt x="230" y="54"/>
                            <a:pt x="244" y="47"/>
                            <a:pt x="244" y="27"/>
                          </a:cubicBezTo>
                          <a:cubicBezTo>
                            <a:pt x="244" y="13"/>
                            <a:pt x="230" y="0"/>
                            <a:pt x="217" y="0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076" name="Freeform 98">
                      <a:extLst>
                        <a:ext uri="{FF2B5EF4-FFF2-40B4-BE49-F238E27FC236}">
                          <a16:creationId xmlns:a16="http://schemas.microsoft.com/office/drawing/2014/main" id="{2AF824F9-C22E-E054-F11B-26BB89AE7A0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085300" y="2851150"/>
                      <a:ext cx="131763" cy="30163"/>
                    </a:xfrm>
                    <a:custGeom>
                      <a:avLst/>
                      <a:gdLst>
                        <a:gd name="T0" fmla="*/ 217 w 244"/>
                        <a:gd name="T1" fmla="*/ 0 h 54"/>
                        <a:gd name="T2" fmla="*/ 0 w 244"/>
                        <a:gd name="T3" fmla="*/ 0 h 54"/>
                        <a:gd name="T4" fmla="*/ 0 w 244"/>
                        <a:gd name="T5" fmla="*/ 54 h 54"/>
                        <a:gd name="T6" fmla="*/ 217 w 244"/>
                        <a:gd name="T7" fmla="*/ 54 h 54"/>
                        <a:gd name="T8" fmla="*/ 244 w 244"/>
                        <a:gd name="T9" fmla="*/ 27 h 54"/>
                        <a:gd name="T10" fmla="*/ 217 w 244"/>
                        <a:gd name="T11" fmla="*/ 0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4" h="54">
                          <a:moveTo>
                            <a:pt x="217" y="0"/>
                          </a:move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54"/>
                            <a:pt x="0" y="54"/>
                            <a:pt x="0" y="54"/>
                          </a:cubicBezTo>
                          <a:cubicBezTo>
                            <a:pt x="217" y="54"/>
                            <a:pt x="217" y="54"/>
                            <a:pt x="217" y="54"/>
                          </a:cubicBezTo>
                          <a:cubicBezTo>
                            <a:pt x="230" y="54"/>
                            <a:pt x="244" y="41"/>
                            <a:pt x="244" y="27"/>
                          </a:cubicBezTo>
                          <a:cubicBezTo>
                            <a:pt x="244" y="14"/>
                            <a:pt x="230" y="0"/>
                            <a:pt x="217" y="0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077" name="Freeform 99">
                      <a:extLst>
                        <a:ext uri="{FF2B5EF4-FFF2-40B4-BE49-F238E27FC236}">
                          <a16:creationId xmlns:a16="http://schemas.microsoft.com/office/drawing/2014/main" id="{392BA4F0-7A8D-CDCA-6C3A-F2BA1F2E05F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085300" y="2965450"/>
                      <a:ext cx="131763" cy="28575"/>
                    </a:xfrm>
                    <a:custGeom>
                      <a:avLst/>
                      <a:gdLst>
                        <a:gd name="T0" fmla="*/ 217 w 244"/>
                        <a:gd name="T1" fmla="*/ 0 h 54"/>
                        <a:gd name="T2" fmla="*/ 0 w 244"/>
                        <a:gd name="T3" fmla="*/ 0 h 54"/>
                        <a:gd name="T4" fmla="*/ 0 w 244"/>
                        <a:gd name="T5" fmla="*/ 54 h 54"/>
                        <a:gd name="T6" fmla="*/ 217 w 244"/>
                        <a:gd name="T7" fmla="*/ 54 h 54"/>
                        <a:gd name="T8" fmla="*/ 244 w 244"/>
                        <a:gd name="T9" fmla="*/ 27 h 54"/>
                        <a:gd name="T10" fmla="*/ 217 w 244"/>
                        <a:gd name="T11" fmla="*/ 0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4" h="54">
                          <a:moveTo>
                            <a:pt x="217" y="0"/>
                          </a:move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54"/>
                            <a:pt x="0" y="54"/>
                            <a:pt x="0" y="54"/>
                          </a:cubicBezTo>
                          <a:cubicBezTo>
                            <a:pt x="217" y="54"/>
                            <a:pt x="217" y="54"/>
                            <a:pt x="217" y="54"/>
                          </a:cubicBezTo>
                          <a:cubicBezTo>
                            <a:pt x="230" y="54"/>
                            <a:pt x="244" y="47"/>
                            <a:pt x="244" y="27"/>
                          </a:cubicBezTo>
                          <a:cubicBezTo>
                            <a:pt x="244" y="13"/>
                            <a:pt x="230" y="0"/>
                            <a:pt x="217" y="0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078" name="Freeform 100">
                      <a:extLst>
                        <a:ext uri="{FF2B5EF4-FFF2-40B4-BE49-F238E27FC236}">
                          <a16:creationId xmlns:a16="http://schemas.microsoft.com/office/drawing/2014/main" id="{4E48C114-03AD-3227-D8A5-97F857CD111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240750" y="2620963"/>
                      <a:ext cx="131763" cy="30163"/>
                    </a:xfrm>
                    <a:custGeom>
                      <a:avLst/>
                      <a:gdLst>
                        <a:gd name="T0" fmla="*/ 0 w 243"/>
                        <a:gd name="T1" fmla="*/ 28 h 55"/>
                        <a:gd name="T2" fmla="*/ 27 w 243"/>
                        <a:gd name="T3" fmla="*/ 55 h 55"/>
                        <a:gd name="T4" fmla="*/ 243 w 243"/>
                        <a:gd name="T5" fmla="*/ 55 h 55"/>
                        <a:gd name="T6" fmla="*/ 243 w 243"/>
                        <a:gd name="T7" fmla="*/ 0 h 55"/>
                        <a:gd name="T8" fmla="*/ 27 w 243"/>
                        <a:gd name="T9" fmla="*/ 0 h 55"/>
                        <a:gd name="T10" fmla="*/ 0 w 243"/>
                        <a:gd name="T11" fmla="*/ 28 h 5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3" h="55">
                          <a:moveTo>
                            <a:pt x="0" y="28"/>
                          </a:moveTo>
                          <a:cubicBezTo>
                            <a:pt x="0" y="41"/>
                            <a:pt x="14" y="55"/>
                            <a:pt x="27" y="55"/>
                          </a:cubicBezTo>
                          <a:cubicBezTo>
                            <a:pt x="243" y="55"/>
                            <a:pt x="243" y="55"/>
                            <a:pt x="243" y="55"/>
                          </a:cubicBezTo>
                          <a:cubicBezTo>
                            <a:pt x="243" y="0"/>
                            <a:pt x="243" y="0"/>
                            <a:pt x="243" y="0"/>
                          </a:cubicBezTo>
                          <a:cubicBezTo>
                            <a:pt x="27" y="0"/>
                            <a:pt x="27" y="0"/>
                            <a:pt x="27" y="0"/>
                          </a:cubicBezTo>
                          <a:cubicBezTo>
                            <a:pt x="14" y="0"/>
                            <a:pt x="0" y="14"/>
                            <a:pt x="0" y="28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079" name="Freeform 101">
                      <a:extLst>
                        <a:ext uri="{FF2B5EF4-FFF2-40B4-BE49-F238E27FC236}">
                          <a16:creationId xmlns:a16="http://schemas.microsoft.com/office/drawing/2014/main" id="{1A6C2091-0648-419E-C637-BE4A67B98D1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240750" y="2733675"/>
                      <a:ext cx="131763" cy="30163"/>
                    </a:xfrm>
                    <a:custGeom>
                      <a:avLst/>
                      <a:gdLst>
                        <a:gd name="T0" fmla="*/ 0 w 243"/>
                        <a:gd name="T1" fmla="*/ 27 h 54"/>
                        <a:gd name="T2" fmla="*/ 27 w 243"/>
                        <a:gd name="T3" fmla="*/ 54 h 54"/>
                        <a:gd name="T4" fmla="*/ 243 w 243"/>
                        <a:gd name="T5" fmla="*/ 54 h 54"/>
                        <a:gd name="T6" fmla="*/ 243 w 243"/>
                        <a:gd name="T7" fmla="*/ 0 h 54"/>
                        <a:gd name="T8" fmla="*/ 27 w 243"/>
                        <a:gd name="T9" fmla="*/ 0 h 54"/>
                        <a:gd name="T10" fmla="*/ 0 w 243"/>
                        <a:gd name="T11" fmla="*/ 27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3" h="54">
                          <a:moveTo>
                            <a:pt x="0" y="27"/>
                          </a:moveTo>
                          <a:cubicBezTo>
                            <a:pt x="0" y="47"/>
                            <a:pt x="14" y="54"/>
                            <a:pt x="27" y="54"/>
                          </a:cubicBezTo>
                          <a:cubicBezTo>
                            <a:pt x="243" y="54"/>
                            <a:pt x="243" y="54"/>
                            <a:pt x="243" y="54"/>
                          </a:cubicBezTo>
                          <a:cubicBezTo>
                            <a:pt x="243" y="0"/>
                            <a:pt x="243" y="0"/>
                            <a:pt x="243" y="0"/>
                          </a:cubicBezTo>
                          <a:cubicBezTo>
                            <a:pt x="27" y="0"/>
                            <a:pt x="27" y="0"/>
                            <a:pt x="27" y="0"/>
                          </a:cubicBezTo>
                          <a:cubicBezTo>
                            <a:pt x="14" y="0"/>
                            <a:pt x="0" y="13"/>
                            <a:pt x="0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080" name="Freeform 102">
                      <a:extLst>
                        <a:ext uri="{FF2B5EF4-FFF2-40B4-BE49-F238E27FC236}">
                          <a16:creationId xmlns:a16="http://schemas.microsoft.com/office/drawing/2014/main" id="{E2DD5B22-9BEC-AB81-6C87-889349F08DA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240750" y="2851150"/>
                      <a:ext cx="131763" cy="30163"/>
                    </a:xfrm>
                    <a:custGeom>
                      <a:avLst/>
                      <a:gdLst>
                        <a:gd name="T0" fmla="*/ 0 w 243"/>
                        <a:gd name="T1" fmla="*/ 27 h 54"/>
                        <a:gd name="T2" fmla="*/ 27 w 243"/>
                        <a:gd name="T3" fmla="*/ 54 h 54"/>
                        <a:gd name="T4" fmla="*/ 243 w 243"/>
                        <a:gd name="T5" fmla="*/ 54 h 54"/>
                        <a:gd name="T6" fmla="*/ 243 w 243"/>
                        <a:gd name="T7" fmla="*/ 0 h 54"/>
                        <a:gd name="T8" fmla="*/ 27 w 243"/>
                        <a:gd name="T9" fmla="*/ 0 h 54"/>
                        <a:gd name="T10" fmla="*/ 0 w 243"/>
                        <a:gd name="T11" fmla="*/ 27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3" h="54">
                          <a:moveTo>
                            <a:pt x="0" y="27"/>
                          </a:moveTo>
                          <a:cubicBezTo>
                            <a:pt x="0" y="41"/>
                            <a:pt x="14" y="54"/>
                            <a:pt x="27" y="54"/>
                          </a:cubicBezTo>
                          <a:cubicBezTo>
                            <a:pt x="243" y="54"/>
                            <a:pt x="243" y="54"/>
                            <a:pt x="243" y="54"/>
                          </a:cubicBezTo>
                          <a:cubicBezTo>
                            <a:pt x="243" y="0"/>
                            <a:pt x="243" y="0"/>
                            <a:pt x="243" y="0"/>
                          </a:cubicBezTo>
                          <a:cubicBezTo>
                            <a:pt x="27" y="0"/>
                            <a:pt x="27" y="0"/>
                            <a:pt x="27" y="0"/>
                          </a:cubicBezTo>
                          <a:cubicBezTo>
                            <a:pt x="14" y="0"/>
                            <a:pt x="0" y="14"/>
                            <a:pt x="0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081" name="Freeform 103">
                      <a:extLst>
                        <a:ext uri="{FF2B5EF4-FFF2-40B4-BE49-F238E27FC236}">
                          <a16:creationId xmlns:a16="http://schemas.microsoft.com/office/drawing/2014/main" id="{97CA9A1A-8935-624E-EED8-8552AA18CFB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240750" y="2965450"/>
                      <a:ext cx="131763" cy="28575"/>
                    </a:xfrm>
                    <a:custGeom>
                      <a:avLst/>
                      <a:gdLst>
                        <a:gd name="T0" fmla="*/ 0 w 243"/>
                        <a:gd name="T1" fmla="*/ 27 h 54"/>
                        <a:gd name="T2" fmla="*/ 27 w 243"/>
                        <a:gd name="T3" fmla="*/ 54 h 54"/>
                        <a:gd name="T4" fmla="*/ 243 w 243"/>
                        <a:gd name="T5" fmla="*/ 54 h 54"/>
                        <a:gd name="T6" fmla="*/ 243 w 243"/>
                        <a:gd name="T7" fmla="*/ 0 h 54"/>
                        <a:gd name="T8" fmla="*/ 27 w 243"/>
                        <a:gd name="T9" fmla="*/ 0 h 54"/>
                        <a:gd name="T10" fmla="*/ 0 w 243"/>
                        <a:gd name="T11" fmla="*/ 27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3" h="54">
                          <a:moveTo>
                            <a:pt x="0" y="27"/>
                          </a:moveTo>
                          <a:cubicBezTo>
                            <a:pt x="0" y="47"/>
                            <a:pt x="14" y="54"/>
                            <a:pt x="27" y="54"/>
                          </a:cubicBezTo>
                          <a:cubicBezTo>
                            <a:pt x="243" y="54"/>
                            <a:pt x="243" y="54"/>
                            <a:pt x="243" y="54"/>
                          </a:cubicBezTo>
                          <a:cubicBezTo>
                            <a:pt x="243" y="0"/>
                            <a:pt x="243" y="0"/>
                            <a:pt x="243" y="0"/>
                          </a:cubicBezTo>
                          <a:cubicBezTo>
                            <a:pt x="27" y="0"/>
                            <a:pt x="27" y="0"/>
                            <a:pt x="27" y="0"/>
                          </a:cubicBezTo>
                          <a:cubicBezTo>
                            <a:pt x="14" y="0"/>
                            <a:pt x="0" y="13"/>
                            <a:pt x="0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082" name="Freeform 104">
                      <a:extLst>
                        <a:ext uri="{FF2B5EF4-FFF2-40B4-BE49-F238E27FC236}">
                          <a16:creationId xmlns:a16="http://schemas.microsoft.com/office/drawing/2014/main" id="{46FA2D08-2704-4277-CBA4-6626B0BCB10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540788" y="2320925"/>
                      <a:ext cx="28575" cy="128588"/>
                    </a:xfrm>
                    <a:custGeom>
                      <a:avLst/>
                      <a:gdLst>
                        <a:gd name="T0" fmla="*/ 54 w 54"/>
                        <a:gd name="T1" fmla="*/ 27 h 237"/>
                        <a:gd name="T2" fmla="*/ 27 w 54"/>
                        <a:gd name="T3" fmla="*/ 0 h 237"/>
                        <a:gd name="T4" fmla="*/ 0 w 54"/>
                        <a:gd name="T5" fmla="*/ 27 h 237"/>
                        <a:gd name="T6" fmla="*/ 0 w 54"/>
                        <a:gd name="T7" fmla="*/ 237 h 237"/>
                        <a:gd name="T8" fmla="*/ 54 w 54"/>
                        <a:gd name="T9" fmla="*/ 237 h 237"/>
                        <a:gd name="T10" fmla="*/ 54 w 54"/>
                        <a:gd name="T11" fmla="*/ 27 h 237"/>
                        <a:gd name="T12" fmla="*/ 54 w 54"/>
                        <a:gd name="T13" fmla="*/ 27 h 2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7">
                          <a:moveTo>
                            <a:pt x="54" y="27"/>
                          </a:moveTo>
                          <a:cubicBezTo>
                            <a:pt x="54" y="14"/>
                            <a:pt x="40" y="0"/>
                            <a:pt x="27" y="0"/>
                          </a:cubicBezTo>
                          <a:cubicBezTo>
                            <a:pt x="13" y="0"/>
                            <a:pt x="0" y="14"/>
                            <a:pt x="0" y="27"/>
                          </a:cubicBezTo>
                          <a:cubicBezTo>
                            <a:pt x="0" y="237"/>
                            <a:pt x="0" y="237"/>
                            <a:pt x="0" y="237"/>
                          </a:cubicBezTo>
                          <a:cubicBezTo>
                            <a:pt x="54" y="237"/>
                            <a:pt x="54" y="237"/>
                            <a:pt x="54" y="23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083" name="Freeform 105">
                      <a:extLst>
                        <a:ext uri="{FF2B5EF4-FFF2-40B4-BE49-F238E27FC236}">
                          <a16:creationId xmlns:a16="http://schemas.microsoft.com/office/drawing/2014/main" id="{B151304B-827A-7F73-A8D3-79D283EB241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658263" y="2320925"/>
                      <a:ext cx="28575" cy="128588"/>
                    </a:xfrm>
                    <a:custGeom>
                      <a:avLst/>
                      <a:gdLst>
                        <a:gd name="T0" fmla="*/ 54 w 54"/>
                        <a:gd name="T1" fmla="*/ 27 h 237"/>
                        <a:gd name="T2" fmla="*/ 27 w 54"/>
                        <a:gd name="T3" fmla="*/ 0 h 237"/>
                        <a:gd name="T4" fmla="*/ 0 w 54"/>
                        <a:gd name="T5" fmla="*/ 27 h 237"/>
                        <a:gd name="T6" fmla="*/ 0 w 54"/>
                        <a:gd name="T7" fmla="*/ 237 h 237"/>
                        <a:gd name="T8" fmla="*/ 54 w 54"/>
                        <a:gd name="T9" fmla="*/ 237 h 237"/>
                        <a:gd name="T10" fmla="*/ 54 w 54"/>
                        <a:gd name="T11" fmla="*/ 27 h 237"/>
                        <a:gd name="T12" fmla="*/ 54 w 54"/>
                        <a:gd name="T13" fmla="*/ 27 h 2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7">
                          <a:moveTo>
                            <a:pt x="54" y="27"/>
                          </a:moveTo>
                          <a:cubicBezTo>
                            <a:pt x="54" y="14"/>
                            <a:pt x="40" y="0"/>
                            <a:pt x="27" y="0"/>
                          </a:cubicBezTo>
                          <a:cubicBezTo>
                            <a:pt x="13" y="0"/>
                            <a:pt x="0" y="14"/>
                            <a:pt x="0" y="27"/>
                          </a:cubicBezTo>
                          <a:cubicBezTo>
                            <a:pt x="0" y="237"/>
                            <a:pt x="0" y="237"/>
                            <a:pt x="0" y="237"/>
                          </a:cubicBezTo>
                          <a:cubicBezTo>
                            <a:pt x="54" y="237"/>
                            <a:pt x="54" y="237"/>
                            <a:pt x="54" y="23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084" name="Freeform 106">
                      <a:extLst>
                        <a:ext uri="{FF2B5EF4-FFF2-40B4-BE49-F238E27FC236}">
                          <a16:creationId xmlns:a16="http://schemas.microsoft.com/office/drawing/2014/main" id="{E5E2905D-0008-B202-52E9-9B8AF3C63BE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770975" y="2320925"/>
                      <a:ext cx="30163" cy="128588"/>
                    </a:xfrm>
                    <a:custGeom>
                      <a:avLst/>
                      <a:gdLst>
                        <a:gd name="T0" fmla="*/ 54 w 54"/>
                        <a:gd name="T1" fmla="*/ 27 h 237"/>
                        <a:gd name="T2" fmla="*/ 27 w 54"/>
                        <a:gd name="T3" fmla="*/ 0 h 237"/>
                        <a:gd name="T4" fmla="*/ 0 w 54"/>
                        <a:gd name="T5" fmla="*/ 27 h 237"/>
                        <a:gd name="T6" fmla="*/ 0 w 54"/>
                        <a:gd name="T7" fmla="*/ 237 h 237"/>
                        <a:gd name="T8" fmla="*/ 54 w 54"/>
                        <a:gd name="T9" fmla="*/ 237 h 237"/>
                        <a:gd name="T10" fmla="*/ 54 w 54"/>
                        <a:gd name="T11" fmla="*/ 27 h 237"/>
                        <a:gd name="T12" fmla="*/ 54 w 54"/>
                        <a:gd name="T13" fmla="*/ 27 h 2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7">
                          <a:moveTo>
                            <a:pt x="54" y="27"/>
                          </a:moveTo>
                          <a:cubicBezTo>
                            <a:pt x="54" y="14"/>
                            <a:pt x="40" y="0"/>
                            <a:pt x="27" y="0"/>
                          </a:cubicBezTo>
                          <a:cubicBezTo>
                            <a:pt x="13" y="0"/>
                            <a:pt x="0" y="14"/>
                            <a:pt x="0" y="27"/>
                          </a:cubicBezTo>
                          <a:cubicBezTo>
                            <a:pt x="0" y="237"/>
                            <a:pt x="0" y="237"/>
                            <a:pt x="0" y="237"/>
                          </a:cubicBezTo>
                          <a:cubicBezTo>
                            <a:pt x="54" y="237"/>
                            <a:pt x="54" y="237"/>
                            <a:pt x="54" y="23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085" name="Freeform 107">
                      <a:extLst>
                        <a:ext uri="{FF2B5EF4-FFF2-40B4-BE49-F238E27FC236}">
                          <a16:creationId xmlns:a16="http://schemas.microsoft.com/office/drawing/2014/main" id="{847F2458-A210-41CC-5AED-605CD57BFC2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886863" y="2320925"/>
                      <a:ext cx="30163" cy="128588"/>
                    </a:xfrm>
                    <a:custGeom>
                      <a:avLst/>
                      <a:gdLst>
                        <a:gd name="T0" fmla="*/ 54 w 54"/>
                        <a:gd name="T1" fmla="*/ 27 h 237"/>
                        <a:gd name="T2" fmla="*/ 27 w 54"/>
                        <a:gd name="T3" fmla="*/ 0 h 237"/>
                        <a:gd name="T4" fmla="*/ 0 w 54"/>
                        <a:gd name="T5" fmla="*/ 27 h 237"/>
                        <a:gd name="T6" fmla="*/ 0 w 54"/>
                        <a:gd name="T7" fmla="*/ 237 h 237"/>
                        <a:gd name="T8" fmla="*/ 54 w 54"/>
                        <a:gd name="T9" fmla="*/ 237 h 237"/>
                        <a:gd name="T10" fmla="*/ 54 w 54"/>
                        <a:gd name="T11" fmla="*/ 27 h 237"/>
                        <a:gd name="T12" fmla="*/ 54 w 54"/>
                        <a:gd name="T13" fmla="*/ 27 h 2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7">
                          <a:moveTo>
                            <a:pt x="54" y="27"/>
                          </a:moveTo>
                          <a:cubicBezTo>
                            <a:pt x="54" y="14"/>
                            <a:pt x="40" y="0"/>
                            <a:pt x="27" y="0"/>
                          </a:cubicBezTo>
                          <a:cubicBezTo>
                            <a:pt x="13" y="0"/>
                            <a:pt x="0" y="14"/>
                            <a:pt x="0" y="27"/>
                          </a:cubicBezTo>
                          <a:cubicBezTo>
                            <a:pt x="0" y="237"/>
                            <a:pt x="0" y="237"/>
                            <a:pt x="0" y="237"/>
                          </a:cubicBezTo>
                          <a:cubicBezTo>
                            <a:pt x="54" y="237"/>
                            <a:pt x="54" y="237"/>
                            <a:pt x="54" y="23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086" name="Freeform 108">
                      <a:extLst>
                        <a:ext uri="{FF2B5EF4-FFF2-40B4-BE49-F238E27FC236}">
                          <a16:creationId xmlns:a16="http://schemas.microsoft.com/office/drawing/2014/main" id="{329F9F9E-E891-5F81-AEC2-FBE5A4AD28F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540788" y="3165475"/>
                      <a:ext cx="28575" cy="128588"/>
                    </a:xfrm>
                    <a:custGeom>
                      <a:avLst/>
                      <a:gdLst>
                        <a:gd name="T0" fmla="*/ 0 w 54"/>
                        <a:gd name="T1" fmla="*/ 211 h 238"/>
                        <a:gd name="T2" fmla="*/ 27 w 54"/>
                        <a:gd name="T3" fmla="*/ 238 h 238"/>
                        <a:gd name="T4" fmla="*/ 54 w 54"/>
                        <a:gd name="T5" fmla="*/ 211 h 238"/>
                        <a:gd name="T6" fmla="*/ 54 w 54"/>
                        <a:gd name="T7" fmla="*/ 0 h 238"/>
                        <a:gd name="T8" fmla="*/ 0 w 54"/>
                        <a:gd name="T9" fmla="*/ 0 h 238"/>
                        <a:gd name="T10" fmla="*/ 0 w 54"/>
                        <a:gd name="T11" fmla="*/ 211 h 238"/>
                        <a:gd name="T12" fmla="*/ 0 w 54"/>
                        <a:gd name="T13" fmla="*/ 211 h 2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8">
                          <a:moveTo>
                            <a:pt x="0" y="211"/>
                          </a:moveTo>
                          <a:cubicBezTo>
                            <a:pt x="0" y="231"/>
                            <a:pt x="13" y="238"/>
                            <a:pt x="27" y="238"/>
                          </a:cubicBezTo>
                          <a:cubicBezTo>
                            <a:pt x="40" y="238"/>
                            <a:pt x="54" y="231"/>
                            <a:pt x="54" y="211"/>
                          </a:cubicBezTo>
                          <a:cubicBezTo>
                            <a:pt x="54" y="0"/>
                            <a:pt x="54" y="0"/>
                            <a:pt x="54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087" name="Freeform 109">
                      <a:extLst>
                        <a:ext uri="{FF2B5EF4-FFF2-40B4-BE49-F238E27FC236}">
                          <a16:creationId xmlns:a16="http://schemas.microsoft.com/office/drawing/2014/main" id="{1A33CBA7-E1CD-5593-A572-CA5E97EC659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658263" y="3165475"/>
                      <a:ext cx="28575" cy="128588"/>
                    </a:xfrm>
                    <a:custGeom>
                      <a:avLst/>
                      <a:gdLst>
                        <a:gd name="T0" fmla="*/ 0 w 54"/>
                        <a:gd name="T1" fmla="*/ 211 h 238"/>
                        <a:gd name="T2" fmla="*/ 27 w 54"/>
                        <a:gd name="T3" fmla="*/ 238 h 238"/>
                        <a:gd name="T4" fmla="*/ 54 w 54"/>
                        <a:gd name="T5" fmla="*/ 211 h 238"/>
                        <a:gd name="T6" fmla="*/ 54 w 54"/>
                        <a:gd name="T7" fmla="*/ 0 h 238"/>
                        <a:gd name="T8" fmla="*/ 0 w 54"/>
                        <a:gd name="T9" fmla="*/ 0 h 238"/>
                        <a:gd name="T10" fmla="*/ 0 w 54"/>
                        <a:gd name="T11" fmla="*/ 211 h 238"/>
                        <a:gd name="T12" fmla="*/ 0 w 54"/>
                        <a:gd name="T13" fmla="*/ 211 h 2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8">
                          <a:moveTo>
                            <a:pt x="0" y="211"/>
                          </a:moveTo>
                          <a:cubicBezTo>
                            <a:pt x="0" y="231"/>
                            <a:pt x="13" y="238"/>
                            <a:pt x="27" y="238"/>
                          </a:cubicBezTo>
                          <a:cubicBezTo>
                            <a:pt x="40" y="238"/>
                            <a:pt x="54" y="231"/>
                            <a:pt x="54" y="211"/>
                          </a:cubicBezTo>
                          <a:cubicBezTo>
                            <a:pt x="54" y="0"/>
                            <a:pt x="54" y="0"/>
                            <a:pt x="54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088" name="Freeform 110">
                      <a:extLst>
                        <a:ext uri="{FF2B5EF4-FFF2-40B4-BE49-F238E27FC236}">
                          <a16:creationId xmlns:a16="http://schemas.microsoft.com/office/drawing/2014/main" id="{F572B2A1-D446-BAEC-D91D-9257E0A94FE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770975" y="3165475"/>
                      <a:ext cx="30163" cy="128588"/>
                    </a:xfrm>
                    <a:custGeom>
                      <a:avLst/>
                      <a:gdLst>
                        <a:gd name="T0" fmla="*/ 0 w 54"/>
                        <a:gd name="T1" fmla="*/ 211 h 238"/>
                        <a:gd name="T2" fmla="*/ 27 w 54"/>
                        <a:gd name="T3" fmla="*/ 238 h 238"/>
                        <a:gd name="T4" fmla="*/ 54 w 54"/>
                        <a:gd name="T5" fmla="*/ 211 h 238"/>
                        <a:gd name="T6" fmla="*/ 54 w 54"/>
                        <a:gd name="T7" fmla="*/ 0 h 238"/>
                        <a:gd name="T8" fmla="*/ 0 w 54"/>
                        <a:gd name="T9" fmla="*/ 0 h 238"/>
                        <a:gd name="T10" fmla="*/ 0 w 54"/>
                        <a:gd name="T11" fmla="*/ 211 h 238"/>
                        <a:gd name="T12" fmla="*/ 0 w 54"/>
                        <a:gd name="T13" fmla="*/ 211 h 2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8">
                          <a:moveTo>
                            <a:pt x="0" y="211"/>
                          </a:moveTo>
                          <a:cubicBezTo>
                            <a:pt x="0" y="231"/>
                            <a:pt x="13" y="238"/>
                            <a:pt x="27" y="238"/>
                          </a:cubicBezTo>
                          <a:cubicBezTo>
                            <a:pt x="40" y="238"/>
                            <a:pt x="54" y="231"/>
                            <a:pt x="54" y="211"/>
                          </a:cubicBezTo>
                          <a:cubicBezTo>
                            <a:pt x="54" y="0"/>
                            <a:pt x="54" y="0"/>
                            <a:pt x="54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089" name="Freeform 111">
                      <a:extLst>
                        <a:ext uri="{FF2B5EF4-FFF2-40B4-BE49-F238E27FC236}">
                          <a16:creationId xmlns:a16="http://schemas.microsoft.com/office/drawing/2014/main" id="{A2A552BA-8383-C65B-8DC6-8E7C2AEB299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886863" y="3165475"/>
                      <a:ext cx="30163" cy="128588"/>
                    </a:xfrm>
                    <a:custGeom>
                      <a:avLst/>
                      <a:gdLst>
                        <a:gd name="T0" fmla="*/ 0 w 54"/>
                        <a:gd name="T1" fmla="*/ 211 h 238"/>
                        <a:gd name="T2" fmla="*/ 27 w 54"/>
                        <a:gd name="T3" fmla="*/ 238 h 238"/>
                        <a:gd name="T4" fmla="*/ 54 w 54"/>
                        <a:gd name="T5" fmla="*/ 211 h 238"/>
                        <a:gd name="T6" fmla="*/ 54 w 54"/>
                        <a:gd name="T7" fmla="*/ 0 h 238"/>
                        <a:gd name="T8" fmla="*/ 0 w 54"/>
                        <a:gd name="T9" fmla="*/ 0 h 238"/>
                        <a:gd name="T10" fmla="*/ 0 w 54"/>
                        <a:gd name="T11" fmla="*/ 211 h 238"/>
                        <a:gd name="T12" fmla="*/ 0 w 54"/>
                        <a:gd name="T13" fmla="*/ 211 h 2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8">
                          <a:moveTo>
                            <a:pt x="0" y="211"/>
                          </a:moveTo>
                          <a:cubicBezTo>
                            <a:pt x="0" y="231"/>
                            <a:pt x="13" y="238"/>
                            <a:pt x="27" y="238"/>
                          </a:cubicBezTo>
                          <a:cubicBezTo>
                            <a:pt x="40" y="238"/>
                            <a:pt x="54" y="231"/>
                            <a:pt x="54" y="211"/>
                          </a:cubicBezTo>
                          <a:cubicBezTo>
                            <a:pt x="54" y="0"/>
                            <a:pt x="54" y="0"/>
                            <a:pt x="54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090" name="Freeform 112">
                      <a:extLst>
                        <a:ext uri="{FF2B5EF4-FFF2-40B4-BE49-F238E27FC236}">
                          <a16:creationId xmlns:a16="http://schemas.microsoft.com/office/drawing/2014/main" id="{A0352A9F-E9C4-43B9-1F1B-759F988D60B5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21401088" y="2478088"/>
                      <a:ext cx="654050" cy="658813"/>
                    </a:xfrm>
                    <a:custGeom>
                      <a:avLst/>
                      <a:gdLst>
                        <a:gd name="T0" fmla="*/ 952 w 1208"/>
                        <a:gd name="T1" fmla="*/ 0 h 1215"/>
                        <a:gd name="T2" fmla="*/ 736 w 1208"/>
                        <a:gd name="T3" fmla="*/ 0 h 1215"/>
                        <a:gd name="T4" fmla="*/ 526 w 1208"/>
                        <a:gd name="T5" fmla="*/ 0 h 1215"/>
                        <a:gd name="T6" fmla="*/ 310 w 1208"/>
                        <a:gd name="T7" fmla="*/ 0 h 1215"/>
                        <a:gd name="T8" fmla="*/ 128 w 1208"/>
                        <a:gd name="T9" fmla="*/ 0 h 1215"/>
                        <a:gd name="T10" fmla="*/ 0 w 1208"/>
                        <a:gd name="T11" fmla="*/ 264 h 1215"/>
                        <a:gd name="T12" fmla="*/ 0 w 1208"/>
                        <a:gd name="T13" fmla="*/ 473 h 1215"/>
                        <a:gd name="T14" fmla="*/ 0 w 1208"/>
                        <a:gd name="T15" fmla="*/ 689 h 1215"/>
                        <a:gd name="T16" fmla="*/ 0 w 1208"/>
                        <a:gd name="T17" fmla="*/ 898 h 1215"/>
                        <a:gd name="T18" fmla="*/ 0 w 1208"/>
                        <a:gd name="T19" fmla="*/ 1087 h 1215"/>
                        <a:gd name="T20" fmla="*/ 256 w 1208"/>
                        <a:gd name="T21" fmla="*/ 1215 h 1215"/>
                        <a:gd name="T22" fmla="*/ 472 w 1208"/>
                        <a:gd name="T23" fmla="*/ 1215 h 1215"/>
                        <a:gd name="T24" fmla="*/ 682 w 1208"/>
                        <a:gd name="T25" fmla="*/ 1215 h 1215"/>
                        <a:gd name="T26" fmla="*/ 898 w 1208"/>
                        <a:gd name="T27" fmla="*/ 1215 h 1215"/>
                        <a:gd name="T28" fmla="*/ 1080 w 1208"/>
                        <a:gd name="T29" fmla="*/ 1215 h 1215"/>
                        <a:gd name="T30" fmla="*/ 1208 w 1208"/>
                        <a:gd name="T31" fmla="*/ 952 h 1215"/>
                        <a:gd name="T32" fmla="*/ 1208 w 1208"/>
                        <a:gd name="T33" fmla="*/ 743 h 1215"/>
                        <a:gd name="T34" fmla="*/ 1208 w 1208"/>
                        <a:gd name="T35" fmla="*/ 527 h 1215"/>
                        <a:gd name="T36" fmla="*/ 1208 w 1208"/>
                        <a:gd name="T37" fmla="*/ 318 h 1215"/>
                        <a:gd name="T38" fmla="*/ 1208 w 1208"/>
                        <a:gd name="T39" fmla="*/ 129 h 1215"/>
                        <a:gd name="T40" fmla="*/ 1154 w 1208"/>
                        <a:gd name="T41" fmla="*/ 264 h 1215"/>
                        <a:gd name="T42" fmla="*/ 1154 w 1208"/>
                        <a:gd name="T43" fmla="*/ 473 h 1215"/>
                        <a:gd name="T44" fmla="*/ 1154 w 1208"/>
                        <a:gd name="T45" fmla="*/ 689 h 1215"/>
                        <a:gd name="T46" fmla="*/ 1154 w 1208"/>
                        <a:gd name="T47" fmla="*/ 898 h 1215"/>
                        <a:gd name="T48" fmla="*/ 1154 w 1208"/>
                        <a:gd name="T49" fmla="*/ 1087 h 1215"/>
                        <a:gd name="T50" fmla="*/ 952 w 1208"/>
                        <a:gd name="T51" fmla="*/ 1161 h 1215"/>
                        <a:gd name="T52" fmla="*/ 736 w 1208"/>
                        <a:gd name="T53" fmla="*/ 1161 h 1215"/>
                        <a:gd name="T54" fmla="*/ 526 w 1208"/>
                        <a:gd name="T55" fmla="*/ 1161 h 1215"/>
                        <a:gd name="T56" fmla="*/ 310 w 1208"/>
                        <a:gd name="T57" fmla="*/ 1161 h 1215"/>
                        <a:gd name="T58" fmla="*/ 128 w 1208"/>
                        <a:gd name="T59" fmla="*/ 1161 h 1215"/>
                        <a:gd name="T60" fmla="*/ 54 w 1208"/>
                        <a:gd name="T61" fmla="*/ 952 h 1215"/>
                        <a:gd name="T62" fmla="*/ 54 w 1208"/>
                        <a:gd name="T63" fmla="*/ 743 h 1215"/>
                        <a:gd name="T64" fmla="*/ 54 w 1208"/>
                        <a:gd name="T65" fmla="*/ 527 h 1215"/>
                        <a:gd name="T66" fmla="*/ 54 w 1208"/>
                        <a:gd name="T67" fmla="*/ 318 h 1215"/>
                        <a:gd name="T68" fmla="*/ 54 w 1208"/>
                        <a:gd name="T69" fmla="*/ 129 h 1215"/>
                        <a:gd name="T70" fmla="*/ 256 w 1208"/>
                        <a:gd name="T71" fmla="*/ 54 h 1215"/>
                        <a:gd name="T72" fmla="*/ 472 w 1208"/>
                        <a:gd name="T73" fmla="*/ 54 h 1215"/>
                        <a:gd name="T74" fmla="*/ 682 w 1208"/>
                        <a:gd name="T75" fmla="*/ 54 h 1215"/>
                        <a:gd name="T76" fmla="*/ 898 w 1208"/>
                        <a:gd name="T77" fmla="*/ 54 h 1215"/>
                        <a:gd name="T78" fmla="*/ 1080 w 1208"/>
                        <a:gd name="T79" fmla="*/ 54 h 1215"/>
                        <a:gd name="T80" fmla="*/ 1154 w 1208"/>
                        <a:gd name="T81" fmla="*/ 264 h 121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</a:cxnLst>
                      <a:rect l="0" t="0" r="r" b="b"/>
                      <a:pathLst>
                        <a:path w="1208" h="1215">
                          <a:moveTo>
                            <a:pt x="1080" y="0"/>
                          </a:moveTo>
                          <a:cubicBezTo>
                            <a:pt x="952" y="0"/>
                            <a:pt x="952" y="0"/>
                            <a:pt x="952" y="0"/>
                          </a:cubicBezTo>
                          <a:cubicBezTo>
                            <a:pt x="898" y="0"/>
                            <a:pt x="898" y="0"/>
                            <a:pt x="898" y="0"/>
                          </a:cubicBezTo>
                          <a:cubicBezTo>
                            <a:pt x="736" y="0"/>
                            <a:pt x="736" y="0"/>
                            <a:pt x="736" y="0"/>
                          </a:cubicBezTo>
                          <a:cubicBezTo>
                            <a:pt x="682" y="0"/>
                            <a:pt x="682" y="0"/>
                            <a:pt x="682" y="0"/>
                          </a:cubicBezTo>
                          <a:cubicBezTo>
                            <a:pt x="526" y="0"/>
                            <a:pt x="526" y="0"/>
                            <a:pt x="526" y="0"/>
                          </a:cubicBezTo>
                          <a:cubicBezTo>
                            <a:pt x="472" y="0"/>
                            <a:pt x="472" y="0"/>
                            <a:pt x="472" y="0"/>
                          </a:cubicBezTo>
                          <a:cubicBezTo>
                            <a:pt x="310" y="0"/>
                            <a:pt x="310" y="0"/>
                            <a:pt x="310" y="0"/>
                          </a:cubicBezTo>
                          <a:cubicBezTo>
                            <a:pt x="256" y="0"/>
                            <a:pt x="256" y="0"/>
                            <a:pt x="256" y="0"/>
                          </a:cubicBezTo>
                          <a:cubicBezTo>
                            <a:pt x="128" y="0"/>
                            <a:pt x="128" y="0"/>
                            <a:pt x="128" y="0"/>
                          </a:cubicBezTo>
                          <a:cubicBezTo>
                            <a:pt x="54" y="0"/>
                            <a:pt x="0" y="61"/>
                            <a:pt x="0" y="129"/>
                          </a:cubicBezTo>
                          <a:cubicBezTo>
                            <a:pt x="0" y="264"/>
                            <a:pt x="0" y="264"/>
                            <a:pt x="0" y="264"/>
                          </a:cubicBezTo>
                          <a:cubicBezTo>
                            <a:pt x="0" y="318"/>
                            <a:pt x="0" y="318"/>
                            <a:pt x="0" y="318"/>
                          </a:cubicBezTo>
                          <a:cubicBezTo>
                            <a:pt x="0" y="473"/>
                            <a:pt x="0" y="473"/>
                            <a:pt x="0" y="473"/>
                          </a:cubicBezTo>
                          <a:cubicBezTo>
                            <a:pt x="0" y="527"/>
                            <a:pt x="0" y="527"/>
                            <a:pt x="0" y="527"/>
                          </a:cubicBezTo>
                          <a:cubicBezTo>
                            <a:pt x="0" y="689"/>
                            <a:pt x="0" y="689"/>
                            <a:pt x="0" y="689"/>
                          </a:cubicBezTo>
                          <a:cubicBezTo>
                            <a:pt x="0" y="743"/>
                            <a:pt x="0" y="743"/>
                            <a:pt x="0" y="743"/>
                          </a:cubicBezTo>
                          <a:cubicBezTo>
                            <a:pt x="0" y="898"/>
                            <a:pt x="0" y="898"/>
                            <a:pt x="0" y="898"/>
                          </a:cubicBezTo>
                          <a:cubicBezTo>
                            <a:pt x="0" y="952"/>
                            <a:pt x="0" y="952"/>
                            <a:pt x="0" y="952"/>
                          </a:cubicBezTo>
                          <a:cubicBezTo>
                            <a:pt x="0" y="1087"/>
                            <a:pt x="0" y="1087"/>
                            <a:pt x="0" y="1087"/>
                          </a:cubicBezTo>
                          <a:cubicBezTo>
                            <a:pt x="0" y="1161"/>
                            <a:pt x="54" y="1215"/>
                            <a:pt x="128" y="1215"/>
                          </a:cubicBezTo>
                          <a:cubicBezTo>
                            <a:pt x="256" y="1215"/>
                            <a:pt x="256" y="1215"/>
                            <a:pt x="256" y="1215"/>
                          </a:cubicBezTo>
                          <a:cubicBezTo>
                            <a:pt x="310" y="1215"/>
                            <a:pt x="310" y="1215"/>
                            <a:pt x="310" y="1215"/>
                          </a:cubicBezTo>
                          <a:cubicBezTo>
                            <a:pt x="472" y="1215"/>
                            <a:pt x="472" y="1215"/>
                            <a:pt x="472" y="1215"/>
                          </a:cubicBezTo>
                          <a:cubicBezTo>
                            <a:pt x="526" y="1215"/>
                            <a:pt x="526" y="1215"/>
                            <a:pt x="526" y="1215"/>
                          </a:cubicBezTo>
                          <a:cubicBezTo>
                            <a:pt x="682" y="1215"/>
                            <a:pt x="682" y="1215"/>
                            <a:pt x="682" y="1215"/>
                          </a:cubicBezTo>
                          <a:cubicBezTo>
                            <a:pt x="736" y="1215"/>
                            <a:pt x="736" y="1215"/>
                            <a:pt x="736" y="1215"/>
                          </a:cubicBezTo>
                          <a:cubicBezTo>
                            <a:pt x="898" y="1215"/>
                            <a:pt x="898" y="1215"/>
                            <a:pt x="898" y="1215"/>
                          </a:cubicBezTo>
                          <a:cubicBezTo>
                            <a:pt x="952" y="1215"/>
                            <a:pt x="952" y="1215"/>
                            <a:pt x="952" y="1215"/>
                          </a:cubicBezTo>
                          <a:cubicBezTo>
                            <a:pt x="1080" y="1215"/>
                            <a:pt x="1080" y="1215"/>
                            <a:pt x="1080" y="1215"/>
                          </a:cubicBezTo>
                          <a:cubicBezTo>
                            <a:pt x="1154" y="1215"/>
                            <a:pt x="1208" y="1161"/>
                            <a:pt x="1208" y="1087"/>
                          </a:cubicBezTo>
                          <a:cubicBezTo>
                            <a:pt x="1208" y="952"/>
                            <a:pt x="1208" y="952"/>
                            <a:pt x="1208" y="952"/>
                          </a:cubicBezTo>
                          <a:cubicBezTo>
                            <a:pt x="1208" y="898"/>
                            <a:pt x="1208" y="898"/>
                            <a:pt x="1208" y="898"/>
                          </a:cubicBezTo>
                          <a:cubicBezTo>
                            <a:pt x="1208" y="743"/>
                            <a:pt x="1208" y="743"/>
                            <a:pt x="1208" y="743"/>
                          </a:cubicBezTo>
                          <a:cubicBezTo>
                            <a:pt x="1208" y="689"/>
                            <a:pt x="1208" y="689"/>
                            <a:pt x="1208" y="689"/>
                          </a:cubicBezTo>
                          <a:cubicBezTo>
                            <a:pt x="1208" y="527"/>
                            <a:pt x="1208" y="527"/>
                            <a:pt x="1208" y="527"/>
                          </a:cubicBezTo>
                          <a:cubicBezTo>
                            <a:pt x="1208" y="473"/>
                            <a:pt x="1208" y="473"/>
                            <a:pt x="1208" y="473"/>
                          </a:cubicBezTo>
                          <a:cubicBezTo>
                            <a:pt x="1208" y="318"/>
                            <a:pt x="1208" y="318"/>
                            <a:pt x="1208" y="318"/>
                          </a:cubicBezTo>
                          <a:cubicBezTo>
                            <a:pt x="1208" y="264"/>
                            <a:pt x="1208" y="264"/>
                            <a:pt x="1208" y="264"/>
                          </a:cubicBezTo>
                          <a:cubicBezTo>
                            <a:pt x="1208" y="129"/>
                            <a:pt x="1208" y="129"/>
                            <a:pt x="1208" y="129"/>
                          </a:cubicBezTo>
                          <a:cubicBezTo>
                            <a:pt x="1208" y="61"/>
                            <a:pt x="1154" y="0"/>
                            <a:pt x="1080" y="0"/>
                          </a:cubicBezTo>
                          <a:close/>
                          <a:moveTo>
                            <a:pt x="1154" y="264"/>
                          </a:moveTo>
                          <a:cubicBezTo>
                            <a:pt x="1154" y="318"/>
                            <a:pt x="1154" y="318"/>
                            <a:pt x="1154" y="318"/>
                          </a:cubicBezTo>
                          <a:cubicBezTo>
                            <a:pt x="1154" y="473"/>
                            <a:pt x="1154" y="473"/>
                            <a:pt x="1154" y="473"/>
                          </a:cubicBezTo>
                          <a:cubicBezTo>
                            <a:pt x="1154" y="527"/>
                            <a:pt x="1154" y="527"/>
                            <a:pt x="1154" y="527"/>
                          </a:cubicBezTo>
                          <a:cubicBezTo>
                            <a:pt x="1154" y="689"/>
                            <a:pt x="1154" y="689"/>
                            <a:pt x="1154" y="689"/>
                          </a:cubicBezTo>
                          <a:cubicBezTo>
                            <a:pt x="1154" y="743"/>
                            <a:pt x="1154" y="743"/>
                            <a:pt x="1154" y="743"/>
                          </a:cubicBezTo>
                          <a:cubicBezTo>
                            <a:pt x="1154" y="898"/>
                            <a:pt x="1154" y="898"/>
                            <a:pt x="1154" y="898"/>
                          </a:cubicBezTo>
                          <a:cubicBezTo>
                            <a:pt x="1154" y="952"/>
                            <a:pt x="1154" y="952"/>
                            <a:pt x="1154" y="952"/>
                          </a:cubicBezTo>
                          <a:cubicBezTo>
                            <a:pt x="1154" y="1087"/>
                            <a:pt x="1154" y="1087"/>
                            <a:pt x="1154" y="1087"/>
                          </a:cubicBezTo>
                          <a:cubicBezTo>
                            <a:pt x="1154" y="1127"/>
                            <a:pt x="1127" y="1161"/>
                            <a:pt x="1080" y="1161"/>
                          </a:cubicBezTo>
                          <a:cubicBezTo>
                            <a:pt x="952" y="1161"/>
                            <a:pt x="952" y="1161"/>
                            <a:pt x="952" y="1161"/>
                          </a:cubicBezTo>
                          <a:cubicBezTo>
                            <a:pt x="898" y="1161"/>
                            <a:pt x="898" y="1161"/>
                            <a:pt x="898" y="1161"/>
                          </a:cubicBezTo>
                          <a:cubicBezTo>
                            <a:pt x="736" y="1161"/>
                            <a:pt x="736" y="1161"/>
                            <a:pt x="736" y="1161"/>
                          </a:cubicBezTo>
                          <a:cubicBezTo>
                            <a:pt x="682" y="1161"/>
                            <a:pt x="682" y="1161"/>
                            <a:pt x="682" y="1161"/>
                          </a:cubicBezTo>
                          <a:cubicBezTo>
                            <a:pt x="526" y="1161"/>
                            <a:pt x="526" y="1161"/>
                            <a:pt x="526" y="1161"/>
                          </a:cubicBezTo>
                          <a:cubicBezTo>
                            <a:pt x="472" y="1161"/>
                            <a:pt x="472" y="1161"/>
                            <a:pt x="472" y="1161"/>
                          </a:cubicBezTo>
                          <a:cubicBezTo>
                            <a:pt x="310" y="1161"/>
                            <a:pt x="310" y="1161"/>
                            <a:pt x="310" y="1161"/>
                          </a:cubicBezTo>
                          <a:cubicBezTo>
                            <a:pt x="256" y="1161"/>
                            <a:pt x="256" y="1161"/>
                            <a:pt x="256" y="1161"/>
                          </a:cubicBezTo>
                          <a:cubicBezTo>
                            <a:pt x="128" y="1161"/>
                            <a:pt x="128" y="1161"/>
                            <a:pt x="128" y="1161"/>
                          </a:cubicBezTo>
                          <a:cubicBezTo>
                            <a:pt x="81" y="1161"/>
                            <a:pt x="54" y="1127"/>
                            <a:pt x="54" y="1087"/>
                          </a:cubicBezTo>
                          <a:cubicBezTo>
                            <a:pt x="54" y="952"/>
                            <a:pt x="54" y="952"/>
                            <a:pt x="54" y="952"/>
                          </a:cubicBezTo>
                          <a:cubicBezTo>
                            <a:pt x="54" y="898"/>
                            <a:pt x="54" y="898"/>
                            <a:pt x="54" y="898"/>
                          </a:cubicBezTo>
                          <a:cubicBezTo>
                            <a:pt x="54" y="743"/>
                            <a:pt x="54" y="743"/>
                            <a:pt x="54" y="743"/>
                          </a:cubicBezTo>
                          <a:cubicBezTo>
                            <a:pt x="54" y="689"/>
                            <a:pt x="54" y="689"/>
                            <a:pt x="54" y="689"/>
                          </a:cubicBezTo>
                          <a:cubicBezTo>
                            <a:pt x="54" y="527"/>
                            <a:pt x="54" y="527"/>
                            <a:pt x="54" y="527"/>
                          </a:cubicBezTo>
                          <a:cubicBezTo>
                            <a:pt x="54" y="473"/>
                            <a:pt x="54" y="473"/>
                            <a:pt x="54" y="473"/>
                          </a:cubicBezTo>
                          <a:cubicBezTo>
                            <a:pt x="54" y="318"/>
                            <a:pt x="54" y="318"/>
                            <a:pt x="54" y="318"/>
                          </a:cubicBezTo>
                          <a:cubicBezTo>
                            <a:pt x="54" y="264"/>
                            <a:pt x="54" y="264"/>
                            <a:pt x="54" y="264"/>
                          </a:cubicBezTo>
                          <a:cubicBezTo>
                            <a:pt x="54" y="129"/>
                            <a:pt x="54" y="129"/>
                            <a:pt x="54" y="129"/>
                          </a:cubicBezTo>
                          <a:cubicBezTo>
                            <a:pt x="54" y="88"/>
                            <a:pt x="81" y="54"/>
                            <a:pt x="128" y="54"/>
                          </a:cubicBezTo>
                          <a:cubicBezTo>
                            <a:pt x="256" y="54"/>
                            <a:pt x="256" y="54"/>
                            <a:pt x="256" y="54"/>
                          </a:cubicBezTo>
                          <a:cubicBezTo>
                            <a:pt x="310" y="54"/>
                            <a:pt x="310" y="54"/>
                            <a:pt x="310" y="54"/>
                          </a:cubicBezTo>
                          <a:cubicBezTo>
                            <a:pt x="472" y="54"/>
                            <a:pt x="472" y="54"/>
                            <a:pt x="472" y="54"/>
                          </a:cubicBezTo>
                          <a:cubicBezTo>
                            <a:pt x="526" y="54"/>
                            <a:pt x="526" y="54"/>
                            <a:pt x="526" y="54"/>
                          </a:cubicBezTo>
                          <a:cubicBezTo>
                            <a:pt x="682" y="54"/>
                            <a:pt x="682" y="54"/>
                            <a:pt x="682" y="54"/>
                          </a:cubicBezTo>
                          <a:cubicBezTo>
                            <a:pt x="736" y="54"/>
                            <a:pt x="736" y="54"/>
                            <a:pt x="736" y="54"/>
                          </a:cubicBezTo>
                          <a:cubicBezTo>
                            <a:pt x="898" y="54"/>
                            <a:pt x="898" y="54"/>
                            <a:pt x="898" y="54"/>
                          </a:cubicBezTo>
                          <a:cubicBezTo>
                            <a:pt x="952" y="54"/>
                            <a:pt x="952" y="54"/>
                            <a:pt x="952" y="54"/>
                          </a:cubicBezTo>
                          <a:cubicBezTo>
                            <a:pt x="1080" y="54"/>
                            <a:pt x="1080" y="54"/>
                            <a:pt x="1080" y="54"/>
                          </a:cubicBezTo>
                          <a:cubicBezTo>
                            <a:pt x="1127" y="54"/>
                            <a:pt x="1154" y="88"/>
                            <a:pt x="1154" y="129"/>
                          </a:cubicBezTo>
                          <a:cubicBezTo>
                            <a:pt x="1154" y="264"/>
                            <a:pt x="1154" y="264"/>
                            <a:pt x="1154" y="264"/>
                          </a:cubicBezTo>
                          <a:cubicBezTo>
                            <a:pt x="1154" y="264"/>
                            <a:pt x="1154" y="264"/>
                            <a:pt x="1154" y="264"/>
                          </a:cubicBezTo>
                          <a:close/>
                        </a:path>
                      </a:pathLst>
                    </a:custGeom>
                    <a:solidFill>
                      <a:schemeClr val="tx1">
                        <a:lumMod val="85000"/>
                        <a:lumOff val="15000"/>
                      </a:schemeClr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072" name="그림 1071">
                    <a:extLst>
                      <a:ext uri="{FF2B5EF4-FFF2-40B4-BE49-F238E27FC236}">
                        <a16:creationId xmlns:a16="http://schemas.microsoft.com/office/drawing/2014/main" id="{274D097E-34E7-A9A0-0570-FECC1DED4F9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lum bright="100000"/>
                  </a:blip>
                  <a:stretch>
                    <a:fillRect/>
                  </a:stretch>
                </p:blipFill>
                <p:spPr>
                  <a:xfrm>
                    <a:off x="1124483" y="5707212"/>
                    <a:ext cx="491143" cy="179999"/>
                  </a:xfrm>
                  <a:prstGeom prst="rect">
                    <a:avLst/>
                  </a:prstGeom>
                </p:spPr>
              </p:pic>
            </p:grpSp>
          </p:grpSp>
        </p:grpSp>
        <p:grpSp>
          <p:nvGrpSpPr>
            <p:cNvPr id="1173" name="그룹 1172">
              <a:extLst>
                <a:ext uri="{FF2B5EF4-FFF2-40B4-BE49-F238E27FC236}">
                  <a16:creationId xmlns:a16="http://schemas.microsoft.com/office/drawing/2014/main" id="{C6B2A850-4C02-E3EF-D5F6-F720229A686F}"/>
                </a:ext>
              </a:extLst>
            </p:cNvPr>
            <p:cNvGrpSpPr/>
            <p:nvPr/>
          </p:nvGrpSpPr>
          <p:grpSpPr>
            <a:xfrm>
              <a:off x="4419814" y="3173338"/>
              <a:ext cx="487529" cy="161583"/>
              <a:chOff x="6559489" y="6619793"/>
              <a:chExt cx="663400" cy="350704"/>
            </a:xfrm>
          </p:grpSpPr>
          <p:grpSp>
            <p:nvGrpSpPr>
              <p:cNvPr id="1174" name="그룹 1173">
                <a:extLst>
                  <a:ext uri="{FF2B5EF4-FFF2-40B4-BE49-F238E27FC236}">
                    <a16:creationId xmlns:a16="http://schemas.microsoft.com/office/drawing/2014/main" id="{D9A4BAAC-8C5C-6589-77BD-D000B1EAE0FE}"/>
                  </a:ext>
                </a:extLst>
              </p:cNvPr>
              <p:cNvGrpSpPr/>
              <p:nvPr/>
            </p:nvGrpSpPr>
            <p:grpSpPr>
              <a:xfrm>
                <a:off x="6559489" y="6678054"/>
                <a:ext cx="360560" cy="227564"/>
                <a:chOff x="-1249711" y="5207925"/>
                <a:chExt cx="723475" cy="456614"/>
              </a:xfrm>
            </p:grpSpPr>
            <p:grpSp>
              <p:nvGrpSpPr>
                <p:cNvPr id="1181" name="그룹 1180">
                  <a:extLst>
                    <a:ext uri="{FF2B5EF4-FFF2-40B4-BE49-F238E27FC236}">
                      <a16:creationId xmlns:a16="http://schemas.microsoft.com/office/drawing/2014/main" id="{A4A19937-0542-1C59-307E-E9E83C0466AD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-1249711" y="5207925"/>
                  <a:ext cx="331998" cy="456614"/>
                  <a:chOff x="11921385" y="4267725"/>
                  <a:chExt cx="916126" cy="1260000"/>
                </a:xfrm>
              </p:grpSpPr>
              <p:sp>
                <p:nvSpPr>
                  <p:cNvPr id="1187" name="사각형: 둥근 모서리 288">
                    <a:extLst>
                      <a:ext uri="{FF2B5EF4-FFF2-40B4-BE49-F238E27FC236}">
                        <a16:creationId xmlns:a16="http://schemas.microsoft.com/office/drawing/2014/main" id="{F5EDB7D8-5565-F028-C3BB-1B210C5DC7E4}"/>
                      </a:ext>
                    </a:extLst>
                  </p:cNvPr>
                  <p:cNvSpPr/>
                  <p:nvPr/>
                </p:nvSpPr>
                <p:spPr>
                  <a:xfrm>
                    <a:off x="11923596" y="4271687"/>
                    <a:ext cx="911716" cy="1252078"/>
                  </a:xfrm>
                  <a:prstGeom prst="roundRect">
                    <a:avLst>
                      <a:gd name="adj" fmla="val 7097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-3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grpSp>
                <p:nvGrpSpPr>
                  <p:cNvPr id="1188" name="그룹 1187">
                    <a:extLst>
                      <a:ext uri="{FF2B5EF4-FFF2-40B4-BE49-F238E27FC236}">
                        <a16:creationId xmlns:a16="http://schemas.microsoft.com/office/drawing/2014/main" id="{5666B77A-1A60-C6B3-D118-252711C87EBE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11921389" y="4267727"/>
                    <a:ext cx="916126" cy="1260000"/>
                    <a:chOff x="14485938" y="-2571751"/>
                    <a:chExt cx="554038" cy="762000"/>
                  </a:xfrm>
                  <a:solidFill>
                    <a:srgbClr val="262626"/>
                  </a:solidFill>
                </p:grpSpPr>
                <p:sp>
                  <p:nvSpPr>
                    <p:cNvPr id="1189" name="Freeform 230">
                      <a:extLst>
                        <a:ext uri="{FF2B5EF4-FFF2-40B4-BE49-F238E27FC236}">
                          <a16:creationId xmlns:a16="http://schemas.microsoft.com/office/drawing/2014/main" id="{30C80083-8158-2407-08F0-ECE2B903F479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4485938" y="-2571751"/>
                      <a:ext cx="554038" cy="762000"/>
                    </a:xfrm>
                    <a:custGeom>
                      <a:avLst/>
                      <a:gdLst>
                        <a:gd name="T0" fmla="*/ 137 w 147"/>
                        <a:gd name="T1" fmla="*/ 0 h 200"/>
                        <a:gd name="T2" fmla="*/ 10 w 147"/>
                        <a:gd name="T3" fmla="*/ 0 h 200"/>
                        <a:gd name="T4" fmla="*/ 0 w 147"/>
                        <a:gd name="T5" fmla="*/ 10 h 200"/>
                        <a:gd name="T6" fmla="*/ 0 w 147"/>
                        <a:gd name="T7" fmla="*/ 190 h 200"/>
                        <a:gd name="T8" fmla="*/ 10 w 147"/>
                        <a:gd name="T9" fmla="*/ 200 h 200"/>
                        <a:gd name="T10" fmla="*/ 137 w 147"/>
                        <a:gd name="T11" fmla="*/ 200 h 200"/>
                        <a:gd name="T12" fmla="*/ 140 w 147"/>
                        <a:gd name="T13" fmla="*/ 199 h 200"/>
                        <a:gd name="T14" fmla="*/ 146 w 147"/>
                        <a:gd name="T15" fmla="*/ 193 h 200"/>
                        <a:gd name="T16" fmla="*/ 147 w 147"/>
                        <a:gd name="T17" fmla="*/ 190 h 200"/>
                        <a:gd name="T18" fmla="*/ 147 w 147"/>
                        <a:gd name="T19" fmla="*/ 10 h 200"/>
                        <a:gd name="T20" fmla="*/ 137 w 147"/>
                        <a:gd name="T21" fmla="*/ 0 h 200"/>
                        <a:gd name="T22" fmla="*/ 139 w 147"/>
                        <a:gd name="T23" fmla="*/ 189 h 200"/>
                        <a:gd name="T24" fmla="*/ 135 w 147"/>
                        <a:gd name="T25" fmla="*/ 192 h 200"/>
                        <a:gd name="T26" fmla="*/ 10 w 147"/>
                        <a:gd name="T27" fmla="*/ 192 h 200"/>
                        <a:gd name="T28" fmla="*/ 8 w 147"/>
                        <a:gd name="T29" fmla="*/ 190 h 200"/>
                        <a:gd name="T30" fmla="*/ 8 w 147"/>
                        <a:gd name="T31" fmla="*/ 10 h 200"/>
                        <a:gd name="T32" fmla="*/ 10 w 147"/>
                        <a:gd name="T33" fmla="*/ 8 h 200"/>
                        <a:gd name="T34" fmla="*/ 137 w 147"/>
                        <a:gd name="T35" fmla="*/ 8 h 200"/>
                        <a:gd name="T36" fmla="*/ 139 w 147"/>
                        <a:gd name="T37" fmla="*/ 10 h 200"/>
                        <a:gd name="T38" fmla="*/ 139 w 147"/>
                        <a:gd name="T39" fmla="*/ 189 h 2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</a:cxnLst>
                      <a:rect l="0" t="0" r="r" b="b"/>
                      <a:pathLst>
                        <a:path w="147" h="200">
                          <a:moveTo>
                            <a:pt x="137" y="0"/>
                          </a:moveTo>
                          <a:cubicBezTo>
                            <a:pt x="10" y="0"/>
                            <a:pt x="10" y="0"/>
                            <a:pt x="10" y="0"/>
                          </a:cubicBezTo>
                          <a:cubicBezTo>
                            <a:pt x="4" y="0"/>
                            <a:pt x="0" y="5"/>
                            <a:pt x="0" y="10"/>
                          </a:cubicBezTo>
                          <a:cubicBezTo>
                            <a:pt x="0" y="190"/>
                            <a:pt x="0" y="190"/>
                            <a:pt x="0" y="190"/>
                          </a:cubicBezTo>
                          <a:cubicBezTo>
                            <a:pt x="0" y="196"/>
                            <a:pt x="4" y="200"/>
                            <a:pt x="10" y="200"/>
                          </a:cubicBezTo>
                          <a:cubicBezTo>
                            <a:pt x="137" y="200"/>
                            <a:pt x="137" y="200"/>
                            <a:pt x="137" y="200"/>
                          </a:cubicBezTo>
                          <a:cubicBezTo>
                            <a:pt x="138" y="200"/>
                            <a:pt x="139" y="200"/>
                            <a:pt x="140" y="199"/>
                          </a:cubicBezTo>
                          <a:cubicBezTo>
                            <a:pt x="146" y="193"/>
                            <a:pt x="146" y="193"/>
                            <a:pt x="146" y="193"/>
                          </a:cubicBezTo>
                          <a:cubicBezTo>
                            <a:pt x="146" y="192"/>
                            <a:pt x="147" y="191"/>
                            <a:pt x="147" y="190"/>
                          </a:cubicBezTo>
                          <a:cubicBezTo>
                            <a:pt x="147" y="10"/>
                            <a:pt x="147" y="10"/>
                            <a:pt x="147" y="10"/>
                          </a:cubicBezTo>
                          <a:cubicBezTo>
                            <a:pt x="147" y="5"/>
                            <a:pt x="142" y="0"/>
                            <a:pt x="137" y="0"/>
                          </a:cubicBezTo>
                          <a:close/>
                          <a:moveTo>
                            <a:pt x="139" y="189"/>
                          </a:moveTo>
                          <a:cubicBezTo>
                            <a:pt x="135" y="192"/>
                            <a:pt x="135" y="192"/>
                            <a:pt x="135" y="192"/>
                          </a:cubicBezTo>
                          <a:cubicBezTo>
                            <a:pt x="10" y="192"/>
                            <a:pt x="10" y="192"/>
                            <a:pt x="10" y="192"/>
                          </a:cubicBezTo>
                          <a:cubicBezTo>
                            <a:pt x="9" y="192"/>
                            <a:pt x="8" y="191"/>
                            <a:pt x="8" y="190"/>
                          </a:cubicBezTo>
                          <a:cubicBezTo>
                            <a:pt x="8" y="10"/>
                            <a:pt x="8" y="10"/>
                            <a:pt x="8" y="10"/>
                          </a:cubicBezTo>
                          <a:cubicBezTo>
                            <a:pt x="8" y="9"/>
                            <a:pt x="9" y="8"/>
                            <a:pt x="10" y="8"/>
                          </a:cubicBezTo>
                          <a:cubicBezTo>
                            <a:pt x="137" y="8"/>
                            <a:pt x="137" y="8"/>
                            <a:pt x="137" y="8"/>
                          </a:cubicBezTo>
                          <a:cubicBezTo>
                            <a:pt x="138" y="8"/>
                            <a:pt x="139" y="9"/>
                            <a:pt x="139" y="10"/>
                          </a:cubicBezTo>
                          <a:lnTo>
                            <a:pt x="139" y="189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  <p:sp>
                  <p:nvSpPr>
                    <p:cNvPr id="1190" name="Freeform 231">
                      <a:extLst>
                        <a:ext uri="{FF2B5EF4-FFF2-40B4-BE49-F238E27FC236}">
                          <a16:creationId xmlns:a16="http://schemas.microsoft.com/office/drawing/2014/main" id="{68A18F0E-AB2B-F420-E14F-B90FBC91F33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4603413" y="-2403476"/>
                      <a:ext cx="315913" cy="30163"/>
                    </a:xfrm>
                    <a:custGeom>
                      <a:avLst/>
                      <a:gdLst>
                        <a:gd name="T0" fmla="*/ 80 w 84"/>
                        <a:gd name="T1" fmla="*/ 0 h 8"/>
                        <a:gd name="T2" fmla="*/ 4 w 84"/>
                        <a:gd name="T3" fmla="*/ 0 h 8"/>
                        <a:gd name="T4" fmla="*/ 0 w 84"/>
                        <a:gd name="T5" fmla="*/ 4 h 8"/>
                        <a:gd name="T6" fmla="*/ 4 w 84"/>
                        <a:gd name="T7" fmla="*/ 8 h 8"/>
                        <a:gd name="T8" fmla="*/ 80 w 84"/>
                        <a:gd name="T9" fmla="*/ 8 h 8"/>
                        <a:gd name="T10" fmla="*/ 84 w 84"/>
                        <a:gd name="T11" fmla="*/ 4 h 8"/>
                        <a:gd name="T12" fmla="*/ 80 w 84"/>
                        <a:gd name="T13" fmla="*/ 0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4" h="8">
                          <a:moveTo>
                            <a:pt x="80" y="0"/>
                          </a:moveTo>
                          <a:cubicBezTo>
                            <a:pt x="4" y="0"/>
                            <a:pt x="4" y="0"/>
                            <a:pt x="4" y="0"/>
                          </a:cubicBezTo>
                          <a:cubicBezTo>
                            <a:pt x="2" y="0"/>
                            <a:pt x="0" y="2"/>
                            <a:pt x="0" y="4"/>
                          </a:cubicBezTo>
                          <a:cubicBezTo>
                            <a:pt x="0" y="6"/>
                            <a:pt x="2" y="8"/>
                            <a:pt x="4" y="8"/>
                          </a:cubicBezTo>
                          <a:cubicBezTo>
                            <a:pt x="80" y="8"/>
                            <a:pt x="80" y="8"/>
                            <a:pt x="80" y="8"/>
                          </a:cubicBezTo>
                          <a:cubicBezTo>
                            <a:pt x="82" y="8"/>
                            <a:pt x="84" y="6"/>
                            <a:pt x="84" y="4"/>
                          </a:cubicBezTo>
                          <a:cubicBezTo>
                            <a:pt x="84" y="2"/>
                            <a:pt x="82" y="0"/>
                            <a:pt x="80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1182" name="그룹 1181">
                  <a:extLst>
                    <a:ext uri="{FF2B5EF4-FFF2-40B4-BE49-F238E27FC236}">
                      <a16:creationId xmlns:a16="http://schemas.microsoft.com/office/drawing/2014/main" id="{AF3DC092-B449-F2D9-2C58-0EF34DD20D57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-858234" y="5207925"/>
                  <a:ext cx="331998" cy="456614"/>
                  <a:chOff x="11921385" y="4267725"/>
                  <a:chExt cx="916126" cy="1260000"/>
                </a:xfrm>
              </p:grpSpPr>
              <p:sp>
                <p:nvSpPr>
                  <p:cNvPr id="1183" name="사각형: 둥근 모서리 284">
                    <a:extLst>
                      <a:ext uri="{FF2B5EF4-FFF2-40B4-BE49-F238E27FC236}">
                        <a16:creationId xmlns:a16="http://schemas.microsoft.com/office/drawing/2014/main" id="{A3EE6E5F-D76A-354D-223F-E21816563D3B}"/>
                      </a:ext>
                    </a:extLst>
                  </p:cNvPr>
                  <p:cNvSpPr/>
                  <p:nvPr/>
                </p:nvSpPr>
                <p:spPr>
                  <a:xfrm>
                    <a:off x="11923596" y="4271687"/>
                    <a:ext cx="911716" cy="1252078"/>
                  </a:xfrm>
                  <a:prstGeom prst="roundRect">
                    <a:avLst>
                      <a:gd name="adj" fmla="val 7097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-3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grpSp>
                <p:nvGrpSpPr>
                  <p:cNvPr id="1184" name="그룹 1183">
                    <a:extLst>
                      <a:ext uri="{FF2B5EF4-FFF2-40B4-BE49-F238E27FC236}">
                        <a16:creationId xmlns:a16="http://schemas.microsoft.com/office/drawing/2014/main" id="{C194C450-9C65-0762-A328-EC1EC2C7EB45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11921389" y="4267727"/>
                    <a:ext cx="916126" cy="1260000"/>
                    <a:chOff x="14485938" y="-2571751"/>
                    <a:chExt cx="554038" cy="762000"/>
                  </a:xfrm>
                  <a:solidFill>
                    <a:srgbClr val="262626"/>
                  </a:solidFill>
                </p:grpSpPr>
                <p:sp>
                  <p:nvSpPr>
                    <p:cNvPr id="1185" name="Freeform 230">
                      <a:extLst>
                        <a:ext uri="{FF2B5EF4-FFF2-40B4-BE49-F238E27FC236}">
                          <a16:creationId xmlns:a16="http://schemas.microsoft.com/office/drawing/2014/main" id="{B19A0683-8CC8-156A-F959-23985BC4542F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4485938" y="-2571751"/>
                      <a:ext cx="554038" cy="762000"/>
                    </a:xfrm>
                    <a:custGeom>
                      <a:avLst/>
                      <a:gdLst>
                        <a:gd name="T0" fmla="*/ 137 w 147"/>
                        <a:gd name="T1" fmla="*/ 0 h 200"/>
                        <a:gd name="T2" fmla="*/ 10 w 147"/>
                        <a:gd name="T3" fmla="*/ 0 h 200"/>
                        <a:gd name="T4" fmla="*/ 0 w 147"/>
                        <a:gd name="T5" fmla="*/ 10 h 200"/>
                        <a:gd name="T6" fmla="*/ 0 w 147"/>
                        <a:gd name="T7" fmla="*/ 190 h 200"/>
                        <a:gd name="T8" fmla="*/ 10 w 147"/>
                        <a:gd name="T9" fmla="*/ 200 h 200"/>
                        <a:gd name="T10" fmla="*/ 137 w 147"/>
                        <a:gd name="T11" fmla="*/ 200 h 200"/>
                        <a:gd name="T12" fmla="*/ 140 w 147"/>
                        <a:gd name="T13" fmla="*/ 199 h 200"/>
                        <a:gd name="T14" fmla="*/ 146 w 147"/>
                        <a:gd name="T15" fmla="*/ 193 h 200"/>
                        <a:gd name="T16" fmla="*/ 147 w 147"/>
                        <a:gd name="T17" fmla="*/ 190 h 200"/>
                        <a:gd name="T18" fmla="*/ 147 w 147"/>
                        <a:gd name="T19" fmla="*/ 10 h 200"/>
                        <a:gd name="T20" fmla="*/ 137 w 147"/>
                        <a:gd name="T21" fmla="*/ 0 h 200"/>
                        <a:gd name="T22" fmla="*/ 139 w 147"/>
                        <a:gd name="T23" fmla="*/ 189 h 200"/>
                        <a:gd name="T24" fmla="*/ 135 w 147"/>
                        <a:gd name="T25" fmla="*/ 192 h 200"/>
                        <a:gd name="T26" fmla="*/ 10 w 147"/>
                        <a:gd name="T27" fmla="*/ 192 h 200"/>
                        <a:gd name="T28" fmla="*/ 8 w 147"/>
                        <a:gd name="T29" fmla="*/ 190 h 200"/>
                        <a:gd name="T30" fmla="*/ 8 w 147"/>
                        <a:gd name="T31" fmla="*/ 10 h 200"/>
                        <a:gd name="T32" fmla="*/ 10 w 147"/>
                        <a:gd name="T33" fmla="*/ 8 h 200"/>
                        <a:gd name="T34" fmla="*/ 137 w 147"/>
                        <a:gd name="T35" fmla="*/ 8 h 200"/>
                        <a:gd name="T36" fmla="*/ 139 w 147"/>
                        <a:gd name="T37" fmla="*/ 10 h 200"/>
                        <a:gd name="T38" fmla="*/ 139 w 147"/>
                        <a:gd name="T39" fmla="*/ 189 h 2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</a:cxnLst>
                      <a:rect l="0" t="0" r="r" b="b"/>
                      <a:pathLst>
                        <a:path w="147" h="200">
                          <a:moveTo>
                            <a:pt x="137" y="0"/>
                          </a:moveTo>
                          <a:cubicBezTo>
                            <a:pt x="10" y="0"/>
                            <a:pt x="10" y="0"/>
                            <a:pt x="10" y="0"/>
                          </a:cubicBezTo>
                          <a:cubicBezTo>
                            <a:pt x="4" y="0"/>
                            <a:pt x="0" y="5"/>
                            <a:pt x="0" y="10"/>
                          </a:cubicBezTo>
                          <a:cubicBezTo>
                            <a:pt x="0" y="190"/>
                            <a:pt x="0" y="190"/>
                            <a:pt x="0" y="190"/>
                          </a:cubicBezTo>
                          <a:cubicBezTo>
                            <a:pt x="0" y="196"/>
                            <a:pt x="4" y="200"/>
                            <a:pt x="10" y="200"/>
                          </a:cubicBezTo>
                          <a:cubicBezTo>
                            <a:pt x="137" y="200"/>
                            <a:pt x="137" y="200"/>
                            <a:pt x="137" y="200"/>
                          </a:cubicBezTo>
                          <a:cubicBezTo>
                            <a:pt x="138" y="200"/>
                            <a:pt x="139" y="200"/>
                            <a:pt x="140" y="199"/>
                          </a:cubicBezTo>
                          <a:cubicBezTo>
                            <a:pt x="146" y="193"/>
                            <a:pt x="146" y="193"/>
                            <a:pt x="146" y="193"/>
                          </a:cubicBezTo>
                          <a:cubicBezTo>
                            <a:pt x="146" y="192"/>
                            <a:pt x="147" y="191"/>
                            <a:pt x="147" y="190"/>
                          </a:cubicBezTo>
                          <a:cubicBezTo>
                            <a:pt x="147" y="10"/>
                            <a:pt x="147" y="10"/>
                            <a:pt x="147" y="10"/>
                          </a:cubicBezTo>
                          <a:cubicBezTo>
                            <a:pt x="147" y="5"/>
                            <a:pt x="142" y="0"/>
                            <a:pt x="137" y="0"/>
                          </a:cubicBezTo>
                          <a:close/>
                          <a:moveTo>
                            <a:pt x="139" y="189"/>
                          </a:moveTo>
                          <a:cubicBezTo>
                            <a:pt x="135" y="192"/>
                            <a:pt x="135" y="192"/>
                            <a:pt x="135" y="192"/>
                          </a:cubicBezTo>
                          <a:cubicBezTo>
                            <a:pt x="10" y="192"/>
                            <a:pt x="10" y="192"/>
                            <a:pt x="10" y="192"/>
                          </a:cubicBezTo>
                          <a:cubicBezTo>
                            <a:pt x="9" y="192"/>
                            <a:pt x="8" y="191"/>
                            <a:pt x="8" y="190"/>
                          </a:cubicBezTo>
                          <a:cubicBezTo>
                            <a:pt x="8" y="10"/>
                            <a:pt x="8" y="10"/>
                            <a:pt x="8" y="10"/>
                          </a:cubicBezTo>
                          <a:cubicBezTo>
                            <a:pt x="8" y="9"/>
                            <a:pt x="9" y="8"/>
                            <a:pt x="10" y="8"/>
                          </a:cubicBezTo>
                          <a:cubicBezTo>
                            <a:pt x="137" y="8"/>
                            <a:pt x="137" y="8"/>
                            <a:pt x="137" y="8"/>
                          </a:cubicBezTo>
                          <a:cubicBezTo>
                            <a:pt x="138" y="8"/>
                            <a:pt x="139" y="9"/>
                            <a:pt x="139" y="10"/>
                          </a:cubicBezTo>
                          <a:lnTo>
                            <a:pt x="139" y="189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  <p:sp>
                  <p:nvSpPr>
                    <p:cNvPr id="1186" name="Freeform 231">
                      <a:extLst>
                        <a:ext uri="{FF2B5EF4-FFF2-40B4-BE49-F238E27FC236}">
                          <a16:creationId xmlns:a16="http://schemas.microsoft.com/office/drawing/2014/main" id="{46A6623C-D1C9-5D29-53C1-A2E7D8C0906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4603413" y="-2403476"/>
                      <a:ext cx="315913" cy="30163"/>
                    </a:xfrm>
                    <a:custGeom>
                      <a:avLst/>
                      <a:gdLst>
                        <a:gd name="T0" fmla="*/ 80 w 84"/>
                        <a:gd name="T1" fmla="*/ 0 h 8"/>
                        <a:gd name="T2" fmla="*/ 4 w 84"/>
                        <a:gd name="T3" fmla="*/ 0 h 8"/>
                        <a:gd name="T4" fmla="*/ 0 w 84"/>
                        <a:gd name="T5" fmla="*/ 4 h 8"/>
                        <a:gd name="T6" fmla="*/ 4 w 84"/>
                        <a:gd name="T7" fmla="*/ 8 h 8"/>
                        <a:gd name="T8" fmla="*/ 80 w 84"/>
                        <a:gd name="T9" fmla="*/ 8 h 8"/>
                        <a:gd name="T10" fmla="*/ 84 w 84"/>
                        <a:gd name="T11" fmla="*/ 4 h 8"/>
                        <a:gd name="T12" fmla="*/ 80 w 84"/>
                        <a:gd name="T13" fmla="*/ 0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4" h="8">
                          <a:moveTo>
                            <a:pt x="80" y="0"/>
                          </a:moveTo>
                          <a:cubicBezTo>
                            <a:pt x="4" y="0"/>
                            <a:pt x="4" y="0"/>
                            <a:pt x="4" y="0"/>
                          </a:cubicBezTo>
                          <a:cubicBezTo>
                            <a:pt x="2" y="0"/>
                            <a:pt x="0" y="2"/>
                            <a:pt x="0" y="4"/>
                          </a:cubicBezTo>
                          <a:cubicBezTo>
                            <a:pt x="0" y="6"/>
                            <a:pt x="2" y="8"/>
                            <a:pt x="4" y="8"/>
                          </a:cubicBezTo>
                          <a:cubicBezTo>
                            <a:pt x="80" y="8"/>
                            <a:pt x="80" y="8"/>
                            <a:pt x="80" y="8"/>
                          </a:cubicBezTo>
                          <a:cubicBezTo>
                            <a:pt x="82" y="8"/>
                            <a:pt x="84" y="6"/>
                            <a:pt x="84" y="4"/>
                          </a:cubicBezTo>
                          <a:cubicBezTo>
                            <a:pt x="84" y="2"/>
                            <a:pt x="82" y="0"/>
                            <a:pt x="80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</p:grpSp>
            </p:grpSp>
          </p:grpSp>
          <p:grpSp>
            <p:nvGrpSpPr>
              <p:cNvPr id="1175" name="그룹 1174">
                <a:extLst>
                  <a:ext uri="{FF2B5EF4-FFF2-40B4-BE49-F238E27FC236}">
                    <a16:creationId xmlns:a16="http://schemas.microsoft.com/office/drawing/2014/main" id="{A90A15D6-2EF7-F9AE-6FA2-BAE064F846B9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026819" y="6679090"/>
                <a:ext cx="196070" cy="227564"/>
                <a:chOff x="11751901" y="4267727"/>
                <a:chExt cx="1085614" cy="1260000"/>
              </a:xfrm>
            </p:grpSpPr>
            <p:sp>
              <p:nvSpPr>
                <p:cNvPr id="1177" name="사각형: 둥근 모서리 226">
                  <a:extLst>
                    <a:ext uri="{FF2B5EF4-FFF2-40B4-BE49-F238E27FC236}">
                      <a16:creationId xmlns:a16="http://schemas.microsoft.com/office/drawing/2014/main" id="{805A49D0-5E89-EA91-74BC-EC2E9D95F721}"/>
                    </a:ext>
                  </a:extLst>
                </p:cNvPr>
                <p:cNvSpPr/>
                <p:nvPr/>
              </p:nvSpPr>
              <p:spPr>
                <a:xfrm>
                  <a:off x="11751901" y="4271686"/>
                  <a:ext cx="911712" cy="1252077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  <p:grpSp>
              <p:nvGrpSpPr>
                <p:cNvPr id="1178" name="그룹 1177">
                  <a:extLst>
                    <a:ext uri="{FF2B5EF4-FFF2-40B4-BE49-F238E27FC236}">
                      <a16:creationId xmlns:a16="http://schemas.microsoft.com/office/drawing/2014/main" id="{EA95754B-C448-0152-44EB-D30EF3DBF39B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1179" name="Freeform 230">
                    <a:extLst>
                      <a:ext uri="{FF2B5EF4-FFF2-40B4-BE49-F238E27FC236}">
                        <a16:creationId xmlns:a16="http://schemas.microsoft.com/office/drawing/2014/main" id="{B9C002A8-5F39-62AA-A8C6-3AC7640BEB76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sp>
                <p:nvSpPr>
                  <p:cNvPr id="1180" name="Freeform 231">
                    <a:extLst>
                      <a:ext uri="{FF2B5EF4-FFF2-40B4-BE49-F238E27FC236}">
                        <a16:creationId xmlns:a16="http://schemas.microsoft.com/office/drawing/2014/main" id="{F0154EE8-7C0C-B447-CCEA-10F580ACD2B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</p:grpSp>
          </p:grpSp>
          <p:sp>
            <p:nvSpPr>
              <p:cNvPr id="1176" name="직사각형 1175">
                <a:extLst>
                  <a:ext uri="{FF2B5EF4-FFF2-40B4-BE49-F238E27FC236}">
                    <a16:creationId xmlns:a16="http://schemas.microsoft.com/office/drawing/2014/main" id="{EA687085-67AB-5689-617E-C0168B8B79F4}"/>
                  </a:ext>
                </a:extLst>
              </p:cNvPr>
              <p:cNvSpPr/>
              <p:nvPr/>
            </p:nvSpPr>
            <p:spPr>
              <a:xfrm>
                <a:off x="6924199" y="6619793"/>
                <a:ext cx="130004" cy="350704"/>
              </a:xfrm>
              <a:prstGeom prst="rect">
                <a:avLst/>
              </a:prstGeom>
              <a:noFill/>
              <a:ln w="254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1" indent="0" algn="ctr" defTabSz="147490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prstClr val="black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0" lang="en-US" altLang="ko-KR" sz="1050" b="0" i="0" u="none" strike="noStrike" kern="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ea typeface="KoPub돋움체 Bold" panose="02020603020101020101" pitchFamily="18" charset="-127"/>
                    <a:cs typeface="Arial"/>
                  </a:rPr>
                  <a:t>…</a:t>
                </a:r>
                <a:endParaRPr kumimoji="0" lang="ko-KR" altLang="en-US" sz="1050" b="0" i="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ea typeface="KoPub돋움체 Bold" panose="02020603020101020101" pitchFamily="18" charset="-127"/>
                  <a:cs typeface="Arial"/>
                </a:endParaRPr>
              </a:p>
            </p:txBody>
          </p:sp>
        </p:grpSp>
        <p:grpSp>
          <p:nvGrpSpPr>
            <p:cNvPr id="1191" name="그룹 1190">
              <a:extLst>
                <a:ext uri="{FF2B5EF4-FFF2-40B4-BE49-F238E27FC236}">
                  <a16:creationId xmlns:a16="http://schemas.microsoft.com/office/drawing/2014/main" id="{FDB6735E-12CC-00FE-C331-6A875427796C}"/>
                </a:ext>
              </a:extLst>
            </p:cNvPr>
            <p:cNvGrpSpPr/>
            <p:nvPr/>
          </p:nvGrpSpPr>
          <p:grpSpPr>
            <a:xfrm>
              <a:off x="3558189" y="3172551"/>
              <a:ext cx="379913" cy="161583"/>
              <a:chOff x="3903676" y="6933309"/>
              <a:chExt cx="516963" cy="350704"/>
            </a:xfrm>
          </p:grpSpPr>
          <p:grpSp>
            <p:nvGrpSpPr>
              <p:cNvPr id="1192" name="그룹 1191">
                <a:extLst>
                  <a:ext uri="{FF2B5EF4-FFF2-40B4-BE49-F238E27FC236}">
                    <a16:creationId xmlns:a16="http://schemas.microsoft.com/office/drawing/2014/main" id="{CB5D61F6-078C-2A5A-8551-7AB4DEE44616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223933" y="6992226"/>
                <a:ext cx="196706" cy="228307"/>
                <a:chOff x="11751920" y="4267727"/>
                <a:chExt cx="1085595" cy="1260000"/>
              </a:xfrm>
            </p:grpSpPr>
            <p:sp>
              <p:nvSpPr>
                <p:cNvPr id="1199" name="사각형: 둥근 모서리 226">
                  <a:extLst>
                    <a:ext uri="{FF2B5EF4-FFF2-40B4-BE49-F238E27FC236}">
                      <a16:creationId xmlns:a16="http://schemas.microsoft.com/office/drawing/2014/main" id="{A94EA78E-54BA-6A1F-3435-0166DC9047BA}"/>
                    </a:ext>
                  </a:extLst>
                </p:cNvPr>
                <p:cNvSpPr/>
                <p:nvPr/>
              </p:nvSpPr>
              <p:spPr>
                <a:xfrm>
                  <a:off x="11751920" y="4271687"/>
                  <a:ext cx="911715" cy="1252078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  <p:grpSp>
              <p:nvGrpSpPr>
                <p:cNvPr id="1200" name="그룹 1199">
                  <a:extLst>
                    <a:ext uri="{FF2B5EF4-FFF2-40B4-BE49-F238E27FC236}">
                      <a16:creationId xmlns:a16="http://schemas.microsoft.com/office/drawing/2014/main" id="{4E991D1D-411C-E0C7-EC22-FF7B101BFF43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1201" name="Freeform 230">
                    <a:extLst>
                      <a:ext uri="{FF2B5EF4-FFF2-40B4-BE49-F238E27FC236}">
                        <a16:creationId xmlns:a16="http://schemas.microsoft.com/office/drawing/2014/main" id="{7FBEC331-E631-02DF-350D-A1AB842A8F1F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sp>
                <p:nvSpPr>
                  <p:cNvPr id="1202" name="Freeform 231">
                    <a:extLst>
                      <a:ext uri="{FF2B5EF4-FFF2-40B4-BE49-F238E27FC236}">
                        <a16:creationId xmlns:a16="http://schemas.microsoft.com/office/drawing/2014/main" id="{B8B080B5-3E85-CB08-5309-9ADBAA73486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</p:grpSp>
          </p:grpSp>
          <p:sp>
            <p:nvSpPr>
              <p:cNvPr id="1193" name="직사각형 1192">
                <a:extLst>
                  <a:ext uri="{FF2B5EF4-FFF2-40B4-BE49-F238E27FC236}">
                    <a16:creationId xmlns:a16="http://schemas.microsoft.com/office/drawing/2014/main" id="{3B6C60CD-5474-A218-3891-4166F8CE8466}"/>
                  </a:ext>
                </a:extLst>
              </p:cNvPr>
              <p:cNvSpPr/>
              <p:nvPr/>
            </p:nvSpPr>
            <p:spPr>
              <a:xfrm>
                <a:off x="4111718" y="6933309"/>
                <a:ext cx="130004" cy="350704"/>
              </a:xfrm>
              <a:prstGeom prst="rect">
                <a:avLst/>
              </a:prstGeom>
              <a:noFill/>
              <a:ln w="254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1" indent="0" algn="ctr" defTabSz="147490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prstClr val="black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0" lang="en-US" altLang="ko-KR" sz="1050" b="0" i="0" u="none" strike="noStrike" kern="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ea typeface="KoPub돋움체 Bold" panose="02020603020101020101" pitchFamily="18" charset="-127"/>
                    <a:cs typeface="Arial"/>
                  </a:rPr>
                  <a:t>…</a:t>
                </a:r>
                <a:endParaRPr kumimoji="0" lang="ko-KR" altLang="en-US" sz="1050" b="0" i="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ea typeface="KoPub돋움체 Bold" panose="02020603020101020101" pitchFamily="18" charset="-127"/>
                  <a:cs typeface="Arial"/>
                </a:endParaRPr>
              </a:p>
            </p:txBody>
          </p:sp>
          <p:grpSp>
            <p:nvGrpSpPr>
              <p:cNvPr id="1194" name="그룹 1193">
                <a:extLst>
                  <a:ext uri="{FF2B5EF4-FFF2-40B4-BE49-F238E27FC236}">
                    <a16:creationId xmlns:a16="http://schemas.microsoft.com/office/drawing/2014/main" id="{36B6AFDB-B5E2-377F-08CC-7E7D0271E934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903676" y="6991186"/>
                <a:ext cx="196706" cy="228307"/>
                <a:chOff x="11751920" y="4267727"/>
                <a:chExt cx="1085595" cy="1260000"/>
              </a:xfrm>
            </p:grpSpPr>
            <p:sp>
              <p:nvSpPr>
                <p:cNvPr id="1195" name="사각형: 둥근 모서리 226">
                  <a:extLst>
                    <a:ext uri="{FF2B5EF4-FFF2-40B4-BE49-F238E27FC236}">
                      <a16:creationId xmlns:a16="http://schemas.microsoft.com/office/drawing/2014/main" id="{CBB4F7DB-3F8B-EC39-78C6-5678878EE43B}"/>
                    </a:ext>
                  </a:extLst>
                </p:cNvPr>
                <p:cNvSpPr/>
                <p:nvPr/>
              </p:nvSpPr>
              <p:spPr>
                <a:xfrm>
                  <a:off x="11751920" y="4271687"/>
                  <a:ext cx="911715" cy="1252078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  <p:grpSp>
              <p:nvGrpSpPr>
                <p:cNvPr id="1196" name="그룹 1195">
                  <a:extLst>
                    <a:ext uri="{FF2B5EF4-FFF2-40B4-BE49-F238E27FC236}">
                      <a16:creationId xmlns:a16="http://schemas.microsoft.com/office/drawing/2014/main" id="{D5AC06BB-93CA-3441-9547-4B1B776DA7A7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1197" name="Freeform 230">
                    <a:extLst>
                      <a:ext uri="{FF2B5EF4-FFF2-40B4-BE49-F238E27FC236}">
                        <a16:creationId xmlns:a16="http://schemas.microsoft.com/office/drawing/2014/main" id="{A0FC970D-E93B-E536-A15B-A0D9D349F62E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sp>
                <p:nvSpPr>
                  <p:cNvPr id="1198" name="Freeform 231">
                    <a:extLst>
                      <a:ext uri="{FF2B5EF4-FFF2-40B4-BE49-F238E27FC236}">
                        <a16:creationId xmlns:a16="http://schemas.microsoft.com/office/drawing/2014/main" id="{B66ADA4B-0BE6-D5E7-03E4-CC404FDA002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</p:grpSp>
          </p:grpSp>
        </p:grpSp>
        <p:grpSp>
          <p:nvGrpSpPr>
            <p:cNvPr id="1203" name="그룹 1202">
              <a:extLst>
                <a:ext uri="{FF2B5EF4-FFF2-40B4-BE49-F238E27FC236}">
                  <a16:creationId xmlns:a16="http://schemas.microsoft.com/office/drawing/2014/main" id="{534A1594-DCDB-B386-F988-A72177CCBC91}"/>
                </a:ext>
              </a:extLst>
            </p:cNvPr>
            <p:cNvGrpSpPr/>
            <p:nvPr/>
          </p:nvGrpSpPr>
          <p:grpSpPr>
            <a:xfrm>
              <a:off x="5333987" y="3177178"/>
              <a:ext cx="482857" cy="161583"/>
              <a:chOff x="4006044" y="5454956"/>
              <a:chExt cx="657043" cy="350704"/>
            </a:xfrm>
          </p:grpSpPr>
          <p:grpSp>
            <p:nvGrpSpPr>
              <p:cNvPr id="1204" name="그룹 1203">
                <a:extLst>
                  <a:ext uri="{FF2B5EF4-FFF2-40B4-BE49-F238E27FC236}">
                    <a16:creationId xmlns:a16="http://schemas.microsoft.com/office/drawing/2014/main" id="{DD01E614-B170-3748-BCE7-3230078E5CEF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199316" y="5500774"/>
                <a:ext cx="166212" cy="228600"/>
                <a:chOff x="3493292" y="3693520"/>
                <a:chExt cx="897069" cy="1233786"/>
              </a:xfrm>
            </p:grpSpPr>
            <p:grpSp>
              <p:nvGrpSpPr>
                <p:cNvPr id="1260" name="그룹 1259">
                  <a:extLst>
                    <a:ext uri="{FF2B5EF4-FFF2-40B4-BE49-F238E27FC236}">
                      <a16:creationId xmlns:a16="http://schemas.microsoft.com/office/drawing/2014/main" id="{E1453960-6994-D0F4-41B6-2170BFE0D7E9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3493292" y="3693520"/>
                  <a:ext cx="897069" cy="1233786"/>
                  <a:chOff x="11921389" y="4267727"/>
                  <a:chExt cx="916126" cy="1260000"/>
                </a:xfrm>
              </p:grpSpPr>
              <p:sp>
                <p:nvSpPr>
                  <p:cNvPr id="1282" name="사각형: 둥근 모서리 222">
                    <a:extLst>
                      <a:ext uri="{FF2B5EF4-FFF2-40B4-BE49-F238E27FC236}">
                        <a16:creationId xmlns:a16="http://schemas.microsoft.com/office/drawing/2014/main" id="{64E59CF6-2328-A767-D11C-92B25CF8C2A7}"/>
                      </a:ext>
                    </a:extLst>
                  </p:cNvPr>
                  <p:cNvSpPr/>
                  <p:nvPr/>
                </p:nvSpPr>
                <p:spPr>
                  <a:xfrm>
                    <a:off x="11923593" y="4271687"/>
                    <a:ext cx="911716" cy="1252078"/>
                  </a:xfrm>
                  <a:prstGeom prst="roundRect">
                    <a:avLst>
                      <a:gd name="adj" fmla="val 7097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-3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grpSp>
                <p:nvGrpSpPr>
                  <p:cNvPr id="1283" name="그룹 1282">
                    <a:extLst>
                      <a:ext uri="{FF2B5EF4-FFF2-40B4-BE49-F238E27FC236}">
                        <a16:creationId xmlns:a16="http://schemas.microsoft.com/office/drawing/2014/main" id="{093BB7EF-AB5E-3558-C9AF-482479D2C59D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11921389" y="4267727"/>
                    <a:ext cx="916126" cy="1260000"/>
                    <a:chOff x="14485938" y="-2571751"/>
                    <a:chExt cx="554038" cy="762000"/>
                  </a:xfrm>
                  <a:solidFill>
                    <a:srgbClr val="262626"/>
                  </a:solidFill>
                </p:grpSpPr>
                <p:sp>
                  <p:nvSpPr>
                    <p:cNvPr id="1284" name="Freeform 230">
                      <a:extLst>
                        <a:ext uri="{FF2B5EF4-FFF2-40B4-BE49-F238E27FC236}">
                          <a16:creationId xmlns:a16="http://schemas.microsoft.com/office/drawing/2014/main" id="{CA797298-EF98-01EA-FF34-B8ECC0D70136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4485938" y="-2571751"/>
                      <a:ext cx="554038" cy="762000"/>
                    </a:xfrm>
                    <a:custGeom>
                      <a:avLst/>
                      <a:gdLst>
                        <a:gd name="T0" fmla="*/ 137 w 147"/>
                        <a:gd name="T1" fmla="*/ 0 h 200"/>
                        <a:gd name="T2" fmla="*/ 10 w 147"/>
                        <a:gd name="T3" fmla="*/ 0 h 200"/>
                        <a:gd name="T4" fmla="*/ 0 w 147"/>
                        <a:gd name="T5" fmla="*/ 10 h 200"/>
                        <a:gd name="T6" fmla="*/ 0 w 147"/>
                        <a:gd name="T7" fmla="*/ 190 h 200"/>
                        <a:gd name="T8" fmla="*/ 10 w 147"/>
                        <a:gd name="T9" fmla="*/ 200 h 200"/>
                        <a:gd name="T10" fmla="*/ 137 w 147"/>
                        <a:gd name="T11" fmla="*/ 200 h 200"/>
                        <a:gd name="T12" fmla="*/ 140 w 147"/>
                        <a:gd name="T13" fmla="*/ 199 h 200"/>
                        <a:gd name="T14" fmla="*/ 146 w 147"/>
                        <a:gd name="T15" fmla="*/ 193 h 200"/>
                        <a:gd name="T16" fmla="*/ 147 w 147"/>
                        <a:gd name="T17" fmla="*/ 190 h 200"/>
                        <a:gd name="T18" fmla="*/ 147 w 147"/>
                        <a:gd name="T19" fmla="*/ 10 h 200"/>
                        <a:gd name="T20" fmla="*/ 137 w 147"/>
                        <a:gd name="T21" fmla="*/ 0 h 200"/>
                        <a:gd name="T22" fmla="*/ 139 w 147"/>
                        <a:gd name="T23" fmla="*/ 189 h 200"/>
                        <a:gd name="T24" fmla="*/ 135 w 147"/>
                        <a:gd name="T25" fmla="*/ 192 h 200"/>
                        <a:gd name="T26" fmla="*/ 10 w 147"/>
                        <a:gd name="T27" fmla="*/ 192 h 200"/>
                        <a:gd name="T28" fmla="*/ 8 w 147"/>
                        <a:gd name="T29" fmla="*/ 190 h 200"/>
                        <a:gd name="T30" fmla="*/ 8 w 147"/>
                        <a:gd name="T31" fmla="*/ 10 h 200"/>
                        <a:gd name="T32" fmla="*/ 10 w 147"/>
                        <a:gd name="T33" fmla="*/ 8 h 200"/>
                        <a:gd name="T34" fmla="*/ 137 w 147"/>
                        <a:gd name="T35" fmla="*/ 8 h 200"/>
                        <a:gd name="T36" fmla="*/ 139 w 147"/>
                        <a:gd name="T37" fmla="*/ 10 h 200"/>
                        <a:gd name="T38" fmla="*/ 139 w 147"/>
                        <a:gd name="T39" fmla="*/ 189 h 2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</a:cxnLst>
                      <a:rect l="0" t="0" r="r" b="b"/>
                      <a:pathLst>
                        <a:path w="147" h="200">
                          <a:moveTo>
                            <a:pt x="137" y="0"/>
                          </a:moveTo>
                          <a:cubicBezTo>
                            <a:pt x="10" y="0"/>
                            <a:pt x="10" y="0"/>
                            <a:pt x="10" y="0"/>
                          </a:cubicBezTo>
                          <a:cubicBezTo>
                            <a:pt x="4" y="0"/>
                            <a:pt x="0" y="5"/>
                            <a:pt x="0" y="10"/>
                          </a:cubicBezTo>
                          <a:cubicBezTo>
                            <a:pt x="0" y="190"/>
                            <a:pt x="0" y="190"/>
                            <a:pt x="0" y="190"/>
                          </a:cubicBezTo>
                          <a:cubicBezTo>
                            <a:pt x="0" y="196"/>
                            <a:pt x="4" y="200"/>
                            <a:pt x="10" y="200"/>
                          </a:cubicBezTo>
                          <a:cubicBezTo>
                            <a:pt x="137" y="200"/>
                            <a:pt x="137" y="200"/>
                            <a:pt x="137" y="200"/>
                          </a:cubicBezTo>
                          <a:cubicBezTo>
                            <a:pt x="138" y="200"/>
                            <a:pt x="139" y="200"/>
                            <a:pt x="140" y="199"/>
                          </a:cubicBezTo>
                          <a:cubicBezTo>
                            <a:pt x="146" y="193"/>
                            <a:pt x="146" y="193"/>
                            <a:pt x="146" y="193"/>
                          </a:cubicBezTo>
                          <a:cubicBezTo>
                            <a:pt x="146" y="192"/>
                            <a:pt x="147" y="191"/>
                            <a:pt x="147" y="190"/>
                          </a:cubicBezTo>
                          <a:cubicBezTo>
                            <a:pt x="147" y="10"/>
                            <a:pt x="147" y="10"/>
                            <a:pt x="147" y="10"/>
                          </a:cubicBezTo>
                          <a:cubicBezTo>
                            <a:pt x="147" y="5"/>
                            <a:pt x="142" y="0"/>
                            <a:pt x="137" y="0"/>
                          </a:cubicBezTo>
                          <a:close/>
                          <a:moveTo>
                            <a:pt x="139" y="189"/>
                          </a:moveTo>
                          <a:cubicBezTo>
                            <a:pt x="135" y="192"/>
                            <a:pt x="135" y="192"/>
                            <a:pt x="135" y="192"/>
                          </a:cubicBezTo>
                          <a:cubicBezTo>
                            <a:pt x="10" y="192"/>
                            <a:pt x="10" y="192"/>
                            <a:pt x="10" y="192"/>
                          </a:cubicBezTo>
                          <a:cubicBezTo>
                            <a:pt x="9" y="192"/>
                            <a:pt x="8" y="191"/>
                            <a:pt x="8" y="190"/>
                          </a:cubicBezTo>
                          <a:cubicBezTo>
                            <a:pt x="8" y="10"/>
                            <a:pt x="8" y="10"/>
                            <a:pt x="8" y="10"/>
                          </a:cubicBezTo>
                          <a:cubicBezTo>
                            <a:pt x="8" y="9"/>
                            <a:pt x="9" y="8"/>
                            <a:pt x="10" y="8"/>
                          </a:cubicBezTo>
                          <a:cubicBezTo>
                            <a:pt x="137" y="8"/>
                            <a:pt x="137" y="8"/>
                            <a:pt x="137" y="8"/>
                          </a:cubicBezTo>
                          <a:cubicBezTo>
                            <a:pt x="138" y="8"/>
                            <a:pt x="139" y="9"/>
                            <a:pt x="139" y="10"/>
                          </a:cubicBezTo>
                          <a:lnTo>
                            <a:pt x="139" y="189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  <p:sp>
                  <p:nvSpPr>
                    <p:cNvPr id="1285" name="Freeform 231">
                      <a:extLst>
                        <a:ext uri="{FF2B5EF4-FFF2-40B4-BE49-F238E27FC236}">
                          <a16:creationId xmlns:a16="http://schemas.microsoft.com/office/drawing/2014/main" id="{45A650BA-080B-85BE-6FAD-D9DC4EBBD9B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4603413" y="-2403476"/>
                      <a:ext cx="315913" cy="30163"/>
                    </a:xfrm>
                    <a:custGeom>
                      <a:avLst/>
                      <a:gdLst>
                        <a:gd name="T0" fmla="*/ 80 w 84"/>
                        <a:gd name="T1" fmla="*/ 0 h 8"/>
                        <a:gd name="T2" fmla="*/ 4 w 84"/>
                        <a:gd name="T3" fmla="*/ 0 h 8"/>
                        <a:gd name="T4" fmla="*/ 0 w 84"/>
                        <a:gd name="T5" fmla="*/ 4 h 8"/>
                        <a:gd name="T6" fmla="*/ 4 w 84"/>
                        <a:gd name="T7" fmla="*/ 8 h 8"/>
                        <a:gd name="T8" fmla="*/ 80 w 84"/>
                        <a:gd name="T9" fmla="*/ 8 h 8"/>
                        <a:gd name="T10" fmla="*/ 84 w 84"/>
                        <a:gd name="T11" fmla="*/ 4 h 8"/>
                        <a:gd name="T12" fmla="*/ 80 w 84"/>
                        <a:gd name="T13" fmla="*/ 0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4" h="8">
                          <a:moveTo>
                            <a:pt x="80" y="0"/>
                          </a:moveTo>
                          <a:cubicBezTo>
                            <a:pt x="4" y="0"/>
                            <a:pt x="4" y="0"/>
                            <a:pt x="4" y="0"/>
                          </a:cubicBezTo>
                          <a:cubicBezTo>
                            <a:pt x="2" y="0"/>
                            <a:pt x="0" y="2"/>
                            <a:pt x="0" y="4"/>
                          </a:cubicBezTo>
                          <a:cubicBezTo>
                            <a:pt x="0" y="6"/>
                            <a:pt x="2" y="8"/>
                            <a:pt x="4" y="8"/>
                          </a:cubicBezTo>
                          <a:cubicBezTo>
                            <a:pt x="80" y="8"/>
                            <a:pt x="80" y="8"/>
                            <a:pt x="80" y="8"/>
                          </a:cubicBezTo>
                          <a:cubicBezTo>
                            <a:pt x="82" y="8"/>
                            <a:pt x="84" y="6"/>
                            <a:pt x="84" y="4"/>
                          </a:cubicBezTo>
                          <a:cubicBezTo>
                            <a:pt x="84" y="2"/>
                            <a:pt x="82" y="0"/>
                            <a:pt x="80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1261" name="그룹 1260">
                  <a:extLst>
                    <a:ext uri="{FF2B5EF4-FFF2-40B4-BE49-F238E27FC236}">
                      <a16:creationId xmlns:a16="http://schemas.microsoft.com/office/drawing/2014/main" id="{A3FD5727-9202-109E-520D-147409EFCB92}"/>
                    </a:ext>
                  </a:extLst>
                </p:cNvPr>
                <p:cNvGrpSpPr/>
                <p:nvPr/>
              </p:nvGrpSpPr>
              <p:grpSpPr>
                <a:xfrm>
                  <a:off x="3623554" y="4140320"/>
                  <a:ext cx="636537" cy="634466"/>
                  <a:chOff x="881898" y="5310642"/>
                  <a:chExt cx="976313" cy="973138"/>
                </a:xfrm>
              </p:grpSpPr>
              <p:grpSp>
                <p:nvGrpSpPr>
                  <p:cNvPr id="1262" name="그룹 1261">
                    <a:extLst>
                      <a:ext uri="{FF2B5EF4-FFF2-40B4-BE49-F238E27FC236}">
                        <a16:creationId xmlns:a16="http://schemas.microsoft.com/office/drawing/2014/main" id="{F444C145-235C-0901-337A-52FCBD4679AB}"/>
                      </a:ext>
                    </a:extLst>
                  </p:cNvPr>
                  <p:cNvGrpSpPr/>
                  <p:nvPr/>
                </p:nvGrpSpPr>
                <p:grpSpPr>
                  <a:xfrm>
                    <a:off x="881898" y="5310642"/>
                    <a:ext cx="976313" cy="973138"/>
                    <a:chOff x="21240750" y="2320925"/>
                    <a:chExt cx="976313" cy="973138"/>
                  </a:xfrm>
                </p:grpSpPr>
                <p:sp>
                  <p:nvSpPr>
                    <p:cNvPr id="1264" name="Freeform 113">
                      <a:extLst>
                        <a:ext uri="{FF2B5EF4-FFF2-40B4-BE49-F238E27FC236}">
                          <a16:creationId xmlns:a16="http://schemas.microsoft.com/office/drawing/2014/main" id="{E618291E-F7F4-FFFF-62ED-F61E953FA3D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410343" y="2487232"/>
                      <a:ext cx="637131" cy="640525"/>
                    </a:xfrm>
                    <a:custGeom>
                      <a:avLst/>
                      <a:gdLst>
                        <a:gd name="T0" fmla="*/ 1100 w 1100"/>
                        <a:gd name="T1" fmla="*/ 210 h 1107"/>
                        <a:gd name="T2" fmla="*/ 1100 w 1100"/>
                        <a:gd name="T3" fmla="*/ 264 h 1107"/>
                        <a:gd name="T4" fmla="*/ 1100 w 1100"/>
                        <a:gd name="T5" fmla="*/ 419 h 1107"/>
                        <a:gd name="T6" fmla="*/ 1100 w 1100"/>
                        <a:gd name="T7" fmla="*/ 473 h 1107"/>
                        <a:gd name="T8" fmla="*/ 1100 w 1100"/>
                        <a:gd name="T9" fmla="*/ 635 h 1107"/>
                        <a:gd name="T10" fmla="*/ 1100 w 1100"/>
                        <a:gd name="T11" fmla="*/ 689 h 1107"/>
                        <a:gd name="T12" fmla="*/ 1100 w 1100"/>
                        <a:gd name="T13" fmla="*/ 844 h 1107"/>
                        <a:gd name="T14" fmla="*/ 1100 w 1100"/>
                        <a:gd name="T15" fmla="*/ 898 h 1107"/>
                        <a:gd name="T16" fmla="*/ 1100 w 1100"/>
                        <a:gd name="T17" fmla="*/ 1033 h 1107"/>
                        <a:gd name="T18" fmla="*/ 1026 w 1100"/>
                        <a:gd name="T19" fmla="*/ 1107 h 1107"/>
                        <a:gd name="T20" fmla="*/ 898 w 1100"/>
                        <a:gd name="T21" fmla="*/ 1107 h 1107"/>
                        <a:gd name="T22" fmla="*/ 844 w 1100"/>
                        <a:gd name="T23" fmla="*/ 1107 h 1107"/>
                        <a:gd name="T24" fmla="*/ 682 w 1100"/>
                        <a:gd name="T25" fmla="*/ 1107 h 1107"/>
                        <a:gd name="T26" fmla="*/ 628 w 1100"/>
                        <a:gd name="T27" fmla="*/ 1107 h 1107"/>
                        <a:gd name="T28" fmla="*/ 472 w 1100"/>
                        <a:gd name="T29" fmla="*/ 1107 h 1107"/>
                        <a:gd name="T30" fmla="*/ 418 w 1100"/>
                        <a:gd name="T31" fmla="*/ 1107 h 1107"/>
                        <a:gd name="T32" fmla="*/ 256 w 1100"/>
                        <a:gd name="T33" fmla="*/ 1107 h 1107"/>
                        <a:gd name="T34" fmla="*/ 202 w 1100"/>
                        <a:gd name="T35" fmla="*/ 1107 h 1107"/>
                        <a:gd name="T36" fmla="*/ 74 w 1100"/>
                        <a:gd name="T37" fmla="*/ 1107 h 1107"/>
                        <a:gd name="T38" fmla="*/ 0 w 1100"/>
                        <a:gd name="T39" fmla="*/ 1033 h 1107"/>
                        <a:gd name="T40" fmla="*/ 0 w 1100"/>
                        <a:gd name="T41" fmla="*/ 898 h 1107"/>
                        <a:gd name="T42" fmla="*/ 0 w 1100"/>
                        <a:gd name="T43" fmla="*/ 844 h 1107"/>
                        <a:gd name="T44" fmla="*/ 0 w 1100"/>
                        <a:gd name="T45" fmla="*/ 689 h 1107"/>
                        <a:gd name="T46" fmla="*/ 0 w 1100"/>
                        <a:gd name="T47" fmla="*/ 635 h 1107"/>
                        <a:gd name="T48" fmla="*/ 0 w 1100"/>
                        <a:gd name="T49" fmla="*/ 473 h 1107"/>
                        <a:gd name="T50" fmla="*/ 0 w 1100"/>
                        <a:gd name="T51" fmla="*/ 419 h 1107"/>
                        <a:gd name="T52" fmla="*/ 0 w 1100"/>
                        <a:gd name="T53" fmla="*/ 264 h 1107"/>
                        <a:gd name="T54" fmla="*/ 0 w 1100"/>
                        <a:gd name="T55" fmla="*/ 210 h 1107"/>
                        <a:gd name="T56" fmla="*/ 0 w 1100"/>
                        <a:gd name="T57" fmla="*/ 75 h 1107"/>
                        <a:gd name="T58" fmla="*/ 74 w 1100"/>
                        <a:gd name="T59" fmla="*/ 0 h 1107"/>
                        <a:gd name="T60" fmla="*/ 202 w 1100"/>
                        <a:gd name="T61" fmla="*/ 0 h 1107"/>
                        <a:gd name="T62" fmla="*/ 256 w 1100"/>
                        <a:gd name="T63" fmla="*/ 0 h 1107"/>
                        <a:gd name="T64" fmla="*/ 418 w 1100"/>
                        <a:gd name="T65" fmla="*/ 0 h 1107"/>
                        <a:gd name="T66" fmla="*/ 472 w 1100"/>
                        <a:gd name="T67" fmla="*/ 0 h 1107"/>
                        <a:gd name="T68" fmla="*/ 628 w 1100"/>
                        <a:gd name="T69" fmla="*/ 0 h 1107"/>
                        <a:gd name="T70" fmla="*/ 682 w 1100"/>
                        <a:gd name="T71" fmla="*/ 0 h 1107"/>
                        <a:gd name="T72" fmla="*/ 844 w 1100"/>
                        <a:gd name="T73" fmla="*/ 0 h 1107"/>
                        <a:gd name="T74" fmla="*/ 898 w 1100"/>
                        <a:gd name="T75" fmla="*/ 0 h 1107"/>
                        <a:gd name="T76" fmla="*/ 1026 w 1100"/>
                        <a:gd name="T77" fmla="*/ 0 h 1107"/>
                        <a:gd name="T78" fmla="*/ 1100 w 1100"/>
                        <a:gd name="T79" fmla="*/ 75 h 1107"/>
                        <a:gd name="T80" fmla="*/ 1100 w 1100"/>
                        <a:gd name="T81" fmla="*/ 210 h 1107"/>
                        <a:gd name="T82" fmla="*/ 1100 w 1100"/>
                        <a:gd name="T83" fmla="*/ 210 h 110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</a:cxnLst>
                      <a:rect l="0" t="0" r="r" b="b"/>
                      <a:pathLst>
                        <a:path w="1100" h="1107">
                          <a:moveTo>
                            <a:pt x="1100" y="210"/>
                          </a:moveTo>
                          <a:cubicBezTo>
                            <a:pt x="1100" y="264"/>
                            <a:pt x="1100" y="264"/>
                            <a:pt x="1100" y="264"/>
                          </a:cubicBezTo>
                          <a:cubicBezTo>
                            <a:pt x="1100" y="419"/>
                            <a:pt x="1100" y="419"/>
                            <a:pt x="1100" y="419"/>
                          </a:cubicBezTo>
                          <a:cubicBezTo>
                            <a:pt x="1100" y="473"/>
                            <a:pt x="1100" y="473"/>
                            <a:pt x="1100" y="473"/>
                          </a:cubicBezTo>
                          <a:cubicBezTo>
                            <a:pt x="1100" y="635"/>
                            <a:pt x="1100" y="635"/>
                            <a:pt x="1100" y="635"/>
                          </a:cubicBezTo>
                          <a:cubicBezTo>
                            <a:pt x="1100" y="689"/>
                            <a:pt x="1100" y="689"/>
                            <a:pt x="1100" y="689"/>
                          </a:cubicBezTo>
                          <a:cubicBezTo>
                            <a:pt x="1100" y="844"/>
                            <a:pt x="1100" y="844"/>
                            <a:pt x="1100" y="844"/>
                          </a:cubicBezTo>
                          <a:cubicBezTo>
                            <a:pt x="1100" y="898"/>
                            <a:pt x="1100" y="898"/>
                            <a:pt x="1100" y="898"/>
                          </a:cubicBezTo>
                          <a:cubicBezTo>
                            <a:pt x="1100" y="1033"/>
                            <a:pt x="1100" y="1033"/>
                            <a:pt x="1100" y="1033"/>
                          </a:cubicBezTo>
                          <a:cubicBezTo>
                            <a:pt x="1100" y="1073"/>
                            <a:pt x="1073" y="1107"/>
                            <a:pt x="1026" y="1107"/>
                          </a:cubicBezTo>
                          <a:cubicBezTo>
                            <a:pt x="898" y="1107"/>
                            <a:pt x="898" y="1107"/>
                            <a:pt x="898" y="1107"/>
                          </a:cubicBezTo>
                          <a:cubicBezTo>
                            <a:pt x="844" y="1107"/>
                            <a:pt x="844" y="1107"/>
                            <a:pt x="844" y="1107"/>
                          </a:cubicBezTo>
                          <a:cubicBezTo>
                            <a:pt x="682" y="1107"/>
                            <a:pt x="682" y="1107"/>
                            <a:pt x="682" y="1107"/>
                          </a:cubicBezTo>
                          <a:cubicBezTo>
                            <a:pt x="628" y="1107"/>
                            <a:pt x="628" y="1107"/>
                            <a:pt x="628" y="1107"/>
                          </a:cubicBezTo>
                          <a:cubicBezTo>
                            <a:pt x="472" y="1107"/>
                            <a:pt x="472" y="1107"/>
                            <a:pt x="472" y="1107"/>
                          </a:cubicBezTo>
                          <a:cubicBezTo>
                            <a:pt x="418" y="1107"/>
                            <a:pt x="418" y="1107"/>
                            <a:pt x="418" y="1107"/>
                          </a:cubicBezTo>
                          <a:cubicBezTo>
                            <a:pt x="256" y="1107"/>
                            <a:pt x="256" y="1107"/>
                            <a:pt x="256" y="1107"/>
                          </a:cubicBezTo>
                          <a:cubicBezTo>
                            <a:pt x="202" y="1107"/>
                            <a:pt x="202" y="1107"/>
                            <a:pt x="202" y="1107"/>
                          </a:cubicBezTo>
                          <a:cubicBezTo>
                            <a:pt x="74" y="1107"/>
                            <a:pt x="74" y="1107"/>
                            <a:pt x="74" y="1107"/>
                          </a:cubicBezTo>
                          <a:cubicBezTo>
                            <a:pt x="27" y="1107"/>
                            <a:pt x="0" y="1073"/>
                            <a:pt x="0" y="1033"/>
                          </a:cubicBezTo>
                          <a:cubicBezTo>
                            <a:pt x="0" y="898"/>
                            <a:pt x="0" y="898"/>
                            <a:pt x="0" y="898"/>
                          </a:cubicBezTo>
                          <a:cubicBezTo>
                            <a:pt x="0" y="844"/>
                            <a:pt x="0" y="844"/>
                            <a:pt x="0" y="844"/>
                          </a:cubicBezTo>
                          <a:cubicBezTo>
                            <a:pt x="0" y="689"/>
                            <a:pt x="0" y="689"/>
                            <a:pt x="0" y="689"/>
                          </a:cubicBezTo>
                          <a:cubicBezTo>
                            <a:pt x="0" y="635"/>
                            <a:pt x="0" y="635"/>
                            <a:pt x="0" y="635"/>
                          </a:cubicBezTo>
                          <a:cubicBezTo>
                            <a:pt x="0" y="473"/>
                            <a:pt x="0" y="473"/>
                            <a:pt x="0" y="473"/>
                          </a:cubicBezTo>
                          <a:cubicBezTo>
                            <a:pt x="0" y="419"/>
                            <a:pt x="0" y="419"/>
                            <a:pt x="0" y="419"/>
                          </a:cubicBezTo>
                          <a:cubicBezTo>
                            <a:pt x="0" y="264"/>
                            <a:pt x="0" y="264"/>
                            <a:pt x="0" y="264"/>
                          </a:cubicBezTo>
                          <a:cubicBezTo>
                            <a:pt x="0" y="210"/>
                            <a:pt x="0" y="210"/>
                            <a:pt x="0" y="210"/>
                          </a:cubicBezTo>
                          <a:cubicBezTo>
                            <a:pt x="0" y="75"/>
                            <a:pt x="0" y="75"/>
                            <a:pt x="0" y="75"/>
                          </a:cubicBezTo>
                          <a:cubicBezTo>
                            <a:pt x="0" y="34"/>
                            <a:pt x="27" y="0"/>
                            <a:pt x="74" y="0"/>
                          </a:cubicBezTo>
                          <a:cubicBezTo>
                            <a:pt x="202" y="0"/>
                            <a:pt x="202" y="0"/>
                            <a:pt x="202" y="0"/>
                          </a:cubicBezTo>
                          <a:cubicBezTo>
                            <a:pt x="256" y="0"/>
                            <a:pt x="256" y="0"/>
                            <a:pt x="256" y="0"/>
                          </a:cubicBezTo>
                          <a:cubicBezTo>
                            <a:pt x="418" y="0"/>
                            <a:pt x="418" y="0"/>
                            <a:pt x="418" y="0"/>
                          </a:cubicBezTo>
                          <a:cubicBezTo>
                            <a:pt x="472" y="0"/>
                            <a:pt x="472" y="0"/>
                            <a:pt x="472" y="0"/>
                          </a:cubicBezTo>
                          <a:cubicBezTo>
                            <a:pt x="628" y="0"/>
                            <a:pt x="628" y="0"/>
                            <a:pt x="628" y="0"/>
                          </a:cubicBezTo>
                          <a:cubicBezTo>
                            <a:pt x="682" y="0"/>
                            <a:pt x="682" y="0"/>
                            <a:pt x="682" y="0"/>
                          </a:cubicBezTo>
                          <a:cubicBezTo>
                            <a:pt x="844" y="0"/>
                            <a:pt x="844" y="0"/>
                            <a:pt x="844" y="0"/>
                          </a:cubicBezTo>
                          <a:cubicBezTo>
                            <a:pt x="898" y="0"/>
                            <a:pt x="898" y="0"/>
                            <a:pt x="898" y="0"/>
                          </a:cubicBezTo>
                          <a:cubicBezTo>
                            <a:pt x="1026" y="0"/>
                            <a:pt x="1026" y="0"/>
                            <a:pt x="1026" y="0"/>
                          </a:cubicBezTo>
                          <a:cubicBezTo>
                            <a:pt x="1073" y="0"/>
                            <a:pt x="1100" y="34"/>
                            <a:pt x="1100" y="75"/>
                          </a:cubicBezTo>
                          <a:cubicBezTo>
                            <a:pt x="1100" y="210"/>
                            <a:pt x="1100" y="210"/>
                            <a:pt x="1100" y="210"/>
                          </a:cubicBezTo>
                          <a:cubicBezTo>
                            <a:pt x="1100" y="210"/>
                            <a:pt x="1100" y="210"/>
                            <a:pt x="1100" y="210"/>
                          </a:cubicBezTo>
                          <a:close/>
                        </a:path>
                      </a:pathLst>
                    </a:custGeom>
                    <a:solidFill>
                      <a:schemeClr val="tx1">
                        <a:lumMod val="85000"/>
                        <a:lumOff val="15000"/>
                      </a:schemeClr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65" name="Freeform 96">
                      <a:extLst>
                        <a:ext uri="{FF2B5EF4-FFF2-40B4-BE49-F238E27FC236}">
                          <a16:creationId xmlns:a16="http://schemas.microsoft.com/office/drawing/2014/main" id="{88DCA4E1-028C-CE36-CC9D-C2112A3E72F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085300" y="2620963"/>
                      <a:ext cx="131763" cy="30163"/>
                    </a:xfrm>
                    <a:custGeom>
                      <a:avLst/>
                      <a:gdLst>
                        <a:gd name="T0" fmla="*/ 244 w 244"/>
                        <a:gd name="T1" fmla="*/ 28 h 55"/>
                        <a:gd name="T2" fmla="*/ 217 w 244"/>
                        <a:gd name="T3" fmla="*/ 0 h 55"/>
                        <a:gd name="T4" fmla="*/ 0 w 244"/>
                        <a:gd name="T5" fmla="*/ 0 h 55"/>
                        <a:gd name="T6" fmla="*/ 0 w 244"/>
                        <a:gd name="T7" fmla="*/ 55 h 55"/>
                        <a:gd name="T8" fmla="*/ 217 w 244"/>
                        <a:gd name="T9" fmla="*/ 55 h 55"/>
                        <a:gd name="T10" fmla="*/ 244 w 244"/>
                        <a:gd name="T11" fmla="*/ 28 h 5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4" h="55">
                          <a:moveTo>
                            <a:pt x="244" y="28"/>
                          </a:moveTo>
                          <a:cubicBezTo>
                            <a:pt x="244" y="14"/>
                            <a:pt x="230" y="0"/>
                            <a:pt x="217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55"/>
                            <a:pt x="0" y="55"/>
                            <a:pt x="0" y="55"/>
                          </a:cubicBezTo>
                          <a:cubicBezTo>
                            <a:pt x="217" y="55"/>
                            <a:pt x="217" y="55"/>
                            <a:pt x="217" y="55"/>
                          </a:cubicBezTo>
                          <a:cubicBezTo>
                            <a:pt x="230" y="55"/>
                            <a:pt x="244" y="41"/>
                            <a:pt x="244" y="28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66" name="Freeform 97">
                      <a:extLst>
                        <a:ext uri="{FF2B5EF4-FFF2-40B4-BE49-F238E27FC236}">
                          <a16:creationId xmlns:a16="http://schemas.microsoft.com/office/drawing/2014/main" id="{A6CF2E76-13BA-7C6C-8DC4-A7776FA9224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085300" y="2733675"/>
                      <a:ext cx="131763" cy="30163"/>
                    </a:xfrm>
                    <a:custGeom>
                      <a:avLst/>
                      <a:gdLst>
                        <a:gd name="T0" fmla="*/ 217 w 244"/>
                        <a:gd name="T1" fmla="*/ 0 h 54"/>
                        <a:gd name="T2" fmla="*/ 0 w 244"/>
                        <a:gd name="T3" fmla="*/ 0 h 54"/>
                        <a:gd name="T4" fmla="*/ 0 w 244"/>
                        <a:gd name="T5" fmla="*/ 54 h 54"/>
                        <a:gd name="T6" fmla="*/ 217 w 244"/>
                        <a:gd name="T7" fmla="*/ 54 h 54"/>
                        <a:gd name="T8" fmla="*/ 244 w 244"/>
                        <a:gd name="T9" fmla="*/ 27 h 54"/>
                        <a:gd name="T10" fmla="*/ 217 w 244"/>
                        <a:gd name="T11" fmla="*/ 0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4" h="54">
                          <a:moveTo>
                            <a:pt x="217" y="0"/>
                          </a:move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54"/>
                            <a:pt x="0" y="54"/>
                            <a:pt x="0" y="54"/>
                          </a:cubicBezTo>
                          <a:cubicBezTo>
                            <a:pt x="217" y="54"/>
                            <a:pt x="217" y="54"/>
                            <a:pt x="217" y="54"/>
                          </a:cubicBezTo>
                          <a:cubicBezTo>
                            <a:pt x="230" y="54"/>
                            <a:pt x="244" y="47"/>
                            <a:pt x="244" y="27"/>
                          </a:cubicBezTo>
                          <a:cubicBezTo>
                            <a:pt x="244" y="13"/>
                            <a:pt x="230" y="0"/>
                            <a:pt x="217" y="0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67" name="Freeform 98">
                      <a:extLst>
                        <a:ext uri="{FF2B5EF4-FFF2-40B4-BE49-F238E27FC236}">
                          <a16:creationId xmlns:a16="http://schemas.microsoft.com/office/drawing/2014/main" id="{321D4AD9-6522-D6A7-1ADB-3F948167525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085300" y="2851150"/>
                      <a:ext cx="131763" cy="30163"/>
                    </a:xfrm>
                    <a:custGeom>
                      <a:avLst/>
                      <a:gdLst>
                        <a:gd name="T0" fmla="*/ 217 w 244"/>
                        <a:gd name="T1" fmla="*/ 0 h 54"/>
                        <a:gd name="T2" fmla="*/ 0 w 244"/>
                        <a:gd name="T3" fmla="*/ 0 h 54"/>
                        <a:gd name="T4" fmla="*/ 0 w 244"/>
                        <a:gd name="T5" fmla="*/ 54 h 54"/>
                        <a:gd name="T6" fmla="*/ 217 w 244"/>
                        <a:gd name="T7" fmla="*/ 54 h 54"/>
                        <a:gd name="T8" fmla="*/ 244 w 244"/>
                        <a:gd name="T9" fmla="*/ 27 h 54"/>
                        <a:gd name="T10" fmla="*/ 217 w 244"/>
                        <a:gd name="T11" fmla="*/ 0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4" h="54">
                          <a:moveTo>
                            <a:pt x="217" y="0"/>
                          </a:move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54"/>
                            <a:pt x="0" y="54"/>
                            <a:pt x="0" y="54"/>
                          </a:cubicBezTo>
                          <a:cubicBezTo>
                            <a:pt x="217" y="54"/>
                            <a:pt x="217" y="54"/>
                            <a:pt x="217" y="54"/>
                          </a:cubicBezTo>
                          <a:cubicBezTo>
                            <a:pt x="230" y="54"/>
                            <a:pt x="244" y="41"/>
                            <a:pt x="244" y="27"/>
                          </a:cubicBezTo>
                          <a:cubicBezTo>
                            <a:pt x="244" y="14"/>
                            <a:pt x="230" y="0"/>
                            <a:pt x="217" y="0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68" name="Freeform 99">
                      <a:extLst>
                        <a:ext uri="{FF2B5EF4-FFF2-40B4-BE49-F238E27FC236}">
                          <a16:creationId xmlns:a16="http://schemas.microsoft.com/office/drawing/2014/main" id="{C1F2E5A1-CBF5-2FF1-9F15-2338BDB958E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085300" y="2965450"/>
                      <a:ext cx="131763" cy="28575"/>
                    </a:xfrm>
                    <a:custGeom>
                      <a:avLst/>
                      <a:gdLst>
                        <a:gd name="T0" fmla="*/ 217 w 244"/>
                        <a:gd name="T1" fmla="*/ 0 h 54"/>
                        <a:gd name="T2" fmla="*/ 0 w 244"/>
                        <a:gd name="T3" fmla="*/ 0 h 54"/>
                        <a:gd name="T4" fmla="*/ 0 w 244"/>
                        <a:gd name="T5" fmla="*/ 54 h 54"/>
                        <a:gd name="T6" fmla="*/ 217 w 244"/>
                        <a:gd name="T7" fmla="*/ 54 h 54"/>
                        <a:gd name="T8" fmla="*/ 244 w 244"/>
                        <a:gd name="T9" fmla="*/ 27 h 54"/>
                        <a:gd name="T10" fmla="*/ 217 w 244"/>
                        <a:gd name="T11" fmla="*/ 0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4" h="54">
                          <a:moveTo>
                            <a:pt x="217" y="0"/>
                          </a:move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54"/>
                            <a:pt x="0" y="54"/>
                            <a:pt x="0" y="54"/>
                          </a:cubicBezTo>
                          <a:cubicBezTo>
                            <a:pt x="217" y="54"/>
                            <a:pt x="217" y="54"/>
                            <a:pt x="217" y="54"/>
                          </a:cubicBezTo>
                          <a:cubicBezTo>
                            <a:pt x="230" y="54"/>
                            <a:pt x="244" y="47"/>
                            <a:pt x="244" y="27"/>
                          </a:cubicBezTo>
                          <a:cubicBezTo>
                            <a:pt x="244" y="13"/>
                            <a:pt x="230" y="0"/>
                            <a:pt x="217" y="0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69" name="Freeform 100">
                      <a:extLst>
                        <a:ext uri="{FF2B5EF4-FFF2-40B4-BE49-F238E27FC236}">
                          <a16:creationId xmlns:a16="http://schemas.microsoft.com/office/drawing/2014/main" id="{3983D974-3A24-891D-3297-D74C56949CA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240750" y="2620963"/>
                      <a:ext cx="131763" cy="30163"/>
                    </a:xfrm>
                    <a:custGeom>
                      <a:avLst/>
                      <a:gdLst>
                        <a:gd name="T0" fmla="*/ 0 w 243"/>
                        <a:gd name="T1" fmla="*/ 28 h 55"/>
                        <a:gd name="T2" fmla="*/ 27 w 243"/>
                        <a:gd name="T3" fmla="*/ 55 h 55"/>
                        <a:gd name="T4" fmla="*/ 243 w 243"/>
                        <a:gd name="T5" fmla="*/ 55 h 55"/>
                        <a:gd name="T6" fmla="*/ 243 w 243"/>
                        <a:gd name="T7" fmla="*/ 0 h 55"/>
                        <a:gd name="T8" fmla="*/ 27 w 243"/>
                        <a:gd name="T9" fmla="*/ 0 h 55"/>
                        <a:gd name="T10" fmla="*/ 0 w 243"/>
                        <a:gd name="T11" fmla="*/ 28 h 5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3" h="55">
                          <a:moveTo>
                            <a:pt x="0" y="28"/>
                          </a:moveTo>
                          <a:cubicBezTo>
                            <a:pt x="0" y="41"/>
                            <a:pt x="14" y="55"/>
                            <a:pt x="27" y="55"/>
                          </a:cubicBezTo>
                          <a:cubicBezTo>
                            <a:pt x="243" y="55"/>
                            <a:pt x="243" y="55"/>
                            <a:pt x="243" y="55"/>
                          </a:cubicBezTo>
                          <a:cubicBezTo>
                            <a:pt x="243" y="0"/>
                            <a:pt x="243" y="0"/>
                            <a:pt x="243" y="0"/>
                          </a:cubicBezTo>
                          <a:cubicBezTo>
                            <a:pt x="27" y="0"/>
                            <a:pt x="27" y="0"/>
                            <a:pt x="27" y="0"/>
                          </a:cubicBezTo>
                          <a:cubicBezTo>
                            <a:pt x="14" y="0"/>
                            <a:pt x="0" y="14"/>
                            <a:pt x="0" y="28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70" name="Freeform 101">
                      <a:extLst>
                        <a:ext uri="{FF2B5EF4-FFF2-40B4-BE49-F238E27FC236}">
                          <a16:creationId xmlns:a16="http://schemas.microsoft.com/office/drawing/2014/main" id="{4C65FB01-11CE-7166-D319-DB0FD03ABD2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240750" y="2733675"/>
                      <a:ext cx="131763" cy="30163"/>
                    </a:xfrm>
                    <a:custGeom>
                      <a:avLst/>
                      <a:gdLst>
                        <a:gd name="T0" fmla="*/ 0 w 243"/>
                        <a:gd name="T1" fmla="*/ 27 h 54"/>
                        <a:gd name="T2" fmla="*/ 27 w 243"/>
                        <a:gd name="T3" fmla="*/ 54 h 54"/>
                        <a:gd name="T4" fmla="*/ 243 w 243"/>
                        <a:gd name="T5" fmla="*/ 54 h 54"/>
                        <a:gd name="T6" fmla="*/ 243 w 243"/>
                        <a:gd name="T7" fmla="*/ 0 h 54"/>
                        <a:gd name="T8" fmla="*/ 27 w 243"/>
                        <a:gd name="T9" fmla="*/ 0 h 54"/>
                        <a:gd name="T10" fmla="*/ 0 w 243"/>
                        <a:gd name="T11" fmla="*/ 27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3" h="54">
                          <a:moveTo>
                            <a:pt x="0" y="27"/>
                          </a:moveTo>
                          <a:cubicBezTo>
                            <a:pt x="0" y="47"/>
                            <a:pt x="14" y="54"/>
                            <a:pt x="27" y="54"/>
                          </a:cubicBezTo>
                          <a:cubicBezTo>
                            <a:pt x="243" y="54"/>
                            <a:pt x="243" y="54"/>
                            <a:pt x="243" y="54"/>
                          </a:cubicBezTo>
                          <a:cubicBezTo>
                            <a:pt x="243" y="0"/>
                            <a:pt x="243" y="0"/>
                            <a:pt x="243" y="0"/>
                          </a:cubicBezTo>
                          <a:cubicBezTo>
                            <a:pt x="27" y="0"/>
                            <a:pt x="27" y="0"/>
                            <a:pt x="27" y="0"/>
                          </a:cubicBezTo>
                          <a:cubicBezTo>
                            <a:pt x="14" y="0"/>
                            <a:pt x="0" y="13"/>
                            <a:pt x="0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71" name="Freeform 102">
                      <a:extLst>
                        <a:ext uri="{FF2B5EF4-FFF2-40B4-BE49-F238E27FC236}">
                          <a16:creationId xmlns:a16="http://schemas.microsoft.com/office/drawing/2014/main" id="{1B16074A-014A-7677-D754-DD691F5D6B0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240750" y="2851150"/>
                      <a:ext cx="131763" cy="30163"/>
                    </a:xfrm>
                    <a:custGeom>
                      <a:avLst/>
                      <a:gdLst>
                        <a:gd name="T0" fmla="*/ 0 w 243"/>
                        <a:gd name="T1" fmla="*/ 27 h 54"/>
                        <a:gd name="T2" fmla="*/ 27 w 243"/>
                        <a:gd name="T3" fmla="*/ 54 h 54"/>
                        <a:gd name="T4" fmla="*/ 243 w 243"/>
                        <a:gd name="T5" fmla="*/ 54 h 54"/>
                        <a:gd name="T6" fmla="*/ 243 w 243"/>
                        <a:gd name="T7" fmla="*/ 0 h 54"/>
                        <a:gd name="T8" fmla="*/ 27 w 243"/>
                        <a:gd name="T9" fmla="*/ 0 h 54"/>
                        <a:gd name="T10" fmla="*/ 0 w 243"/>
                        <a:gd name="T11" fmla="*/ 27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3" h="54">
                          <a:moveTo>
                            <a:pt x="0" y="27"/>
                          </a:moveTo>
                          <a:cubicBezTo>
                            <a:pt x="0" y="41"/>
                            <a:pt x="14" y="54"/>
                            <a:pt x="27" y="54"/>
                          </a:cubicBezTo>
                          <a:cubicBezTo>
                            <a:pt x="243" y="54"/>
                            <a:pt x="243" y="54"/>
                            <a:pt x="243" y="54"/>
                          </a:cubicBezTo>
                          <a:cubicBezTo>
                            <a:pt x="243" y="0"/>
                            <a:pt x="243" y="0"/>
                            <a:pt x="243" y="0"/>
                          </a:cubicBezTo>
                          <a:cubicBezTo>
                            <a:pt x="27" y="0"/>
                            <a:pt x="27" y="0"/>
                            <a:pt x="27" y="0"/>
                          </a:cubicBezTo>
                          <a:cubicBezTo>
                            <a:pt x="14" y="0"/>
                            <a:pt x="0" y="14"/>
                            <a:pt x="0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72" name="Freeform 103">
                      <a:extLst>
                        <a:ext uri="{FF2B5EF4-FFF2-40B4-BE49-F238E27FC236}">
                          <a16:creationId xmlns:a16="http://schemas.microsoft.com/office/drawing/2014/main" id="{9B25DB45-DE71-931E-89D7-56A606A72FF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240750" y="2965450"/>
                      <a:ext cx="131763" cy="28575"/>
                    </a:xfrm>
                    <a:custGeom>
                      <a:avLst/>
                      <a:gdLst>
                        <a:gd name="T0" fmla="*/ 0 w 243"/>
                        <a:gd name="T1" fmla="*/ 27 h 54"/>
                        <a:gd name="T2" fmla="*/ 27 w 243"/>
                        <a:gd name="T3" fmla="*/ 54 h 54"/>
                        <a:gd name="T4" fmla="*/ 243 w 243"/>
                        <a:gd name="T5" fmla="*/ 54 h 54"/>
                        <a:gd name="T6" fmla="*/ 243 w 243"/>
                        <a:gd name="T7" fmla="*/ 0 h 54"/>
                        <a:gd name="T8" fmla="*/ 27 w 243"/>
                        <a:gd name="T9" fmla="*/ 0 h 54"/>
                        <a:gd name="T10" fmla="*/ 0 w 243"/>
                        <a:gd name="T11" fmla="*/ 27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3" h="54">
                          <a:moveTo>
                            <a:pt x="0" y="27"/>
                          </a:moveTo>
                          <a:cubicBezTo>
                            <a:pt x="0" y="47"/>
                            <a:pt x="14" y="54"/>
                            <a:pt x="27" y="54"/>
                          </a:cubicBezTo>
                          <a:cubicBezTo>
                            <a:pt x="243" y="54"/>
                            <a:pt x="243" y="54"/>
                            <a:pt x="243" y="54"/>
                          </a:cubicBezTo>
                          <a:cubicBezTo>
                            <a:pt x="243" y="0"/>
                            <a:pt x="243" y="0"/>
                            <a:pt x="243" y="0"/>
                          </a:cubicBezTo>
                          <a:cubicBezTo>
                            <a:pt x="27" y="0"/>
                            <a:pt x="27" y="0"/>
                            <a:pt x="27" y="0"/>
                          </a:cubicBezTo>
                          <a:cubicBezTo>
                            <a:pt x="14" y="0"/>
                            <a:pt x="0" y="13"/>
                            <a:pt x="0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73" name="Freeform 104">
                      <a:extLst>
                        <a:ext uri="{FF2B5EF4-FFF2-40B4-BE49-F238E27FC236}">
                          <a16:creationId xmlns:a16="http://schemas.microsoft.com/office/drawing/2014/main" id="{5153D2CB-D224-78C3-A8C1-6B482316990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540788" y="2320925"/>
                      <a:ext cx="28575" cy="128588"/>
                    </a:xfrm>
                    <a:custGeom>
                      <a:avLst/>
                      <a:gdLst>
                        <a:gd name="T0" fmla="*/ 54 w 54"/>
                        <a:gd name="T1" fmla="*/ 27 h 237"/>
                        <a:gd name="T2" fmla="*/ 27 w 54"/>
                        <a:gd name="T3" fmla="*/ 0 h 237"/>
                        <a:gd name="T4" fmla="*/ 0 w 54"/>
                        <a:gd name="T5" fmla="*/ 27 h 237"/>
                        <a:gd name="T6" fmla="*/ 0 w 54"/>
                        <a:gd name="T7" fmla="*/ 237 h 237"/>
                        <a:gd name="T8" fmla="*/ 54 w 54"/>
                        <a:gd name="T9" fmla="*/ 237 h 237"/>
                        <a:gd name="T10" fmla="*/ 54 w 54"/>
                        <a:gd name="T11" fmla="*/ 27 h 237"/>
                        <a:gd name="T12" fmla="*/ 54 w 54"/>
                        <a:gd name="T13" fmla="*/ 27 h 2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7">
                          <a:moveTo>
                            <a:pt x="54" y="27"/>
                          </a:moveTo>
                          <a:cubicBezTo>
                            <a:pt x="54" y="14"/>
                            <a:pt x="40" y="0"/>
                            <a:pt x="27" y="0"/>
                          </a:cubicBezTo>
                          <a:cubicBezTo>
                            <a:pt x="13" y="0"/>
                            <a:pt x="0" y="14"/>
                            <a:pt x="0" y="27"/>
                          </a:cubicBezTo>
                          <a:cubicBezTo>
                            <a:pt x="0" y="237"/>
                            <a:pt x="0" y="237"/>
                            <a:pt x="0" y="237"/>
                          </a:cubicBezTo>
                          <a:cubicBezTo>
                            <a:pt x="54" y="237"/>
                            <a:pt x="54" y="237"/>
                            <a:pt x="54" y="23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74" name="Freeform 105">
                      <a:extLst>
                        <a:ext uri="{FF2B5EF4-FFF2-40B4-BE49-F238E27FC236}">
                          <a16:creationId xmlns:a16="http://schemas.microsoft.com/office/drawing/2014/main" id="{E8E26965-F349-DC1A-9971-41EA48CB3DC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658263" y="2320925"/>
                      <a:ext cx="28575" cy="128588"/>
                    </a:xfrm>
                    <a:custGeom>
                      <a:avLst/>
                      <a:gdLst>
                        <a:gd name="T0" fmla="*/ 54 w 54"/>
                        <a:gd name="T1" fmla="*/ 27 h 237"/>
                        <a:gd name="T2" fmla="*/ 27 w 54"/>
                        <a:gd name="T3" fmla="*/ 0 h 237"/>
                        <a:gd name="T4" fmla="*/ 0 w 54"/>
                        <a:gd name="T5" fmla="*/ 27 h 237"/>
                        <a:gd name="T6" fmla="*/ 0 w 54"/>
                        <a:gd name="T7" fmla="*/ 237 h 237"/>
                        <a:gd name="T8" fmla="*/ 54 w 54"/>
                        <a:gd name="T9" fmla="*/ 237 h 237"/>
                        <a:gd name="T10" fmla="*/ 54 w 54"/>
                        <a:gd name="T11" fmla="*/ 27 h 237"/>
                        <a:gd name="T12" fmla="*/ 54 w 54"/>
                        <a:gd name="T13" fmla="*/ 27 h 2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7">
                          <a:moveTo>
                            <a:pt x="54" y="27"/>
                          </a:moveTo>
                          <a:cubicBezTo>
                            <a:pt x="54" y="14"/>
                            <a:pt x="40" y="0"/>
                            <a:pt x="27" y="0"/>
                          </a:cubicBezTo>
                          <a:cubicBezTo>
                            <a:pt x="13" y="0"/>
                            <a:pt x="0" y="14"/>
                            <a:pt x="0" y="27"/>
                          </a:cubicBezTo>
                          <a:cubicBezTo>
                            <a:pt x="0" y="237"/>
                            <a:pt x="0" y="237"/>
                            <a:pt x="0" y="237"/>
                          </a:cubicBezTo>
                          <a:cubicBezTo>
                            <a:pt x="54" y="237"/>
                            <a:pt x="54" y="237"/>
                            <a:pt x="54" y="23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75" name="Freeform 106">
                      <a:extLst>
                        <a:ext uri="{FF2B5EF4-FFF2-40B4-BE49-F238E27FC236}">
                          <a16:creationId xmlns:a16="http://schemas.microsoft.com/office/drawing/2014/main" id="{B80C26F5-05B3-A804-9D2D-15DA6E4E6D4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770975" y="2320925"/>
                      <a:ext cx="30163" cy="128588"/>
                    </a:xfrm>
                    <a:custGeom>
                      <a:avLst/>
                      <a:gdLst>
                        <a:gd name="T0" fmla="*/ 54 w 54"/>
                        <a:gd name="T1" fmla="*/ 27 h 237"/>
                        <a:gd name="T2" fmla="*/ 27 w 54"/>
                        <a:gd name="T3" fmla="*/ 0 h 237"/>
                        <a:gd name="T4" fmla="*/ 0 w 54"/>
                        <a:gd name="T5" fmla="*/ 27 h 237"/>
                        <a:gd name="T6" fmla="*/ 0 w 54"/>
                        <a:gd name="T7" fmla="*/ 237 h 237"/>
                        <a:gd name="T8" fmla="*/ 54 w 54"/>
                        <a:gd name="T9" fmla="*/ 237 h 237"/>
                        <a:gd name="T10" fmla="*/ 54 w 54"/>
                        <a:gd name="T11" fmla="*/ 27 h 237"/>
                        <a:gd name="T12" fmla="*/ 54 w 54"/>
                        <a:gd name="T13" fmla="*/ 27 h 2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7">
                          <a:moveTo>
                            <a:pt x="54" y="27"/>
                          </a:moveTo>
                          <a:cubicBezTo>
                            <a:pt x="54" y="14"/>
                            <a:pt x="40" y="0"/>
                            <a:pt x="27" y="0"/>
                          </a:cubicBezTo>
                          <a:cubicBezTo>
                            <a:pt x="13" y="0"/>
                            <a:pt x="0" y="14"/>
                            <a:pt x="0" y="27"/>
                          </a:cubicBezTo>
                          <a:cubicBezTo>
                            <a:pt x="0" y="237"/>
                            <a:pt x="0" y="237"/>
                            <a:pt x="0" y="237"/>
                          </a:cubicBezTo>
                          <a:cubicBezTo>
                            <a:pt x="54" y="237"/>
                            <a:pt x="54" y="237"/>
                            <a:pt x="54" y="23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76" name="Freeform 107">
                      <a:extLst>
                        <a:ext uri="{FF2B5EF4-FFF2-40B4-BE49-F238E27FC236}">
                          <a16:creationId xmlns:a16="http://schemas.microsoft.com/office/drawing/2014/main" id="{14317967-4F05-823B-792F-A697A1F0BD4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886863" y="2320925"/>
                      <a:ext cx="30163" cy="128588"/>
                    </a:xfrm>
                    <a:custGeom>
                      <a:avLst/>
                      <a:gdLst>
                        <a:gd name="T0" fmla="*/ 54 w 54"/>
                        <a:gd name="T1" fmla="*/ 27 h 237"/>
                        <a:gd name="T2" fmla="*/ 27 w 54"/>
                        <a:gd name="T3" fmla="*/ 0 h 237"/>
                        <a:gd name="T4" fmla="*/ 0 w 54"/>
                        <a:gd name="T5" fmla="*/ 27 h 237"/>
                        <a:gd name="T6" fmla="*/ 0 w 54"/>
                        <a:gd name="T7" fmla="*/ 237 h 237"/>
                        <a:gd name="T8" fmla="*/ 54 w 54"/>
                        <a:gd name="T9" fmla="*/ 237 h 237"/>
                        <a:gd name="T10" fmla="*/ 54 w 54"/>
                        <a:gd name="T11" fmla="*/ 27 h 237"/>
                        <a:gd name="T12" fmla="*/ 54 w 54"/>
                        <a:gd name="T13" fmla="*/ 27 h 2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7">
                          <a:moveTo>
                            <a:pt x="54" y="27"/>
                          </a:moveTo>
                          <a:cubicBezTo>
                            <a:pt x="54" y="14"/>
                            <a:pt x="40" y="0"/>
                            <a:pt x="27" y="0"/>
                          </a:cubicBezTo>
                          <a:cubicBezTo>
                            <a:pt x="13" y="0"/>
                            <a:pt x="0" y="14"/>
                            <a:pt x="0" y="27"/>
                          </a:cubicBezTo>
                          <a:cubicBezTo>
                            <a:pt x="0" y="237"/>
                            <a:pt x="0" y="237"/>
                            <a:pt x="0" y="237"/>
                          </a:cubicBezTo>
                          <a:cubicBezTo>
                            <a:pt x="54" y="237"/>
                            <a:pt x="54" y="237"/>
                            <a:pt x="54" y="23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77" name="Freeform 108">
                      <a:extLst>
                        <a:ext uri="{FF2B5EF4-FFF2-40B4-BE49-F238E27FC236}">
                          <a16:creationId xmlns:a16="http://schemas.microsoft.com/office/drawing/2014/main" id="{E9922118-A1F1-7802-507D-E12ED2A2F44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540788" y="3165475"/>
                      <a:ext cx="28575" cy="128588"/>
                    </a:xfrm>
                    <a:custGeom>
                      <a:avLst/>
                      <a:gdLst>
                        <a:gd name="T0" fmla="*/ 0 w 54"/>
                        <a:gd name="T1" fmla="*/ 211 h 238"/>
                        <a:gd name="T2" fmla="*/ 27 w 54"/>
                        <a:gd name="T3" fmla="*/ 238 h 238"/>
                        <a:gd name="T4" fmla="*/ 54 w 54"/>
                        <a:gd name="T5" fmla="*/ 211 h 238"/>
                        <a:gd name="T6" fmla="*/ 54 w 54"/>
                        <a:gd name="T7" fmla="*/ 0 h 238"/>
                        <a:gd name="T8" fmla="*/ 0 w 54"/>
                        <a:gd name="T9" fmla="*/ 0 h 238"/>
                        <a:gd name="T10" fmla="*/ 0 w 54"/>
                        <a:gd name="T11" fmla="*/ 211 h 238"/>
                        <a:gd name="T12" fmla="*/ 0 w 54"/>
                        <a:gd name="T13" fmla="*/ 211 h 2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8">
                          <a:moveTo>
                            <a:pt x="0" y="211"/>
                          </a:moveTo>
                          <a:cubicBezTo>
                            <a:pt x="0" y="231"/>
                            <a:pt x="13" y="238"/>
                            <a:pt x="27" y="238"/>
                          </a:cubicBezTo>
                          <a:cubicBezTo>
                            <a:pt x="40" y="238"/>
                            <a:pt x="54" y="231"/>
                            <a:pt x="54" y="211"/>
                          </a:cubicBezTo>
                          <a:cubicBezTo>
                            <a:pt x="54" y="0"/>
                            <a:pt x="54" y="0"/>
                            <a:pt x="54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78" name="Freeform 109">
                      <a:extLst>
                        <a:ext uri="{FF2B5EF4-FFF2-40B4-BE49-F238E27FC236}">
                          <a16:creationId xmlns:a16="http://schemas.microsoft.com/office/drawing/2014/main" id="{21559A58-89CF-1216-1BB0-A4E87B2A257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658263" y="3165475"/>
                      <a:ext cx="28575" cy="128588"/>
                    </a:xfrm>
                    <a:custGeom>
                      <a:avLst/>
                      <a:gdLst>
                        <a:gd name="T0" fmla="*/ 0 w 54"/>
                        <a:gd name="T1" fmla="*/ 211 h 238"/>
                        <a:gd name="T2" fmla="*/ 27 w 54"/>
                        <a:gd name="T3" fmla="*/ 238 h 238"/>
                        <a:gd name="T4" fmla="*/ 54 w 54"/>
                        <a:gd name="T5" fmla="*/ 211 h 238"/>
                        <a:gd name="T6" fmla="*/ 54 w 54"/>
                        <a:gd name="T7" fmla="*/ 0 h 238"/>
                        <a:gd name="T8" fmla="*/ 0 w 54"/>
                        <a:gd name="T9" fmla="*/ 0 h 238"/>
                        <a:gd name="T10" fmla="*/ 0 w 54"/>
                        <a:gd name="T11" fmla="*/ 211 h 238"/>
                        <a:gd name="T12" fmla="*/ 0 w 54"/>
                        <a:gd name="T13" fmla="*/ 211 h 2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8">
                          <a:moveTo>
                            <a:pt x="0" y="211"/>
                          </a:moveTo>
                          <a:cubicBezTo>
                            <a:pt x="0" y="231"/>
                            <a:pt x="13" y="238"/>
                            <a:pt x="27" y="238"/>
                          </a:cubicBezTo>
                          <a:cubicBezTo>
                            <a:pt x="40" y="238"/>
                            <a:pt x="54" y="231"/>
                            <a:pt x="54" y="211"/>
                          </a:cubicBezTo>
                          <a:cubicBezTo>
                            <a:pt x="54" y="0"/>
                            <a:pt x="54" y="0"/>
                            <a:pt x="54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79" name="Freeform 110">
                      <a:extLst>
                        <a:ext uri="{FF2B5EF4-FFF2-40B4-BE49-F238E27FC236}">
                          <a16:creationId xmlns:a16="http://schemas.microsoft.com/office/drawing/2014/main" id="{A84469B7-CE36-DFD9-F458-13628D41BFD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770975" y="3165475"/>
                      <a:ext cx="30163" cy="128588"/>
                    </a:xfrm>
                    <a:custGeom>
                      <a:avLst/>
                      <a:gdLst>
                        <a:gd name="T0" fmla="*/ 0 w 54"/>
                        <a:gd name="T1" fmla="*/ 211 h 238"/>
                        <a:gd name="T2" fmla="*/ 27 w 54"/>
                        <a:gd name="T3" fmla="*/ 238 h 238"/>
                        <a:gd name="T4" fmla="*/ 54 w 54"/>
                        <a:gd name="T5" fmla="*/ 211 h 238"/>
                        <a:gd name="T6" fmla="*/ 54 w 54"/>
                        <a:gd name="T7" fmla="*/ 0 h 238"/>
                        <a:gd name="T8" fmla="*/ 0 w 54"/>
                        <a:gd name="T9" fmla="*/ 0 h 238"/>
                        <a:gd name="T10" fmla="*/ 0 w 54"/>
                        <a:gd name="T11" fmla="*/ 211 h 238"/>
                        <a:gd name="T12" fmla="*/ 0 w 54"/>
                        <a:gd name="T13" fmla="*/ 211 h 2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8">
                          <a:moveTo>
                            <a:pt x="0" y="211"/>
                          </a:moveTo>
                          <a:cubicBezTo>
                            <a:pt x="0" y="231"/>
                            <a:pt x="13" y="238"/>
                            <a:pt x="27" y="238"/>
                          </a:cubicBezTo>
                          <a:cubicBezTo>
                            <a:pt x="40" y="238"/>
                            <a:pt x="54" y="231"/>
                            <a:pt x="54" y="211"/>
                          </a:cubicBezTo>
                          <a:cubicBezTo>
                            <a:pt x="54" y="0"/>
                            <a:pt x="54" y="0"/>
                            <a:pt x="54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80" name="Freeform 111">
                      <a:extLst>
                        <a:ext uri="{FF2B5EF4-FFF2-40B4-BE49-F238E27FC236}">
                          <a16:creationId xmlns:a16="http://schemas.microsoft.com/office/drawing/2014/main" id="{CDC3F704-27FC-584A-F917-A84FEFCE011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886863" y="3165475"/>
                      <a:ext cx="30163" cy="128588"/>
                    </a:xfrm>
                    <a:custGeom>
                      <a:avLst/>
                      <a:gdLst>
                        <a:gd name="T0" fmla="*/ 0 w 54"/>
                        <a:gd name="T1" fmla="*/ 211 h 238"/>
                        <a:gd name="T2" fmla="*/ 27 w 54"/>
                        <a:gd name="T3" fmla="*/ 238 h 238"/>
                        <a:gd name="T4" fmla="*/ 54 w 54"/>
                        <a:gd name="T5" fmla="*/ 211 h 238"/>
                        <a:gd name="T6" fmla="*/ 54 w 54"/>
                        <a:gd name="T7" fmla="*/ 0 h 238"/>
                        <a:gd name="T8" fmla="*/ 0 w 54"/>
                        <a:gd name="T9" fmla="*/ 0 h 238"/>
                        <a:gd name="T10" fmla="*/ 0 w 54"/>
                        <a:gd name="T11" fmla="*/ 211 h 238"/>
                        <a:gd name="T12" fmla="*/ 0 w 54"/>
                        <a:gd name="T13" fmla="*/ 211 h 2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8">
                          <a:moveTo>
                            <a:pt x="0" y="211"/>
                          </a:moveTo>
                          <a:cubicBezTo>
                            <a:pt x="0" y="231"/>
                            <a:pt x="13" y="238"/>
                            <a:pt x="27" y="238"/>
                          </a:cubicBezTo>
                          <a:cubicBezTo>
                            <a:pt x="40" y="238"/>
                            <a:pt x="54" y="231"/>
                            <a:pt x="54" y="211"/>
                          </a:cubicBezTo>
                          <a:cubicBezTo>
                            <a:pt x="54" y="0"/>
                            <a:pt x="54" y="0"/>
                            <a:pt x="54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81" name="Freeform 112">
                      <a:extLst>
                        <a:ext uri="{FF2B5EF4-FFF2-40B4-BE49-F238E27FC236}">
                          <a16:creationId xmlns:a16="http://schemas.microsoft.com/office/drawing/2014/main" id="{CE57780D-A64C-1C7D-6295-FD32CA7E0648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21401088" y="2478088"/>
                      <a:ext cx="654050" cy="658813"/>
                    </a:xfrm>
                    <a:custGeom>
                      <a:avLst/>
                      <a:gdLst>
                        <a:gd name="T0" fmla="*/ 952 w 1208"/>
                        <a:gd name="T1" fmla="*/ 0 h 1215"/>
                        <a:gd name="T2" fmla="*/ 736 w 1208"/>
                        <a:gd name="T3" fmla="*/ 0 h 1215"/>
                        <a:gd name="T4" fmla="*/ 526 w 1208"/>
                        <a:gd name="T5" fmla="*/ 0 h 1215"/>
                        <a:gd name="T6" fmla="*/ 310 w 1208"/>
                        <a:gd name="T7" fmla="*/ 0 h 1215"/>
                        <a:gd name="T8" fmla="*/ 128 w 1208"/>
                        <a:gd name="T9" fmla="*/ 0 h 1215"/>
                        <a:gd name="T10" fmla="*/ 0 w 1208"/>
                        <a:gd name="T11" fmla="*/ 264 h 1215"/>
                        <a:gd name="T12" fmla="*/ 0 w 1208"/>
                        <a:gd name="T13" fmla="*/ 473 h 1215"/>
                        <a:gd name="T14" fmla="*/ 0 w 1208"/>
                        <a:gd name="T15" fmla="*/ 689 h 1215"/>
                        <a:gd name="T16" fmla="*/ 0 w 1208"/>
                        <a:gd name="T17" fmla="*/ 898 h 1215"/>
                        <a:gd name="T18" fmla="*/ 0 w 1208"/>
                        <a:gd name="T19" fmla="*/ 1087 h 1215"/>
                        <a:gd name="T20" fmla="*/ 256 w 1208"/>
                        <a:gd name="T21" fmla="*/ 1215 h 1215"/>
                        <a:gd name="T22" fmla="*/ 472 w 1208"/>
                        <a:gd name="T23" fmla="*/ 1215 h 1215"/>
                        <a:gd name="T24" fmla="*/ 682 w 1208"/>
                        <a:gd name="T25" fmla="*/ 1215 h 1215"/>
                        <a:gd name="T26" fmla="*/ 898 w 1208"/>
                        <a:gd name="T27" fmla="*/ 1215 h 1215"/>
                        <a:gd name="T28" fmla="*/ 1080 w 1208"/>
                        <a:gd name="T29" fmla="*/ 1215 h 1215"/>
                        <a:gd name="T30" fmla="*/ 1208 w 1208"/>
                        <a:gd name="T31" fmla="*/ 952 h 1215"/>
                        <a:gd name="T32" fmla="*/ 1208 w 1208"/>
                        <a:gd name="T33" fmla="*/ 743 h 1215"/>
                        <a:gd name="T34" fmla="*/ 1208 w 1208"/>
                        <a:gd name="T35" fmla="*/ 527 h 1215"/>
                        <a:gd name="T36" fmla="*/ 1208 w 1208"/>
                        <a:gd name="T37" fmla="*/ 318 h 1215"/>
                        <a:gd name="T38" fmla="*/ 1208 w 1208"/>
                        <a:gd name="T39" fmla="*/ 129 h 1215"/>
                        <a:gd name="T40" fmla="*/ 1154 w 1208"/>
                        <a:gd name="T41" fmla="*/ 264 h 1215"/>
                        <a:gd name="T42" fmla="*/ 1154 w 1208"/>
                        <a:gd name="T43" fmla="*/ 473 h 1215"/>
                        <a:gd name="T44" fmla="*/ 1154 w 1208"/>
                        <a:gd name="T45" fmla="*/ 689 h 1215"/>
                        <a:gd name="T46" fmla="*/ 1154 w 1208"/>
                        <a:gd name="T47" fmla="*/ 898 h 1215"/>
                        <a:gd name="T48" fmla="*/ 1154 w 1208"/>
                        <a:gd name="T49" fmla="*/ 1087 h 1215"/>
                        <a:gd name="T50" fmla="*/ 952 w 1208"/>
                        <a:gd name="T51" fmla="*/ 1161 h 1215"/>
                        <a:gd name="T52" fmla="*/ 736 w 1208"/>
                        <a:gd name="T53" fmla="*/ 1161 h 1215"/>
                        <a:gd name="T54" fmla="*/ 526 w 1208"/>
                        <a:gd name="T55" fmla="*/ 1161 h 1215"/>
                        <a:gd name="T56" fmla="*/ 310 w 1208"/>
                        <a:gd name="T57" fmla="*/ 1161 h 1215"/>
                        <a:gd name="T58" fmla="*/ 128 w 1208"/>
                        <a:gd name="T59" fmla="*/ 1161 h 1215"/>
                        <a:gd name="T60" fmla="*/ 54 w 1208"/>
                        <a:gd name="T61" fmla="*/ 952 h 1215"/>
                        <a:gd name="T62" fmla="*/ 54 w 1208"/>
                        <a:gd name="T63" fmla="*/ 743 h 1215"/>
                        <a:gd name="T64" fmla="*/ 54 w 1208"/>
                        <a:gd name="T65" fmla="*/ 527 h 1215"/>
                        <a:gd name="T66" fmla="*/ 54 w 1208"/>
                        <a:gd name="T67" fmla="*/ 318 h 1215"/>
                        <a:gd name="T68" fmla="*/ 54 w 1208"/>
                        <a:gd name="T69" fmla="*/ 129 h 1215"/>
                        <a:gd name="T70" fmla="*/ 256 w 1208"/>
                        <a:gd name="T71" fmla="*/ 54 h 1215"/>
                        <a:gd name="T72" fmla="*/ 472 w 1208"/>
                        <a:gd name="T73" fmla="*/ 54 h 1215"/>
                        <a:gd name="T74" fmla="*/ 682 w 1208"/>
                        <a:gd name="T75" fmla="*/ 54 h 1215"/>
                        <a:gd name="T76" fmla="*/ 898 w 1208"/>
                        <a:gd name="T77" fmla="*/ 54 h 1215"/>
                        <a:gd name="T78" fmla="*/ 1080 w 1208"/>
                        <a:gd name="T79" fmla="*/ 54 h 1215"/>
                        <a:gd name="T80" fmla="*/ 1154 w 1208"/>
                        <a:gd name="T81" fmla="*/ 264 h 121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</a:cxnLst>
                      <a:rect l="0" t="0" r="r" b="b"/>
                      <a:pathLst>
                        <a:path w="1208" h="1215">
                          <a:moveTo>
                            <a:pt x="1080" y="0"/>
                          </a:moveTo>
                          <a:cubicBezTo>
                            <a:pt x="952" y="0"/>
                            <a:pt x="952" y="0"/>
                            <a:pt x="952" y="0"/>
                          </a:cubicBezTo>
                          <a:cubicBezTo>
                            <a:pt x="898" y="0"/>
                            <a:pt x="898" y="0"/>
                            <a:pt x="898" y="0"/>
                          </a:cubicBezTo>
                          <a:cubicBezTo>
                            <a:pt x="736" y="0"/>
                            <a:pt x="736" y="0"/>
                            <a:pt x="736" y="0"/>
                          </a:cubicBezTo>
                          <a:cubicBezTo>
                            <a:pt x="682" y="0"/>
                            <a:pt x="682" y="0"/>
                            <a:pt x="682" y="0"/>
                          </a:cubicBezTo>
                          <a:cubicBezTo>
                            <a:pt x="526" y="0"/>
                            <a:pt x="526" y="0"/>
                            <a:pt x="526" y="0"/>
                          </a:cubicBezTo>
                          <a:cubicBezTo>
                            <a:pt x="472" y="0"/>
                            <a:pt x="472" y="0"/>
                            <a:pt x="472" y="0"/>
                          </a:cubicBezTo>
                          <a:cubicBezTo>
                            <a:pt x="310" y="0"/>
                            <a:pt x="310" y="0"/>
                            <a:pt x="310" y="0"/>
                          </a:cubicBezTo>
                          <a:cubicBezTo>
                            <a:pt x="256" y="0"/>
                            <a:pt x="256" y="0"/>
                            <a:pt x="256" y="0"/>
                          </a:cubicBezTo>
                          <a:cubicBezTo>
                            <a:pt x="128" y="0"/>
                            <a:pt x="128" y="0"/>
                            <a:pt x="128" y="0"/>
                          </a:cubicBezTo>
                          <a:cubicBezTo>
                            <a:pt x="54" y="0"/>
                            <a:pt x="0" y="61"/>
                            <a:pt x="0" y="129"/>
                          </a:cubicBezTo>
                          <a:cubicBezTo>
                            <a:pt x="0" y="264"/>
                            <a:pt x="0" y="264"/>
                            <a:pt x="0" y="264"/>
                          </a:cubicBezTo>
                          <a:cubicBezTo>
                            <a:pt x="0" y="318"/>
                            <a:pt x="0" y="318"/>
                            <a:pt x="0" y="318"/>
                          </a:cubicBezTo>
                          <a:cubicBezTo>
                            <a:pt x="0" y="473"/>
                            <a:pt x="0" y="473"/>
                            <a:pt x="0" y="473"/>
                          </a:cubicBezTo>
                          <a:cubicBezTo>
                            <a:pt x="0" y="527"/>
                            <a:pt x="0" y="527"/>
                            <a:pt x="0" y="527"/>
                          </a:cubicBezTo>
                          <a:cubicBezTo>
                            <a:pt x="0" y="689"/>
                            <a:pt x="0" y="689"/>
                            <a:pt x="0" y="689"/>
                          </a:cubicBezTo>
                          <a:cubicBezTo>
                            <a:pt x="0" y="743"/>
                            <a:pt x="0" y="743"/>
                            <a:pt x="0" y="743"/>
                          </a:cubicBezTo>
                          <a:cubicBezTo>
                            <a:pt x="0" y="898"/>
                            <a:pt x="0" y="898"/>
                            <a:pt x="0" y="898"/>
                          </a:cubicBezTo>
                          <a:cubicBezTo>
                            <a:pt x="0" y="952"/>
                            <a:pt x="0" y="952"/>
                            <a:pt x="0" y="952"/>
                          </a:cubicBezTo>
                          <a:cubicBezTo>
                            <a:pt x="0" y="1087"/>
                            <a:pt x="0" y="1087"/>
                            <a:pt x="0" y="1087"/>
                          </a:cubicBezTo>
                          <a:cubicBezTo>
                            <a:pt x="0" y="1161"/>
                            <a:pt x="54" y="1215"/>
                            <a:pt x="128" y="1215"/>
                          </a:cubicBezTo>
                          <a:cubicBezTo>
                            <a:pt x="256" y="1215"/>
                            <a:pt x="256" y="1215"/>
                            <a:pt x="256" y="1215"/>
                          </a:cubicBezTo>
                          <a:cubicBezTo>
                            <a:pt x="310" y="1215"/>
                            <a:pt x="310" y="1215"/>
                            <a:pt x="310" y="1215"/>
                          </a:cubicBezTo>
                          <a:cubicBezTo>
                            <a:pt x="472" y="1215"/>
                            <a:pt x="472" y="1215"/>
                            <a:pt x="472" y="1215"/>
                          </a:cubicBezTo>
                          <a:cubicBezTo>
                            <a:pt x="526" y="1215"/>
                            <a:pt x="526" y="1215"/>
                            <a:pt x="526" y="1215"/>
                          </a:cubicBezTo>
                          <a:cubicBezTo>
                            <a:pt x="682" y="1215"/>
                            <a:pt x="682" y="1215"/>
                            <a:pt x="682" y="1215"/>
                          </a:cubicBezTo>
                          <a:cubicBezTo>
                            <a:pt x="736" y="1215"/>
                            <a:pt x="736" y="1215"/>
                            <a:pt x="736" y="1215"/>
                          </a:cubicBezTo>
                          <a:cubicBezTo>
                            <a:pt x="898" y="1215"/>
                            <a:pt x="898" y="1215"/>
                            <a:pt x="898" y="1215"/>
                          </a:cubicBezTo>
                          <a:cubicBezTo>
                            <a:pt x="952" y="1215"/>
                            <a:pt x="952" y="1215"/>
                            <a:pt x="952" y="1215"/>
                          </a:cubicBezTo>
                          <a:cubicBezTo>
                            <a:pt x="1080" y="1215"/>
                            <a:pt x="1080" y="1215"/>
                            <a:pt x="1080" y="1215"/>
                          </a:cubicBezTo>
                          <a:cubicBezTo>
                            <a:pt x="1154" y="1215"/>
                            <a:pt x="1208" y="1161"/>
                            <a:pt x="1208" y="1087"/>
                          </a:cubicBezTo>
                          <a:cubicBezTo>
                            <a:pt x="1208" y="952"/>
                            <a:pt x="1208" y="952"/>
                            <a:pt x="1208" y="952"/>
                          </a:cubicBezTo>
                          <a:cubicBezTo>
                            <a:pt x="1208" y="898"/>
                            <a:pt x="1208" y="898"/>
                            <a:pt x="1208" y="898"/>
                          </a:cubicBezTo>
                          <a:cubicBezTo>
                            <a:pt x="1208" y="743"/>
                            <a:pt x="1208" y="743"/>
                            <a:pt x="1208" y="743"/>
                          </a:cubicBezTo>
                          <a:cubicBezTo>
                            <a:pt x="1208" y="689"/>
                            <a:pt x="1208" y="689"/>
                            <a:pt x="1208" y="689"/>
                          </a:cubicBezTo>
                          <a:cubicBezTo>
                            <a:pt x="1208" y="527"/>
                            <a:pt x="1208" y="527"/>
                            <a:pt x="1208" y="527"/>
                          </a:cubicBezTo>
                          <a:cubicBezTo>
                            <a:pt x="1208" y="473"/>
                            <a:pt x="1208" y="473"/>
                            <a:pt x="1208" y="473"/>
                          </a:cubicBezTo>
                          <a:cubicBezTo>
                            <a:pt x="1208" y="318"/>
                            <a:pt x="1208" y="318"/>
                            <a:pt x="1208" y="318"/>
                          </a:cubicBezTo>
                          <a:cubicBezTo>
                            <a:pt x="1208" y="264"/>
                            <a:pt x="1208" y="264"/>
                            <a:pt x="1208" y="264"/>
                          </a:cubicBezTo>
                          <a:cubicBezTo>
                            <a:pt x="1208" y="129"/>
                            <a:pt x="1208" y="129"/>
                            <a:pt x="1208" y="129"/>
                          </a:cubicBezTo>
                          <a:cubicBezTo>
                            <a:pt x="1208" y="61"/>
                            <a:pt x="1154" y="0"/>
                            <a:pt x="1080" y="0"/>
                          </a:cubicBezTo>
                          <a:close/>
                          <a:moveTo>
                            <a:pt x="1154" y="264"/>
                          </a:moveTo>
                          <a:cubicBezTo>
                            <a:pt x="1154" y="318"/>
                            <a:pt x="1154" y="318"/>
                            <a:pt x="1154" y="318"/>
                          </a:cubicBezTo>
                          <a:cubicBezTo>
                            <a:pt x="1154" y="473"/>
                            <a:pt x="1154" y="473"/>
                            <a:pt x="1154" y="473"/>
                          </a:cubicBezTo>
                          <a:cubicBezTo>
                            <a:pt x="1154" y="527"/>
                            <a:pt x="1154" y="527"/>
                            <a:pt x="1154" y="527"/>
                          </a:cubicBezTo>
                          <a:cubicBezTo>
                            <a:pt x="1154" y="689"/>
                            <a:pt x="1154" y="689"/>
                            <a:pt x="1154" y="689"/>
                          </a:cubicBezTo>
                          <a:cubicBezTo>
                            <a:pt x="1154" y="743"/>
                            <a:pt x="1154" y="743"/>
                            <a:pt x="1154" y="743"/>
                          </a:cubicBezTo>
                          <a:cubicBezTo>
                            <a:pt x="1154" y="898"/>
                            <a:pt x="1154" y="898"/>
                            <a:pt x="1154" y="898"/>
                          </a:cubicBezTo>
                          <a:cubicBezTo>
                            <a:pt x="1154" y="952"/>
                            <a:pt x="1154" y="952"/>
                            <a:pt x="1154" y="952"/>
                          </a:cubicBezTo>
                          <a:cubicBezTo>
                            <a:pt x="1154" y="1087"/>
                            <a:pt x="1154" y="1087"/>
                            <a:pt x="1154" y="1087"/>
                          </a:cubicBezTo>
                          <a:cubicBezTo>
                            <a:pt x="1154" y="1127"/>
                            <a:pt x="1127" y="1161"/>
                            <a:pt x="1080" y="1161"/>
                          </a:cubicBezTo>
                          <a:cubicBezTo>
                            <a:pt x="952" y="1161"/>
                            <a:pt x="952" y="1161"/>
                            <a:pt x="952" y="1161"/>
                          </a:cubicBezTo>
                          <a:cubicBezTo>
                            <a:pt x="898" y="1161"/>
                            <a:pt x="898" y="1161"/>
                            <a:pt x="898" y="1161"/>
                          </a:cubicBezTo>
                          <a:cubicBezTo>
                            <a:pt x="736" y="1161"/>
                            <a:pt x="736" y="1161"/>
                            <a:pt x="736" y="1161"/>
                          </a:cubicBezTo>
                          <a:cubicBezTo>
                            <a:pt x="682" y="1161"/>
                            <a:pt x="682" y="1161"/>
                            <a:pt x="682" y="1161"/>
                          </a:cubicBezTo>
                          <a:cubicBezTo>
                            <a:pt x="526" y="1161"/>
                            <a:pt x="526" y="1161"/>
                            <a:pt x="526" y="1161"/>
                          </a:cubicBezTo>
                          <a:cubicBezTo>
                            <a:pt x="472" y="1161"/>
                            <a:pt x="472" y="1161"/>
                            <a:pt x="472" y="1161"/>
                          </a:cubicBezTo>
                          <a:cubicBezTo>
                            <a:pt x="310" y="1161"/>
                            <a:pt x="310" y="1161"/>
                            <a:pt x="310" y="1161"/>
                          </a:cubicBezTo>
                          <a:cubicBezTo>
                            <a:pt x="256" y="1161"/>
                            <a:pt x="256" y="1161"/>
                            <a:pt x="256" y="1161"/>
                          </a:cubicBezTo>
                          <a:cubicBezTo>
                            <a:pt x="128" y="1161"/>
                            <a:pt x="128" y="1161"/>
                            <a:pt x="128" y="1161"/>
                          </a:cubicBezTo>
                          <a:cubicBezTo>
                            <a:pt x="81" y="1161"/>
                            <a:pt x="54" y="1127"/>
                            <a:pt x="54" y="1087"/>
                          </a:cubicBezTo>
                          <a:cubicBezTo>
                            <a:pt x="54" y="952"/>
                            <a:pt x="54" y="952"/>
                            <a:pt x="54" y="952"/>
                          </a:cubicBezTo>
                          <a:cubicBezTo>
                            <a:pt x="54" y="898"/>
                            <a:pt x="54" y="898"/>
                            <a:pt x="54" y="898"/>
                          </a:cubicBezTo>
                          <a:cubicBezTo>
                            <a:pt x="54" y="743"/>
                            <a:pt x="54" y="743"/>
                            <a:pt x="54" y="743"/>
                          </a:cubicBezTo>
                          <a:cubicBezTo>
                            <a:pt x="54" y="689"/>
                            <a:pt x="54" y="689"/>
                            <a:pt x="54" y="689"/>
                          </a:cubicBezTo>
                          <a:cubicBezTo>
                            <a:pt x="54" y="527"/>
                            <a:pt x="54" y="527"/>
                            <a:pt x="54" y="527"/>
                          </a:cubicBezTo>
                          <a:cubicBezTo>
                            <a:pt x="54" y="473"/>
                            <a:pt x="54" y="473"/>
                            <a:pt x="54" y="473"/>
                          </a:cubicBezTo>
                          <a:cubicBezTo>
                            <a:pt x="54" y="318"/>
                            <a:pt x="54" y="318"/>
                            <a:pt x="54" y="318"/>
                          </a:cubicBezTo>
                          <a:cubicBezTo>
                            <a:pt x="54" y="264"/>
                            <a:pt x="54" y="264"/>
                            <a:pt x="54" y="264"/>
                          </a:cubicBezTo>
                          <a:cubicBezTo>
                            <a:pt x="54" y="129"/>
                            <a:pt x="54" y="129"/>
                            <a:pt x="54" y="129"/>
                          </a:cubicBezTo>
                          <a:cubicBezTo>
                            <a:pt x="54" y="88"/>
                            <a:pt x="81" y="54"/>
                            <a:pt x="128" y="54"/>
                          </a:cubicBezTo>
                          <a:cubicBezTo>
                            <a:pt x="256" y="54"/>
                            <a:pt x="256" y="54"/>
                            <a:pt x="256" y="54"/>
                          </a:cubicBezTo>
                          <a:cubicBezTo>
                            <a:pt x="310" y="54"/>
                            <a:pt x="310" y="54"/>
                            <a:pt x="310" y="54"/>
                          </a:cubicBezTo>
                          <a:cubicBezTo>
                            <a:pt x="472" y="54"/>
                            <a:pt x="472" y="54"/>
                            <a:pt x="472" y="54"/>
                          </a:cubicBezTo>
                          <a:cubicBezTo>
                            <a:pt x="526" y="54"/>
                            <a:pt x="526" y="54"/>
                            <a:pt x="526" y="54"/>
                          </a:cubicBezTo>
                          <a:cubicBezTo>
                            <a:pt x="682" y="54"/>
                            <a:pt x="682" y="54"/>
                            <a:pt x="682" y="54"/>
                          </a:cubicBezTo>
                          <a:cubicBezTo>
                            <a:pt x="736" y="54"/>
                            <a:pt x="736" y="54"/>
                            <a:pt x="736" y="54"/>
                          </a:cubicBezTo>
                          <a:cubicBezTo>
                            <a:pt x="898" y="54"/>
                            <a:pt x="898" y="54"/>
                            <a:pt x="898" y="54"/>
                          </a:cubicBezTo>
                          <a:cubicBezTo>
                            <a:pt x="952" y="54"/>
                            <a:pt x="952" y="54"/>
                            <a:pt x="952" y="54"/>
                          </a:cubicBezTo>
                          <a:cubicBezTo>
                            <a:pt x="1080" y="54"/>
                            <a:pt x="1080" y="54"/>
                            <a:pt x="1080" y="54"/>
                          </a:cubicBezTo>
                          <a:cubicBezTo>
                            <a:pt x="1127" y="54"/>
                            <a:pt x="1154" y="88"/>
                            <a:pt x="1154" y="129"/>
                          </a:cubicBezTo>
                          <a:cubicBezTo>
                            <a:pt x="1154" y="264"/>
                            <a:pt x="1154" y="264"/>
                            <a:pt x="1154" y="264"/>
                          </a:cubicBezTo>
                          <a:cubicBezTo>
                            <a:pt x="1154" y="264"/>
                            <a:pt x="1154" y="264"/>
                            <a:pt x="1154" y="264"/>
                          </a:cubicBezTo>
                          <a:close/>
                        </a:path>
                      </a:pathLst>
                    </a:custGeom>
                    <a:solidFill>
                      <a:schemeClr val="tx1">
                        <a:lumMod val="85000"/>
                        <a:lumOff val="15000"/>
                      </a:schemeClr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263" name="그림 1262">
                    <a:extLst>
                      <a:ext uri="{FF2B5EF4-FFF2-40B4-BE49-F238E27FC236}">
                        <a16:creationId xmlns:a16="http://schemas.microsoft.com/office/drawing/2014/main" id="{CBE7422F-E240-C991-BCF6-4399546B4C0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lum bright="100000"/>
                  </a:blip>
                  <a:stretch>
                    <a:fillRect/>
                  </a:stretch>
                </p:blipFill>
                <p:spPr>
                  <a:xfrm>
                    <a:off x="1124483" y="5707212"/>
                    <a:ext cx="491143" cy="179999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1205" name="그룹 1204">
                <a:extLst>
                  <a:ext uri="{FF2B5EF4-FFF2-40B4-BE49-F238E27FC236}">
                    <a16:creationId xmlns:a16="http://schemas.microsoft.com/office/drawing/2014/main" id="{2F4BEA90-6FD5-F213-FDC3-ADF41542E948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006044" y="5500774"/>
                <a:ext cx="166212" cy="228600"/>
                <a:chOff x="3493292" y="3693520"/>
                <a:chExt cx="897069" cy="1233786"/>
              </a:xfrm>
            </p:grpSpPr>
            <p:grpSp>
              <p:nvGrpSpPr>
                <p:cNvPr id="1234" name="그룹 1233">
                  <a:extLst>
                    <a:ext uri="{FF2B5EF4-FFF2-40B4-BE49-F238E27FC236}">
                      <a16:creationId xmlns:a16="http://schemas.microsoft.com/office/drawing/2014/main" id="{30B6B0D5-30C9-7DCF-2B90-6A89E9635BDA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3493292" y="3693520"/>
                  <a:ext cx="897069" cy="1233786"/>
                  <a:chOff x="11921389" y="4267727"/>
                  <a:chExt cx="916126" cy="1260000"/>
                </a:xfrm>
              </p:grpSpPr>
              <p:sp>
                <p:nvSpPr>
                  <p:cNvPr id="1256" name="사각형: 둥근 모서리 147">
                    <a:extLst>
                      <a:ext uri="{FF2B5EF4-FFF2-40B4-BE49-F238E27FC236}">
                        <a16:creationId xmlns:a16="http://schemas.microsoft.com/office/drawing/2014/main" id="{C267DFD2-F3FD-2B59-2133-5231728FF845}"/>
                      </a:ext>
                    </a:extLst>
                  </p:cNvPr>
                  <p:cNvSpPr/>
                  <p:nvPr/>
                </p:nvSpPr>
                <p:spPr>
                  <a:xfrm>
                    <a:off x="11923593" y="4271687"/>
                    <a:ext cx="911716" cy="1252078"/>
                  </a:xfrm>
                  <a:prstGeom prst="roundRect">
                    <a:avLst>
                      <a:gd name="adj" fmla="val 7097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-3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grpSp>
                <p:nvGrpSpPr>
                  <p:cNvPr id="1257" name="그룹 1256">
                    <a:extLst>
                      <a:ext uri="{FF2B5EF4-FFF2-40B4-BE49-F238E27FC236}">
                        <a16:creationId xmlns:a16="http://schemas.microsoft.com/office/drawing/2014/main" id="{26345171-8373-1C00-0982-E98956F386DE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11921389" y="4267727"/>
                    <a:ext cx="916126" cy="1260000"/>
                    <a:chOff x="14485938" y="-2571751"/>
                    <a:chExt cx="554038" cy="762000"/>
                  </a:xfrm>
                  <a:solidFill>
                    <a:srgbClr val="262626"/>
                  </a:solidFill>
                </p:grpSpPr>
                <p:sp>
                  <p:nvSpPr>
                    <p:cNvPr id="1258" name="Freeform 230">
                      <a:extLst>
                        <a:ext uri="{FF2B5EF4-FFF2-40B4-BE49-F238E27FC236}">
                          <a16:creationId xmlns:a16="http://schemas.microsoft.com/office/drawing/2014/main" id="{4CD6C87E-78CB-F612-957C-A725444EDACF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4485938" y="-2571751"/>
                      <a:ext cx="554038" cy="762000"/>
                    </a:xfrm>
                    <a:custGeom>
                      <a:avLst/>
                      <a:gdLst>
                        <a:gd name="T0" fmla="*/ 137 w 147"/>
                        <a:gd name="T1" fmla="*/ 0 h 200"/>
                        <a:gd name="T2" fmla="*/ 10 w 147"/>
                        <a:gd name="T3" fmla="*/ 0 h 200"/>
                        <a:gd name="T4" fmla="*/ 0 w 147"/>
                        <a:gd name="T5" fmla="*/ 10 h 200"/>
                        <a:gd name="T6" fmla="*/ 0 w 147"/>
                        <a:gd name="T7" fmla="*/ 190 h 200"/>
                        <a:gd name="T8" fmla="*/ 10 w 147"/>
                        <a:gd name="T9" fmla="*/ 200 h 200"/>
                        <a:gd name="T10" fmla="*/ 137 w 147"/>
                        <a:gd name="T11" fmla="*/ 200 h 200"/>
                        <a:gd name="T12" fmla="*/ 140 w 147"/>
                        <a:gd name="T13" fmla="*/ 199 h 200"/>
                        <a:gd name="T14" fmla="*/ 146 w 147"/>
                        <a:gd name="T15" fmla="*/ 193 h 200"/>
                        <a:gd name="T16" fmla="*/ 147 w 147"/>
                        <a:gd name="T17" fmla="*/ 190 h 200"/>
                        <a:gd name="T18" fmla="*/ 147 w 147"/>
                        <a:gd name="T19" fmla="*/ 10 h 200"/>
                        <a:gd name="T20" fmla="*/ 137 w 147"/>
                        <a:gd name="T21" fmla="*/ 0 h 200"/>
                        <a:gd name="T22" fmla="*/ 139 w 147"/>
                        <a:gd name="T23" fmla="*/ 189 h 200"/>
                        <a:gd name="T24" fmla="*/ 135 w 147"/>
                        <a:gd name="T25" fmla="*/ 192 h 200"/>
                        <a:gd name="T26" fmla="*/ 10 w 147"/>
                        <a:gd name="T27" fmla="*/ 192 h 200"/>
                        <a:gd name="T28" fmla="*/ 8 w 147"/>
                        <a:gd name="T29" fmla="*/ 190 h 200"/>
                        <a:gd name="T30" fmla="*/ 8 w 147"/>
                        <a:gd name="T31" fmla="*/ 10 h 200"/>
                        <a:gd name="T32" fmla="*/ 10 w 147"/>
                        <a:gd name="T33" fmla="*/ 8 h 200"/>
                        <a:gd name="T34" fmla="*/ 137 w 147"/>
                        <a:gd name="T35" fmla="*/ 8 h 200"/>
                        <a:gd name="T36" fmla="*/ 139 w 147"/>
                        <a:gd name="T37" fmla="*/ 10 h 200"/>
                        <a:gd name="T38" fmla="*/ 139 w 147"/>
                        <a:gd name="T39" fmla="*/ 189 h 2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</a:cxnLst>
                      <a:rect l="0" t="0" r="r" b="b"/>
                      <a:pathLst>
                        <a:path w="147" h="200">
                          <a:moveTo>
                            <a:pt x="137" y="0"/>
                          </a:moveTo>
                          <a:cubicBezTo>
                            <a:pt x="10" y="0"/>
                            <a:pt x="10" y="0"/>
                            <a:pt x="10" y="0"/>
                          </a:cubicBezTo>
                          <a:cubicBezTo>
                            <a:pt x="4" y="0"/>
                            <a:pt x="0" y="5"/>
                            <a:pt x="0" y="10"/>
                          </a:cubicBezTo>
                          <a:cubicBezTo>
                            <a:pt x="0" y="190"/>
                            <a:pt x="0" y="190"/>
                            <a:pt x="0" y="190"/>
                          </a:cubicBezTo>
                          <a:cubicBezTo>
                            <a:pt x="0" y="196"/>
                            <a:pt x="4" y="200"/>
                            <a:pt x="10" y="200"/>
                          </a:cubicBezTo>
                          <a:cubicBezTo>
                            <a:pt x="137" y="200"/>
                            <a:pt x="137" y="200"/>
                            <a:pt x="137" y="200"/>
                          </a:cubicBezTo>
                          <a:cubicBezTo>
                            <a:pt x="138" y="200"/>
                            <a:pt x="139" y="200"/>
                            <a:pt x="140" y="199"/>
                          </a:cubicBezTo>
                          <a:cubicBezTo>
                            <a:pt x="146" y="193"/>
                            <a:pt x="146" y="193"/>
                            <a:pt x="146" y="193"/>
                          </a:cubicBezTo>
                          <a:cubicBezTo>
                            <a:pt x="146" y="192"/>
                            <a:pt x="147" y="191"/>
                            <a:pt x="147" y="190"/>
                          </a:cubicBezTo>
                          <a:cubicBezTo>
                            <a:pt x="147" y="10"/>
                            <a:pt x="147" y="10"/>
                            <a:pt x="147" y="10"/>
                          </a:cubicBezTo>
                          <a:cubicBezTo>
                            <a:pt x="147" y="5"/>
                            <a:pt x="142" y="0"/>
                            <a:pt x="137" y="0"/>
                          </a:cubicBezTo>
                          <a:close/>
                          <a:moveTo>
                            <a:pt x="139" y="189"/>
                          </a:moveTo>
                          <a:cubicBezTo>
                            <a:pt x="135" y="192"/>
                            <a:pt x="135" y="192"/>
                            <a:pt x="135" y="192"/>
                          </a:cubicBezTo>
                          <a:cubicBezTo>
                            <a:pt x="10" y="192"/>
                            <a:pt x="10" y="192"/>
                            <a:pt x="10" y="192"/>
                          </a:cubicBezTo>
                          <a:cubicBezTo>
                            <a:pt x="9" y="192"/>
                            <a:pt x="8" y="191"/>
                            <a:pt x="8" y="190"/>
                          </a:cubicBezTo>
                          <a:cubicBezTo>
                            <a:pt x="8" y="10"/>
                            <a:pt x="8" y="10"/>
                            <a:pt x="8" y="10"/>
                          </a:cubicBezTo>
                          <a:cubicBezTo>
                            <a:pt x="8" y="9"/>
                            <a:pt x="9" y="8"/>
                            <a:pt x="10" y="8"/>
                          </a:cubicBezTo>
                          <a:cubicBezTo>
                            <a:pt x="137" y="8"/>
                            <a:pt x="137" y="8"/>
                            <a:pt x="137" y="8"/>
                          </a:cubicBezTo>
                          <a:cubicBezTo>
                            <a:pt x="138" y="8"/>
                            <a:pt x="139" y="9"/>
                            <a:pt x="139" y="10"/>
                          </a:cubicBezTo>
                          <a:lnTo>
                            <a:pt x="139" y="189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  <p:sp>
                  <p:nvSpPr>
                    <p:cNvPr id="1259" name="Freeform 231">
                      <a:extLst>
                        <a:ext uri="{FF2B5EF4-FFF2-40B4-BE49-F238E27FC236}">
                          <a16:creationId xmlns:a16="http://schemas.microsoft.com/office/drawing/2014/main" id="{0DBB0C25-D45D-C1C9-11BE-71FBD680624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4603413" y="-2403476"/>
                      <a:ext cx="315913" cy="30163"/>
                    </a:xfrm>
                    <a:custGeom>
                      <a:avLst/>
                      <a:gdLst>
                        <a:gd name="T0" fmla="*/ 80 w 84"/>
                        <a:gd name="T1" fmla="*/ 0 h 8"/>
                        <a:gd name="T2" fmla="*/ 4 w 84"/>
                        <a:gd name="T3" fmla="*/ 0 h 8"/>
                        <a:gd name="T4" fmla="*/ 0 w 84"/>
                        <a:gd name="T5" fmla="*/ 4 h 8"/>
                        <a:gd name="T6" fmla="*/ 4 w 84"/>
                        <a:gd name="T7" fmla="*/ 8 h 8"/>
                        <a:gd name="T8" fmla="*/ 80 w 84"/>
                        <a:gd name="T9" fmla="*/ 8 h 8"/>
                        <a:gd name="T10" fmla="*/ 84 w 84"/>
                        <a:gd name="T11" fmla="*/ 4 h 8"/>
                        <a:gd name="T12" fmla="*/ 80 w 84"/>
                        <a:gd name="T13" fmla="*/ 0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4" h="8">
                          <a:moveTo>
                            <a:pt x="80" y="0"/>
                          </a:moveTo>
                          <a:cubicBezTo>
                            <a:pt x="4" y="0"/>
                            <a:pt x="4" y="0"/>
                            <a:pt x="4" y="0"/>
                          </a:cubicBezTo>
                          <a:cubicBezTo>
                            <a:pt x="2" y="0"/>
                            <a:pt x="0" y="2"/>
                            <a:pt x="0" y="4"/>
                          </a:cubicBezTo>
                          <a:cubicBezTo>
                            <a:pt x="0" y="6"/>
                            <a:pt x="2" y="8"/>
                            <a:pt x="4" y="8"/>
                          </a:cubicBezTo>
                          <a:cubicBezTo>
                            <a:pt x="80" y="8"/>
                            <a:pt x="80" y="8"/>
                            <a:pt x="80" y="8"/>
                          </a:cubicBezTo>
                          <a:cubicBezTo>
                            <a:pt x="82" y="8"/>
                            <a:pt x="84" y="6"/>
                            <a:pt x="84" y="4"/>
                          </a:cubicBezTo>
                          <a:cubicBezTo>
                            <a:pt x="84" y="2"/>
                            <a:pt x="82" y="0"/>
                            <a:pt x="80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1235" name="그룹 1234">
                  <a:extLst>
                    <a:ext uri="{FF2B5EF4-FFF2-40B4-BE49-F238E27FC236}">
                      <a16:creationId xmlns:a16="http://schemas.microsoft.com/office/drawing/2014/main" id="{25345747-213F-2ABA-9C42-5F30F358601B}"/>
                    </a:ext>
                  </a:extLst>
                </p:cNvPr>
                <p:cNvGrpSpPr/>
                <p:nvPr/>
              </p:nvGrpSpPr>
              <p:grpSpPr>
                <a:xfrm>
                  <a:off x="3623554" y="4140320"/>
                  <a:ext cx="636537" cy="634466"/>
                  <a:chOff x="881898" y="5310642"/>
                  <a:chExt cx="976313" cy="973138"/>
                </a:xfrm>
              </p:grpSpPr>
              <p:grpSp>
                <p:nvGrpSpPr>
                  <p:cNvPr id="1236" name="그룹 1235">
                    <a:extLst>
                      <a:ext uri="{FF2B5EF4-FFF2-40B4-BE49-F238E27FC236}">
                        <a16:creationId xmlns:a16="http://schemas.microsoft.com/office/drawing/2014/main" id="{0B4DB202-E051-5848-80A5-5FC9CF7728D0}"/>
                      </a:ext>
                    </a:extLst>
                  </p:cNvPr>
                  <p:cNvGrpSpPr/>
                  <p:nvPr/>
                </p:nvGrpSpPr>
                <p:grpSpPr>
                  <a:xfrm>
                    <a:off x="881898" y="5310642"/>
                    <a:ext cx="976313" cy="973138"/>
                    <a:chOff x="21240750" y="2320925"/>
                    <a:chExt cx="976313" cy="973138"/>
                  </a:xfrm>
                </p:grpSpPr>
                <p:sp>
                  <p:nvSpPr>
                    <p:cNvPr id="1238" name="Freeform 113">
                      <a:extLst>
                        <a:ext uri="{FF2B5EF4-FFF2-40B4-BE49-F238E27FC236}">
                          <a16:creationId xmlns:a16="http://schemas.microsoft.com/office/drawing/2014/main" id="{26AB02B8-CD45-EE6F-6960-6504EE54631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410343" y="2487232"/>
                      <a:ext cx="637131" cy="640525"/>
                    </a:xfrm>
                    <a:custGeom>
                      <a:avLst/>
                      <a:gdLst>
                        <a:gd name="T0" fmla="*/ 1100 w 1100"/>
                        <a:gd name="T1" fmla="*/ 210 h 1107"/>
                        <a:gd name="T2" fmla="*/ 1100 w 1100"/>
                        <a:gd name="T3" fmla="*/ 264 h 1107"/>
                        <a:gd name="T4" fmla="*/ 1100 w 1100"/>
                        <a:gd name="T5" fmla="*/ 419 h 1107"/>
                        <a:gd name="T6" fmla="*/ 1100 w 1100"/>
                        <a:gd name="T7" fmla="*/ 473 h 1107"/>
                        <a:gd name="T8" fmla="*/ 1100 w 1100"/>
                        <a:gd name="T9" fmla="*/ 635 h 1107"/>
                        <a:gd name="T10" fmla="*/ 1100 w 1100"/>
                        <a:gd name="T11" fmla="*/ 689 h 1107"/>
                        <a:gd name="T12" fmla="*/ 1100 w 1100"/>
                        <a:gd name="T13" fmla="*/ 844 h 1107"/>
                        <a:gd name="T14" fmla="*/ 1100 w 1100"/>
                        <a:gd name="T15" fmla="*/ 898 h 1107"/>
                        <a:gd name="T16" fmla="*/ 1100 w 1100"/>
                        <a:gd name="T17" fmla="*/ 1033 h 1107"/>
                        <a:gd name="T18" fmla="*/ 1026 w 1100"/>
                        <a:gd name="T19" fmla="*/ 1107 h 1107"/>
                        <a:gd name="T20" fmla="*/ 898 w 1100"/>
                        <a:gd name="T21" fmla="*/ 1107 h 1107"/>
                        <a:gd name="T22" fmla="*/ 844 w 1100"/>
                        <a:gd name="T23" fmla="*/ 1107 h 1107"/>
                        <a:gd name="T24" fmla="*/ 682 w 1100"/>
                        <a:gd name="T25" fmla="*/ 1107 h 1107"/>
                        <a:gd name="T26" fmla="*/ 628 w 1100"/>
                        <a:gd name="T27" fmla="*/ 1107 h 1107"/>
                        <a:gd name="T28" fmla="*/ 472 w 1100"/>
                        <a:gd name="T29" fmla="*/ 1107 h 1107"/>
                        <a:gd name="T30" fmla="*/ 418 w 1100"/>
                        <a:gd name="T31" fmla="*/ 1107 h 1107"/>
                        <a:gd name="T32" fmla="*/ 256 w 1100"/>
                        <a:gd name="T33" fmla="*/ 1107 h 1107"/>
                        <a:gd name="T34" fmla="*/ 202 w 1100"/>
                        <a:gd name="T35" fmla="*/ 1107 h 1107"/>
                        <a:gd name="T36" fmla="*/ 74 w 1100"/>
                        <a:gd name="T37" fmla="*/ 1107 h 1107"/>
                        <a:gd name="T38" fmla="*/ 0 w 1100"/>
                        <a:gd name="T39" fmla="*/ 1033 h 1107"/>
                        <a:gd name="T40" fmla="*/ 0 w 1100"/>
                        <a:gd name="T41" fmla="*/ 898 h 1107"/>
                        <a:gd name="T42" fmla="*/ 0 w 1100"/>
                        <a:gd name="T43" fmla="*/ 844 h 1107"/>
                        <a:gd name="T44" fmla="*/ 0 w 1100"/>
                        <a:gd name="T45" fmla="*/ 689 h 1107"/>
                        <a:gd name="T46" fmla="*/ 0 w 1100"/>
                        <a:gd name="T47" fmla="*/ 635 h 1107"/>
                        <a:gd name="T48" fmla="*/ 0 w 1100"/>
                        <a:gd name="T49" fmla="*/ 473 h 1107"/>
                        <a:gd name="T50" fmla="*/ 0 w 1100"/>
                        <a:gd name="T51" fmla="*/ 419 h 1107"/>
                        <a:gd name="T52" fmla="*/ 0 w 1100"/>
                        <a:gd name="T53" fmla="*/ 264 h 1107"/>
                        <a:gd name="T54" fmla="*/ 0 w 1100"/>
                        <a:gd name="T55" fmla="*/ 210 h 1107"/>
                        <a:gd name="T56" fmla="*/ 0 w 1100"/>
                        <a:gd name="T57" fmla="*/ 75 h 1107"/>
                        <a:gd name="T58" fmla="*/ 74 w 1100"/>
                        <a:gd name="T59" fmla="*/ 0 h 1107"/>
                        <a:gd name="T60" fmla="*/ 202 w 1100"/>
                        <a:gd name="T61" fmla="*/ 0 h 1107"/>
                        <a:gd name="T62" fmla="*/ 256 w 1100"/>
                        <a:gd name="T63" fmla="*/ 0 h 1107"/>
                        <a:gd name="T64" fmla="*/ 418 w 1100"/>
                        <a:gd name="T65" fmla="*/ 0 h 1107"/>
                        <a:gd name="T66" fmla="*/ 472 w 1100"/>
                        <a:gd name="T67" fmla="*/ 0 h 1107"/>
                        <a:gd name="T68" fmla="*/ 628 w 1100"/>
                        <a:gd name="T69" fmla="*/ 0 h 1107"/>
                        <a:gd name="T70" fmla="*/ 682 w 1100"/>
                        <a:gd name="T71" fmla="*/ 0 h 1107"/>
                        <a:gd name="T72" fmla="*/ 844 w 1100"/>
                        <a:gd name="T73" fmla="*/ 0 h 1107"/>
                        <a:gd name="T74" fmla="*/ 898 w 1100"/>
                        <a:gd name="T75" fmla="*/ 0 h 1107"/>
                        <a:gd name="T76" fmla="*/ 1026 w 1100"/>
                        <a:gd name="T77" fmla="*/ 0 h 1107"/>
                        <a:gd name="T78" fmla="*/ 1100 w 1100"/>
                        <a:gd name="T79" fmla="*/ 75 h 1107"/>
                        <a:gd name="T80" fmla="*/ 1100 w 1100"/>
                        <a:gd name="T81" fmla="*/ 210 h 1107"/>
                        <a:gd name="T82" fmla="*/ 1100 w 1100"/>
                        <a:gd name="T83" fmla="*/ 210 h 110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</a:cxnLst>
                      <a:rect l="0" t="0" r="r" b="b"/>
                      <a:pathLst>
                        <a:path w="1100" h="1107">
                          <a:moveTo>
                            <a:pt x="1100" y="210"/>
                          </a:moveTo>
                          <a:cubicBezTo>
                            <a:pt x="1100" y="264"/>
                            <a:pt x="1100" y="264"/>
                            <a:pt x="1100" y="264"/>
                          </a:cubicBezTo>
                          <a:cubicBezTo>
                            <a:pt x="1100" y="419"/>
                            <a:pt x="1100" y="419"/>
                            <a:pt x="1100" y="419"/>
                          </a:cubicBezTo>
                          <a:cubicBezTo>
                            <a:pt x="1100" y="473"/>
                            <a:pt x="1100" y="473"/>
                            <a:pt x="1100" y="473"/>
                          </a:cubicBezTo>
                          <a:cubicBezTo>
                            <a:pt x="1100" y="635"/>
                            <a:pt x="1100" y="635"/>
                            <a:pt x="1100" y="635"/>
                          </a:cubicBezTo>
                          <a:cubicBezTo>
                            <a:pt x="1100" y="689"/>
                            <a:pt x="1100" y="689"/>
                            <a:pt x="1100" y="689"/>
                          </a:cubicBezTo>
                          <a:cubicBezTo>
                            <a:pt x="1100" y="844"/>
                            <a:pt x="1100" y="844"/>
                            <a:pt x="1100" y="844"/>
                          </a:cubicBezTo>
                          <a:cubicBezTo>
                            <a:pt x="1100" y="898"/>
                            <a:pt x="1100" y="898"/>
                            <a:pt x="1100" y="898"/>
                          </a:cubicBezTo>
                          <a:cubicBezTo>
                            <a:pt x="1100" y="1033"/>
                            <a:pt x="1100" y="1033"/>
                            <a:pt x="1100" y="1033"/>
                          </a:cubicBezTo>
                          <a:cubicBezTo>
                            <a:pt x="1100" y="1073"/>
                            <a:pt x="1073" y="1107"/>
                            <a:pt x="1026" y="1107"/>
                          </a:cubicBezTo>
                          <a:cubicBezTo>
                            <a:pt x="898" y="1107"/>
                            <a:pt x="898" y="1107"/>
                            <a:pt x="898" y="1107"/>
                          </a:cubicBezTo>
                          <a:cubicBezTo>
                            <a:pt x="844" y="1107"/>
                            <a:pt x="844" y="1107"/>
                            <a:pt x="844" y="1107"/>
                          </a:cubicBezTo>
                          <a:cubicBezTo>
                            <a:pt x="682" y="1107"/>
                            <a:pt x="682" y="1107"/>
                            <a:pt x="682" y="1107"/>
                          </a:cubicBezTo>
                          <a:cubicBezTo>
                            <a:pt x="628" y="1107"/>
                            <a:pt x="628" y="1107"/>
                            <a:pt x="628" y="1107"/>
                          </a:cubicBezTo>
                          <a:cubicBezTo>
                            <a:pt x="472" y="1107"/>
                            <a:pt x="472" y="1107"/>
                            <a:pt x="472" y="1107"/>
                          </a:cubicBezTo>
                          <a:cubicBezTo>
                            <a:pt x="418" y="1107"/>
                            <a:pt x="418" y="1107"/>
                            <a:pt x="418" y="1107"/>
                          </a:cubicBezTo>
                          <a:cubicBezTo>
                            <a:pt x="256" y="1107"/>
                            <a:pt x="256" y="1107"/>
                            <a:pt x="256" y="1107"/>
                          </a:cubicBezTo>
                          <a:cubicBezTo>
                            <a:pt x="202" y="1107"/>
                            <a:pt x="202" y="1107"/>
                            <a:pt x="202" y="1107"/>
                          </a:cubicBezTo>
                          <a:cubicBezTo>
                            <a:pt x="74" y="1107"/>
                            <a:pt x="74" y="1107"/>
                            <a:pt x="74" y="1107"/>
                          </a:cubicBezTo>
                          <a:cubicBezTo>
                            <a:pt x="27" y="1107"/>
                            <a:pt x="0" y="1073"/>
                            <a:pt x="0" y="1033"/>
                          </a:cubicBezTo>
                          <a:cubicBezTo>
                            <a:pt x="0" y="898"/>
                            <a:pt x="0" y="898"/>
                            <a:pt x="0" y="898"/>
                          </a:cubicBezTo>
                          <a:cubicBezTo>
                            <a:pt x="0" y="844"/>
                            <a:pt x="0" y="844"/>
                            <a:pt x="0" y="844"/>
                          </a:cubicBezTo>
                          <a:cubicBezTo>
                            <a:pt x="0" y="689"/>
                            <a:pt x="0" y="689"/>
                            <a:pt x="0" y="689"/>
                          </a:cubicBezTo>
                          <a:cubicBezTo>
                            <a:pt x="0" y="635"/>
                            <a:pt x="0" y="635"/>
                            <a:pt x="0" y="635"/>
                          </a:cubicBezTo>
                          <a:cubicBezTo>
                            <a:pt x="0" y="473"/>
                            <a:pt x="0" y="473"/>
                            <a:pt x="0" y="473"/>
                          </a:cubicBezTo>
                          <a:cubicBezTo>
                            <a:pt x="0" y="419"/>
                            <a:pt x="0" y="419"/>
                            <a:pt x="0" y="419"/>
                          </a:cubicBezTo>
                          <a:cubicBezTo>
                            <a:pt x="0" y="264"/>
                            <a:pt x="0" y="264"/>
                            <a:pt x="0" y="264"/>
                          </a:cubicBezTo>
                          <a:cubicBezTo>
                            <a:pt x="0" y="210"/>
                            <a:pt x="0" y="210"/>
                            <a:pt x="0" y="210"/>
                          </a:cubicBezTo>
                          <a:cubicBezTo>
                            <a:pt x="0" y="75"/>
                            <a:pt x="0" y="75"/>
                            <a:pt x="0" y="75"/>
                          </a:cubicBezTo>
                          <a:cubicBezTo>
                            <a:pt x="0" y="34"/>
                            <a:pt x="27" y="0"/>
                            <a:pt x="74" y="0"/>
                          </a:cubicBezTo>
                          <a:cubicBezTo>
                            <a:pt x="202" y="0"/>
                            <a:pt x="202" y="0"/>
                            <a:pt x="202" y="0"/>
                          </a:cubicBezTo>
                          <a:cubicBezTo>
                            <a:pt x="256" y="0"/>
                            <a:pt x="256" y="0"/>
                            <a:pt x="256" y="0"/>
                          </a:cubicBezTo>
                          <a:cubicBezTo>
                            <a:pt x="418" y="0"/>
                            <a:pt x="418" y="0"/>
                            <a:pt x="418" y="0"/>
                          </a:cubicBezTo>
                          <a:cubicBezTo>
                            <a:pt x="472" y="0"/>
                            <a:pt x="472" y="0"/>
                            <a:pt x="472" y="0"/>
                          </a:cubicBezTo>
                          <a:cubicBezTo>
                            <a:pt x="628" y="0"/>
                            <a:pt x="628" y="0"/>
                            <a:pt x="628" y="0"/>
                          </a:cubicBezTo>
                          <a:cubicBezTo>
                            <a:pt x="682" y="0"/>
                            <a:pt x="682" y="0"/>
                            <a:pt x="682" y="0"/>
                          </a:cubicBezTo>
                          <a:cubicBezTo>
                            <a:pt x="844" y="0"/>
                            <a:pt x="844" y="0"/>
                            <a:pt x="844" y="0"/>
                          </a:cubicBezTo>
                          <a:cubicBezTo>
                            <a:pt x="898" y="0"/>
                            <a:pt x="898" y="0"/>
                            <a:pt x="898" y="0"/>
                          </a:cubicBezTo>
                          <a:cubicBezTo>
                            <a:pt x="1026" y="0"/>
                            <a:pt x="1026" y="0"/>
                            <a:pt x="1026" y="0"/>
                          </a:cubicBezTo>
                          <a:cubicBezTo>
                            <a:pt x="1073" y="0"/>
                            <a:pt x="1100" y="34"/>
                            <a:pt x="1100" y="75"/>
                          </a:cubicBezTo>
                          <a:cubicBezTo>
                            <a:pt x="1100" y="210"/>
                            <a:pt x="1100" y="210"/>
                            <a:pt x="1100" y="210"/>
                          </a:cubicBezTo>
                          <a:cubicBezTo>
                            <a:pt x="1100" y="210"/>
                            <a:pt x="1100" y="210"/>
                            <a:pt x="1100" y="210"/>
                          </a:cubicBezTo>
                          <a:close/>
                        </a:path>
                      </a:pathLst>
                    </a:custGeom>
                    <a:solidFill>
                      <a:schemeClr val="tx1">
                        <a:lumMod val="85000"/>
                        <a:lumOff val="15000"/>
                      </a:schemeClr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39" name="Freeform 96">
                      <a:extLst>
                        <a:ext uri="{FF2B5EF4-FFF2-40B4-BE49-F238E27FC236}">
                          <a16:creationId xmlns:a16="http://schemas.microsoft.com/office/drawing/2014/main" id="{446DEE11-3F33-4DC7-E0B0-F574DDD30AA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085300" y="2620963"/>
                      <a:ext cx="131763" cy="30163"/>
                    </a:xfrm>
                    <a:custGeom>
                      <a:avLst/>
                      <a:gdLst>
                        <a:gd name="T0" fmla="*/ 244 w 244"/>
                        <a:gd name="T1" fmla="*/ 28 h 55"/>
                        <a:gd name="T2" fmla="*/ 217 w 244"/>
                        <a:gd name="T3" fmla="*/ 0 h 55"/>
                        <a:gd name="T4" fmla="*/ 0 w 244"/>
                        <a:gd name="T5" fmla="*/ 0 h 55"/>
                        <a:gd name="T6" fmla="*/ 0 w 244"/>
                        <a:gd name="T7" fmla="*/ 55 h 55"/>
                        <a:gd name="T8" fmla="*/ 217 w 244"/>
                        <a:gd name="T9" fmla="*/ 55 h 55"/>
                        <a:gd name="T10" fmla="*/ 244 w 244"/>
                        <a:gd name="T11" fmla="*/ 28 h 5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4" h="55">
                          <a:moveTo>
                            <a:pt x="244" y="28"/>
                          </a:moveTo>
                          <a:cubicBezTo>
                            <a:pt x="244" y="14"/>
                            <a:pt x="230" y="0"/>
                            <a:pt x="217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55"/>
                            <a:pt x="0" y="55"/>
                            <a:pt x="0" y="55"/>
                          </a:cubicBezTo>
                          <a:cubicBezTo>
                            <a:pt x="217" y="55"/>
                            <a:pt x="217" y="55"/>
                            <a:pt x="217" y="55"/>
                          </a:cubicBezTo>
                          <a:cubicBezTo>
                            <a:pt x="230" y="55"/>
                            <a:pt x="244" y="41"/>
                            <a:pt x="244" y="28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40" name="Freeform 97">
                      <a:extLst>
                        <a:ext uri="{FF2B5EF4-FFF2-40B4-BE49-F238E27FC236}">
                          <a16:creationId xmlns:a16="http://schemas.microsoft.com/office/drawing/2014/main" id="{745D1ADA-8CA6-5106-7FA3-61F955197A5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085300" y="2733675"/>
                      <a:ext cx="131763" cy="30163"/>
                    </a:xfrm>
                    <a:custGeom>
                      <a:avLst/>
                      <a:gdLst>
                        <a:gd name="T0" fmla="*/ 217 w 244"/>
                        <a:gd name="T1" fmla="*/ 0 h 54"/>
                        <a:gd name="T2" fmla="*/ 0 w 244"/>
                        <a:gd name="T3" fmla="*/ 0 h 54"/>
                        <a:gd name="T4" fmla="*/ 0 w 244"/>
                        <a:gd name="T5" fmla="*/ 54 h 54"/>
                        <a:gd name="T6" fmla="*/ 217 w 244"/>
                        <a:gd name="T7" fmla="*/ 54 h 54"/>
                        <a:gd name="T8" fmla="*/ 244 w 244"/>
                        <a:gd name="T9" fmla="*/ 27 h 54"/>
                        <a:gd name="T10" fmla="*/ 217 w 244"/>
                        <a:gd name="T11" fmla="*/ 0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4" h="54">
                          <a:moveTo>
                            <a:pt x="217" y="0"/>
                          </a:move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54"/>
                            <a:pt x="0" y="54"/>
                            <a:pt x="0" y="54"/>
                          </a:cubicBezTo>
                          <a:cubicBezTo>
                            <a:pt x="217" y="54"/>
                            <a:pt x="217" y="54"/>
                            <a:pt x="217" y="54"/>
                          </a:cubicBezTo>
                          <a:cubicBezTo>
                            <a:pt x="230" y="54"/>
                            <a:pt x="244" y="47"/>
                            <a:pt x="244" y="27"/>
                          </a:cubicBezTo>
                          <a:cubicBezTo>
                            <a:pt x="244" y="13"/>
                            <a:pt x="230" y="0"/>
                            <a:pt x="217" y="0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41" name="Freeform 98">
                      <a:extLst>
                        <a:ext uri="{FF2B5EF4-FFF2-40B4-BE49-F238E27FC236}">
                          <a16:creationId xmlns:a16="http://schemas.microsoft.com/office/drawing/2014/main" id="{557D97F7-6693-81B7-7DA0-19B9A89F9F2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085300" y="2851150"/>
                      <a:ext cx="131763" cy="30163"/>
                    </a:xfrm>
                    <a:custGeom>
                      <a:avLst/>
                      <a:gdLst>
                        <a:gd name="T0" fmla="*/ 217 w 244"/>
                        <a:gd name="T1" fmla="*/ 0 h 54"/>
                        <a:gd name="T2" fmla="*/ 0 w 244"/>
                        <a:gd name="T3" fmla="*/ 0 h 54"/>
                        <a:gd name="T4" fmla="*/ 0 w 244"/>
                        <a:gd name="T5" fmla="*/ 54 h 54"/>
                        <a:gd name="T6" fmla="*/ 217 w 244"/>
                        <a:gd name="T7" fmla="*/ 54 h 54"/>
                        <a:gd name="T8" fmla="*/ 244 w 244"/>
                        <a:gd name="T9" fmla="*/ 27 h 54"/>
                        <a:gd name="T10" fmla="*/ 217 w 244"/>
                        <a:gd name="T11" fmla="*/ 0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4" h="54">
                          <a:moveTo>
                            <a:pt x="217" y="0"/>
                          </a:move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54"/>
                            <a:pt x="0" y="54"/>
                            <a:pt x="0" y="54"/>
                          </a:cubicBezTo>
                          <a:cubicBezTo>
                            <a:pt x="217" y="54"/>
                            <a:pt x="217" y="54"/>
                            <a:pt x="217" y="54"/>
                          </a:cubicBezTo>
                          <a:cubicBezTo>
                            <a:pt x="230" y="54"/>
                            <a:pt x="244" y="41"/>
                            <a:pt x="244" y="27"/>
                          </a:cubicBezTo>
                          <a:cubicBezTo>
                            <a:pt x="244" y="14"/>
                            <a:pt x="230" y="0"/>
                            <a:pt x="217" y="0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42" name="Freeform 99">
                      <a:extLst>
                        <a:ext uri="{FF2B5EF4-FFF2-40B4-BE49-F238E27FC236}">
                          <a16:creationId xmlns:a16="http://schemas.microsoft.com/office/drawing/2014/main" id="{F7F34C8A-C879-1839-5E13-6FADAAA8D2F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085300" y="2965450"/>
                      <a:ext cx="131763" cy="28575"/>
                    </a:xfrm>
                    <a:custGeom>
                      <a:avLst/>
                      <a:gdLst>
                        <a:gd name="T0" fmla="*/ 217 w 244"/>
                        <a:gd name="T1" fmla="*/ 0 h 54"/>
                        <a:gd name="T2" fmla="*/ 0 w 244"/>
                        <a:gd name="T3" fmla="*/ 0 h 54"/>
                        <a:gd name="T4" fmla="*/ 0 w 244"/>
                        <a:gd name="T5" fmla="*/ 54 h 54"/>
                        <a:gd name="T6" fmla="*/ 217 w 244"/>
                        <a:gd name="T7" fmla="*/ 54 h 54"/>
                        <a:gd name="T8" fmla="*/ 244 w 244"/>
                        <a:gd name="T9" fmla="*/ 27 h 54"/>
                        <a:gd name="T10" fmla="*/ 217 w 244"/>
                        <a:gd name="T11" fmla="*/ 0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4" h="54">
                          <a:moveTo>
                            <a:pt x="217" y="0"/>
                          </a:move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54"/>
                            <a:pt x="0" y="54"/>
                            <a:pt x="0" y="54"/>
                          </a:cubicBezTo>
                          <a:cubicBezTo>
                            <a:pt x="217" y="54"/>
                            <a:pt x="217" y="54"/>
                            <a:pt x="217" y="54"/>
                          </a:cubicBezTo>
                          <a:cubicBezTo>
                            <a:pt x="230" y="54"/>
                            <a:pt x="244" y="47"/>
                            <a:pt x="244" y="27"/>
                          </a:cubicBezTo>
                          <a:cubicBezTo>
                            <a:pt x="244" y="13"/>
                            <a:pt x="230" y="0"/>
                            <a:pt x="217" y="0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43" name="Freeform 100">
                      <a:extLst>
                        <a:ext uri="{FF2B5EF4-FFF2-40B4-BE49-F238E27FC236}">
                          <a16:creationId xmlns:a16="http://schemas.microsoft.com/office/drawing/2014/main" id="{FD6F515A-A8A3-7D99-6250-F71BFEAECA4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240750" y="2620963"/>
                      <a:ext cx="131763" cy="30163"/>
                    </a:xfrm>
                    <a:custGeom>
                      <a:avLst/>
                      <a:gdLst>
                        <a:gd name="T0" fmla="*/ 0 w 243"/>
                        <a:gd name="T1" fmla="*/ 28 h 55"/>
                        <a:gd name="T2" fmla="*/ 27 w 243"/>
                        <a:gd name="T3" fmla="*/ 55 h 55"/>
                        <a:gd name="T4" fmla="*/ 243 w 243"/>
                        <a:gd name="T5" fmla="*/ 55 h 55"/>
                        <a:gd name="T6" fmla="*/ 243 w 243"/>
                        <a:gd name="T7" fmla="*/ 0 h 55"/>
                        <a:gd name="T8" fmla="*/ 27 w 243"/>
                        <a:gd name="T9" fmla="*/ 0 h 55"/>
                        <a:gd name="T10" fmla="*/ 0 w 243"/>
                        <a:gd name="T11" fmla="*/ 28 h 5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3" h="55">
                          <a:moveTo>
                            <a:pt x="0" y="28"/>
                          </a:moveTo>
                          <a:cubicBezTo>
                            <a:pt x="0" y="41"/>
                            <a:pt x="14" y="55"/>
                            <a:pt x="27" y="55"/>
                          </a:cubicBezTo>
                          <a:cubicBezTo>
                            <a:pt x="243" y="55"/>
                            <a:pt x="243" y="55"/>
                            <a:pt x="243" y="55"/>
                          </a:cubicBezTo>
                          <a:cubicBezTo>
                            <a:pt x="243" y="0"/>
                            <a:pt x="243" y="0"/>
                            <a:pt x="243" y="0"/>
                          </a:cubicBezTo>
                          <a:cubicBezTo>
                            <a:pt x="27" y="0"/>
                            <a:pt x="27" y="0"/>
                            <a:pt x="27" y="0"/>
                          </a:cubicBezTo>
                          <a:cubicBezTo>
                            <a:pt x="14" y="0"/>
                            <a:pt x="0" y="14"/>
                            <a:pt x="0" y="28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44" name="Freeform 101">
                      <a:extLst>
                        <a:ext uri="{FF2B5EF4-FFF2-40B4-BE49-F238E27FC236}">
                          <a16:creationId xmlns:a16="http://schemas.microsoft.com/office/drawing/2014/main" id="{51230F6E-288F-1EA1-CB41-FBBB35AAADA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240750" y="2733675"/>
                      <a:ext cx="131763" cy="30163"/>
                    </a:xfrm>
                    <a:custGeom>
                      <a:avLst/>
                      <a:gdLst>
                        <a:gd name="T0" fmla="*/ 0 w 243"/>
                        <a:gd name="T1" fmla="*/ 27 h 54"/>
                        <a:gd name="T2" fmla="*/ 27 w 243"/>
                        <a:gd name="T3" fmla="*/ 54 h 54"/>
                        <a:gd name="T4" fmla="*/ 243 w 243"/>
                        <a:gd name="T5" fmla="*/ 54 h 54"/>
                        <a:gd name="T6" fmla="*/ 243 w 243"/>
                        <a:gd name="T7" fmla="*/ 0 h 54"/>
                        <a:gd name="T8" fmla="*/ 27 w 243"/>
                        <a:gd name="T9" fmla="*/ 0 h 54"/>
                        <a:gd name="T10" fmla="*/ 0 w 243"/>
                        <a:gd name="T11" fmla="*/ 27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3" h="54">
                          <a:moveTo>
                            <a:pt x="0" y="27"/>
                          </a:moveTo>
                          <a:cubicBezTo>
                            <a:pt x="0" y="47"/>
                            <a:pt x="14" y="54"/>
                            <a:pt x="27" y="54"/>
                          </a:cubicBezTo>
                          <a:cubicBezTo>
                            <a:pt x="243" y="54"/>
                            <a:pt x="243" y="54"/>
                            <a:pt x="243" y="54"/>
                          </a:cubicBezTo>
                          <a:cubicBezTo>
                            <a:pt x="243" y="0"/>
                            <a:pt x="243" y="0"/>
                            <a:pt x="243" y="0"/>
                          </a:cubicBezTo>
                          <a:cubicBezTo>
                            <a:pt x="27" y="0"/>
                            <a:pt x="27" y="0"/>
                            <a:pt x="27" y="0"/>
                          </a:cubicBezTo>
                          <a:cubicBezTo>
                            <a:pt x="14" y="0"/>
                            <a:pt x="0" y="13"/>
                            <a:pt x="0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45" name="Freeform 102">
                      <a:extLst>
                        <a:ext uri="{FF2B5EF4-FFF2-40B4-BE49-F238E27FC236}">
                          <a16:creationId xmlns:a16="http://schemas.microsoft.com/office/drawing/2014/main" id="{0CCFF57A-1001-38FB-1821-EA2C3889C40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240750" y="2851150"/>
                      <a:ext cx="131763" cy="30163"/>
                    </a:xfrm>
                    <a:custGeom>
                      <a:avLst/>
                      <a:gdLst>
                        <a:gd name="T0" fmla="*/ 0 w 243"/>
                        <a:gd name="T1" fmla="*/ 27 h 54"/>
                        <a:gd name="T2" fmla="*/ 27 w 243"/>
                        <a:gd name="T3" fmla="*/ 54 h 54"/>
                        <a:gd name="T4" fmla="*/ 243 w 243"/>
                        <a:gd name="T5" fmla="*/ 54 h 54"/>
                        <a:gd name="T6" fmla="*/ 243 w 243"/>
                        <a:gd name="T7" fmla="*/ 0 h 54"/>
                        <a:gd name="T8" fmla="*/ 27 w 243"/>
                        <a:gd name="T9" fmla="*/ 0 h 54"/>
                        <a:gd name="T10" fmla="*/ 0 w 243"/>
                        <a:gd name="T11" fmla="*/ 27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3" h="54">
                          <a:moveTo>
                            <a:pt x="0" y="27"/>
                          </a:moveTo>
                          <a:cubicBezTo>
                            <a:pt x="0" y="41"/>
                            <a:pt x="14" y="54"/>
                            <a:pt x="27" y="54"/>
                          </a:cubicBezTo>
                          <a:cubicBezTo>
                            <a:pt x="243" y="54"/>
                            <a:pt x="243" y="54"/>
                            <a:pt x="243" y="54"/>
                          </a:cubicBezTo>
                          <a:cubicBezTo>
                            <a:pt x="243" y="0"/>
                            <a:pt x="243" y="0"/>
                            <a:pt x="243" y="0"/>
                          </a:cubicBezTo>
                          <a:cubicBezTo>
                            <a:pt x="27" y="0"/>
                            <a:pt x="27" y="0"/>
                            <a:pt x="27" y="0"/>
                          </a:cubicBezTo>
                          <a:cubicBezTo>
                            <a:pt x="14" y="0"/>
                            <a:pt x="0" y="14"/>
                            <a:pt x="0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46" name="Freeform 103">
                      <a:extLst>
                        <a:ext uri="{FF2B5EF4-FFF2-40B4-BE49-F238E27FC236}">
                          <a16:creationId xmlns:a16="http://schemas.microsoft.com/office/drawing/2014/main" id="{CD91E1ED-ECC2-5638-0659-2134D0B07D3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240750" y="2965450"/>
                      <a:ext cx="131763" cy="28575"/>
                    </a:xfrm>
                    <a:custGeom>
                      <a:avLst/>
                      <a:gdLst>
                        <a:gd name="T0" fmla="*/ 0 w 243"/>
                        <a:gd name="T1" fmla="*/ 27 h 54"/>
                        <a:gd name="T2" fmla="*/ 27 w 243"/>
                        <a:gd name="T3" fmla="*/ 54 h 54"/>
                        <a:gd name="T4" fmla="*/ 243 w 243"/>
                        <a:gd name="T5" fmla="*/ 54 h 54"/>
                        <a:gd name="T6" fmla="*/ 243 w 243"/>
                        <a:gd name="T7" fmla="*/ 0 h 54"/>
                        <a:gd name="T8" fmla="*/ 27 w 243"/>
                        <a:gd name="T9" fmla="*/ 0 h 54"/>
                        <a:gd name="T10" fmla="*/ 0 w 243"/>
                        <a:gd name="T11" fmla="*/ 27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3" h="54">
                          <a:moveTo>
                            <a:pt x="0" y="27"/>
                          </a:moveTo>
                          <a:cubicBezTo>
                            <a:pt x="0" y="47"/>
                            <a:pt x="14" y="54"/>
                            <a:pt x="27" y="54"/>
                          </a:cubicBezTo>
                          <a:cubicBezTo>
                            <a:pt x="243" y="54"/>
                            <a:pt x="243" y="54"/>
                            <a:pt x="243" y="54"/>
                          </a:cubicBezTo>
                          <a:cubicBezTo>
                            <a:pt x="243" y="0"/>
                            <a:pt x="243" y="0"/>
                            <a:pt x="243" y="0"/>
                          </a:cubicBezTo>
                          <a:cubicBezTo>
                            <a:pt x="27" y="0"/>
                            <a:pt x="27" y="0"/>
                            <a:pt x="27" y="0"/>
                          </a:cubicBezTo>
                          <a:cubicBezTo>
                            <a:pt x="14" y="0"/>
                            <a:pt x="0" y="13"/>
                            <a:pt x="0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47" name="Freeform 104">
                      <a:extLst>
                        <a:ext uri="{FF2B5EF4-FFF2-40B4-BE49-F238E27FC236}">
                          <a16:creationId xmlns:a16="http://schemas.microsoft.com/office/drawing/2014/main" id="{B8EBB827-6EBC-74BD-068F-1F55A0B1527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540788" y="2320925"/>
                      <a:ext cx="28575" cy="128588"/>
                    </a:xfrm>
                    <a:custGeom>
                      <a:avLst/>
                      <a:gdLst>
                        <a:gd name="T0" fmla="*/ 54 w 54"/>
                        <a:gd name="T1" fmla="*/ 27 h 237"/>
                        <a:gd name="T2" fmla="*/ 27 w 54"/>
                        <a:gd name="T3" fmla="*/ 0 h 237"/>
                        <a:gd name="T4" fmla="*/ 0 w 54"/>
                        <a:gd name="T5" fmla="*/ 27 h 237"/>
                        <a:gd name="T6" fmla="*/ 0 w 54"/>
                        <a:gd name="T7" fmla="*/ 237 h 237"/>
                        <a:gd name="T8" fmla="*/ 54 w 54"/>
                        <a:gd name="T9" fmla="*/ 237 h 237"/>
                        <a:gd name="T10" fmla="*/ 54 w 54"/>
                        <a:gd name="T11" fmla="*/ 27 h 237"/>
                        <a:gd name="T12" fmla="*/ 54 w 54"/>
                        <a:gd name="T13" fmla="*/ 27 h 2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7">
                          <a:moveTo>
                            <a:pt x="54" y="27"/>
                          </a:moveTo>
                          <a:cubicBezTo>
                            <a:pt x="54" y="14"/>
                            <a:pt x="40" y="0"/>
                            <a:pt x="27" y="0"/>
                          </a:cubicBezTo>
                          <a:cubicBezTo>
                            <a:pt x="13" y="0"/>
                            <a:pt x="0" y="14"/>
                            <a:pt x="0" y="27"/>
                          </a:cubicBezTo>
                          <a:cubicBezTo>
                            <a:pt x="0" y="237"/>
                            <a:pt x="0" y="237"/>
                            <a:pt x="0" y="237"/>
                          </a:cubicBezTo>
                          <a:cubicBezTo>
                            <a:pt x="54" y="237"/>
                            <a:pt x="54" y="237"/>
                            <a:pt x="54" y="23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48" name="Freeform 105">
                      <a:extLst>
                        <a:ext uri="{FF2B5EF4-FFF2-40B4-BE49-F238E27FC236}">
                          <a16:creationId xmlns:a16="http://schemas.microsoft.com/office/drawing/2014/main" id="{91A1EA35-B785-2D15-DC9F-9B78D9F3522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658263" y="2320925"/>
                      <a:ext cx="28575" cy="128588"/>
                    </a:xfrm>
                    <a:custGeom>
                      <a:avLst/>
                      <a:gdLst>
                        <a:gd name="T0" fmla="*/ 54 w 54"/>
                        <a:gd name="T1" fmla="*/ 27 h 237"/>
                        <a:gd name="T2" fmla="*/ 27 w 54"/>
                        <a:gd name="T3" fmla="*/ 0 h 237"/>
                        <a:gd name="T4" fmla="*/ 0 w 54"/>
                        <a:gd name="T5" fmla="*/ 27 h 237"/>
                        <a:gd name="T6" fmla="*/ 0 w 54"/>
                        <a:gd name="T7" fmla="*/ 237 h 237"/>
                        <a:gd name="T8" fmla="*/ 54 w 54"/>
                        <a:gd name="T9" fmla="*/ 237 h 237"/>
                        <a:gd name="T10" fmla="*/ 54 w 54"/>
                        <a:gd name="T11" fmla="*/ 27 h 237"/>
                        <a:gd name="T12" fmla="*/ 54 w 54"/>
                        <a:gd name="T13" fmla="*/ 27 h 2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7">
                          <a:moveTo>
                            <a:pt x="54" y="27"/>
                          </a:moveTo>
                          <a:cubicBezTo>
                            <a:pt x="54" y="14"/>
                            <a:pt x="40" y="0"/>
                            <a:pt x="27" y="0"/>
                          </a:cubicBezTo>
                          <a:cubicBezTo>
                            <a:pt x="13" y="0"/>
                            <a:pt x="0" y="14"/>
                            <a:pt x="0" y="27"/>
                          </a:cubicBezTo>
                          <a:cubicBezTo>
                            <a:pt x="0" y="237"/>
                            <a:pt x="0" y="237"/>
                            <a:pt x="0" y="237"/>
                          </a:cubicBezTo>
                          <a:cubicBezTo>
                            <a:pt x="54" y="237"/>
                            <a:pt x="54" y="237"/>
                            <a:pt x="54" y="23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49" name="Freeform 106">
                      <a:extLst>
                        <a:ext uri="{FF2B5EF4-FFF2-40B4-BE49-F238E27FC236}">
                          <a16:creationId xmlns:a16="http://schemas.microsoft.com/office/drawing/2014/main" id="{9BF788F9-46D2-AF9F-D6B9-F0EE6EE408B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770975" y="2320925"/>
                      <a:ext cx="30163" cy="128588"/>
                    </a:xfrm>
                    <a:custGeom>
                      <a:avLst/>
                      <a:gdLst>
                        <a:gd name="T0" fmla="*/ 54 w 54"/>
                        <a:gd name="T1" fmla="*/ 27 h 237"/>
                        <a:gd name="T2" fmla="*/ 27 w 54"/>
                        <a:gd name="T3" fmla="*/ 0 h 237"/>
                        <a:gd name="T4" fmla="*/ 0 w 54"/>
                        <a:gd name="T5" fmla="*/ 27 h 237"/>
                        <a:gd name="T6" fmla="*/ 0 w 54"/>
                        <a:gd name="T7" fmla="*/ 237 h 237"/>
                        <a:gd name="T8" fmla="*/ 54 w 54"/>
                        <a:gd name="T9" fmla="*/ 237 h 237"/>
                        <a:gd name="T10" fmla="*/ 54 w 54"/>
                        <a:gd name="T11" fmla="*/ 27 h 237"/>
                        <a:gd name="T12" fmla="*/ 54 w 54"/>
                        <a:gd name="T13" fmla="*/ 27 h 2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7">
                          <a:moveTo>
                            <a:pt x="54" y="27"/>
                          </a:moveTo>
                          <a:cubicBezTo>
                            <a:pt x="54" y="14"/>
                            <a:pt x="40" y="0"/>
                            <a:pt x="27" y="0"/>
                          </a:cubicBezTo>
                          <a:cubicBezTo>
                            <a:pt x="13" y="0"/>
                            <a:pt x="0" y="14"/>
                            <a:pt x="0" y="27"/>
                          </a:cubicBezTo>
                          <a:cubicBezTo>
                            <a:pt x="0" y="237"/>
                            <a:pt x="0" y="237"/>
                            <a:pt x="0" y="237"/>
                          </a:cubicBezTo>
                          <a:cubicBezTo>
                            <a:pt x="54" y="237"/>
                            <a:pt x="54" y="237"/>
                            <a:pt x="54" y="23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50" name="Freeform 107">
                      <a:extLst>
                        <a:ext uri="{FF2B5EF4-FFF2-40B4-BE49-F238E27FC236}">
                          <a16:creationId xmlns:a16="http://schemas.microsoft.com/office/drawing/2014/main" id="{74FFE6EA-26AA-F994-20DE-9200BB04ED4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886863" y="2320925"/>
                      <a:ext cx="30163" cy="128588"/>
                    </a:xfrm>
                    <a:custGeom>
                      <a:avLst/>
                      <a:gdLst>
                        <a:gd name="T0" fmla="*/ 54 w 54"/>
                        <a:gd name="T1" fmla="*/ 27 h 237"/>
                        <a:gd name="T2" fmla="*/ 27 w 54"/>
                        <a:gd name="T3" fmla="*/ 0 h 237"/>
                        <a:gd name="T4" fmla="*/ 0 w 54"/>
                        <a:gd name="T5" fmla="*/ 27 h 237"/>
                        <a:gd name="T6" fmla="*/ 0 w 54"/>
                        <a:gd name="T7" fmla="*/ 237 h 237"/>
                        <a:gd name="T8" fmla="*/ 54 w 54"/>
                        <a:gd name="T9" fmla="*/ 237 h 237"/>
                        <a:gd name="T10" fmla="*/ 54 w 54"/>
                        <a:gd name="T11" fmla="*/ 27 h 237"/>
                        <a:gd name="T12" fmla="*/ 54 w 54"/>
                        <a:gd name="T13" fmla="*/ 27 h 2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7">
                          <a:moveTo>
                            <a:pt x="54" y="27"/>
                          </a:moveTo>
                          <a:cubicBezTo>
                            <a:pt x="54" y="14"/>
                            <a:pt x="40" y="0"/>
                            <a:pt x="27" y="0"/>
                          </a:cubicBezTo>
                          <a:cubicBezTo>
                            <a:pt x="13" y="0"/>
                            <a:pt x="0" y="14"/>
                            <a:pt x="0" y="27"/>
                          </a:cubicBezTo>
                          <a:cubicBezTo>
                            <a:pt x="0" y="237"/>
                            <a:pt x="0" y="237"/>
                            <a:pt x="0" y="237"/>
                          </a:cubicBezTo>
                          <a:cubicBezTo>
                            <a:pt x="54" y="237"/>
                            <a:pt x="54" y="237"/>
                            <a:pt x="54" y="23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51" name="Freeform 108">
                      <a:extLst>
                        <a:ext uri="{FF2B5EF4-FFF2-40B4-BE49-F238E27FC236}">
                          <a16:creationId xmlns:a16="http://schemas.microsoft.com/office/drawing/2014/main" id="{696EC2C0-3057-E863-8376-183FE9865D5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540788" y="3165475"/>
                      <a:ext cx="28575" cy="128588"/>
                    </a:xfrm>
                    <a:custGeom>
                      <a:avLst/>
                      <a:gdLst>
                        <a:gd name="T0" fmla="*/ 0 w 54"/>
                        <a:gd name="T1" fmla="*/ 211 h 238"/>
                        <a:gd name="T2" fmla="*/ 27 w 54"/>
                        <a:gd name="T3" fmla="*/ 238 h 238"/>
                        <a:gd name="T4" fmla="*/ 54 w 54"/>
                        <a:gd name="T5" fmla="*/ 211 h 238"/>
                        <a:gd name="T6" fmla="*/ 54 w 54"/>
                        <a:gd name="T7" fmla="*/ 0 h 238"/>
                        <a:gd name="T8" fmla="*/ 0 w 54"/>
                        <a:gd name="T9" fmla="*/ 0 h 238"/>
                        <a:gd name="T10" fmla="*/ 0 w 54"/>
                        <a:gd name="T11" fmla="*/ 211 h 238"/>
                        <a:gd name="T12" fmla="*/ 0 w 54"/>
                        <a:gd name="T13" fmla="*/ 211 h 2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8">
                          <a:moveTo>
                            <a:pt x="0" y="211"/>
                          </a:moveTo>
                          <a:cubicBezTo>
                            <a:pt x="0" y="231"/>
                            <a:pt x="13" y="238"/>
                            <a:pt x="27" y="238"/>
                          </a:cubicBezTo>
                          <a:cubicBezTo>
                            <a:pt x="40" y="238"/>
                            <a:pt x="54" y="231"/>
                            <a:pt x="54" y="211"/>
                          </a:cubicBezTo>
                          <a:cubicBezTo>
                            <a:pt x="54" y="0"/>
                            <a:pt x="54" y="0"/>
                            <a:pt x="54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52" name="Freeform 109">
                      <a:extLst>
                        <a:ext uri="{FF2B5EF4-FFF2-40B4-BE49-F238E27FC236}">
                          <a16:creationId xmlns:a16="http://schemas.microsoft.com/office/drawing/2014/main" id="{AD55C79C-6BEB-0953-6CEA-9A783805D08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658263" y="3165475"/>
                      <a:ext cx="28575" cy="128588"/>
                    </a:xfrm>
                    <a:custGeom>
                      <a:avLst/>
                      <a:gdLst>
                        <a:gd name="T0" fmla="*/ 0 w 54"/>
                        <a:gd name="T1" fmla="*/ 211 h 238"/>
                        <a:gd name="T2" fmla="*/ 27 w 54"/>
                        <a:gd name="T3" fmla="*/ 238 h 238"/>
                        <a:gd name="T4" fmla="*/ 54 w 54"/>
                        <a:gd name="T5" fmla="*/ 211 h 238"/>
                        <a:gd name="T6" fmla="*/ 54 w 54"/>
                        <a:gd name="T7" fmla="*/ 0 h 238"/>
                        <a:gd name="T8" fmla="*/ 0 w 54"/>
                        <a:gd name="T9" fmla="*/ 0 h 238"/>
                        <a:gd name="T10" fmla="*/ 0 w 54"/>
                        <a:gd name="T11" fmla="*/ 211 h 238"/>
                        <a:gd name="T12" fmla="*/ 0 w 54"/>
                        <a:gd name="T13" fmla="*/ 211 h 2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8">
                          <a:moveTo>
                            <a:pt x="0" y="211"/>
                          </a:moveTo>
                          <a:cubicBezTo>
                            <a:pt x="0" y="231"/>
                            <a:pt x="13" y="238"/>
                            <a:pt x="27" y="238"/>
                          </a:cubicBezTo>
                          <a:cubicBezTo>
                            <a:pt x="40" y="238"/>
                            <a:pt x="54" y="231"/>
                            <a:pt x="54" y="211"/>
                          </a:cubicBezTo>
                          <a:cubicBezTo>
                            <a:pt x="54" y="0"/>
                            <a:pt x="54" y="0"/>
                            <a:pt x="54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53" name="Freeform 110">
                      <a:extLst>
                        <a:ext uri="{FF2B5EF4-FFF2-40B4-BE49-F238E27FC236}">
                          <a16:creationId xmlns:a16="http://schemas.microsoft.com/office/drawing/2014/main" id="{30E9367E-A7B2-930E-2810-DA71CDFB555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770975" y="3165475"/>
                      <a:ext cx="30163" cy="128588"/>
                    </a:xfrm>
                    <a:custGeom>
                      <a:avLst/>
                      <a:gdLst>
                        <a:gd name="T0" fmla="*/ 0 w 54"/>
                        <a:gd name="T1" fmla="*/ 211 h 238"/>
                        <a:gd name="T2" fmla="*/ 27 w 54"/>
                        <a:gd name="T3" fmla="*/ 238 h 238"/>
                        <a:gd name="T4" fmla="*/ 54 w 54"/>
                        <a:gd name="T5" fmla="*/ 211 h 238"/>
                        <a:gd name="T6" fmla="*/ 54 w 54"/>
                        <a:gd name="T7" fmla="*/ 0 h 238"/>
                        <a:gd name="T8" fmla="*/ 0 w 54"/>
                        <a:gd name="T9" fmla="*/ 0 h 238"/>
                        <a:gd name="T10" fmla="*/ 0 w 54"/>
                        <a:gd name="T11" fmla="*/ 211 h 238"/>
                        <a:gd name="T12" fmla="*/ 0 w 54"/>
                        <a:gd name="T13" fmla="*/ 211 h 2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8">
                          <a:moveTo>
                            <a:pt x="0" y="211"/>
                          </a:moveTo>
                          <a:cubicBezTo>
                            <a:pt x="0" y="231"/>
                            <a:pt x="13" y="238"/>
                            <a:pt x="27" y="238"/>
                          </a:cubicBezTo>
                          <a:cubicBezTo>
                            <a:pt x="40" y="238"/>
                            <a:pt x="54" y="231"/>
                            <a:pt x="54" y="211"/>
                          </a:cubicBezTo>
                          <a:cubicBezTo>
                            <a:pt x="54" y="0"/>
                            <a:pt x="54" y="0"/>
                            <a:pt x="54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54" name="Freeform 111">
                      <a:extLst>
                        <a:ext uri="{FF2B5EF4-FFF2-40B4-BE49-F238E27FC236}">
                          <a16:creationId xmlns:a16="http://schemas.microsoft.com/office/drawing/2014/main" id="{554AF123-8770-34A3-3EE1-1DFD39EA2EB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886863" y="3165475"/>
                      <a:ext cx="30163" cy="128588"/>
                    </a:xfrm>
                    <a:custGeom>
                      <a:avLst/>
                      <a:gdLst>
                        <a:gd name="T0" fmla="*/ 0 w 54"/>
                        <a:gd name="T1" fmla="*/ 211 h 238"/>
                        <a:gd name="T2" fmla="*/ 27 w 54"/>
                        <a:gd name="T3" fmla="*/ 238 h 238"/>
                        <a:gd name="T4" fmla="*/ 54 w 54"/>
                        <a:gd name="T5" fmla="*/ 211 h 238"/>
                        <a:gd name="T6" fmla="*/ 54 w 54"/>
                        <a:gd name="T7" fmla="*/ 0 h 238"/>
                        <a:gd name="T8" fmla="*/ 0 w 54"/>
                        <a:gd name="T9" fmla="*/ 0 h 238"/>
                        <a:gd name="T10" fmla="*/ 0 w 54"/>
                        <a:gd name="T11" fmla="*/ 211 h 238"/>
                        <a:gd name="T12" fmla="*/ 0 w 54"/>
                        <a:gd name="T13" fmla="*/ 211 h 2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8">
                          <a:moveTo>
                            <a:pt x="0" y="211"/>
                          </a:moveTo>
                          <a:cubicBezTo>
                            <a:pt x="0" y="231"/>
                            <a:pt x="13" y="238"/>
                            <a:pt x="27" y="238"/>
                          </a:cubicBezTo>
                          <a:cubicBezTo>
                            <a:pt x="40" y="238"/>
                            <a:pt x="54" y="231"/>
                            <a:pt x="54" y="211"/>
                          </a:cubicBezTo>
                          <a:cubicBezTo>
                            <a:pt x="54" y="0"/>
                            <a:pt x="54" y="0"/>
                            <a:pt x="54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55" name="Freeform 112">
                      <a:extLst>
                        <a:ext uri="{FF2B5EF4-FFF2-40B4-BE49-F238E27FC236}">
                          <a16:creationId xmlns:a16="http://schemas.microsoft.com/office/drawing/2014/main" id="{2AAE83F5-0D2C-CCDD-DA51-E0C01E03BBDE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21401088" y="2478088"/>
                      <a:ext cx="654050" cy="658813"/>
                    </a:xfrm>
                    <a:custGeom>
                      <a:avLst/>
                      <a:gdLst>
                        <a:gd name="T0" fmla="*/ 952 w 1208"/>
                        <a:gd name="T1" fmla="*/ 0 h 1215"/>
                        <a:gd name="T2" fmla="*/ 736 w 1208"/>
                        <a:gd name="T3" fmla="*/ 0 h 1215"/>
                        <a:gd name="T4" fmla="*/ 526 w 1208"/>
                        <a:gd name="T5" fmla="*/ 0 h 1215"/>
                        <a:gd name="T6" fmla="*/ 310 w 1208"/>
                        <a:gd name="T7" fmla="*/ 0 h 1215"/>
                        <a:gd name="T8" fmla="*/ 128 w 1208"/>
                        <a:gd name="T9" fmla="*/ 0 h 1215"/>
                        <a:gd name="T10" fmla="*/ 0 w 1208"/>
                        <a:gd name="T11" fmla="*/ 264 h 1215"/>
                        <a:gd name="T12" fmla="*/ 0 w 1208"/>
                        <a:gd name="T13" fmla="*/ 473 h 1215"/>
                        <a:gd name="T14" fmla="*/ 0 w 1208"/>
                        <a:gd name="T15" fmla="*/ 689 h 1215"/>
                        <a:gd name="T16" fmla="*/ 0 w 1208"/>
                        <a:gd name="T17" fmla="*/ 898 h 1215"/>
                        <a:gd name="T18" fmla="*/ 0 w 1208"/>
                        <a:gd name="T19" fmla="*/ 1087 h 1215"/>
                        <a:gd name="T20" fmla="*/ 256 w 1208"/>
                        <a:gd name="T21" fmla="*/ 1215 h 1215"/>
                        <a:gd name="T22" fmla="*/ 472 w 1208"/>
                        <a:gd name="T23" fmla="*/ 1215 h 1215"/>
                        <a:gd name="T24" fmla="*/ 682 w 1208"/>
                        <a:gd name="T25" fmla="*/ 1215 h 1215"/>
                        <a:gd name="T26" fmla="*/ 898 w 1208"/>
                        <a:gd name="T27" fmla="*/ 1215 h 1215"/>
                        <a:gd name="T28" fmla="*/ 1080 w 1208"/>
                        <a:gd name="T29" fmla="*/ 1215 h 1215"/>
                        <a:gd name="T30" fmla="*/ 1208 w 1208"/>
                        <a:gd name="T31" fmla="*/ 952 h 1215"/>
                        <a:gd name="T32" fmla="*/ 1208 w 1208"/>
                        <a:gd name="T33" fmla="*/ 743 h 1215"/>
                        <a:gd name="T34" fmla="*/ 1208 w 1208"/>
                        <a:gd name="T35" fmla="*/ 527 h 1215"/>
                        <a:gd name="T36" fmla="*/ 1208 w 1208"/>
                        <a:gd name="T37" fmla="*/ 318 h 1215"/>
                        <a:gd name="T38" fmla="*/ 1208 w 1208"/>
                        <a:gd name="T39" fmla="*/ 129 h 1215"/>
                        <a:gd name="T40" fmla="*/ 1154 w 1208"/>
                        <a:gd name="T41" fmla="*/ 264 h 1215"/>
                        <a:gd name="T42" fmla="*/ 1154 w 1208"/>
                        <a:gd name="T43" fmla="*/ 473 h 1215"/>
                        <a:gd name="T44" fmla="*/ 1154 w 1208"/>
                        <a:gd name="T45" fmla="*/ 689 h 1215"/>
                        <a:gd name="T46" fmla="*/ 1154 w 1208"/>
                        <a:gd name="T47" fmla="*/ 898 h 1215"/>
                        <a:gd name="T48" fmla="*/ 1154 w 1208"/>
                        <a:gd name="T49" fmla="*/ 1087 h 1215"/>
                        <a:gd name="T50" fmla="*/ 952 w 1208"/>
                        <a:gd name="T51" fmla="*/ 1161 h 1215"/>
                        <a:gd name="T52" fmla="*/ 736 w 1208"/>
                        <a:gd name="T53" fmla="*/ 1161 h 1215"/>
                        <a:gd name="T54" fmla="*/ 526 w 1208"/>
                        <a:gd name="T55" fmla="*/ 1161 h 1215"/>
                        <a:gd name="T56" fmla="*/ 310 w 1208"/>
                        <a:gd name="T57" fmla="*/ 1161 h 1215"/>
                        <a:gd name="T58" fmla="*/ 128 w 1208"/>
                        <a:gd name="T59" fmla="*/ 1161 h 1215"/>
                        <a:gd name="T60" fmla="*/ 54 w 1208"/>
                        <a:gd name="T61" fmla="*/ 952 h 1215"/>
                        <a:gd name="T62" fmla="*/ 54 w 1208"/>
                        <a:gd name="T63" fmla="*/ 743 h 1215"/>
                        <a:gd name="T64" fmla="*/ 54 w 1208"/>
                        <a:gd name="T65" fmla="*/ 527 h 1215"/>
                        <a:gd name="T66" fmla="*/ 54 w 1208"/>
                        <a:gd name="T67" fmla="*/ 318 h 1215"/>
                        <a:gd name="T68" fmla="*/ 54 w 1208"/>
                        <a:gd name="T69" fmla="*/ 129 h 1215"/>
                        <a:gd name="T70" fmla="*/ 256 w 1208"/>
                        <a:gd name="T71" fmla="*/ 54 h 1215"/>
                        <a:gd name="T72" fmla="*/ 472 w 1208"/>
                        <a:gd name="T73" fmla="*/ 54 h 1215"/>
                        <a:gd name="T74" fmla="*/ 682 w 1208"/>
                        <a:gd name="T75" fmla="*/ 54 h 1215"/>
                        <a:gd name="T76" fmla="*/ 898 w 1208"/>
                        <a:gd name="T77" fmla="*/ 54 h 1215"/>
                        <a:gd name="T78" fmla="*/ 1080 w 1208"/>
                        <a:gd name="T79" fmla="*/ 54 h 1215"/>
                        <a:gd name="T80" fmla="*/ 1154 w 1208"/>
                        <a:gd name="T81" fmla="*/ 264 h 121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</a:cxnLst>
                      <a:rect l="0" t="0" r="r" b="b"/>
                      <a:pathLst>
                        <a:path w="1208" h="1215">
                          <a:moveTo>
                            <a:pt x="1080" y="0"/>
                          </a:moveTo>
                          <a:cubicBezTo>
                            <a:pt x="952" y="0"/>
                            <a:pt x="952" y="0"/>
                            <a:pt x="952" y="0"/>
                          </a:cubicBezTo>
                          <a:cubicBezTo>
                            <a:pt x="898" y="0"/>
                            <a:pt x="898" y="0"/>
                            <a:pt x="898" y="0"/>
                          </a:cubicBezTo>
                          <a:cubicBezTo>
                            <a:pt x="736" y="0"/>
                            <a:pt x="736" y="0"/>
                            <a:pt x="736" y="0"/>
                          </a:cubicBezTo>
                          <a:cubicBezTo>
                            <a:pt x="682" y="0"/>
                            <a:pt x="682" y="0"/>
                            <a:pt x="682" y="0"/>
                          </a:cubicBezTo>
                          <a:cubicBezTo>
                            <a:pt x="526" y="0"/>
                            <a:pt x="526" y="0"/>
                            <a:pt x="526" y="0"/>
                          </a:cubicBezTo>
                          <a:cubicBezTo>
                            <a:pt x="472" y="0"/>
                            <a:pt x="472" y="0"/>
                            <a:pt x="472" y="0"/>
                          </a:cubicBezTo>
                          <a:cubicBezTo>
                            <a:pt x="310" y="0"/>
                            <a:pt x="310" y="0"/>
                            <a:pt x="310" y="0"/>
                          </a:cubicBezTo>
                          <a:cubicBezTo>
                            <a:pt x="256" y="0"/>
                            <a:pt x="256" y="0"/>
                            <a:pt x="256" y="0"/>
                          </a:cubicBezTo>
                          <a:cubicBezTo>
                            <a:pt x="128" y="0"/>
                            <a:pt x="128" y="0"/>
                            <a:pt x="128" y="0"/>
                          </a:cubicBezTo>
                          <a:cubicBezTo>
                            <a:pt x="54" y="0"/>
                            <a:pt x="0" y="61"/>
                            <a:pt x="0" y="129"/>
                          </a:cubicBezTo>
                          <a:cubicBezTo>
                            <a:pt x="0" y="264"/>
                            <a:pt x="0" y="264"/>
                            <a:pt x="0" y="264"/>
                          </a:cubicBezTo>
                          <a:cubicBezTo>
                            <a:pt x="0" y="318"/>
                            <a:pt x="0" y="318"/>
                            <a:pt x="0" y="318"/>
                          </a:cubicBezTo>
                          <a:cubicBezTo>
                            <a:pt x="0" y="473"/>
                            <a:pt x="0" y="473"/>
                            <a:pt x="0" y="473"/>
                          </a:cubicBezTo>
                          <a:cubicBezTo>
                            <a:pt x="0" y="527"/>
                            <a:pt x="0" y="527"/>
                            <a:pt x="0" y="527"/>
                          </a:cubicBezTo>
                          <a:cubicBezTo>
                            <a:pt x="0" y="689"/>
                            <a:pt x="0" y="689"/>
                            <a:pt x="0" y="689"/>
                          </a:cubicBezTo>
                          <a:cubicBezTo>
                            <a:pt x="0" y="743"/>
                            <a:pt x="0" y="743"/>
                            <a:pt x="0" y="743"/>
                          </a:cubicBezTo>
                          <a:cubicBezTo>
                            <a:pt x="0" y="898"/>
                            <a:pt x="0" y="898"/>
                            <a:pt x="0" y="898"/>
                          </a:cubicBezTo>
                          <a:cubicBezTo>
                            <a:pt x="0" y="952"/>
                            <a:pt x="0" y="952"/>
                            <a:pt x="0" y="952"/>
                          </a:cubicBezTo>
                          <a:cubicBezTo>
                            <a:pt x="0" y="1087"/>
                            <a:pt x="0" y="1087"/>
                            <a:pt x="0" y="1087"/>
                          </a:cubicBezTo>
                          <a:cubicBezTo>
                            <a:pt x="0" y="1161"/>
                            <a:pt x="54" y="1215"/>
                            <a:pt x="128" y="1215"/>
                          </a:cubicBezTo>
                          <a:cubicBezTo>
                            <a:pt x="256" y="1215"/>
                            <a:pt x="256" y="1215"/>
                            <a:pt x="256" y="1215"/>
                          </a:cubicBezTo>
                          <a:cubicBezTo>
                            <a:pt x="310" y="1215"/>
                            <a:pt x="310" y="1215"/>
                            <a:pt x="310" y="1215"/>
                          </a:cubicBezTo>
                          <a:cubicBezTo>
                            <a:pt x="472" y="1215"/>
                            <a:pt x="472" y="1215"/>
                            <a:pt x="472" y="1215"/>
                          </a:cubicBezTo>
                          <a:cubicBezTo>
                            <a:pt x="526" y="1215"/>
                            <a:pt x="526" y="1215"/>
                            <a:pt x="526" y="1215"/>
                          </a:cubicBezTo>
                          <a:cubicBezTo>
                            <a:pt x="682" y="1215"/>
                            <a:pt x="682" y="1215"/>
                            <a:pt x="682" y="1215"/>
                          </a:cubicBezTo>
                          <a:cubicBezTo>
                            <a:pt x="736" y="1215"/>
                            <a:pt x="736" y="1215"/>
                            <a:pt x="736" y="1215"/>
                          </a:cubicBezTo>
                          <a:cubicBezTo>
                            <a:pt x="898" y="1215"/>
                            <a:pt x="898" y="1215"/>
                            <a:pt x="898" y="1215"/>
                          </a:cubicBezTo>
                          <a:cubicBezTo>
                            <a:pt x="952" y="1215"/>
                            <a:pt x="952" y="1215"/>
                            <a:pt x="952" y="1215"/>
                          </a:cubicBezTo>
                          <a:cubicBezTo>
                            <a:pt x="1080" y="1215"/>
                            <a:pt x="1080" y="1215"/>
                            <a:pt x="1080" y="1215"/>
                          </a:cubicBezTo>
                          <a:cubicBezTo>
                            <a:pt x="1154" y="1215"/>
                            <a:pt x="1208" y="1161"/>
                            <a:pt x="1208" y="1087"/>
                          </a:cubicBezTo>
                          <a:cubicBezTo>
                            <a:pt x="1208" y="952"/>
                            <a:pt x="1208" y="952"/>
                            <a:pt x="1208" y="952"/>
                          </a:cubicBezTo>
                          <a:cubicBezTo>
                            <a:pt x="1208" y="898"/>
                            <a:pt x="1208" y="898"/>
                            <a:pt x="1208" y="898"/>
                          </a:cubicBezTo>
                          <a:cubicBezTo>
                            <a:pt x="1208" y="743"/>
                            <a:pt x="1208" y="743"/>
                            <a:pt x="1208" y="743"/>
                          </a:cubicBezTo>
                          <a:cubicBezTo>
                            <a:pt x="1208" y="689"/>
                            <a:pt x="1208" y="689"/>
                            <a:pt x="1208" y="689"/>
                          </a:cubicBezTo>
                          <a:cubicBezTo>
                            <a:pt x="1208" y="527"/>
                            <a:pt x="1208" y="527"/>
                            <a:pt x="1208" y="527"/>
                          </a:cubicBezTo>
                          <a:cubicBezTo>
                            <a:pt x="1208" y="473"/>
                            <a:pt x="1208" y="473"/>
                            <a:pt x="1208" y="473"/>
                          </a:cubicBezTo>
                          <a:cubicBezTo>
                            <a:pt x="1208" y="318"/>
                            <a:pt x="1208" y="318"/>
                            <a:pt x="1208" y="318"/>
                          </a:cubicBezTo>
                          <a:cubicBezTo>
                            <a:pt x="1208" y="264"/>
                            <a:pt x="1208" y="264"/>
                            <a:pt x="1208" y="264"/>
                          </a:cubicBezTo>
                          <a:cubicBezTo>
                            <a:pt x="1208" y="129"/>
                            <a:pt x="1208" y="129"/>
                            <a:pt x="1208" y="129"/>
                          </a:cubicBezTo>
                          <a:cubicBezTo>
                            <a:pt x="1208" y="61"/>
                            <a:pt x="1154" y="0"/>
                            <a:pt x="1080" y="0"/>
                          </a:cubicBezTo>
                          <a:close/>
                          <a:moveTo>
                            <a:pt x="1154" y="264"/>
                          </a:moveTo>
                          <a:cubicBezTo>
                            <a:pt x="1154" y="318"/>
                            <a:pt x="1154" y="318"/>
                            <a:pt x="1154" y="318"/>
                          </a:cubicBezTo>
                          <a:cubicBezTo>
                            <a:pt x="1154" y="473"/>
                            <a:pt x="1154" y="473"/>
                            <a:pt x="1154" y="473"/>
                          </a:cubicBezTo>
                          <a:cubicBezTo>
                            <a:pt x="1154" y="527"/>
                            <a:pt x="1154" y="527"/>
                            <a:pt x="1154" y="527"/>
                          </a:cubicBezTo>
                          <a:cubicBezTo>
                            <a:pt x="1154" y="689"/>
                            <a:pt x="1154" y="689"/>
                            <a:pt x="1154" y="689"/>
                          </a:cubicBezTo>
                          <a:cubicBezTo>
                            <a:pt x="1154" y="743"/>
                            <a:pt x="1154" y="743"/>
                            <a:pt x="1154" y="743"/>
                          </a:cubicBezTo>
                          <a:cubicBezTo>
                            <a:pt x="1154" y="898"/>
                            <a:pt x="1154" y="898"/>
                            <a:pt x="1154" y="898"/>
                          </a:cubicBezTo>
                          <a:cubicBezTo>
                            <a:pt x="1154" y="952"/>
                            <a:pt x="1154" y="952"/>
                            <a:pt x="1154" y="952"/>
                          </a:cubicBezTo>
                          <a:cubicBezTo>
                            <a:pt x="1154" y="1087"/>
                            <a:pt x="1154" y="1087"/>
                            <a:pt x="1154" y="1087"/>
                          </a:cubicBezTo>
                          <a:cubicBezTo>
                            <a:pt x="1154" y="1127"/>
                            <a:pt x="1127" y="1161"/>
                            <a:pt x="1080" y="1161"/>
                          </a:cubicBezTo>
                          <a:cubicBezTo>
                            <a:pt x="952" y="1161"/>
                            <a:pt x="952" y="1161"/>
                            <a:pt x="952" y="1161"/>
                          </a:cubicBezTo>
                          <a:cubicBezTo>
                            <a:pt x="898" y="1161"/>
                            <a:pt x="898" y="1161"/>
                            <a:pt x="898" y="1161"/>
                          </a:cubicBezTo>
                          <a:cubicBezTo>
                            <a:pt x="736" y="1161"/>
                            <a:pt x="736" y="1161"/>
                            <a:pt x="736" y="1161"/>
                          </a:cubicBezTo>
                          <a:cubicBezTo>
                            <a:pt x="682" y="1161"/>
                            <a:pt x="682" y="1161"/>
                            <a:pt x="682" y="1161"/>
                          </a:cubicBezTo>
                          <a:cubicBezTo>
                            <a:pt x="526" y="1161"/>
                            <a:pt x="526" y="1161"/>
                            <a:pt x="526" y="1161"/>
                          </a:cubicBezTo>
                          <a:cubicBezTo>
                            <a:pt x="472" y="1161"/>
                            <a:pt x="472" y="1161"/>
                            <a:pt x="472" y="1161"/>
                          </a:cubicBezTo>
                          <a:cubicBezTo>
                            <a:pt x="310" y="1161"/>
                            <a:pt x="310" y="1161"/>
                            <a:pt x="310" y="1161"/>
                          </a:cubicBezTo>
                          <a:cubicBezTo>
                            <a:pt x="256" y="1161"/>
                            <a:pt x="256" y="1161"/>
                            <a:pt x="256" y="1161"/>
                          </a:cubicBezTo>
                          <a:cubicBezTo>
                            <a:pt x="128" y="1161"/>
                            <a:pt x="128" y="1161"/>
                            <a:pt x="128" y="1161"/>
                          </a:cubicBezTo>
                          <a:cubicBezTo>
                            <a:pt x="81" y="1161"/>
                            <a:pt x="54" y="1127"/>
                            <a:pt x="54" y="1087"/>
                          </a:cubicBezTo>
                          <a:cubicBezTo>
                            <a:pt x="54" y="952"/>
                            <a:pt x="54" y="952"/>
                            <a:pt x="54" y="952"/>
                          </a:cubicBezTo>
                          <a:cubicBezTo>
                            <a:pt x="54" y="898"/>
                            <a:pt x="54" y="898"/>
                            <a:pt x="54" y="898"/>
                          </a:cubicBezTo>
                          <a:cubicBezTo>
                            <a:pt x="54" y="743"/>
                            <a:pt x="54" y="743"/>
                            <a:pt x="54" y="743"/>
                          </a:cubicBezTo>
                          <a:cubicBezTo>
                            <a:pt x="54" y="689"/>
                            <a:pt x="54" y="689"/>
                            <a:pt x="54" y="689"/>
                          </a:cubicBezTo>
                          <a:cubicBezTo>
                            <a:pt x="54" y="527"/>
                            <a:pt x="54" y="527"/>
                            <a:pt x="54" y="527"/>
                          </a:cubicBezTo>
                          <a:cubicBezTo>
                            <a:pt x="54" y="473"/>
                            <a:pt x="54" y="473"/>
                            <a:pt x="54" y="473"/>
                          </a:cubicBezTo>
                          <a:cubicBezTo>
                            <a:pt x="54" y="318"/>
                            <a:pt x="54" y="318"/>
                            <a:pt x="54" y="318"/>
                          </a:cubicBezTo>
                          <a:cubicBezTo>
                            <a:pt x="54" y="264"/>
                            <a:pt x="54" y="264"/>
                            <a:pt x="54" y="264"/>
                          </a:cubicBezTo>
                          <a:cubicBezTo>
                            <a:pt x="54" y="129"/>
                            <a:pt x="54" y="129"/>
                            <a:pt x="54" y="129"/>
                          </a:cubicBezTo>
                          <a:cubicBezTo>
                            <a:pt x="54" y="88"/>
                            <a:pt x="81" y="54"/>
                            <a:pt x="128" y="54"/>
                          </a:cubicBezTo>
                          <a:cubicBezTo>
                            <a:pt x="256" y="54"/>
                            <a:pt x="256" y="54"/>
                            <a:pt x="256" y="54"/>
                          </a:cubicBezTo>
                          <a:cubicBezTo>
                            <a:pt x="310" y="54"/>
                            <a:pt x="310" y="54"/>
                            <a:pt x="310" y="54"/>
                          </a:cubicBezTo>
                          <a:cubicBezTo>
                            <a:pt x="472" y="54"/>
                            <a:pt x="472" y="54"/>
                            <a:pt x="472" y="54"/>
                          </a:cubicBezTo>
                          <a:cubicBezTo>
                            <a:pt x="526" y="54"/>
                            <a:pt x="526" y="54"/>
                            <a:pt x="526" y="54"/>
                          </a:cubicBezTo>
                          <a:cubicBezTo>
                            <a:pt x="682" y="54"/>
                            <a:pt x="682" y="54"/>
                            <a:pt x="682" y="54"/>
                          </a:cubicBezTo>
                          <a:cubicBezTo>
                            <a:pt x="736" y="54"/>
                            <a:pt x="736" y="54"/>
                            <a:pt x="736" y="54"/>
                          </a:cubicBezTo>
                          <a:cubicBezTo>
                            <a:pt x="898" y="54"/>
                            <a:pt x="898" y="54"/>
                            <a:pt x="898" y="54"/>
                          </a:cubicBezTo>
                          <a:cubicBezTo>
                            <a:pt x="952" y="54"/>
                            <a:pt x="952" y="54"/>
                            <a:pt x="952" y="54"/>
                          </a:cubicBezTo>
                          <a:cubicBezTo>
                            <a:pt x="1080" y="54"/>
                            <a:pt x="1080" y="54"/>
                            <a:pt x="1080" y="54"/>
                          </a:cubicBezTo>
                          <a:cubicBezTo>
                            <a:pt x="1127" y="54"/>
                            <a:pt x="1154" y="88"/>
                            <a:pt x="1154" y="129"/>
                          </a:cubicBezTo>
                          <a:cubicBezTo>
                            <a:pt x="1154" y="264"/>
                            <a:pt x="1154" y="264"/>
                            <a:pt x="1154" y="264"/>
                          </a:cubicBezTo>
                          <a:cubicBezTo>
                            <a:pt x="1154" y="264"/>
                            <a:pt x="1154" y="264"/>
                            <a:pt x="1154" y="264"/>
                          </a:cubicBezTo>
                          <a:close/>
                        </a:path>
                      </a:pathLst>
                    </a:custGeom>
                    <a:solidFill>
                      <a:schemeClr val="tx1">
                        <a:lumMod val="85000"/>
                        <a:lumOff val="15000"/>
                      </a:schemeClr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237" name="그림 1236">
                    <a:extLst>
                      <a:ext uri="{FF2B5EF4-FFF2-40B4-BE49-F238E27FC236}">
                        <a16:creationId xmlns:a16="http://schemas.microsoft.com/office/drawing/2014/main" id="{3E691FB7-B70F-B64E-10DC-5EA78D0B639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lum bright="100000"/>
                  </a:blip>
                  <a:stretch>
                    <a:fillRect/>
                  </a:stretch>
                </p:blipFill>
                <p:spPr>
                  <a:xfrm>
                    <a:off x="1124483" y="5707212"/>
                    <a:ext cx="491143" cy="179999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1206" name="그룹 1205">
                <a:extLst>
                  <a:ext uri="{FF2B5EF4-FFF2-40B4-BE49-F238E27FC236}">
                    <a16:creationId xmlns:a16="http://schemas.microsoft.com/office/drawing/2014/main" id="{0C709FE8-C37C-94B1-BED6-DDE093C8589C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496875" y="5500774"/>
                <a:ext cx="166212" cy="228600"/>
                <a:chOff x="3493283" y="3693520"/>
                <a:chExt cx="897069" cy="1233786"/>
              </a:xfrm>
            </p:grpSpPr>
            <p:grpSp>
              <p:nvGrpSpPr>
                <p:cNvPr id="1208" name="그룹 1207">
                  <a:extLst>
                    <a:ext uri="{FF2B5EF4-FFF2-40B4-BE49-F238E27FC236}">
                      <a16:creationId xmlns:a16="http://schemas.microsoft.com/office/drawing/2014/main" id="{AFB366EA-0D6E-E1EC-8340-5902DD895057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3493283" y="3693520"/>
                  <a:ext cx="897069" cy="1233786"/>
                  <a:chOff x="11921380" y="4267727"/>
                  <a:chExt cx="916126" cy="1260000"/>
                </a:xfrm>
              </p:grpSpPr>
              <p:sp>
                <p:nvSpPr>
                  <p:cNvPr id="1230" name="사각형: 둥근 모서리 800">
                    <a:extLst>
                      <a:ext uri="{FF2B5EF4-FFF2-40B4-BE49-F238E27FC236}">
                        <a16:creationId xmlns:a16="http://schemas.microsoft.com/office/drawing/2014/main" id="{061D85A9-7A54-0ADE-FEA0-EBF4A7B0C393}"/>
                      </a:ext>
                    </a:extLst>
                  </p:cNvPr>
                  <p:cNvSpPr/>
                  <p:nvPr/>
                </p:nvSpPr>
                <p:spPr>
                  <a:xfrm>
                    <a:off x="11923593" y="4271687"/>
                    <a:ext cx="911716" cy="1252078"/>
                  </a:xfrm>
                  <a:prstGeom prst="roundRect">
                    <a:avLst>
                      <a:gd name="adj" fmla="val 7097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-3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grpSp>
                <p:nvGrpSpPr>
                  <p:cNvPr id="1231" name="그룹 1230">
                    <a:extLst>
                      <a:ext uri="{FF2B5EF4-FFF2-40B4-BE49-F238E27FC236}">
                        <a16:creationId xmlns:a16="http://schemas.microsoft.com/office/drawing/2014/main" id="{6091FF4D-33BC-F639-68C8-EFA753514517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11921380" y="4267727"/>
                    <a:ext cx="916126" cy="1260000"/>
                    <a:chOff x="14485933" y="-2571751"/>
                    <a:chExt cx="554038" cy="762000"/>
                  </a:xfrm>
                  <a:solidFill>
                    <a:srgbClr val="262626"/>
                  </a:solidFill>
                </p:grpSpPr>
                <p:sp>
                  <p:nvSpPr>
                    <p:cNvPr id="1232" name="Freeform 230">
                      <a:extLst>
                        <a:ext uri="{FF2B5EF4-FFF2-40B4-BE49-F238E27FC236}">
                          <a16:creationId xmlns:a16="http://schemas.microsoft.com/office/drawing/2014/main" id="{7E53FA6D-2CFC-C75D-DA71-75976072DA65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4485933" y="-2571751"/>
                      <a:ext cx="554038" cy="762000"/>
                    </a:xfrm>
                    <a:custGeom>
                      <a:avLst/>
                      <a:gdLst>
                        <a:gd name="T0" fmla="*/ 137 w 147"/>
                        <a:gd name="T1" fmla="*/ 0 h 200"/>
                        <a:gd name="T2" fmla="*/ 10 w 147"/>
                        <a:gd name="T3" fmla="*/ 0 h 200"/>
                        <a:gd name="T4" fmla="*/ 0 w 147"/>
                        <a:gd name="T5" fmla="*/ 10 h 200"/>
                        <a:gd name="T6" fmla="*/ 0 w 147"/>
                        <a:gd name="T7" fmla="*/ 190 h 200"/>
                        <a:gd name="T8" fmla="*/ 10 w 147"/>
                        <a:gd name="T9" fmla="*/ 200 h 200"/>
                        <a:gd name="T10" fmla="*/ 137 w 147"/>
                        <a:gd name="T11" fmla="*/ 200 h 200"/>
                        <a:gd name="T12" fmla="*/ 140 w 147"/>
                        <a:gd name="T13" fmla="*/ 199 h 200"/>
                        <a:gd name="T14" fmla="*/ 146 w 147"/>
                        <a:gd name="T15" fmla="*/ 193 h 200"/>
                        <a:gd name="T16" fmla="*/ 147 w 147"/>
                        <a:gd name="T17" fmla="*/ 190 h 200"/>
                        <a:gd name="T18" fmla="*/ 147 w 147"/>
                        <a:gd name="T19" fmla="*/ 10 h 200"/>
                        <a:gd name="T20" fmla="*/ 137 w 147"/>
                        <a:gd name="T21" fmla="*/ 0 h 200"/>
                        <a:gd name="T22" fmla="*/ 139 w 147"/>
                        <a:gd name="T23" fmla="*/ 189 h 200"/>
                        <a:gd name="T24" fmla="*/ 135 w 147"/>
                        <a:gd name="T25" fmla="*/ 192 h 200"/>
                        <a:gd name="T26" fmla="*/ 10 w 147"/>
                        <a:gd name="T27" fmla="*/ 192 h 200"/>
                        <a:gd name="T28" fmla="*/ 8 w 147"/>
                        <a:gd name="T29" fmla="*/ 190 h 200"/>
                        <a:gd name="T30" fmla="*/ 8 w 147"/>
                        <a:gd name="T31" fmla="*/ 10 h 200"/>
                        <a:gd name="T32" fmla="*/ 10 w 147"/>
                        <a:gd name="T33" fmla="*/ 8 h 200"/>
                        <a:gd name="T34" fmla="*/ 137 w 147"/>
                        <a:gd name="T35" fmla="*/ 8 h 200"/>
                        <a:gd name="T36" fmla="*/ 139 w 147"/>
                        <a:gd name="T37" fmla="*/ 10 h 200"/>
                        <a:gd name="T38" fmla="*/ 139 w 147"/>
                        <a:gd name="T39" fmla="*/ 189 h 2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</a:cxnLst>
                      <a:rect l="0" t="0" r="r" b="b"/>
                      <a:pathLst>
                        <a:path w="147" h="200">
                          <a:moveTo>
                            <a:pt x="137" y="0"/>
                          </a:moveTo>
                          <a:cubicBezTo>
                            <a:pt x="10" y="0"/>
                            <a:pt x="10" y="0"/>
                            <a:pt x="10" y="0"/>
                          </a:cubicBezTo>
                          <a:cubicBezTo>
                            <a:pt x="4" y="0"/>
                            <a:pt x="0" y="5"/>
                            <a:pt x="0" y="10"/>
                          </a:cubicBezTo>
                          <a:cubicBezTo>
                            <a:pt x="0" y="190"/>
                            <a:pt x="0" y="190"/>
                            <a:pt x="0" y="190"/>
                          </a:cubicBezTo>
                          <a:cubicBezTo>
                            <a:pt x="0" y="196"/>
                            <a:pt x="4" y="200"/>
                            <a:pt x="10" y="200"/>
                          </a:cubicBezTo>
                          <a:cubicBezTo>
                            <a:pt x="137" y="200"/>
                            <a:pt x="137" y="200"/>
                            <a:pt x="137" y="200"/>
                          </a:cubicBezTo>
                          <a:cubicBezTo>
                            <a:pt x="138" y="200"/>
                            <a:pt x="139" y="200"/>
                            <a:pt x="140" y="199"/>
                          </a:cubicBezTo>
                          <a:cubicBezTo>
                            <a:pt x="146" y="193"/>
                            <a:pt x="146" y="193"/>
                            <a:pt x="146" y="193"/>
                          </a:cubicBezTo>
                          <a:cubicBezTo>
                            <a:pt x="146" y="192"/>
                            <a:pt x="147" y="191"/>
                            <a:pt x="147" y="190"/>
                          </a:cubicBezTo>
                          <a:cubicBezTo>
                            <a:pt x="147" y="10"/>
                            <a:pt x="147" y="10"/>
                            <a:pt x="147" y="10"/>
                          </a:cubicBezTo>
                          <a:cubicBezTo>
                            <a:pt x="147" y="5"/>
                            <a:pt x="142" y="0"/>
                            <a:pt x="137" y="0"/>
                          </a:cubicBezTo>
                          <a:close/>
                          <a:moveTo>
                            <a:pt x="139" y="189"/>
                          </a:moveTo>
                          <a:cubicBezTo>
                            <a:pt x="135" y="192"/>
                            <a:pt x="135" y="192"/>
                            <a:pt x="135" y="192"/>
                          </a:cubicBezTo>
                          <a:cubicBezTo>
                            <a:pt x="10" y="192"/>
                            <a:pt x="10" y="192"/>
                            <a:pt x="10" y="192"/>
                          </a:cubicBezTo>
                          <a:cubicBezTo>
                            <a:pt x="9" y="192"/>
                            <a:pt x="8" y="191"/>
                            <a:pt x="8" y="190"/>
                          </a:cubicBezTo>
                          <a:cubicBezTo>
                            <a:pt x="8" y="10"/>
                            <a:pt x="8" y="10"/>
                            <a:pt x="8" y="10"/>
                          </a:cubicBezTo>
                          <a:cubicBezTo>
                            <a:pt x="8" y="9"/>
                            <a:pt x="9" y="8"/>
                            <a:pt x="10" y="8"/>
                          </a:cubicBezTo>
                          <a:cubicBezTo>
                            <a:pt x="137" y="8"/>
                            <a:pt x="137" y="8"/>
                            <a:pt x="137" y="8"/>
                          </a:cubicBezTo>
                          <a:cubicBezTo>
                            <a:pt x="138" y="8"/>
                            <a:pt x="139" y="9"/>
                            <a:pt x="139" y="10"/>
                          </a:cubicBezTo>
                          <a:lnTo>
                            <a:pt x="139" y="189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  <p:sp>
                  <p:nvSpPr>
                    <p:cNvPr id="1233" name="Freeform 231">
                      <a:extLst>
                        <a:ext uri="{FF2B5EF4-FFF2-40B4-BE49-F238E27FC236}">
                          <a16:creationId xmlns:a16="http://schemas.microsoft.com/office/drawing/2014/main" id="{6D1CE670-37A8-FC2E-8AD6-35E0F523817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4603413" y="-2403476"/>
                      <a:ext cx="315913" cy="30163"/>
                    </a:xfrm>
                    <a:custGeom>
                      <a:avLst/>
                      <a:gdLst>
                        <a:gd name="T0" fmla="*/ 80 w 84"/>
                        <a:gd name="T1" fmla="*/ 0 h 8"/>
                        <a:gd name="T2" fmla="*/ 4 w 84"/>
                        <a:gd name="T3" fmla="*/ 0 h 8"/>
                        <a:gd name="T4" fmla="*/ 0 w 84"/>
                        <a:gd name="T5" fmla="*/ 4 h 8"/>
                        <a:gd name="T6" fmla="*/ 4 w 84"/>
                        <a:gd name="T7" fmla="*/ 8 h 8"/>
                        <a:gd name="T8" fmla="*/ 80 w 84"/>
                        <a:gd name="T9" fmla="*/ 8 h 8"/>
                        <a:gd name="T10" fmla="*/ 84 w 84"/>
                        <a:gd name="T11" fmla="*/ 4 h 8"/>
                        <a:gd name="T12" fmla="*/ 80 w 84"/>
                        <a:gd name="T13" fmla="*/ 0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4" h="8">
                          <a:moveTo>
                            <a:pt x="80" y="0"/>
                          </a:moveTo>
                          <a:cubicBezTo>
                            <a:pt x="4" y="0"/>
                            <a:pt x="4" y="0"/>
                            <a:pt x="4" y="0"/>
                          </a:cubicBezTo>
                          <a:cubicBezTo>
                            <a:pt x="2" y="0"/>
                            <a:pt x="0" y="2"/>
                            <a:pt x="0" y="4"/>
                          </a:cubicBezTo>
                          <a:cubicBezTo>
                            <a:pt x="0" y="6"/>
                            <a:pt x="2" y="8"/>
                            <a:pt x="4" y="8"/>
                          </a:cubicBezTo>
                          <a:cubicBezTo>
                            <a:pt x="80" y="8"/>
                            <a:pt x="80" y="8"/>
                            <a:pt x="80" y="8"/>
                          </a:cubicBezTo>
                          <a:cubicBezTo>
                            <a:pt x="82" y="8"/>
                            <a:pt x="84" y="6"/>
                            <a:pt x="84" y="4"/>
                          </a:cubicBezTo>
                          <a:cubicBezTo>
                            <a:pt x="84" y="2"/>
                            <a:pt x="82" y="0"/>
                            <a:pt x="80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1209" name="그룹 1208">
                  <a:extLst>
                    <a:ext uri="{FF2B5EF4-FFF2-40B4-BE49-F238E27FC236}">
                      <a16:creationId xmlns:a16="http://schemas.microsoft.com/office/drawing/2014/main" id="{12CF5F9B-B7E5-D412-8152-6807EF2224FE}"/>
                    </a:ext>
                  </a:extLst>
                </p:cNvPr>
                <p:cNvGrpSpPr/>
                <p:nvPr/>
              </p:nvGrpSpPr>
              <p:grpSpPr>
                <a:xfrm>
                  <a:off x="3623554" y="4140320"/>
                  <a:ext cx="636537" cy="634466"/>
                  <a:chOff x="881898" y="5310642"/>
                  <a:chExt cx="976313" cy="973138"/>
                </a:xfrm>
              </p:grpSpPr>
              <p:grpSp>
                <p:nvGrpSpPr>
                  <p:cNvPr id="1210" name="그룹 1209">
                    <a:extLst>
                      <a:ext uri="{FF2B5EF4-FFF2-40B4-BE49-F238E27FC236}">
                        <a16:creationId xmlns:a16="http://schemas.microsoft.com/office/drawing/2014/main" id="{1D810373-FF5F-0C9F-B355-5F7C90F8BA0B}"/>
                      </a:ext>
                    </a:extLst>
                  </p:cNvPr>
                  <p:cNvGrpSpPr/>
                  <p:nvPr/>
                </p:nvGrpSpPr>
                <p:grpSpPr>
                  <a:xfrm>
                    <a:off x="881898" y="5310642"/>
                    <a:ext cx="976313" cy="973138"/>
                    <a:chOff x="21240750" y="2320925"/>
                    <a:chExt cx="976313" cy="973138"/>
                  </a:xfrm>
                </p:grpSpPr>
                <p:sp>
                  <p:nvSpPr>
                    <p:cNvPr id="1212" name="Freeform 113">
                      <a:extLst>
                        <a:ext uri="{FF2B5EF4-FFF2-40B4-BE49-F238E27FC236}">
                          <a16:creationId xmlns:a16="http://schemas.microsoft.com/office/drawing/2014/main" id="{2D921698-E783-B094-AD5F-158E0DC45AC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410343" y="2487232"/>
                      <a:ext cx="637131" cy="640525"/>
                    </a:xfrm>
                    <a:custGeom>
                      <a:avLst/>
                      <a:gdLst>
                        <a:gd name="T0" fmla="*/ 1100 w 1100"/>
                        <a:gd name="T1" fmla="*/ 210 h 1107"/>
                        <a:gd name="T2" fmla="*/ 1100 w 1100"/>
                        <a:gd name="T3" fmla="*/ 264 h 1107"/>
                        <a:gd name="T4" fmla="*/ 1100 w 1100"/>
                        <a:gd name="T5" fmla="*/ 419 h 1107"/>
                        <a:gd name="T6" fmla="*/ 1100 w 1100"/>
                        <a:gd name="T7" fmla="*/ 473 h 1107"/>
                        <a:gd name="T8" fmla="*/ 1100 w 1100"/>
                        <a:gd name="T9" fmla="*/ 635 h 1107"/>
                        <a:gd name="T10" fmla="*/ 1100 w 1100"/>
                        <a:gd name="T11" fmla="*/ 689 h 1107"/>
                        <a:gd name="T12" fmla="*/ 1100 w 1100"/>
                        <a:gd name="T13" fmla="*/ 844 h 1107"/>
                        <a:gd name="T14" fmla="*/ 1100 w 1100"/>
                        <a:gd name="T15" fmla="*/ 898 h 1107"/>
                        <a:gd name="T16" fmla="*/ 1100 w 1100"/>
                        <a:gd name="T17" fmla="*/ 1033 h 1107"/>
                        <a:gd name="T18" fmla="*/ 1026 w 1100"/>
                        <a:gd name="T19" fmla="*/ 1107 h 1107"/>
                        <a:gd name="T20" fmla="*/ 898 w 1100"/>
                        <a:gd name="T21" fmla="*/ 1107 h 1107"/>
                        <a:gd name="T22" fmla="*/ 844 w 1100"/>
                        <a:gd name="T23" fmla="*/ 1107 h 1107"/>
                        <a:gd name="T24" fmla="*/ 682 w 1100"/>
                        <a:gd name="T25" fmla="*/ 1107 h 1107"/>
                        <a:gd name="T26" fmla="*/ 628 w 1100"/>
                        <a:gd name="T27" fmla="*/ 1107 h 1107"/>
                        <a:gd name="T28" fmla="*/ 472 w 1100"/>
                        <a:gd name="T29" fmla="*/ 1107 h 1107"/>
                        <a:gd name="T30" fmla="*/ 418 w 1100"/>
                        <a:gd name="T31" fmla="*/ 1107 h 1107"/>
                        <a:gd name="T32" fmla="*/ 256 w 1100"/>
                        <a:gd name="T33" fmla="*/ 1107 h 1107"/>
                        <a:gd name="T34" fmla="*/ 202 w 1100"/>
                        <a:gd name="T35" fmla="*/ 1107 h 1107"/>
                        <a:gd name="T36" fmla="*/ 74 w 1100"/>
                        <a:gd name="T37" fmla="*/ 1107 h 1107"/>
                        <a:gd name="T38" fmla="*/ 0 w 1100"/>
                        <a:gd name="T39" fmla="*/ 1033 h 1107"/>
                        <a:gd name="T40" fmla="*/ 0 w 1100"/>
                        <a:gd name="T41" fmla="*/ 898 h 1107"/>
                        <a:gd name="T42" fmla="*/ 0 w 1100"/>
                        <a:gd name="T43" fmla="*/ 844 h 1107"/>
                        <a:gd name="T44" fmla="*/ 0 w 1100"/>
                        <a:gd name="T45" fmla="*/ 689 h 1107"/>
                        <a:gd name="T46" fmla="*/ 0 w 1100"/>
                        <a:gd name="T47" fmla="*/ 635 h 1107"/>
                        <a:gd name="T48" fmla="*/ 0 w 1100"/>
                        <a:gd name="T49" fmla="*/ 473 h 1107"/>
                        <a:gd name="T50" fmla="*/ 0 w 1100"/>
                        <a:gd name="T51" fmla="*/ 419 h 1107"/>
                        <a:gd name="T52" fmla="*/ 0 w 1100"/>
                        <a:gd name="T53" fmla="*/ 264 h 1107"/>
                        <a:gd name="T54" fmla="*/ 0 w 1100"/>
                        <a:gd name="T55" fmla="*/ 210 h 1107"/>
                        <a:gd name="T56" fmla="*/ 0 w 1100"/>
                        <a:gd name="T57" fmla="*/ 75 h 1107"/>
                        <a:gd name="T58" fmla="*/ 74 w 1100"/>
                        <a:gd name="T59" fmla="*/ 0 h 1107"/>
                        <a:gd name="T60" fmla="*/ 202 w 1100"/>
                        <a:gd name="T61" fmla="*/ 0 h 1107"/>
                        <a:gd name="T62" fmla="*/ 256 w 1100"/>
                        <a:gd name="T63" fmla="*/ 0 h 1107"/>
                        <a:gd name="T64" fmla="*/ 418 w 1100"/>
                        <a:gd name="T65" fmla="*/ 0 h 1107"/>
                        <a:gd name="T66" fmla="*/ 472 w 1100"/>
                        <a:gd name="T67" fmla="*/ 0 h 1107"/>
                        <a:gd name="T68" fmla="*/ 628 w 1100"/>
                        <a:gd name="T69" fmla="*/ 0 h 1107"/>
                        <a:gd name="T70" fmla="*/ 682 w 1100"/>
                        <a:gd name="T71" fmla="*/ 0 h 1107"/>
                        <a:gd name="T72" fmla="*/ 844 w 1100"/>
                        <a:gd name="T73" fmla="*/ 0 h 1107"/>
                        <a:gd name="T74" fmla="*/ 898 w 1100"/>
                        <a:gd name="T75" fmla="*/ 0 h 1107"/>
                        <a:gd name="T76" fmla="*/ 1026 w 1100"/>
                        <a:gd name="T77" fmla="*/ 0 h 1107"/>
                        <a:gd name="T78" fmla="*/ 1100 w 1100"/>
                        <a:gd name="T79" fmla="*/ 75 h 1107"/>
                        <a:gd name="T80" fmla="*/ 1100 w 1100"/>
                        <a:gd name="T81" fmla="*/ 210 h 1107"/>
                        <a:gd name="T82" fmla="*/ 1100 w 1100"/>
                        <a:gd name="T83" fmla="*/ 210 h 110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</a:cxnLst>
                      <a:rect l="0" t="0" r="r" b="b"/>
                      <a:pathLst>
                        <a:path w="1100" h="1107">
                          <a:moveTo>
                            <a:pt x="1100" y="210"/>
                          </a:moveTo>
                          <a:cubicBezTo>
                            <a:pt x="1100" y="264"/>
                            <a:pt x="1100" y="264"/>
                            <a:pt x="1100" y="264"/>
                          </a:cubicBezTo>
                          <a:cubicBezTo>
                            <a:pt x="1100" y="419"/>
                            <a:pt x="1100" y="419"/>
                            <a:pt x="1100" y="419"/>
                          </a:cubicBezTo>
                          <a:cubicBezTo>
                            <a:pt x="1100" y="473"/>
                            <a:pt x="1100" y="473"/>
                            <a:pt x="1100" y="473"/>
                          </a:cubicBezTo>
                          <a:cubicBezTo>
                            <a:pt x="1100" y="635"/>
                            <a:pt x="1100" y="635"/>
                            <a:pt x="1100" y="635"/>
                          </a:cubicBezTo>
                          <a:cubicBezTo>
                            <a:pt x="1100" y="689"/>
                            <a:pt x="1100" y="689"/>
                            <a:pt x="1100" y="689"/>
                          </a:cubicBezTo>
                          <a:cubicBezTo>
                            <a:pt x="1100" y="844"/>
                            <a:pt x="1100" y="844"/>
                            <a:pt x="1100" y="844"/>
                          </a:cubicBezTo>
                          <a:cubicBezTo>
                            <a:pt x="1100" y="898"/>
                            <a:pt x="1100" y="898"/>
                            <a:pt x="1100" y="898"/>
                          </a:cubicBezTo>
                          <a:cubicBezTo>
                            <a:pt x="1100" y="1033"/>
                            <a:pt x="1100" y="1033"/>
                            <a:pt x="1100" y="1033"/>
                          </a:cubicBezTo>
                          <a:cubicBezTo>
                            <a:pt x="1100" y="1073"/>
                            <a:pt x="1073" y="1107"/>
                            <a:pt x="1026" y="1107"/>
                          </a:cubicBezTo>
                          <a:cubicBezTo>
                            <a:pt x="898" y="1107"/>
                            <a:pt x="898" y="1107"/>
                            <a:pt x="898" y="1107"/>
                          </a:cubicBezTo>
                          <a:cubicBezTo>
                            <a:pt x="844" y="1107"/>
                            <a:pt x="844" y="1107"/>
                            <a:pt x="844" y="1107"/>
                          </a:cubicBezTo>
                          <a:cubicBezTo>
                            <a:pt x="682" y="1107"/>
                            <a:pt x="682" y="1107"/>
                            <a:pt x="682" y="1107"/>
                          </a:cubicBezTo>
                          <a:cubicBezTo>
                            <a:pt x="628" y="1107"/>
                            <a:pt x="628" y="1107"/>
                            <a:pt x="628" y="1107"/>
                          </a:cubicBezTo>
                          <a:cubicBezTo>
                            <a:pt x="472" y="1107"/>
                            <a:pt x="472" y="1107"/>
                            <a:pt x="472" y="1107"/>
                          </a:cubicBezTo>
                          <a:cubicBezTo>
                            <a:pt x="418" y="1107"/>
                            <a:pt x="418" y="1107"/>
                            <a:pt x="418" y="1107"/>
                          </a:cubicBezTo>
                          <a:cubicBezTo>
                            <a:pt x="256" y="1107"/>
                            <a:pt x="256" y="1107"/>
                            <a:pt x="256" y="1107"/>
                          </a:cubicBezTo>
                          <a:cubicBezTo>
                            <a:pt x="202" y="1107"/>
                            <a:pt x="202" y="1107"/>
                            <a:pt x="202" y="1107"/>
                          </a:cubicBezTo>
                          <a:cubicBezTo>
                            <a:pt x="74" y="1107"/>
                            <a:pt x="74" y="1107"/>
                            <a:pt x="74" y="1107"/>
                          </a:cubicBezTo>
                          <a:cubicBezTo>
                            <a:pt x="27" y="1107"/>
                            <a:pt x="0" y="1073"/>
                            <a:pt x="0" y="1033"/>
                          </a:cubicBezTo>
                          <a:cubicBezTo>
                            <a:pt x="0" y="898"/>
                            <a:pt x="0" y="898"/>
                            <a:pt x="0" y="898"/>
                          </a:cubicBezTo>
                          <a:cubicBezTo>
                            <a:pt x="0" y="844"/>
                            <a:pt x="0" y="844"/>
                            <a:pt x="0" y="844"/>
                          </a:cubicBezTo>
                          <a:cubicBezTo>
                            <a:pt x="0" y="689"/>
                            <a:pt x="0" y="689"/>
                            <a:pt x="0" y="689"/>
                          </a:cubicBezTo>
                          <a:cubicBezTo>
                            <a:pt x="0" y="635"/>
                            <a:pt x="0" y="635"/>
                            <a:pt x="0" y="635"/>
                          </a:cubicBezTo>
                          <a:cubicBezTo>
                            <a:pt x="0" y="473"/>
                            <a:pt x="0" y="473"/>
                            <a:pt x="0" y="473"/>
                          </a:cubicBezTo>
                          <a:cubicBezTo>
                            <a:pt x="0" y="419"/>
                            <a:pt x="0" y="419"/>
                            <a:pt x="0" y="419"/>
                          </a:cubicBezTo>
                          <a:cubicBezTo>
                            <a:pt x="0" y="264"/>
                            <a:pt x="0" y="264"/>
                            <a:pt x="0" y="264"/>
                          </a:cubicBezTo>
                          <a:cubicBezTo>
                            <a:pt x="0" y="210"/>
                            <a:pt x="0" y="210"/>
                            <a:pt x="0" y="210"/>
                          </a:cubicBezTo>
                          <a:cubicBezTo>
                            <a:pt x="0" y="75"/>
                            <a:pt x="0" y="75"/>
                            <a:pt x="0" y="75"/>
                          </a:cubicBezTo>
                          <a:cubicBezTo>
                            <a:pt x="0" y="34"/>
                            <a:pt x="27" y="0"/>
                            <a:pt x="74" y="0"/>
                          </a:cubicBezTo>
                          <a:cubicBezTo>
                            <a:pt x="202" y="0"/>
                            <a:pt x="202" y="0"/>
                            <a:pt x="202" y="0"/>
                          </a:cubicBezTo>
                          <a:cubicBezTo>
                            <a:pt x="256" y="0"/>
                            <a:pt x="256" y="0"/>
                            <a:pt x="256" y="0"/>
                          </a:cubicBezTo>
                          <a:cubicBezTo>
                            <a:pt x="418" y="0"/>
                            <a:pt x="418" y="0"/>
                            <a:pt x="418" y="0"/>
                          </a:cubicBezTo>
                          <a:cubicBezTo>
                            <a:pt x="472" y="0"/>
                            <a:pt x="472" y="0"/>
                            <a:pt x="472" y="0"/>
                          </a:cubicBezTo>
                          <a:cubicBezTo>
                            <a:pt x="628" y="0"/>
                            <a:pt x="628" y="0"/>
                            <a:pt x="628" y="0"/>
                          </a:cubicBezTo>
                          <a:cubicBezTo>
                            <a:pt x="682" y="0"/>
                            <a:pt x="682" y="0"/>
                            <a:pt x="682" y="0"/>
                          </a:cubicBezTo>
                          <a:cubicBezTo>
                            <a:pt x="844" y="0"/>
                            <a:pt x="844" y="0"/>
                            <a:pt x="844" y="0"/>
                          </a:cubicBezTo>
                          <a:cubicBezTo>
                            <a:pt x="898" y="0"/>
                            <a:pt x="898" y="0"/>
                            <a:pt x="898" y="0"/>
                          </a:cubicBezTo>
                          <a:cubicBezTo>
                            <a:pt x="1026" y="0"/>
                            <a:pt x="1026" y="0"/>
                            <a:pt x="1026" y="0"/>
                          </a:cubicBezTo>
                          <a:cubicBezTo>
                            <a:pt x="1073" y="0"/>
                            <a:pt x="1100" y="34"/>
                            <a:pt x="1100" y="75"/>
                          </a:cubicBezTo>
                          <a:cubicBezTo>
                            <a:pt x="1100" y="210"/>
                            <a:pt x="1100" y="210"/>
                            <a:pt x="1100" y="210"/>
                          </a:cubicBezTo>
                          <a:cubicBezTo>
                            <a:pt x="1100" y="210"/>
                            <a:pt x="1100" y="210"/>
                            <a:pt x="1100" y="210"/>
                          </a:cubicBezTo>
                          <a:close/>
                        </a:path>
                      </a:pathLst>
                    </a:custGeom>
                    <a:solidFill>
                      <a:schemeClr val="tx1">
                        <a:lumMod val="85000"/>
                        <a:lumOff val="15000"/>
                      </a:schemeClr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13" name="Freeform 96">
                      <a:extLst>
                        <a:ext uri="{FF2B5EF4-FFF2-40B4-BE49-F238E27FC236}">
                          <a16:creationId xmlns:a16="http://schemas.microsoft.com/office/drawing/2014/main" id="{6AE66601-B40F-F822-8B78-5052AD09496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085300" y="2620963"/>
                      <a:ext cx="131763" cy="30163"/>
                    </a:xfrm>
                    <a:custGeom>
                      <a:avLst/>
                      <a:gdLst>
                        <a:gd name="T0" fmla="*/ 244 w 244"/>
                        <a:gd name="T1" fmla="*/ 28 h 55"/>
                        <a:gd name="T2" fmla="*/ 217 w 244"/>
                        <a:gd name="T3" fmla="*/ 0 h 55"/>
                        <a:gd name="T4" fmla="*/ 0 w 244"/>
                        <a:gd name="T5" fmla="*/ 0 h 55"/>
                        <a:gd name="T6" fmla="*/ 0 w 244"/>
                        <a:gd name="T7" fmla="*/ 55 h 55"/>
                        <a:gd name="T8" fmla="*/ 217 w 244"/>
                        <a:gd name="T9" fmla="*/ 55 h 55"/>
                        <a:gd name="T10" fmla="*/ 244 w 244"/>
                        <a:gd name="T11" fmla="*/ 28 h 5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4" h="55">
                          <a:moveTo>
                            <a:pt x="244" y="28"/>
                          </a:moveTo>
                          <a:cubicBezTo>
                            <a:pt x="244" y="14"/>
                            <a:pt x="230" y="0"/>
                            <a:pt x="217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55"/>
                            <a:pt x="0" y="55"/>
                            <a:pt x="0" y="55"/>
                          </a:cubicBezTo>
                          <a:cubicBezTo>
                            <a:pt x="217" y="55"/>
                            <a:pt x="217" y="55"/>
                            <a:pt x="217" y="55"/>
                          </a:cubicBezTo>
                          <a:cubicBezTo>
                            <a:pt x="230" y="55"/>
                            <a:pt x="244" y="41"/>
                            <a:pt x="244" y="28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14" name="Freeform 97">
                      <a:extLst>
                        <a:ext uri="{FF2B5EF4-FFF2-40B4-BE49-F238E27FC236}">
                          <a16:creationId xmlns:a16="http://schemas.microsoft.com/office/drawing/2014/main" id="{555E4086-3BD0-00A6-B403-034F31356F6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085300" y="2733675"/>
                      <a:ext cx="131763" cy="30163"/>
                    </a:xfrm>
                    <a:custGeom>
                      <a:avLst/>
                      <a:gdLst>
                        <a:gd name="T0" fmla="*/ 217 w 244"/>
                        <a:gd name="T1" fmla="*/ 0 h 54"/>
                        <a:gd name="T2" fmla="*/ 0 w 244"/>
                        <a:gd name="T3" fmla="*/ 0 h 54"/>
                        <a:gd name="T4" fmla="*/ 0 w 244"/>
                        <a:gd name="T5" fmla="*/ 54 h 54"/>
                        <a:gd name="T6" fmla="*/ 217 w 244"/>
                        <a:gd name="T7" fmla="*/ 54 h 54"/>
                        <a:gd name="T8" fmla="*/ 244 w 244"/>
                        <a:gd name="T9" fmla="*/ 27 h 54"/>
                        <a:gd name="T10" fmla="*/ 217 w 244"/>
                        <a:gd name="T11" fmla="*/ 0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4" h="54">
                          <a:moveTo>
                            <a:pt x="217" y="0"/>
                          </a:move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54"/>
                            <a:pt x="0" y="54"/>
                            <a:pt x="0" y="54"/>
                          </a:cubicBezTo>
                          <a:cubicBezTo>
                            <a:pt x="217" y="54"/>
                            <a:pt x="217" y="54"/>
                            <a:pt x="217" y="54"/>
                          </a:cubicBezTo>
                          <a:cubicBezTo>
                            <a:pt x="230" y="54"/>
                            <a:pt x="244" y="47"/>
                            <a:pt x="244" y="27"/>
                          </a:cubicBezTo>
                          <a:cubicBezTo>
                            <a:pt x="244" y="13"/>
                            <a:pt x="230" y="0"/>
                            <a:pt x="217" y="0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15" name="Freeform 98">
                      <a:extLst>
                        <a:ext uri="{FF2B5EF4-FFF2-40B4-BE49-F238E27FC236}">
                          <a16:creationId xmlns:a16="http://schemas.microsoft.com/office/drawing/2014/main" id="{1C5F4E9A-553D-EF69-3E71-6D8395A261C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085300" y="2851150"/>
                      <a:ext cx="131763" cy="30163"/>
                    </a:xfrm>
                    <a:custGeom>
                      <a:avLst/>
                      <a:gdLst>
                        <a:gd name="T0" fmla="*/ 217 w 244"/>
                        <a:gd name="T1" fmla="*/ 0 h 54"/>
                        <a:gd name="T2" fmla="*/ 0 w 244"/>
                        <a:gd name="T3" fmla="*/ 0 h 54"/>
                        <a:gd name="T4" fmla="*/ 0 w 244"/>
                        <a:gd name="T5" fmla="*/ 54 h 54"/>
                        <a:gd name="T6" fmla="*/ 217 w 244"/>
                        <a:gd name="T7" fmla="*/ 54 h 54"/>
                        <a:gd name="T8" fmla="*/ 244 w 244"/>
                        <a:gd name="T9" fmla="*/ 27 h 54"/>
                        <a:gd name="T10" fmla="*/ 217 w 244"/>
                        <a:gd name="T11" fmla="*/ 0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4" h="54">
                          <a:moveTo>
                            <a:pt x="217" y="0"/>
                          </a:move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54"/>
                            <a:pt x="0" y="54"/>
                            <a:pt x="0" y="54"/>
                          </a:cubicBezTo>
                          <a:cubicBezTo>
                            <a:pt x="217" y="54"/>
                            <a:pt x="217" y="54"/>
                            <a:pt x="217" y="54"/>
                          </a:cubicBezTo>
                          <a:cubicBezTo>
                            <a:pt x="230" y="54"/>
                            <a:pt x="244" y="41"/>
                            <a:pt x="244" y="27"/>
                          </a:cubicBezTo>
                          <a:cubicBezTo>
                            <a:pt x="244" y="14"/>
                            <a:pt x="230" y="0"/>
                            <a:pt x="217" y="0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16" name="Freeform 99">
                      <a:extLst>
                        <a:ext uri="{FF2B5EF4-FFF2-40B4-BE49-F238E27FC236}">
                          <a16:creationId xmlns:a16="http://schemas.microsoft.com/office/drawing/2014/main" id="{4EC7701F-9E77-68B6-29AA-10681D02B6B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085300" y="2965450"/>
                      <a:ext cx="131763" cy="28575"/>
                    </a:xfrm>
                    <a:custGeom>
                      <a:avLst/>
                      <a:gdLst>
                        <a:gd name="T0" fmla="*/ 217 w 244"/>
                        <a:gd name="T1" fmla="*/ 0 h 54"/>
                        <a:gd name="T2" fmla="*/ 0 w 244"/>
                        <a:gd name="T3" fmla="*/ 0 h 54"/>
                        <a:gd name="T4" fmla="*/ 0 w 244"/>
                        <a:gd name="T5" fmla="*/ 54 h 54"/>
                        <a:gd name="T6" fmla="*/ 217 w 244"/>
                        <a:gd name="T7" fmla="*/ 54 h 54"/>
                        <a:gd name="T8" fmla="*/ 244 w 244"/>
                        <a:gd name="T9" fmla="*/ 27 h 54"/>
                        <a:gd name="T10" fmla="*/ 217 w 244"/>
                        <a:gd name="T11" fmla="*/ 0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4" h="54">
                          <a:moveTo>
                            <a:pt x="217" y="0"/>
                          </a:move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54"/>
                            <a:pt x="0" y="54"/>
                            <a:pt x="0" y="54"/>
                          </a:cubicBezTo>
                          <a:cubicBezTo>
                            <a:pt x="217" y="54"/>
                            <a:pt x="217" y="54"/>
                            <a:pt x="217" y="54"/>
                          </a:cubicBezTo>
                          <a:cubicBezTo>
                            <a:pt x="230" y="54"/>
                            <a:pt x="244" y="47"/>
                            <a:pt x="244" y="27"/>
                          </a:cubicBezTo>
                          <a:cubicBezTo>
                            <a:pt x="244" y="13"/>
                            <a:pt x="230" y="0"/>
                            <a:pt x="217" y="0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17" name="Freeform 100">
                      <a:extLst>
                        <a:ext uri="{FF2B5EF4-FFF2-40B4-BE49-F238E27FC236}">
                          <a16:creationId xmlns:a16="http://schemas.microsoft.com/office/drawing/2014/main" id="{59ABFE72-3772-F3B8-4BE9-3E0B86D4B7B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240750" y="2620963"/>
                      <a:ext cx="131763" cy="30163"/>
                    </a:xfrm>
                    <a:custGeom>
                      <a:avLst/>
                      <a:gdLst>
                        <a:gd name="T0" fmla="*/ 0 w 243"/>
                        <a:gd name="T1" fmla="*/ 28 h 55"/>
                        <a:gd name="T2" fmla="*/ 27 w 243"/>
                        <a:gd name="T3" fmla="*/ 55 h 55"/>
                        <a:gd name="T4" fmla="*/ 243 w 243"/>
                        <a:gd name="T5" fmla="*/ 55 h 55"/>
                        <a:gd name="T6" fmla="*/ 243 w 243"/>
                        <a:gd name="T7" fmla="*/ 0 h 55"/>
                        <a:gd name="T8" fmla="*/ 27 w 243"/>
                        <a:gd name="T9" fmla="*/ 0 h 55"/>
                        <a:gd name="T10" fmla="*/ 0 w 243"/>
                        <a:gd name="T11" fmla="*/ 28 h 5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3" h="55">
                          <a:moveTo>
                            <a:pt x="0" y="28"/>
                          </a:moveTo>
                          <a:cubicBezTo>
                            <a:pt x="0" y="41"/>
                            <a:pt x="14" y="55"/>
                            <a:pt x="27" y="55"/>
                          </a:cubicBezTo>
                          <a:cubicBezTo>
                            <a:pt x="243" y="55"/>
                            <a:pt x="243" y="55"/>
                            <a:pt x="243" y="55"/>
                          </a:cubicBezTo>
                          <a:cubicBezTo>
                            <a:pt x="243" y="0"/>
                            <a:pt x="243" y="0"/>
                            <a:pt x="243" y="0"/>
                          </a:cubicBezTo>
                          <a:cubicBezTo>
                            <a:pt x="27" y="0"/>
                            <a:pt x="27" y="0"/>
                            <a:pt x="27" y="0"/>
                          </a:cubicBezTo>
                          <a:cubicBezTo>
                            <a:pt x="14" y="0"/>
                            <a:pt x="0" y="14"/>
                            <a:pt x="0" y="28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18" name="Freeform 101">
                      <a:extLst>
                        <a:ext uri="{FF2B5EF4-FFF2-40B4-BE49-F238E27FC236}">
                          <a16:creationId xmlns:a16="http://schemas.microsoft.com/office/drawing/2014/main" id="{EF4CD61C-3C2B-DD36-1589-27A25129D0E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240750" y="2733675"/>
                      <a:ext cx="131763" cy="30163"/>
                    </a:xfrm>
                    <a:custGeom>
                      <a:avLst/>
                      <a:gdLst>
                        <a:gd name="T0" fmla="*/ 0 w 243"/>
                        <a:gd name="T1" fmla="*/ 27 h 54"/>
                        <a:gd name="T2" fmla="*/ 27 w 243"/>
                        <a:gd name="T3" fmla="*/ 54 h 54"/>
                        <a:gd name="T4" fmla="*/ 243 w 243"/>
                        <a:gd name="T5" fmla="*/ 54 h 54"/>
                        <a:gd name="T6" fmla="*/ 243 w 243"/>
                        <a:gd name="T7" fmla="*/ 0 h 54"/>
                        <a:gd name="T8" fmla="*/ 27 w 243"/>
                        <a:gd name="T9" fmla="*/ 0 h 54"/>
                        <a:gd name="T10" fmla="*/ 0 w 243"/>
                        <a:gd name="T11" fmla="*/ 27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3" h="54">
                          <a:moveTo>
                            <a:pt x="0" y="27"/>
                          </a:moveTo>
                          <a:cubicBezTo>
                            <a:pt x="0" y="47"/>
                            <a:pt x="14" y="54"/>
                            <a:pt x="27" y="54"/>
                          </a:cubicBezTo>
                          <a:cubicBezTo>
                            <a:pt x="243" y="54"/>
                            <a:pt x="243" y="54"/>
                            <a:pt x="243" y="54"/>
                          </a:cubicBezTo>
                          <a:cubicBezTo>
                            <a:pt x="243" y="0"/>
                            <a:pt x="243" y="0"/>
                            <a:pt x="243" y="0"/>
                          </a:cubicBezTo>
                          <a:cubicBezTo>
                            <a:pt x="27" y="0"/>
                            <a:pt x="27" y="0"/>
                            <a:pt x="27" y="0"/>
                          </a:cubicBezTo>
                          <a:cubicBezTo>
                            <a:pt x="14" y="0"/>
                            <a:pt x="0" y="13"/>
                            <a:pt x="0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19" name="Freeform 102">
                      <a:extLst>
                        <a:ext uri="{FF2B5EF4-FFF2-40B4-BE49-F238E27FC236}">
                          <a16:creationId xmlns:a16="http://schemas.microsoft.com/office/drawing/2014/main" id="{4701AAAC-4502-579B-F2D2-FAD8BD4D9E9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240750" y="2851150"/>
                      <a:ext cx="131763" cy="30163"/>
                    </a:xfrm>
                    <a:custGeom>
                      <a:avLst/>
                      <a:gdLst>
                        <a:gd name="T0" fmla="*/ 0 w 243"/>
                        <a:gd name="T1" fmla="*/ 27 h 54"/>
                        <a:gd name="T2" fmla="*/ 27 w 243"/>
                        <a:gd name="T3" fmla="*/ 54 h 54"/>
                        <a:gd name="T4" fmla="*/ 243 w 243"/>
                        <a:gd name="T5" fmla="*/ 54 h 54"/>
                        <a:gd name="T6" fmla="*/ 243 w 243"/>
                        <a:gd name="T7" fmla="*/ 0 h 54"/>
                        <a:gd name="T8" fmla="*/ 27 w 243"/>
                        <a:gd name="T9" fmla="*/ 0 h 54"/>
                        <a:gd name="T10" fmla="*/ 0 w 243"/>
                        <a:gd name="T11" fmla="*/ 27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3" h="54">
                          <a:moveTo>
                            <a:pt x="0" y="27"/>
                          </a:moveTo>
                          <a:cubicBezTo>
                            <a:pt x="0" y="41"/>
                            <a:pt x="14" y="54"/>
                            <a:pt x="27" y="54"/>
                          </a:cubicBezTo>
                          <a:cubicBezTo>
                            <a:pt x="243" y="54"/>
                            <a:pt x="243" y="54"/>
                            <a:pt x="243" y="54"/>
                          </a:cubicBezTo>
                          <a:cubicBezTo>
                            <a:pt x="243" y="0"/>
                            <a:pt x="243" y="0"/>
                            <a:pt x="243" y="0"/>
                          </a:cubicBezTo>
                          <a:cubicBezTo>
                            <a:pt x="27" y="0"/>
                            <a:pt x="27" y="0"/>
                            <a:pt x="27" y="0"/>
                          </a:cubicBezTo>
                          <a:cubicBezTo>
                            <a:pt x="14" y="0"/>
                            <a:pt x="0" y="14"/>
                            <a:pt x="0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20" name="Freeform 103">
                      <a:extLst>
                        <a:ext uri="{FF2B5EF4-FFF2-40B4-BE49-F238E27FC236}">
                          <a16:creationId xmlns:a16="http://schemas.microsoft.com/office/drawing/2014/main" id="{23E8B2FD-B7B6-DB0C-3747-F7DACAD0EB1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240750" y="2965450"/>
                      <a:ext cx="131763" cy="28575"/>
                    </a:xfrm>
                    <a:custGeom>
                      <a:avLst/>
                      <a:gdLst>
                        <a:gd name="T0" fmla="*/ 0 w 243"/>
                        <a:gd name="T1" fmla="*/ 27 h 54"/>
                        <a:gd name="T2" fmla="*/ 27 w 243"/>
                        <a:gd name="T3" fmla="*/ 54 h 54"/>
                        <a:gd name="T4" fmla="*/ 243 w 243"/>
                        <a:gd name="T5" fmla="*/ 54 h 54"/>
                        <a:gd name="T6" fmla="*/ 243 w 243"/>
                        <a:gd name="T7" fmla="*/ 0 h 54"/>
                        <a:gd name="T8" fmla="*/ 27 w 243"/>
                        <a:gd name="T9" fmla="*/ 0 h 54"/>
                        <a:gd name="T10" fmla="*/ 0 w 243"/>
                        <a:gd name="T11" fmla="*/ 27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3" h="54">
                          <a:moveTo>
                            <a:pt x="0" y="27"/>
                          </a:moveTo>
                          <a:cubicBezTo>
                            <a:pt x="0" y="47"/>
                            <a:pt x="14" y="54"/>
                            <a:pt x="27" y="54"/>
                          </a:cubicBezTo>
                          <a:cubicBezTo>
                            <a:pt x="243" y="54"/>
                            <a:pt x="243" y="54"/>
                            <a:pt x="243" y="54"/>
                          </a:cubicBezTo>
                          <a:cubicBezTo>
                            <a:pt x="243" y="0"/>
                            <a:pt x="243" y="0"/>
                            <a:pt x="243" y="0"/>
                          </a:cubicBezTo>
                          <a:cubicBezTo>
                            <a:pt x="27" y="0"/>
                            <a:pt x="27" y="0"/>
                            <a:pt x="27" y="0"/>
                          </a:cubicBezTo>
                          <a:cubicBezTo>
                            <a:pt x="14" y="0"/>
                            <a:pt x="0" y="13"/>
                            <a:pt x="0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21" name="Freeform 104">
                      <a:extLst>
                        <a:ext uri="{FF2B5EF4-FFF2-40B4-BE49-F238E27FC236}">
                          <a16:creationId xmlns:a16="http://schemas.microsoft.com/office/drawing/2014/main" id="{05ECB570-DF45-3180-0453-D3FB70C98EE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540788" y="2320925"/>
                      <a:ext cx="28575" cy="128588"/>
                    </a:xfrm>
                    <a:custGeom>
                      <a:avLst/>
                      <a:gdLst>
                        <a:gd name="T0" fmla="*/ 54 w 54"/>
                        <a:gd name="T1" fmla="*/ 27 h 237"/>
                        <a:gd name="T2" fmla="*/ 27 w 54"/>
                        <a:gd name="T3" fmla="*/ 0 h 237"/>
                        <a:gd name="T4" fmla="*/ 0 w 54"/>
                        <a:gd name="T5" fmla="*/ 27 h 237"/>
                        <a:gd name="T6" fmla="*/ 0 w 54"/>
                        <a:gd name="T7" fmla="*/ 237 h 237"/>
                        <a:gd name="T8" fmla="*/ 54 w 54"/>
                        <a:gd name="T9" fmla="*/ 237 h 237"/>
                        <a:gd name="T10" fmla="*/ 54 w 54"/>
                        <a:gd name="T11" fmla="*/ 27 h 237"/>
                        <a:gd name="T12" fmla="*/ 54 w 54"/>
                        <a:gd name="T13" fmla="*/ 27 h 2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7">
                          <a:moveTo>
                            <a:pt x="54" y="27"/>
                          </a:moveTo>
                          <a:cubicBezTo>
                            <a:pt x="54" y="14"/>
                            <a:pt x="40" y="0"/>
                            <a:pt x="27" y="0"/>
                          </a:cubicBezTo>
                          <a:cubicBezTo>
                            <a:pt x="13" y="0"/>
                            <a:pt x="0" y="14"/>
                            <a:pt x="0" y="27"/>
                          </a:cubicBezTo>
                          <a:cubicBezTo>
                            <a:pt x="0" y="237"/>
                            <a:pt x="0" y="237"/>
                            <a:pt x="0" y="237"/>
                          </a:cubicBezTo>
                          <a:cubicBezTo>
                            <a:pt x="54" y="237"/>
                            <a:pt x="54" y="237"/>
                            <a:pt x="54" y="23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22" name="Freeform 105">
                      <a:extLst>
                        <a:ext uri="{FF2B5EF4-FFF2-40B4-BE49-F238E27FC236}">
                          <a16:creationId xmlns:a16="http://schemas.microsoft.com/office/drawing/2014/main" id="{45366885-AD83-E429-F7E1-BBC499BAF42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658263" y="2320925"/>
                      <a:ext cx="28575" cy="128588"/>
                    </a:xfrm>
                    <a:custGeom>
                      <a:avLst/>
                      <a:gdLst>
                        <a:gd name="T0" fmla="*/ 54 w 54"/>
                        <a:gd name="T1" fmla="*/ 27 h 237"/>
                        <a:gd name="T2" fmla="*/ 27 w 54"/>
                        <a:gd name="T3" fmla="*/ 0 h 237"/>
                        <a:gd name="T4" fmla="*/ 0 w 54"/>
                        <a:gd name="T5" fmla="*/ 27 h 237"/>
                        <a:gd name="T6" fmla="*/ 0 w 54"/>
                        <a:gd name="T7" fmla="*/ 237 h 237"/>
                        <a:gd name="T8" fmla="*/ 54 w 54"/>
                        <a:gd name="T9" fmla="*/ 237 h 237"/>
                        <a:gd name="T10" fmla="*/ 54 w 54"/>
                        <a:gd name="T11" fmla="*/ 27 h 237"/>
                        <a:gd name="T12" fmla="*/ 54 w 54"/>
                        <a:gd name="T13" fmla="*/ 27 h 2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7">
                          <a:moveTo>
                            <a:pt x="54" y="27"/>
                          </a:moveTo>
                          <a:cubicBezTo>
                            <a:pt x="54" y="14"/>
                            <a:pt x="40" y="0"/>
                            <a:pt x="27" y="0"/>
                          </a:cubicBezTo>
                          <a:cubicBezTo>
                            <a:pt x="13" y="0"/>
                            <a:pt x="0" y="14"/>
                            <a:pt x="0" y="27"/>
                          </a:cubicBezTo>
                          <a:cubicBezTo>
                            <a:pt x="0" y="237"/>
                            <a:pt x="0" y="237"/>
                            <a:pt x="0" y="237"/>
                          </a:cubicBezTo>
                          <a:cubicBezTo>
                            <a:pt x="54" y="237"/>
                            <a:pt x="54" y="237"/>
                            <a:pt x="54" y="23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23" name="Freeform 106">
                      <a:extLst>
                        <a:ext uri="{FF2B5EF4-FFF2-40B4-BE49-F238E27FC236}">
                          <a16:creationId xmlns:a16="http://schemas.microsoft.com/office/drawing/2014/main" id="{03935BC0-E160-951C-BA08-DD5FCFBC395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770975" y="2320925"/>
                      <a:ext cx="30163" cy="128588"/>
                    </a:xfrm>
                    <a:custGeom>
                      <a:avLst/>
                      <a:gdLst>
                        <a:gd name="T0" fmla="*/ 54 w 54"/>
                        <a:gd name="T1" fmla="*/ 27 h 237"/>
                        <a:gd name="T2" fmla="*/ 27 w 54"/>
                        <a:gd name="T3" fmla="*/ 0 h 237"/>
                        <a:gd name="T4" fmla="*/ 0 w 54"/>
                        <a:gd name="T5" fmla="*/ 27 h 237"/>
                        <a:gd name="T6" fmla="*/ 0 w 54"/>
                        <a:gd name="T7" fmla="*/ 237 h 237"/>
                        <a:gd name="T8" fmla="*/ 54 w 54"/>
                        <a:gd name="T9" fmla="*/ 237 h 237"/>
                        <a:gd name="T10" fmla="*/ 54 w 54"/>
                        <a:gd name="T11" fmla="*/ 27 h 237"/>
                        <a:gd name="T12" fmla="*/ 54 w 54"/>
                        <a:gd name="T13" fmla="*/ 27 h 2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7">
                          <a:moveTo>
                            <a:pt x="54" y="27"/>
                          </a:moveTo>
                          <a:cubicBezTo>
                            <a:pt x="54" y="14"/>
                            <a:pt x="40" y="0"/>
                            <a:pt x="27" y="0"/>
                          </a:cubicBezTo>
                          <a:cubicBezTo>
                            <a:pt x="13" y="0"/>
                            <a:pt x="0" y="14"/>
                            <a:pt x="0" y="27"/>
                          </a:cubicBezTo>
                          <a:cubicBezTo>
                            <a:pt x="0" y="237"/>
                            <a:pt x="0" y="237"/>
                            <a:pt x="0" y="237"/>
                          </a:cubicBezTo>
                          <a:cubicBezTo>
                            <a:pt x="54" y="237"/>
                            <a:pt x="54" y="237"/>
                            <a:pt x="54" y="23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24" name="Freeform 107">
                      <a:extLst>
                        <a:ext uri="{FF2B5EF4-FFF2-40B4-BE49-F238E27FC236}">
                          <a16:creationId xmlns:a16="http://schemas.microsoft.com/office/drawing/2014/main" id="{69789213-471B-2DC4-C3A8-7414BACEE8E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886863" y="2320925"/>
                      <a:ext cx="30163" cy="128588"/>
                    </a:xfrm>
                    <a:custGeom>
                      <a:avLst/>
                      <a:gdLst>
                        <a:gd name="T0" fmla="*/ 54 w 54"/>
                        <a:gd name="T1" fmla="*/ 27 h 237"/>
                        <a:gd name="T2" fmla="*/ 27 w 54"/>
                        <a:gd name="T3" fmla="*/ 0 h 237"/>
                        <a:gd name="T4" fmla="*/ 0 w 54"/>
                        <a:gd name="T5" fmla="*/ 27 h 237"/>
                        <a:gd name="T6" fmla="*/ 0 w 54"/>
                        <a:gd name="T7" fmla="*/ 237 h 237"/>
                        <a:gd name="T8" fmla="*/ 54 w 54"/>
                        <a:gd name="T9" fmla="*/ 237 h 237"/>
                        <a:gd name="T10" fmla="*/ 54 w 54"/>
                        <a:gd name="T11" fmla="*/ 27 h 237"/>
                        <a:gd name="T12" fmla="*/ 54 w 54"/>
                        <a:gd name="T13" fmla="*/ 27 h 2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7">
                          <a:moveTo>
                            <a:pt x="54" y="27"/>
                          </a:moveTo>
                          <a:cubicBezTo>
                            <a:pt x="54" y="14"/>
                            <a:pt x="40" y="0"/>
                            <a:pt x="27" y="0"/>
                          </a:cubicBezTo>
                          <a:cubicBezTo>
                            <a:pt x="13" y="0"/>
                            <a:pt x="0" y="14"/>
                            <a:pt x="0" y="27"/>
                          </a:cubicBezTo>
                          <a:cubicBezTo>
                            <a:pt x="0" y="237"/>
                            <a:pt x="0" y="237"/>
                            <a:pt x="0" y="237"/>
                          </a:cubicBezTo>
                          <a:cubicBezTo>
                            <a:pt x="54" y="237"/>
                            <a:pt x="54" y="237"/>
                            <a:pt x="54" y="23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25" name="Freeform 108">
                      <a:extLst>
                        <a:ext uri="{FF2B5EF4-FFF2-40B4-BE49-F238E27FC236}">
                          <a16:creationId xmlns:a16="http://schemas.microsoft.com/office/drawing/2014/main" id="{2C9C5CDA-382B-5913-4757-06D894A68C7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540788" y="3165475"/>
                      <a:ext cx="28575" cy="128588"/>
                    </a:xfrm>
                    <a:custGeom>
                      <a:avLst/>
                      <a:gdLst>
                        <a:gd name="T0" fmla="*/ 0 w 54"/>
                        <a:gd name="T1" fmla="*/ 211 h 238"/>
                        <a:gd name="T2" fmla="*/ 27 w 54"/>
                        <a:gd name="T3" fmla="*/ 238 h 238"/>
                        <a:gd name="T4" fmla="*/ 54 w 54"/>
                        <a:gd name="T5" fmla="*/ 211 h 238"/>
                        <a:gd name="T6" fmla="*/ 54 w 54"/>
                        <a:gd name="T7" fmla="*/ 0 h 238"/>
                        <a:gd name="T8" fmla="*/ 0 w 54"/>
                        <a:gd name="T9" fmla="*/ 0 h 238"/>
                        <a:gd name="T10" fmla="*/ 0 w 54"/>
                        <a:gd name="T11" fmla="*/ 211 h 238"/>
                        <a:gd name="T12" fmla="*/ 0 w 54"/>
                        <a:gd name="T13" fmla="*/ 211 h 2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8">
                          <a:moveTo>
                            <a:pt x="0" y="211"/>
                          </a:moveTo>
                          <a:cubicBezTo>
                            <a:pt x="0" y="231"/>
                            <a:pt x="13" y="238"/>
                            <a:pt x="27" y="238"/>
                          </a:cubicBezTo>
                          <a:cubicBezTo>
                            <a:pt x="40" y="238"/>
                            <a:pt x="54" y="231"/>
                            <a:pt x="54" y="211"/>
                          </a:cubicBezTo>
                          <a:cubicBezTo>
                            <a:pt x="54" y="0"/>
                            <a:pt x="54" y="0"/>
                            <a:pt x="54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26" name="Freeform 109">
                      <a:extLst>
                        <a:ext uri="{FF2B5EF4-FFF2-40B4-BE49-F238E27FC236}">
                          <a16:creationId xmlns:a16="http://schemas.microsoft.com/office/drawing/2014/main" id="{7BA2F281-7D6A-30E4-CCBF-FE36DB31CB8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658263" y="3165475"/>
                      <a:ext cx="28575" cy="128588"/>
                    </a:xfrm>
                    <a:custGeom>
                      <a:avLst/>
                      <a:gdLst>
                        <a:gd name="T0" fmla="*/ 0 w 54"/>
                        <a:gd name="T1" fmla="*/ 211 h 238"/>
                        <a:gd name="T2" fmla="*/ 27 w 54"/>
                        <a:gd name="T3" fmla="*/ 238 h 238"/>
                        <a:gd name="T4" fmla="*/ 54 w 54"/>
                        <a:gd name="T5" fmla="*/ 211 h 238"/>
                        <a:gd name="T6" fmla="*/ 54 w 54"/>
                        <a:gd name="T7" fmla="*/ 0 h 238"/>
                        <a:gd name="T8" fmla="*/ 0 w 54"/>
                        <a:gd name="T9" fmla="*/ 0 h 238"/>
                        <a:gd name="T10" fmla="*/ 0 w 54"/>
                        <a:gd name="T11" fmla="*/ 211 h 238"/>
                        <a:gd name="T12" fmla="*/ 0 w 54"/>
                        <a:gd name="T13" fmla="*/ 211 h 2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8">
                          <a:moveTo>
                            <a:pt x="0" y="211"/>
                          </a:moveTo>
                          <a:cubicBezTo>
                            <a:pt x="0" y="231"/>
                            <a:pt x="13" y="238"/>
                            <a:pt x="27" y="238"/>
                          </a:cubicBezTo>
                          <a:cubicBezTo>
                            <a:pt x="40" y="238"/>
                            <a:pt x="54" y="231"/>
                            <a:pt x="54" y="211"/>
                          </a:cubicBezTo>
                          <a:cubicBezTo>
                            <a:pt x="54" y="0"/>
                            <a:pt x="54" y="0"/>
                            <a:pt x="54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27" name="Freeform 110">
                      <a:extLst>
                        <a:ext uri="{FF2B5EF4-FFF2-40B4-BE49-F238E27FC236}">
                          <a16:creationId xmlns:a16="http://schemas.microsoft.com/office/drawing/2014/main" id="{AB8914D0-BF61-1B0C-2977-BAA651A55D4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770975" y="3165475"/>
                      <a:ext cx="30163" cy="128588"/>
                    </a:xfrm>
                    <a:custGeom>
                      <a:avLst/>
                      <a:gdLst>
                        <a:gd name="T0" fmla="*/ 0 w 54"/>
                        <a:gd name="T1" fmla="*/ 211 h 238"/>
                        <a:gd name="T2" fmla="*/ 27 w 54"/>
                        <a:gd name="T3" fmla="*/ 238 h 238"/>
                        <a:gd name="T4" fmla="*/ 54 w 54"/>
                        <a:gd name="T5" fmla="*/ 211 h 238"/>
                        <a:gd name="T6" fmla="*/ 54 w 54"/>
                        <a:gd name="T7" fmla="*/ 0 h 238"/>
                        <a:gd name="T8" fmla="*/ 0 w 54"/>
                        <a:gd name="T9" fmla="*/ 0 h 238"/>
                        <a:gd name="T10" fmla="*/ 0 w 54"/>
                        <a:gd name="T11" fmla="*/ 211 h 238"/>
                        <a:gd name="T12" fmla="*/ 0 w 54"/>
                        <a:gd name="T13" fmla="*/ 211 h 2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8">
                          <a:moveTo>
                            <a:pt x="0" y="211"/>
                          </a:moveTo>
                          <a:cubicBezTo>
                            <a:pt x="0" y="231"/>
                            <a:pt x="13" y="238"/>
                            <a:pt x="27" y="238"/>
                          </a:cubicBezTo>
                          <a:cubicBezTo>
                            <a:pt x="40" y="238"/>
                            <a:pt x="54" y="231"/>
                            <a:pt x="54" y="211"/>
                          </a:cubicBezTo>
                          <a:cubicBezTo>
                            <a:pt x="54" y="0"/>
                            <a:pt x="54" y="0"/>
                            <a:pt x="54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28" name="Freeform 111">
                      <a:extLst>
                        <a:ext uri="{FF2B5EF4-FFF2-40B4-BE49-F238E27FC236}">
                          <a16:creationId xmlns:a16="http://schemas.microsoft.com/office/drawing/2014/main" id="{00CFA283-592C-E04A-D3F9-04CB0FBE41F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886863" y="3165475"/>
                      <a:ext cx="30163" cy="128588"/>
                    </a:xfrm>
                    <a:custGeom>
                      <a:avLst/>
                      <a:gdLst>
                        <a:gd name="T0" fmla="*/ 0 w 54"/>
                        <a:gd name="T1" fmla="*/ 211 h 238"/>
                        <a:gd name="T2" fmla="*/ 27 w 54"/>
                        <a:gd name="T3" fmla="*/ 238 h 238"/>
                        <a:gd name="T4" fmla="*/ 54 w 54"/>
                        <a:gd name="T5" fmla="*/ 211 h 238"/>
                        <a:gd name="T6" fmla="*/ 54 w 54"/>
                        <a:gd name="T7" fmla="*/ 0 h 238"/>
                        <a:gd name="T8" fmla="*/ 0 w 54"/>
                        <a:gd name="T9" fmla="*/ 0 h 238"/>
                        <a:gd name="T10" fmla="*/ 0 w 54"/>
                        <a:gd name="T11" fmla="*/ 211 h 238"/>
                        <a:gd name="T12" fmla="*/ 0 w 54"/>
                        <a:gd name="T13" fmla="*/ 211 h 2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8">
                          <a:moveTo>
                            <a:pt x="0" y="211"/>
                          </a:moveTo>
                          <a:cubicBezTo>
                            <a:pt x="0" y="231"/>
                            <a:pt x="13" y="238"/>
                            <a:pt x="27" y="238"/>
                          </a:cubicBezTo>
                          <a:cubicBezTo>
                            <a:pt x="40" y="238"/>
                            <a:pt x="54" y="231"/>
                            <a:pt x="54" y="211"/>
                          </a:cubicBezTo>
                          <a:cubicBezTo>
                            <a:pt x="54" y="0"/>
                            <a:pt x="54" y="0"/>
                            <a:pt x="54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29" name="Freeform 112">
                      <a:extLst>
                        <a:ext uri="{FF2B5EF4-FFF2-40B4-BE49-F238E27FC236}">
                          <a16:creationId xmlns:a16="http://schemas.microsoft.com/office/drawing/2014/main" id="{4A452F1A-7255-9716-24E1-1DDDF47A5220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21401088" y="2478088"/>
                      <a:ext cx="654050" cy="658813"/>
                    </a:xfrm>
                    <a:custGeom>
                      <a:avLst/>
                      <a:gdLst>
                        <a:gd name="T0" fmla="*/ 952 w 1208"/>
                        <a:gd name="T1" fmla="*/ 0 h 1215"/>
                        <a:gd name="T2" fmla="*/ 736 w 1208"/>
                        <a:gd name="T3" fmla="*/ 0 h 1215"/>
                        <a:gd name="T4" fmla="*/ 526 w 1208"/>
                        <a:gd name="T5" fmla="*/ 0 h 1215"/>
                        <a:gd name="T6" fmla="*/ 310 w 1208"/>
                        <a:gd name="T7" fmla="*/ 0 h 1215"/>
                        <a:gd name="T8" fmla="*/ 128 w 1208"/>
                        <a:gd name="T9" fmla="*/ 0 h 1215"/>
                        <a:gd name="T10" fmla="*/ 0 w 1208"/>
                        <a:gd name="T11" fmla="*/ 264 h 1215"/>
                        <a:gd name="T12" fmla="*/ 0 w 1208"/>
                        <a:gd name="T13" fmla="*/ 473 h 1215"/>
                        <a:gd name="T14" fmla="*/ 0 w 1208"/>
                        <a:gd name="T15" fmla="*/ 689 h 1215"/>
                        <a:gd name="T16" fmla="*/ 0 w 1208"/>
                        <a:gd name="T17" fmla="*/ 898 h 1215"/>
                        <a:gd name="T18" fmla="*/ 0 w 1208"/>
                        <a:gd name="T19" fmla="*/ 1087 h 1215"/>
                        <a:gd name="T20" fmla="*/ 256 w 1208"/>
                        <a:gd name="T21" fmla="*/ 1215 h 1215"/>
                        <a:gd name="T22" fmla="*/ 472 w 1208"/>
                        <a:gd name="T23" fmla="*/ 1215 h 1215"/>
                        <a:gd name="T24" fmla="*/ 682 w 1208"/>
                        <a:gd name="T25" fmla="*/ 1215 h 1215"/>
                        <a:gd name="T26" fmla="*/ 898 w 1208"/>
                        <a:gd name="T27" fmla="*/ 1215 h 1215"/>
                        <a:gd name="T28" fmla="*/ 1080 w 1208"/>
                        <a:gd name="T29" fmla="*/ 1215 h 1215"/>
                        <a:gd name="T30" fmla="*/ 1208 w 1208"/>
                        <a:gd name="T31" fmla="*/ 952 h 1215"/>
                        <a:gd name="T32" fmla="*/ 1208 w 1208"/>
                        <a:gd name="T33" fmla="*/ 743 h 1215"/>
                        <a:gd name="T34" fmla="*/ 1208 w 1208"/>
                        <a:gd name="T35" fmla="*/ 527 h 1215"/>
                        <a:gd name="T36" fmla="*/ 1208 w 1208"/>
                        <a:gd name="T37" fmla="*/ 318 h 1215"/>
                        <a:gd name="T38" fmla="*/ 1208 w 1208"/>
                        <a:gd name="T39" fmla="*/ 129 h 1215"/>
                        <a:gd name="T40" fmla="*/ 1154 w 1208"/>
                        <a:gd name="T41" fmla="*/ 264 h 1215"/>
                        <a:gd name="T42" fmla="*/ 1154 w 1208"/>
                        <a:gd name="T43" fmla="*/ 473 h 1215"/>
                        <a:gd name="T44" fmla="*/ 1154 w 1208"/>
                        <a:gd name="T45" fmla="*/ 689 h 1215"/>
                        <a:gd name="T46" fmla="*/ 1154 w 1208"/>
                        <a:gd name="T47" fmla="*/ 898 h 1215"/>
                        <a:gd name="T48" fmla="*/ 1154 w 1208"/>
                        <a:gd name="T49" fmla="*/ 1087 h 1215"/>
                        <a:gd name="T50" fmla="*/ 952 w 1208"/>
                        <a:gd name="T51" fmla="*/ 1161 h 1215"/>
                        <a:gd name="T52" fmla="*/ 736 w 1208"/>
                        <a:gd name="T53" fmla="*/ 1161 h 1215"/>
                        <a:gd name="T54" fmla="*/ 526 w 1208"/>
                        <a:gd name="T55" fmla="*/ 1161 h 1215"/>
                        <a:gd name="T56" fmla="*/ 310 w 1208"/>
                        <a:gd name="T57" fmla="*/ 1161 h 1215"/>
                        <a:gd name="T58" fmla="*/ 128 w 1208"/>
                        <a:gd name="T59" fmla="*/ 1161 h 1215"/>
                        <a:gd name="T60" fmla="*/ 54 w 1208"/>
                        <a:gd name="T61" fmla="*/ 952 h 1215"/>
                        <a:gd name="T62" fmla="*/ 54 w 1208"/>
                        <a:gd name="T63" fmla="*/ 743 h 1215"/>
                        <a:gd name="T64" fmla="*/ 54 w 1208"/>
                        <a:gd name="T65" fmla="*/ 527 h 1215"/>
                        <a:gd name="T66" fmla="*/ 54 w 1208"/>
                        <a:gd name="T67" fmla="*/ 318 h 1215"/>
                        <a:gd name="T68" fmla="*/ 54 w 1208"/>
                        <a:gd name="T69" fmla="*/ 129 h 1215"/>
                        <a:gd name="T70" fmla="*/ 256 w 1208"/>
                        <a:gd name="T71" fmla="*/ 54 h 1215"/>
                        <a:gd name="T72" fmla="*/ 472 w 1208"/>
                        <a:gd name="T73" fmla="*/ 54 h 1215"/>
                        <a:gd name="T74" fmla="*/ 682 w 1208"/>
                        <a:gd name="T75" fmla="*/ 54 h 1215"/>
                        <a:gd name="T76" fmla="*/ 898 w 1208"/>
                        <a:gd name="T77" fmla="*/ 54 h 1215"/>
                        <a:gd name="T78" fmla="*/ 1080 w 1208"/>
                        <a:gd name="T79" fmla="*/ 54 h 1215"/>
                        <a:gd name="T80" fmla="*/ 1154 w 1208"/>
                        <a:gd name="T81" fmla="*/ 264 h 121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</a:cxnLst>
                      <a:rect l="0" t="0" r="r" b="b"/>
                      <a:pathLst>
                        <a:path w="1208" h="1215">
                          <a:moveTo>
                            <a:pt x="1080" y="0"/>
                          </a:moveTo>
                          <a:cubicBezTo>
                            <a:pt x="952" y="0"/>
                            <a:pt x="952" y="0"/>
                            <a:pt x="952" y="0"/>
                          </a:cubicBezTo>
                          <a:cubicBezTo>
                            <a:pt x="898" y="0"/>
                            <a:pt x="898" y="0"/>
                            <a:pt x="898" y="0"/>
                          </a:cubicBezTo>
                          <a:cubicBezTo>
                            <a:pt x="736" y="0"/>
                            <a:pt x="736" y="0"/>
                            <a:pt x="736" y="0"/>
                          </a:cubicBezTo>
                          <a:cubicBezTo>
                            <a:pt x="682" y="0"/>
                            <a:pt x="682" y="0"/>
                            <a:pt x="682" y="0"/>
                          </a:cubicBezTo>
                          <a:cubicBezTo>
                            <a:pt x="526" y="0"/>
                            <a:pt x="526" y="0"/>
                            <a:pt x="526" y="0"/>
                          </a:cubicBezTo>
                          <a:cubicBezTo>
                            <a:pt x="472" y="0"/>
                            <a:pt x="472" y="0"/>
                            <a:pt x="472" y="0"/>
                          </a:cubicBezTo>
                          <a:cubicBezTo>
                            <a:pt x="310" y="0"/>
                            <a:pt x="310" y="0"/>
                            <a:pt x="310" y="0"/>
                          </a:cubicBezTo>
                          <a:cubicBezTo>
                            <a:pt x="256" y="0"/>
                            <a:pt x="256" y="0"/>
                            <a:pt x="256" y="0"/>
                          </a:cubicBezTo>
                          <a:cubicBezTo>
                            <a:pt x="128" y="0"/>
                            <a:pt x="128" y="0"/>
                            <a:pt x="128" y="0"/>
                          </a:cubicBezTo>
                          <a:cubicBezTo>
                            <a:pt x="54" y="0"/>
                            <a:pt x="0" y="61"/>
                            <a:pt x="0" y="129"/>
                          </a:cubicBezTo>
                          <a:cubicBezTo>
                            <a:pt x="0" y="264"/>
                            <a:pt x="0" y="264"/>
                            <a:pt x="0" y="264"/>
                          </a:cubicBezTo>
                          <a:cubicBezTo>
                            <a:pt x="0" y="318"/>
                            <a:pt x="0" y="318"/>
                            <a:pt x="0" y="318"/>
                          </a:cubicBezTo>
                          <a:cubicBezTo>
                            <a:pt x="0" y="473"/>
                            <a:pt x="0" y="473"/>
                            <a:pt x="0" y="473"/>
                          </a:cubicBezTo>
                          <a:cubicBezTo>
                            <a:pt x="0" y="527"/>
                            <a:pt x="0" y="527"/>
                            <a:pt x="0" y="527"/>
                          </a:cubicBezTo>
                          <a:cubicBezTo>
                            <a:pt x="0" y="689"/>
                            <a:pt x="0" y="689"/>
                            <a:pt x="0" y="689"/>
                          </a:cubicBezTo>
                          <a:cubicBezTo>
                            <a:pt x="0" y="743"/>
                            <a:pt x="0" y="743"/>
                            <a:pt x="0" y="743"/>
                          </a:cubicBezTo>
                          <a:cubicBezTo>
                            <a:pt x="0" y="898"/>
                            <a:pt x="0" y="898"/>
                            <a:pt x="0" y="898"/>
                          </a:cubicBezTo>
                          <a:cubicBezTo>
                            <a:pt x="0" y="952"/>
                            <a:pt x="0" y="952"/>
                            <a:pt x="0" y="952"/>
                          </a:cubicBezTo>
                          <a:cubicBezTo>
                            <a:pt x="0" y="1087"/>
                            <a:pt x="0" y="1087"/>
                            <a:pt x="0" y="1087"/>
                          </a:cubicBezTo>
                          <a:cubicBezTo>
                            <a:pt x="0" y="1161"/>
                            <a:pt x="54" y="1215"/>
                            <a:pt x="128" y="1215"/>
                          </a:cubicBezTo>
                          <a:cubicBezTo>
                            <a:pt x="256" y="1215"/>
                            <a:pt x="256" y="1215"/>
                            <a:pt x="256" y="1215"/>
                          </a:cubicBezTo>
                          <a:cubicBezTo>
                            <a:pt x="310" y="1215"/>
                            <a:pt x="310" y="1215"/>
                            <a:pt x="310" y="1215"/>
                          </a:cubicBezTo>
                          <a:cubicBezTo>
                            <a:pt x="472" y="1215"/>
                            <a:pt x="472" y="1215"/>
                            <a:pt x="472" y="1215"/>
                          </a:cubicBezTo>
                          <a:cubicBezTo>
                            <a:pt x="526" y="1215"/>
                            <a:pt x="526" y="1215"/>
                            <a:pt x="526" y="1215"/>
                          </a:cubicBezTo>
                          <a:cubicBezTo>
                            <a:pt x="682" y="1215"/>
                            <a:pt x="682" y="1215"/>
                            <a:pt x="682" y="1215"/>
                          </a:cubicBezTo>
                          <a:cubicBezTo>
                            <a:pt x="736" y="1215"/>
                            <a:pt x="736" y="1215"/>
                            <a:pt x="736" y="1215"/>
                          </a:cubicBezTo>
                          <a:cubicBezTo>
                            <a:pt x="898" y="1215"/>
                            <a:pt x="898" y="1215"/>
                            <a:pt x="898" y="1215"/>
                          </a:cubicBezTo>
                          <a:cubicBezTo>
                            <a:pt x="952" y="1215"/>
                            <a:pt x="952" y="1215"/>
                            <a:pt x="952" y="1215"/>
                          </a:cubicBezTo>
                          <a:cubicBezTo>
                            <a:pt x="1080" y="1215"/>
                            <a:pt x="1080" y="1215"/>
                            <a:pt x="1080" y="1215"/>
                          </a:cubicBezTo>
                          <a:cubicBezTo>
                            <a:pt x="1154" y="1215"/>
                            <a:pt x="1208" y="1161"/>
                            <a:pt x="1208" y="1087"/>
                          </a:cubicBezTo>
                          <a:cubicBezTo>
                            <a:pt x="1208" y="952"/>
                            <a:pt x="1208" y="952"/>
                            <a:pt x="1208" y="952"/>
                          </a:cubicBezTo>
                          <a:cubicBezTo>
                            <a:pt x="1208" y="898"/>
                            <a:pt x="1208" y="898"/>
                            <a:pt x="1208" y="898"/>
                          </a:cubicBezTo>
                          <a:cubicBezTo>
                            <a:pt x="1208" y="743"/>
                            <a:pt x="1208" y="743"/>
                            <a:pt x="1208" y="743"/>
                          </a:cubicBezTo>
                          <a:cubicBezTo>
                            <a:pt x="1208" y="689"/>
                            <a:pt x="1208" y="689"/>
                            <a:pt x="1208" y="689"/>
                          </a:cubicBezTo>
                          <a:cubicBezTo>
                            <a:pt x="1208" y="527"/>
                            <a:pt x="1208" y="527"/>
                            <a:pt x="1208" y="527"/>
                          </a:cubicBezTo>
                          <a:cubicBezTo>
                            <a:pt x="1208" y="473"/>
                            <a:pt x="1208" y="473"/>
                            <a:pt x="1208" y="473"/>
                          </a:cubicBezTo>
                          <a:cubicBezTo>
                            <a:pt x="1208" y="318"/>
                            <a:pt x="1208" y="318"/>
                            <a:pt x="1208" y="318"/>
                          </a:cubicBezTo>
                          <a:cubicBezTo>
                            <a:pt x="1208" y="264"/>
                            <a:pt x="1208" y="264"/>
                            <a:pt x="1208" y="264"/>
                          </a:cubicBezTo>
                          <a:cubicBezTo>
                            <a:pt x="1208" y="129"/>
                            <a:pt x="1208" y="129"/>
                            <a:pt x="1208" y="129"/>
                          </a:cubicBezTo>
                          <a:cubicBezTo>
                            <a:pt x="1208" y="61"/>
                            <a:pt x="1154" y="0"/>
                            <a:pt x="1080" y="0"/>
                          </a:cubicBezTo>
                          <a:close/>
                          <a:moveTo>
                            <a:pt x="1154" y="264"/>
                          </a:moveTo>
                          <a:cubicBezTo>
                            <a:pt x="1154" y="318"/>
                            <a:pt x="1154" y="318"/>
                            <a:pt x="1154" y="318"/>
                          </a:cubicBezTo>
                          <a:cubicBezTo>
                            <a:pt x="1154" y="473"/>
                            <a:pt x="1154" y="473"/>
                            <a:pt x="1154" y="473"/>
                          </a:cubicBezTo>
                          <a:cubicBezTo>
                            <a:pt x="1154" y="527"/>
                            <a:pt x="1154" y="527"/>
                            <a:pt x="1154" y="527"/>
                          </a:cubicBezTo>
                          <a:cubicBezTo>
                            <a:pt x="1154" y="689"/>
                            <a:pt x="1154" y="689"/>
                            <a:pt x="1154" y="689"/>
                          </a:cubicBezTo>
                          <a:cubicBezTo>
                            <a:pt x="1154" y="743"/>
                            <a:pt x="1154" y="743"/>
                            <a:pt x="1154" y="743"/>
                          </a:cubicBezTo>
                          <a:cubicBezTo>
                            <a:pt x="1154" y="898"/>
                            <a:pt x="1154" y="898"/>
                            <a:pt x="1154" y="898"/>
                          </a:cubicBezTo>
                          <a:cubicBezTo>
                            <a:pt x="1154" y="952"/>
                            <a:pt x="1154" y="952"/>
                            <a:pt x="1154" y="952"/>
                          </a:cubicBezTo>
                          <a:cubicBezTo>
                            <a:pt x="1154" y="1087"/>
                            <a:pt x="1154" y="1087"/>
                            <a:pt x="1154" y="1087"/>
                          </a:cubicBezTo>
                          <a:cubicBezTo>
                            <a:pt x="1154" y="1127"/>
                            <a:pt x="1127" y="1161"/>
                            <a:pt x="1080" y="1161"/>
                          </a:cubicBezTo>
                          <a:cubicBezTo>
                            <a:pt x="952" y="1161"/>
                            <a:pt x="952" y="1161"/>
                            <a:pt x="952" y="1161"/>
                          </a:cubicBezTo>
                          <a:cubicBezTo>
                            <a:pt x="898" y="1161"/>
                            <a:pt x="898" y="1161"/>
                            <a:pt x="898" y="1161"/>
                          </a:cubicBezTo>
                          <a:cubicBezTo>
                            <a:pt x="736" y="1161"/>
                            <a:pt x="736" y="1161"/>
                            <a:pt x="736" y="1161"/>
                          </a:cubicBezTo>
                          <a:cubicBezTo>
                            <a:pt x="682" y="1161"/>
                            <a:pt x="682" y="1161"/>
                            <a:pt x="682" y="1161"/>
                          </a:cubicBezTo>
                          <a:cubicBezTo>
                            <a:pt x="526" y="1161"/>
                            <a:pt x="526" y="1161"/>
                            <a:pt x="526" y="1161"/>
                          </a:cubicBezTo>
                          <a:cubicBezTo>
                            <a:pt x="472" y="1161"/>
                            <a:pt x="472" y="1161"/>
                            <a:pt x="472" y="1161"/>
                          </a:cubicBezTo>
                          <a:cubicBezTo>
                            <a:pt x="310" y="1161"/>
                            <a:pt x="310" y="1161"/>
                            <a:pt x="310" y="1161"/>
                          </a:cubicBezTo>
                          <a:cubicBezTo>
                            <a:pt x="256" y="1161"/>
                            <a:pt x="256" y="1161"/>
                            <a:pt x="256" y="1161"/>
                          </a:cubicBezTo>
                          <a:cubicBezTo>
                            <a:pt x="128" y="1161"/>
                            <a:pt x="128" y="1161"/>
                            <a:pt x="128" y="1161"/>
                          </a:cubicBezTo>
                          <a:cubicBezTo>
                            <a:pt x="81" y="1161"/>
                            <a:pt x="54" y="1127"/>
                            <a:pt x="54" y="1087"/>
                          </a:cubicBezTo>
                          <a:cubicBezTo>
                            <a:pt x="54" y="952"/>
                            <a:pt x="54" y="952"/>
                            <a:pt x="54" y="952"/>
                          </a:cubicBezTo>
                          <a:cubicBezTo>
                            <a:pt x="54" y="898"/>
                            <a:pt x="54" y="898"/>
                            <a:pt x="54" y="898"/>
                          </a:cubicBezTo>
                          <a:cubicBezTo>
                            <a:pt x="54" y="743"/>
                            <a:pt x="54" y="743"/>
                            <a:pt x="54" y="743"/>
                          </a:cubicBezTo>
                          <a:cubicBezTo>
                            <a:pt x="54" y="689"/>
                            <a:pt x="54" y="689"/>
                            <a:pt x="54" y="689"/>
                          </a:cubicBezTo>
                          <a:cubicBezTo>
                            <a:pt x="54" y="527"/>
                            <a:pt x="54" y="527"/>
                            <a:pt x="54" y="527"/>
                          </a:cubicBezTo>
                          <a:cubicBezTo>
                            <a:pt x="54" y="473"/>
                            <a:pt x="54" y="473"/>
                            <a:pt x="54" y="473"/>
                          </a:cubicBezTo>
                          <a:cubicBezTo>
                            <a:pt x="54" y="318"/>
                            <a:pt x="54" y="318"/>
                            <a:pt x="54" y="318"/>
                          </a:cubicBezTo>
                          <a:cubicBezTo>
                            <a:pt x="54" y="264"/>
                            <a:pt x="54" y="264"/>
                            <a:pt x="54" y="264"/>
                          </a:cubicBezTo>
                          <a:cubicBezTo>
                            <a:pt x="54" y="129"/>
                            <a:pt x="54" y="129"/>
                            <a:pt x="54" y="129"/>
                          </a:cubicBezTo>
                          <a:cubicBezTo>
                            <a:pt x="54" y="88"/>
                            <a:pt x="81" y="54"/>
                            <a:pt x="128" y="54"/>
                          </a:cubicBezTo>
                          <a:cubicBezTo>
                            <a:pt x="256" y="54"/>
                            <a:pt x="256" y="54"/>
                            <a:pt x="256" y="54"/>
                          </a:cubicBezTo>
                          <a:cubicBezTo>
                            <a:pt x="310" y="54"/>
                            <a:pt x="310" y="54"/>
                            <a:pt x="310" y="54"/>
                          </a:cubicBezTo>
                          <a:cubicBezTo>
                            <a:pt x="472" y="54"/>
                            <a:pt x="472" y="54"/>
                            <a:pt x="472" y="54"/>
                          </a:cubicBezTo>
                          <a:cubicBezTo>
                            <a:pt x="526" y="54"/>
                            <a:pt x="526" y="54"/>
                            <a:pt x="526" y="54"/>
                          </a:cubicBezTo>
                          <a:cubicBezTo>
                            <a:pt x="682" y="54"/>
                            <a:pt x="682" y="54"/>
                            <a:pt x="682" y="54"/>
                          </a:cubicBezTo>
                          <a:cubicBezTo>
                            <a:pt x="736" y="54"/>
                            <a:pt x="736" y="54"/>
                            <a:pt x="736" y="54"/>
                          </a:cubicBezTo>
                          <a:cubicBezTo>
                            <a:pt x="898" y="54"/>
                            <a:pt x="898" y="54"/>
                            <a:pt x="898" y="54"/>
                          </a:cubicBezTo>
                          <a:cubicBezTo>
                            <a:pt x="952" y="54"/>
                            <a:pt x="952" y="54"/>
                            <a:pt x="952" y="54"/>
                          </a:cubicBezTo>
                          <a:cubicBezTo>
                            <a:pt x="1080" y="54"/>
                            <a:pt x="1080" y="54"/>
                            <a:pt x="1080" y="54"/>
                          </a:cubicBezTo>
                          <a:cubicBezTo>
                            <a:pt x="1127" y="54"/>
                            <a:pt x="1154" y="88"/>
                            <a:pt x="1154" y="129"/>
                          </a:cubicBezTo>
                          <a:cubicBezTo>
                            <a:pt x="1154" y="264"/>
                            <a:pt x="1154" y="264"/>
                            <a:pt x="1154" y="264"/>
                          </a:cubicBezTo>
                          <a:cubicBezTo>
                            <a:pt x="1154" y="264"/>
                            <a:pt x="1154" y="264"/>
                            <a:pt x="1154" y="264"/>
                          </a:cubicBezTo>
                          <a:close/>
                        </a:path>
                      </a:pathLst>
                    </a:custGeom>
                    <a:solidFill>
                      <a:schemeClr val="tx1">
                        <a:lumMod val="85000"/>
                        <a:lumOff val="15000"/>
                      </a:schemeClr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211" name="그림 1210">
                    <a:extLst>
                      <a:ext uri="{FF2B5EF4-FFF2-40B4-BE49-F238E27FC236}">
                        <a16:creationId xmlns:a16="http://schemas.microsoft.com/office/drawing/2014/main" id="{2C99F57A-32DF-7EED-E385-2D3DCF61C3A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lum bright="100000"/>
                  </a:blip>
                  <a:stretch>
                    <a:fillRect/>
                  </a:stretch>
                </p:blipFill>
                <p:spPr>
                  <a:xfrm>
                    <a:off x="1124483" y="5707212"/>
                    <a:ext cx="491143" cy="179999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1207" name="직사각형 1206">
                <a:extLst>
                  <a:ext uri="{FF2B5EF4-FFF2-40B4-BE49-F238E27FC236}">
                    <a16:creationId xmlns:a16="http://schemas.microsoft.com/office/drawing/2014/main" id="{339708F6-6936-9B94-18A5-86536FA3A9C5}"/>
                  </a:ext>
                </a:extLst>
              </p:cNvPr>
              <p:cNvSpPr/>
              <p:nvPr/>
            </p:nvSpPr>
            <p:spPr>
              <a:xfrm>
                <a:off x="4365128" y="5454956"/>
                <a:ext cx="130004" cy="350704"/>
              </a:xfrm>
              <a:prstGeom prst="rect">
                <a:avLst/>
              </a:prstGeom>
              <a:noFill/>
              <a:ln w="254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1" indent="0" algn="ctr" defTabSz="147490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prstClr val="black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0" lang="en-US" altLang="ko-KR" sz="1050" b="0" i="0" u="none" strike="noStrike" kern="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ea typeface="KoPub돋움체 Bold" panose="02020603020101020101" pitchFamily="18" charset="-127"/>
                    <a:cs typeface="Arial"/>
                  </a:rPr>
                  <a:t>…</a:t>
                </a:r>
                <a:endParaRPr kumimoji="0" lang="ko-KR" altLang="en-US" sz="1050" b="0" i="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ea typeface="KoPub돋움체 Bold" panose="02020603020101020101" pitchFamily="18" charset="-127"/>
                  <a:cs typeface="Arial"/>
                </a:endParaRPr>
              </a:p>
            </p:txBody>
          </p:sp>
        </p:grpSp>
        <p:sp>
          <p:nvSpPr>
            <p:cNvPr id="1286" name="타원 1285">
              <a:extLst>
                <a:ext uri="{FF2B5EF4-FFF2-40B4-BE49-F238E27FC236}">
                  <a16:creationId xmlns:a16="http://schemas.microsoft.com/office/drawing/2014/main" id="{A52A5921-ABDF-9899-6630-63C4AE9E8E40}"/>
                </a:ext>
              </a:extLst>
            </p:cNvPr>
            <p:cNvSpPr/>
            <p:nvPr/>
          </p:nvSpPr>
          <p:spPr bwMode="auto">
            <a:xfrm>
              <a:off x="3369297" y="3174806"/>
              <a:ext cx="735378" cy="37116"/>
            </a:xfrm>
            <a:prstGeom prst="ellipse">
              <a:avLst/>
            </a:prstGeom>
            <a:solidFill>
              <a:schemeClr val="bg1">
                <a:lumMod val="50000"/>
                <a:alpha val="50000"/>
              </a:schemeClr>
            </a:solidFill>
            <a:ln w="19050">
              <a:solidFill>
                <a:schemeClr val="tx1">
                  <a:lumMod val="75000"/>
                  <a:lumOff val="25000"/>
                </a:schemeClr>
              </a:solidFill>
              <a:prstDash val="solid"/>
            </a:ln>
            <a:effectLst>
              <a:outerShdw dist="12700" dir="1980000" algn="t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anchor="ctr"/>
            <a:lstStyle/>
            <a:p>
              <a:endParaRPr lang="ko-KR" altLang="en-US" sz="1100" dirty="0">
                <a:solidFill>
                  <a:schemeClr val="lt1"/>
                </a:solidFill>
                <a:ea typeface="KoPub돋움체 Medium" panose="00000600000000000000" pitchFamily="2" charset="-127"/>
              </a:endParaRPr>
            </a:p>
          </p:txBody>
        </p:sp>
        <p:sp>
          <p:nvSpPr>
            <p:cNvPr id="1287" name="직사각형 166">
              <a:extLst>
                <a:ext uri="{FF2B5EF4-FFF2-40B4-BE49-F238E27FC236}">
                  <a16:creationId xmlns:a16="http://schemas.microsoft.com/office/drawing/2014/main" id="{18946F28-1F3C-314D-CE5F-8771EC6A404C}"/>
                </a:ext>
              </a:extLst>
            </p:cNvPr>
            <p:cNvSpPr/>
            <p:nvPr/>
          </p:nvSpPr>
          <p:spPr bwMode="auto">
            <a:xfrm>
              <a:off x="3472585" y="3088651"/>
              <a:ext cx="159863" cy="105119"/>
            </a:xfrm>
            <a:prstGeom prst="roundRect">
              <a:avLst>
                <a:gd name="adj" fmla="val 9838"/>
              </a:avLst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0" tIns="0" rIns="0" b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endParaRPr kumimoji="0" lang="ko-KR" altLang="en-US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2020603020101020101" pitchFamily="18" charset="-127"/>
              </a:endParaRPr>
            </a:p>
          </p:txBody>
        </p:sp>
        <p:sp>
          <p:nvSpPr>
            <p:cNvPr id="1288" name="직사각형 166">
              <a:extLst>
                <a:ext uri="{FF2B5EF4-FFF2-40B4-BE49-F238E27FC236}">
                  <a16:creationId xmlns:a16="http://schemas.microsoft.com/office/drawing/2014/main" id="{3A7A2D0A-91B8-D6A7-2048-AEB632E7EBC3}"/>
                </a:ext>
              </a:extLst>
            </p:cNvPr>
            <p:cNvSpPr/>
            <p:nvPr/>
          </p:nvSpPr>
          <p:spPr bwMode="auto">
            <a:xfrm>
              <a:off x="3656296" y="3088651"/>
              <a:ext cx="159863" cy="105119"/>
            </a:xfrm>
            <a:prstGeom prst="roundRect">
              <a:avLst>
                <a:gd name="adj" fmla="val 9838"/>
              </a:avLst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0" tIns="0" rIns="0" b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endParaRPr kumimoji="0" lang="ko-KR" altLang="en-US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2020603020101020101" pitchFamily="18" charset="-127"/>
              </a:endParaRPr>
            </a:p>
          </p:txBody>
        </p:sp>
        <p:sp>
          <p:nvSpPr>
            <p:cNvPr id="1289" name="직사각형 166">
              <a:extLst>
                <a:ext uri="{FF2B5EF4-FFF2-40B4-BE49-F238E27FC236}">
                  <a16:creationId xmlns:a16="http://schemas.microsoft.com/office/drawing/2014/main" id="{1459781C-38FA-ADB2-121D-AE2D610D8EC0}"/>
                </a:ext>
              </a:extLst>
            </p:cNvPr>
            <p:cNvSpPr/>
            <p:nvPr/>
          </p:nvSpPr>
          <p:spPr bwMode="auto">
            <a:xfrm>
              <a:off x="3844121" y="3088651"/>
              <a:ext cx="159863" cy="105119"/>
            </a:xfrm>
            <a:prstGeom prst="roundRect">
              <a:avLst>
                <a:gd name="adj" fmla="val 9838"/>
              </a:avLst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no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endParaRPr kumimoji="0" lang="ko-KR" altLang="en-US" sz="4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2020603020101020101" pitchFamily="18" charset="-127"/>
              </a:endParaRPr>
            </a:p>
          </p:txBody>
        </p:sp>
        <p:sp>
          <p:nvSpPr>
            <p:cNvPr id="1290" name="TextBox 1289">
              <a:extLst>
                <a:ext uri="{FF2B5EF4-FFF2-40B4-BE49-F238E27FC236}">
                  <a16:creationId xmlns:a16="http://schemas.microsoft.com/office/drawing/2014/main" id="{CB7411EB-5549-D827-73ED-31D5512321D4}"/>
                </a:ext>
              </a:extLst>
            </p:cNvPr>
            <p:cNvSpPr txBox="1"/>
            <p:nvPr/>
          </p:nvSpPr>
          <p:spPr>
            <a:xfrm>
              <a:off x="3420775" y="3094710"/>
              <a:ext cx="68215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K8S</a:t>
              </a:r>
              <a:r>
                <a: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 </a:t>
              </a: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Master Nodes</a:t>
              </a:r>
              <a:endParaRPr kumimoji="0" lang="ko-KR" altLang="en-US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2020603020101020101" pitchFamily="18" charset="-127"/>
              </a:endParaRPr>
            </a:p>
          </p:txBody>
        </p:sp>
        <p:sp>
          <p:nvSpPr>
            <p:cNvPr id="1291" name="타원 1290">
              <a:extLst>
                <a:ext uri="{FF2B5EF4-FFF2-40B4-BE49-F238E27FC236}">
                  <a16:creationId xmlns:a16="http://schemas.microsoft.com/office/drawing/2014/main" id="{FA721B6F-13D7-3342-534F-5F2E8097E12F}"/>
                </a:ext>
              </a:extLst>
            </p:cNvPr>
            <p:cNvSpPr/>
            <p:nvPr/>
          </p:nvSpPr>
          <p:spPr bwMode="auto">
            <a:xfrm>
              <a:off x="4237275" y="3177498"/>
              <a:ext cx="820142" cy="37116"/>
            </a:xfrm>
            <a:prstGeom prst="ellipse">
              <a:avLst/>
            </a:prstGeom>
            <a:solidFill>
              <a:schemeClr val="bg1">
                <a:lumMod val="50000"/>
                <a:alpha val="50000"/>
              </a:schemeClr>
            </a:solidFill>
            <a:ln w="19050">
              <a:solidFill>
                <a:schemeClr val="tx1">
                  <a:lumMod val="75000"/>
                  <a:lumOff val="25000"/>
                </a:schemeClr>
              </a:solidFill>
              <a:prstDash val="solid"/>
            </a:ln>
            <a:effectLst>
              <a:outerShdw dist="12700" dir="1980000" algn="t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anchor="ctr"/>
            <a:lstStyle/>
            <a:p>
              <a:endParaRPr lang="ko-KR" altLang="en-US" sz="1100" dirty="0">
                <a:solidFill>
                  <a:schemeClr val="lt1"/>
                </a:solidFill>
                <a:ea typeface="KoPub돋움체 Medium" panose="00000600000000000000" pitchFamily="2" charset="-127"/>
              </a:endParaRPr>
            </a:p>
          </p:txBody>
        </p:sp>
        <p:sp>
          <p:nvSpPr>
            <p:cNvPr id="1292" name="직사각형 166">
              <a:extLst>
                <a:ext uri="{FF2B5EF4-FFF2-40B4-BE49-F238E27FC236}">
                  <a16:creationId xmlns:a16="http://schemas.microsoft.com/office/drawing/2014/main" id="{46A22FFD-1671-DF1A-3A15-415BFD2CBCB7}"/>
                </a:ext>
              </a:extLst>
            </p:cNvPr>
            <p:cNvSpPr/>
            <p:nvPr/>
          </p:nvSpPr>
          <p:spPr bwMode="auto">
            <a:xfrm>
              <a:off x="4340563" y="3091343"/>
              <a:ext cx="159863" cy="105119"/>
            </a:xfrm>
            <a:prstGeom prst="roundRect">
              <a:avLst>
                <a:gd name="adj" fmla="val 9838"/>
              </a:avLst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0" tIns="0" rIns="0" b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endParaRPr kumimoji="0" lang="ko-KR" altLang="en-US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2020603020101020101" pitchFamily="18" charset="-127"/>
              </a:endParaRPr>
            </a:p>
          </p:txBody>
        </p:sp>
        <p:sp>
          <p:nvSpPr>
            <p:cNvPr id="1293" name="직사각형 166">
              <a:extLst>
                <a:ext uri="{FF2B5EF4-FFF2-40B4-BE49-F238E27FC236}">
                  <a16:creationId xmlns:a16="http://schemas.microsoft.com/office/drawing/2014/main" id="{E565A267-13A4-EDA9-1B5B-F0D8652970AF}"/>
                </a:ext>
              </a:extLst>
            </p:cNvPr>
            <p:cNvSpPr/>
            <p:nvPr/>
          </p:nvSpPr>
          <p:spPr bwMode="auto">
            <a:xfrm>
              <a:off x="4524273" y="3091343"/>
              <a:ext cx="159863" cy="105119"/>
            </a:xfrm>
            <a:prstGeom prst="roundRect">
              <a:avLst>
                <a:gd name="adj" fmla="val 9838"/>
              </a:avLst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0" tIns="0" rIns="0" b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endParaRPr kumimoji="0" lang="ko-KR" altLang="en-US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2020603020101020101" pitchFamily="18" charset="-127"/>
              </a:endParaRPr>
            </a:p>
          </p:txBody>
        </p:sp>
        <p:sp>
          <p:nvSpPr>
            <p:cNvPr id="1294" name="직사각형 166">
              <a:extLst>
                <a:ext uri="{FF2B5EF4-FFF2-40B4-BE49-F238E27FC236}">
                  <a16:creationId xmlns:a16="http://schemas.microsoft.com/office/drawing/2014/main" id="{F31D120D-0E9E-B36F-7EAE-169E873800D1}"/>
                </a:ext>
              </a:extLst>
            </p:cNvPr>
            <p:cNvSpPr/>
            <p:nvPr/>
          </p:nvSpPr>
          <p:spPr bwMode="auto">
            <a:xfrm>
              <a:off x="4816207" y="3091271"/>
              <a:ext cx="159863" cy="105119"/>
            </a:xfrm>
            <a:prstGeom prst="roundRect">
              <a:avLst>
                <a:gd name="adj" fmla="val 9838"/>
              </a:avLst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no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endParaRPr kumimoji="0" lang="ko-KR" altLang="en-US" sz="4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2020603020101020101" pitchFamily="18" charset="-127"/>
              </a:endParaRPr>
            </a:p>
          </p:txBody>
        </p:sp>
        <p:sp>
          <p:nvSpPr>
            <p:cNvPr id="1295" name="TextBox 1294">
              <a:extLst>
                <a:ext uri="{FF2B5EF4-FFF2-40B4-BE49-F238E27FC236}">
                  <a16:creationId xmlns:a16="http://schemas.microsoft.com/office/drawing/2014/main" id="{FE93004D-EDBD-D1FF-413A-7A3DB78035ED}"/>
                </a:ext>
              </a:extLst>
            </p:cNvPr>
            <p:cNvSpPr txBox="1"/>
            <p:nvPr/>
          </p:nvSpPr>
          <p:spPr>
            <a:xfrm>
              <a:off x="4282438" y="3067197"/>
              <a:ext cx="68215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K8S</a:t>
              </a:r>
              <a:r>
                <a: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 </a:t>
              </a: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Worker Nodes</a:t>
              </a:r>
              <a:endParaRPr kumimoji="0" lang="ko-KR" altLang="en-US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2020603020101020101" pitchFamily="18" charset="-127"/>
              </a:endParaRPr>
            </a:p>
          </p:txBody>
        </p:sp>
        <p:sp>
          <p:nvSpPr>
            <p:cNvPr id="1296" name="직사각형 1295">
              <a:extLst>
                <a:ext uri="{FF2B5EF4-FFF2-40B4-BE49-F238E27FC236}">
                  <a16:creationId xmlns:a16="http://schemas.microsoft.com/office/drawing/2014/main" id="{C27E7D9F-8F11-9711-1E98-59E5DD94C663}"/>
                </a:ext>
              </a:extLst>
            </p:cNvPr>
            <p:cNvSpPr/>
            <p:nvPr/>
          </p:nvSpPr>
          <p:spPr>
            <a:xfrm>
              <a:off x="4616435" y="3021946"/>
              <a:ext cx="264677" cy="24622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0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…</a:t>
              </a:r>
            </a:p>
          </p:txBody>
        </p:sp>
        <p:sp>
          <p:nvSpPr>
            <p:cNvPr id="1297" name="타원 1296">
              <a:extLst>
                <a:ext uri="{FF2B5EF4-FFF2-40B4-BE49-F238E27FC236}">
                  <a16:creationId xmlns:a16="http://schemas.microsoft.com/office/drawing/2014/main" id="{9FE33BC8-411C-45DC-7DF2-9D52995EBBEA}"/>
                </a:ext>
              </a:extLst>
            </p:cNvPr>
            <p:cNvSpPr/>
            <p:nvPr/>
          </p:nvSpPr>
          <p:spPr bwMode="auto">
            <a:xfrm>
              <a:off x="5158380" y="3173597"/>
              <a:ext cx="820142" cy="37116"/>
            </a:xfrm>
            <a:prstGeom prst="ellipse">
              <a:avLst/>
            </a:prstGeom>
            <a:solidFill>
              <a:schemeClr val="bg1">
                <a:lumMod val="50000"/>
                <a:alpha val="50000"/>
              </a:schemeClr>
            </a:solidFill>
            <a:ln w="19050">
              <a:solidFill>
                <a:schemeClr val="tx1">
                  <a:lumMod val="75000"/>
                  <a:lumOff val="25000"/>
                </a:schemeClr>
              </a:solidFill>
              <a:prstDash val="solid"/>
            </a:ln>
            <a:effectLst>
              <a:outerShdw dist="12700" dir="1980000" algn="t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anchor="ctr"/>
            <a:lstStyle/>
            <a:p>
              <a:endParaRPr lang="ko-KR" altLang="en-US" sz="1100" dirty="0">
                <a:solidFill>
                  <a:schemeClr val="lt1"/>
                </a:solidFill>
                <a:ea typeface="KoPub돋움체 Medium" panose="00000600000000000000" pitchFamily="2" charset="-127"/>
              </a:endParaRPr>
            </a:p>
          </p:txBody>
        </p:sp>
        <p:sp>
          <p:nvSpPr>
            <p:cNvPr id="1298" name="직사각형 166">
              <a:extLst>
                <a:ext uri="{FF2B5EF4-FFF2-40B4-BE49-F238E27FC236}">
                  <a16:creationId xmlns:a16="http://schemas.microsoft.com/office/drawing/2014/main" id="{9D054F1D-DCA0-CE6E-8C8A-CDC8651A56AA}"/>
                </a:ext>
              </a:extLst>
            </p:cNvPr>
            <p:cNvSpPr/>
            <p:nvPr/>
          </p:nvSpPr>
          <p:spPr bwMode="auto">
            <a:xfrm>
              <a:off x="5261668" y="3087442"/>
              <a:ext cx="159863" cy="105119"/>
            </a:xfrm>
            <a:prstGeom prst="roundRect">
              <a:avLst>
                <a:gd name="adj" fmla="val 9838"/>
              </a:avLst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0" tIns="0" rIns="0" b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endParaRPr kumimoji="0" lang="ko-KR" altLang="en-US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2020603020101020101" pitchFamily="18" charset="-127"/>
              </a:endParaRPr>
            </a:p>
          </p:txBody>
        </p:sp>
        <p:sp>
          <p:nvSpPr>
            <p:cNvPr id="1299" name="직사각형 166">
              <a:extLst>
                <a:ext uri="{FF2B5EF4-FFF2-40B4-BE49-F238E27FC236}">
                  <a16:creationId xmlns:a16="http://schemas.microsoft.com/office/drawing/2014/main" id="{5105F9D7-07CB-CD57-E1C2-339F2881E58D}"/>
                </a:ext>
              </a:extLst>
            </p:cNvPr>
            <p:cNvSpPr/>
            <p:nvPr/>
          </p:nvSpPr>
          <p:spPr bwMode="auto">
            <a:xfrm>
              <a:off x="5445378" y="3087442"/>
              <a:ext cx="159863" cy="105119"/>
            </a:xfrm>
            <a:prstGeom prst="roundRect">
              <a:avLst>
                <a:gd name="adj" fmla="val 9838"/>
              </a:avLst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0" tIns="0" rIns="0" b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endParaRPr kumimoji="0" lang="ko-KR" altLang="en-US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2020603020101020101" pitchFamily="18" charset="-127"/>
              </a:endParaRPr>
            </a:p>
          </p:txBody>
        </p:sp>
        <p:sp>
          <p:nvSpPr>
            <p:cNvPr id="1300" name="직사각형 166">
              <a:extLst>
                <a:ext uri="{FF2B5EF4-FFF2-40B4-BE49-F238E27FC236}">
                  <a16:creationId xmlns:a16="http://schemas.microsoft.com/office/drawing/2014/main" id="{C1CCAC4A-F32C-79C5-3903-95FD1BBB0FC9}"/>
                </a:ext>
              </a:extLst>
            </p:cNvPr>
            <p:cNvSpPr/>
            <p:nvPr/>
          </p:nvSpPr>
          <p:spPr bwMode="auto">
            <a:xfrm>
              <a:off x="5737312" y="3087371"/>
              <a:ext cx="159863" cy="105119"/>
            </a:xfrm>
            <a:prstGeom prst="roundRect">
              <a:avLst>
                <a:gd name="adj" fmla="val 9838"/>
              </a:avLst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no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endParaRPr kumimoji="0" lang="ko-KR" altLang="en-US" sz="4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2020603020101020101" pitchFamily="18" charset="-127"/>
              </a:endParaRPr>
            </a:p>
          </p:txBody>
        </p:sp>
        <p:sp>
          <p:nvSpPr>
            <p:cNvPr id="1301" name="TextBox 1300">
              <a:extLst>
                <a:ext uri="{FF2B5EF4-FFF2-40B4-BE49-F238E27FC236}">
                  <a16:creationId xmlns:a16="http://schemas.microsoft.com/office/drawing/2014/main" id="{F173BDB0-08C4-E742-918B-9FE03B2A7842}"/>
                </a:ext>
              </a:extLst>
            </p:cNvPr>
            <p:cNvSpPr txBox="1"/>
            <p:nvPr/>
          </p:nvSpPr>
          <p:spPr>
            <a:xfrm>
              <a:off x="5203543" y="3063296"/>
              <a:ext cx="68215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K8S</a:t>
              </a:r>
              <a:r>
                <a: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 </a:t>
              </a: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Worker Nodes</a:t>
              </a:r>
              <a:endParaRPr kumimoji="0" lang="ko-KR" altLang="en-US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2020603020101020101" pitchFamily="18" charset="-127"/>
              </a:endParaRPr>
            </a:p>
          </p:txBody>
        </p:sp>
        <p:sp>
          <p:nvSpPr>
            <p:cNvPr id="1302" name="직사각형 1301">
              <a:extLst>
                <a:ext uri="{FF2B5EF4-FFF2-40B4-BE49-F238E27FC236}">
                  <a16:creationId xmlns:a16="http://schemas.microsoft.com/office/drawing/2014/main" id="{DB966074-2A78-1207-4EAB-C213DCCE93FC}"/>
                </a:ext>
              </a:extLst>
            </p:cNvPr>
            <p:cNvSpPr/>
            <p:nvPr/>
          </p:nvSpPr>
          <p:spPr>
            <a:xfrm>
              <a:off x="5537540" y="3018045"/>
              <a:ext cx="264677" cy="24622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0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…</a:t>
              </a:r>
            </a:p>
          </p:txBody>
        </p:sp>
        <p:grpSp>
          <p:nvGrpSpPr>
            <p:cNvPr id="1303" name="그룹 1302">
              <a:extLst>
                <a:ext uri="{FF2B5EF4-FFF2-40B4-BE49-F238E27FC236}">
                  <a16:creationId xmlns:a16="http://schemas.microsoft.com/office/drawing/2014/main" id="{EC923450-4B66-5EE9-A955-BB0DCDDDE780}"/>
                </a:ext>
              </a:extLst>
            </p:cNvPr>
            <p:cNvGrpSpPr/>
            <p:nvPr/>
          </p:nvGrpSpPr>
          <p:grpSpPr>
            <a:xfrm>
              <a:off x="3984937" y="3554901"/>
              <a:ext cx="945655" cy="161583"/>
              <a:chOff x="9163809" y="4929330"/>
              <a:chExt cx="1286790" cy="350704"/>
            </a:xfrm>
          </p:grpSpPr>
          <p:grpSp>
            <p:nvGrpSpPr>
              <p:cNvPr id="1304" name="그룹 1303">
                <a:extLst>
                  <a:ext uri="{FF2B5EF4-FFF2-40B4-BE49-F238E27FC236}">
                    <a16:creationId xmlns:a16="http://schemas.microsoft.com/office/drawing/2014/main" id="{AEA1B252-FEBB-0629-D159-ED694C05BD60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0254529" y="4988627"/>
                <a:ext cx="196070" cy="227564"/>
                <a:chOff x="11751901" y="4267727"/>
                <a:chExt cx="1085614" cy="1260000"/>
              </a:xfrm>
            </p:grpSpPr>
            <p:sp>
              <p:nvSpPr>
                <p:cNvPr id="1333" name="사각형: 둥근 모서리 226">
                  <a:extLst>
                    <a:ext uri="{FF2B5EF4-FFF2-40B4-BE49-F238E27FC236}">
                      <a16:creationId xmlns:a16="http://schemas.microsoft.com/office/drawing/2014/main" id="{17A5E056-545C-4098-2C18-2871078EEE68}"/>
                    </a:ext>
                  </a:extLst>
                </p:cNvPr>
                <p:cNvSpPr/>
                <p:nvPr/>
              </p:nvSpPr>
              <p:spPr>
                <a:xfrm>
                  <a:off x="11751901" y="4271686"/>
                  <a:ext cx="911712" cy="1252077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  <p:grpSp>
              <p:nvGrpSpPr>
                <p:cNvPr id="1334" name="그룹 1333">
                  <a:extLst>
                    <a:ext uri="{FF2B5EF4-FFF2-40B4-BE49-F238E27FC236}">
                      <a16:creationId xmlns:a16="http://schemas.microsoft.com/office/drawing/2014/main" id="{3E09BEDB-4FF3-F6EA-53F9-39191233A8CE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1335" name="Freeform 230">
                    <a:extLst>
                      <a:ext uri="{FF2B5EF4-FFF2-40B4-BE49-F238E27FC236}">
                        <a16:creationId xmlns:a16="http://schemas.microsoft.com/office/drawing/2014/main" id="{3B5F2CA5-C397-71A3-D1B8-047A4809A71B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sp>
                <p:nvSpPr>
                  <p:cNvPr id="1336" name="Freeform 231">
                    <a:extLst>
                      <a:ext uri="{FF2B5EF4-FFF2-40B4-BE49-F238E27FC236}">
                        <a16:creationId xmlns:a16="http://schemas.microsoft.com/office/drawing/2014/main" id="{A836F2E3-53D0-0C24-7B03-DBAFB7C2721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</p:grpSp>
          </p:grpSp>
          <p:grpSp>
            <p:nvGrpSpPr>
              <p:cNvPr id="1305" name="그룹 1304">
                <a:extLst>
                  <a:ext uri="{FF2B5EF4-FFF2-40B4-BE49-F238E27FC236}">
                    <a16:creationId xmlns:a16="http://schemas.microsoft.com/office/drawing/2014/main" id="{B11E97FE-5F3C-9508-7D8C-089637B0A652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9163809" y="4987591"/>
                <a:ext cx="196066" cy="227564"/>
                <a:chOff x="11751920" y="4267727"/>
                <a:chExt cx="1085595" cy="1260000"/>
              </a:xfrm>
            </p:grpSpPr>
            <p:sp>
              <p:nvSpPr>
                <p:cNvPr id="1329" name="사각형: 둥근 모서리 226">
                  <a:extLst>
                    <a:ext uri="{FF2B5EF4-FFF2-40B4-BE49-F238E27FC236}">
                      <a16:creationId xmlns:a16="http://schemas.microsoft.com/office/drawing/2014/main" id="{C09A9D56-7385-6456-E4A7-317EB9EE2369}"/>
                    </a:ext>
                  </a:extLst>
                </p:cNvPr>
                <p:cNvSpPr/>
                <p:nvPr/>
              </p:nvSpPr>
              <p:spPr>
                <a:xfrm>
                  <a:off x="11751920" y="4271687"/>
                  <a:ext cx="911715" cy="1252078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  <p:grpSp>
              <p:nvGrpSpPr>
                <p:cNvPr id="1330" name="그룹 1329">
                  <a:extLst>
                    <a:ext uri="{FF2B5EF4-FFF2-40B4-BE49-F238E27FC236}">
                      <a16:creationId xmlns:a16="http://schemas.microsoft.com/office/drawing/2014/main" id="{14D467F9-DE39-F460-F79C-6C8772341232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1331" name="Freeform 230">
                    <a:extLst>
                      <a:ext uri="{FF2B5EF4-FFF2-40B4-BE49-F238E27FC236}">
                        <a16:creationId xmlns:a16="http://schemas.microsoft.com/office/drawing/2014/main" id="{677E97FA-BAF2-2E24-68E8-013805889C5E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sp>
                <p:nvSpPr>
                  <p:cNvPr id="1332" name="Freeform 231">
                    <a:extLst>
                      <a:ext uri="{FF2B5EF4-FFF2-40B4-BE49-F238E27FC236}">
                        <a16:creationId xmlns:a16="http://schemas.microsoft.com/office/drawing/2014/main" id="{9F7459D5-DE58-33BD-D959-7BB7E61AB37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</p:grpSp>
          </p:grpSp>
          <p:grpSp>
            <p:nvGrpSpPr>
              <p:cNvPr id="1306" name="그룹 1305">
                <a:extLst>
                  <a:ext uri="{FF2B5EF4-FFF2-40B4-BE49-F238E27FC236}">
                    <a16:creationId xmlns:a16="http://schemas.microsoft.com/office/drawing/2014/main" id="{7E9540F8-7BB8-4FCE-9538-2F6137014A76}"/>
                  </a:ext>
                </a:extLst>
              </p:cNvPr>
              <p:cNvGrpSpPr/>
              <p:nvPr/>
            </p:nvGrpSpPr>
            <p:grpSpPr>
              <a:xfrm>
                <a:off x="9396941" y="4929330"/>
                <a:ext cx="864095" cy="350704"/>
                <a:chOff x="214860" y="5316164"/>
                <a:chExt cx="864095" cy="350704"/>
              </a:xfrm>
            </p:grpSpPr>
            <p:grpSp>
              <p:nvGrpSpPr>
                <p:cNvPr id="1307" name="그룹 1306">
                  <a:extLst>
                    <a:ext uri="{FF2B5EF4-FFF2-40B4-BE49-F238E27FC236}">
                      <a16:creationId xmlns:a16="http://schemas.microsoft.com/office/drawing/2014/main" id="{DDE0F64B-5D01-DDEA-1286-04DC56CE7B1E}"/>
                    </a:ext>
                  </a:extLst>
                </p:cNvPr>
                <p:cNvGrpSpPr/>
                <p:nvPr/>
              </p:nvGrpSpPr>
              <p:grpSpPr>
                <a:xfrm>
                  <a:off x="214860" y="5374425"/>
                  <a:ext cx="360560" cy="227564"/>
                  <a:chOff x="-1249711" y="5207925"/>
                  <a:chExt cx="723475" cy="456614"/>
                </a:xfrm>
              </p:grpSpPr>
              <p:grpSp>
                <p:nvGrpSpPr>
                  <p:cNvPr id="1319" name="그룹 1318">
                    <a:extLst>
                      <a:ext uri="{FF2B5EF4-FFF2-40B4-BE49-F238E27FC236}">
                        <a16:creationId xmlns:a16="http://schemas.microsoft.com/office/drawing/2014/main" id="{E9B537A6-CEA1-1704-A201-575848D1884F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-1249711" y="5207925"/>
                    <a:ext cx="331998" cy="456614"/>
                    <a:chOff x="11921385" y="4267725"/>
                    <a:chExt cx="916126" cy="1260000"/>
                  </a:xfrm>
                </p:grpSpPr>
                <p:sp>
                  <p:nvSpPr>
                    <p:cNvPr id="1325" name="사각형: 둥근 모서리 288">
                      <a:extLst>
                        <a:ext uri="{FF2B5EF4-FFF2-40B4-BE49-F238E27FC236}">
                          <a16:creationId xmlns:a16="http://schemas.microsoft.com/office/drawing/2014/main" id="{B301B7F0-D78F-34A2-2222-F98EFEB8BBE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923596" y="4271687"/>
                      <a:ext cx="911716" cy="1252078"/>
                    </a:xfrm>
                    <a:prstGeom prst="roundRect">
                      <a:avLst>
                        <a:gd name="adj" fmla="val 7097"/>
                      </a:avLst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-3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  <p:grpSp>
                  <p:nvGrpSpPr>
                    <p:cNvPr id="1326" name="그룹 1325">
                      <a:extLst>
                        <a:ext uri="{FF2B5EF4-FFF2-40B4-BE49-F238E27FC236}">
                          <a16:creationId xmlns:a16="http://schemas.microsoft.com/office/drawing/2014/main" id="{E919BBB6-ACB9-9026-47F7-267CBC403FEE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>
                    <a:xfrm>
                      <a:off x="11921389" y="4267727"/>
                      <a:ext cx="916126" cy="1260000"/>
                      <a:chOff x="14485938" y="-2571751"/>
                      <a:chExt cx="554038" cy="762000"/>
                    </a:xfrm>
                    <a:solidFill>
                      <a:srgbClr val="262626"/>
                    </a:solidFill>
                  </p:grpSpPr>
                  <p:sp>
                    <p:nvSpPr>
                      <p:cNvPr id="1327" name="Freeform 230">
                        <a:extLst>
                          <a:ext uri="{FF2B5EF4-FFF2-40B4-BE49-F238E27FC236}">
                            <a16:creationId xmlns:a16="http://schemas.microsoft.com/office/drawing/2014/main" id="{52A9E51F-1C6A-88B0-D7B8-E7AF8D5C2D10}"/>
                          </a:ext>
                        </a:extLst>
                      </p:cNvPr>
                      <p:cNvSpPr>
                        <a:spLocks noEditPoints="1"/>
                      </p:cNvSpPr>
                      <p:nvPr/>
                    </p:nvSpPr>
                    <p:spPr bwMode="auto">
                      <a:xfrm>
                        <a:off x="14485938" y="-2571751"/>
                        <a:ext cx="554038" cy="762000"/>
                      </a:xfrm>
                      <a:custGeom>
                        <a:avLst/>
                        <a:gdLst>
                          <a:gd name="T0" fmla="*/ 137 w 147"/>
                          <a:gd name="T1" fmla="*/ 0 h 200"/>
                          <a:gd name="T2" fmla="*/ 10 w 147"/>
                          <a:gd name="T3" fmla="*/ 0 h 200"/>
                          <a:gd name="T4" fmla="*/ 0 w 147"/>
                          <a:gd name="T5" fmla="*/ 10 h 200"/>
                          <a:gd name="T6" fmla="*/ 0 w 147"/>
                          <a:gd name="T7" fmla="*/ 190 h 200"/>
                          <a:gd name="T8" fmla="*/ 10 w 147"/>
                          <a:gd name="T9" fmla="*/ 200 h 200"/>
                          <a:gd name="T10" fmla="*/ 137 w 147"/>
                          <a:gd name="T11" fmla="*/ 200 h 200"/>
                          <a:gd name="T12" fmla="*/ 140 w 147"/>
                          <a:gd name="T13" fmla="*/ 199 h 200"/>
                          <a:gd name="T14" fmla="*/ 146 w 147"/>
                          <a:gd name="T15" fmla="*/ 193 h 200"/>
                          <a:gd name="T16" fmla="*/ 147 w 147"/>
                          <a:gd name="T17" fmla="*/ 190 h 200"/>
                          <a:gd name="T18" fmla="*/ 147 w 147"/>
                          <a:gd name="T19" fmla="*/ 10 h 200"/>
                          <a:gd name="T20" fmla="*/ 137 w 147"/>
                          <a:gd name="T21" fmla="*/ 0 h 200"/>
                          <a:gd name="T22" fmla="*/ 139 w 147"/>
                          <a:gd name="T23" fmla="*/ 189 h 200"/>
                          <a:gd name="T24" fmla="*/ 135 w 147"/>
                          <a:gd name="T25" fmla="*/ 192 h 200"/>
                          <a:gd name="T26" fmla="*/ 10 w 147"/>
                          <a:gd name="T27" fmla="*/ 192 h 200"/>
                          <a:gd name="T28" fmla="*/ 8 w 147"/>
                          <a:gd name="T29" fmla="*/ 190 h 200"/>
                          <a:gd name="T30" fmla="*/ 8 w 147"/>
                          <a:gd name="T31" fmla="*/ 10 h 200"/>
                          <a:gd name="T32" fmla="*/ 10 w 147"/>
                          <a:gd name="T33" fmla="*/ 8 h 200"/>
                          <a:gd name="T34" fmla="*/ 137 w 147"/>
                          <a:gd name="T35" fmla="*/ 8 h 200"/>
                          <a:gd name="T36" fmla="*/ 139 w 147"/>
                          <a:gd name="T37" fmla="*/ 10 h 200"/>
                          <a:gd name="T38" fmla="*/ 139 w 147"/>
                          <a:gd name="T39" fmla="*/ 189 h 200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</a:cxnLst>
                        <a:rect l="0" t="0" r="r" b="b"/>
                        <a:pathLst>
                          <a:path w="147" h="200">
                            <a:moveTo>
                              <a:pt x="137" y="0"/>
                            </a:moveTo>
                            <a:cubicBezTo>
                              <a:pt x="10" y="0"/>
                              <a:pt x="10" y="0"/>
                              <a:pt x="10" y="0"/>
                            </a:cubicBezTo>
                            <a:cubicBezTo>
                              <a:pt x="4" y="0"/>
                              <a:pt x="0" y="5"/>
                              <a:pt x="0" y="10"/>
                            </a:cubicBezTo>
                            <a:cubicBezTo>
                              <a:pt x="0" y="190"/>
                              <a:pt x="0" y="190"/>
                              <a:pt x="0" y="190"/>
                            </a:cubicBezTo>
                            <a:cubicBezTo>
                              <a:pt x="0" y="196"/>
                              <a:pt x="4" y="200"/>
                              <a:pt x="10" y="200"/>
                            </a:cubicBezTo>
                            <a:cubicBezTo>
                              <a:pt x="137" y="200"/>
                              <a:pt x="137" y="200"/>
                              <a:pt x="137" y="200"/>
                            </a:cubicBezTo>
                            <a:cubicBezTo>
                              <a:pt x="138" y="200"/>
                              <a:pt x="139" y="200"/>
                              <a:pt x="140" y="199"/>
                            </a:cubicBezTo>
                            <a:cubicBezTo>
                              <a:pt x="146" y="193"/>
                              <a:pt x="146" y="193"/>
                              <a:pt x="146" y="193"/>
                            </a:cubicBezTo>
                            <a:cubicBezTo>
                              <a:pt x="146" y="192"/>
                              <a:pt x="147" y="191"/>
                              <a:pt x="147" y="190"/>
                            </a:cubicBezTo>
                            <a:cubicBezTo>
                              <a:pt x="147" y="10"/>
                              <a:pt x="147" y="10"/>
                              <a:pt x="147" y="10"/>
                            </a:cubicBezTo>
                            <a:cubicBezTo>
                              <a:pt x="147" y="5"/>
                              <a:pt x="142" y="0"/>
                              <a:pt x="137" y="0"/>
                            </a:cubicBezTo>
                            <a:close/>
                            <a:moveTo>
                              <a:pt x="139" y="189"/>
                            </a:moveTo>
                            <a:cubicBezTo>
                              <a:pt x="135" y="192"/>
                              <a:pt x="135" y="192"/>
                              <a:pt x="135" y="192"/>
                            </a:cubicBezTo>
                            <a:cubicBezTo>
                              <a:pt x="10" y="192"/>
                              <a:pt x="10" y="192"/>
                              <a:pt x="10" y="192"/>
                            </a:cubicBezTo>
                            <a:cubicBezTo>
                              <a:pt x="9" y="192"/>
                              <a:pt x="8" y="191"/>
                              <a:pt x="8" y="190"/>
                            </a:cubicBezTo>
                            <a:cubicBezTo>
                              <a:pt x="8" y="10"/>
                              <a:pt x="8" y="10"/>
                              <a:pt x="8" y="10"/>
                            </a:cubicBezTo>
                            <a:cubicBezTo>
                              <a:pt x="8" y="9"/>
                              <a:pt x="9" y="8"/>
                              <a:pt x="10" y="8"/>
                            </a:cubicBezTo>
                            <a:cubicBezTo>
                              <a:pt x="137" y="8"/>
                              <a:pt x="137" y="8"/>
                              <a:pt x="137" y="8"/>
                            </a:cubicBezTo>
                            <a:cubicBezTo>
                              <a:pt x="138" y="8"/>
                              <a:pt x="139" y="9"/>
                              <a:pt x="139" y="10"/>
                            </a:cubicBezTo>
                            <a:lnTo>
                              <a:pt x="139" y="189"/>
                            </a:lnTo>
                            <a:close/>
                          </a:path>
                        </a:pathLst>
                      </a:custGeom>
                      <a:grpFill/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ko-KR" altLang="en-US" sz="1600" b="0" i="0" u="none" strike="noStrike" kern="1200" cap="none" spc="0" normalizeH="0" baseline="0" noProof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ea typeface="KoPub돋움체 Medium"/>
                          <a:cs typeface="Arial"/>
                        </a:endParaRPr>
                      </a:p>
                    </p:txBody>
                  </p:sp>
                  <p:sp>
                    <p:nvSpPr>
                      <p:cNvPr id="1328" name="Freeform 231">
                        <a:extLst>
                          <a:ext uri="{FF2B5EF4-FFF2-40B4-BE49-F238E27FC236}">
                            <a16:creationId xmlns:a16="http://schemas.microsoft.com/office/drawing/2014/main" id="{791BF017-CFB8-B008-A8F7-6D663A84097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4603413" y="-2403476"/>
                        <a:ext cx="315913" cy="30163"/>
                      </a:xfrm>
                      <a:custGeom>
                        <a:avLst/>
                        <a:gdLst>
                          <a:gd name="T0" fmla="*/ 80 w 84"/>
                          <a:gd name="T1" fmla="*/ 0 h 8"/>
                          <a:gd name="T2" fmla="*/ 4 w 84"/>
                          <a:gd name="T3" fmla="*/ 0 h 8"/>
                          <a:gd name="T4" fmla="*/ 0 w 84"/>
                          <a:gd name="T5" fmla="*/ 4 h 8"/>
                          <a:gd name="T6" fmla="*/ 4 w 84"/>
                          <a:gd name="T7" fmla="*/ 8 h 8"/>
                          <a:gd name="T8" fmla="*/ 80 w 84"/>
                          <a:gd name="T9" fmla="*/ 8 h 8"/>
                          <a:gd name="T10" fmla="*/ 84 w 84"/>
                          <a:gd name="T11" fmla="*/ 4 h 8"/>
                          <a:gd name="T12" fmla="*/ 80 w 84"/>
                          <a:gd name="T13" fmla="*/ 0 h 8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84" h="8">
                            <a:moveTo>
                              <a:pt x="80" y="0"/>
                            </a:moveTo>
                            <a:cubicBezTo>
                              <a:pt x="4" y="0"/>
                              <a:pt x="4" y="0"/>
                              <a:pt x="4" y="0"/>
                            </a:cubicBezTo>
                            <a:cubicBezTo>
                              <a:pt x="2" y="0"/>
                              <a:pt x="0" y="2"/>
                              <a:pt x="0" y="4"/>
                            </a:cubicBezTo>
                            <a:cubicBezTo>
                              <a:pt x="0" y="6"/>
                              <a:pt x="2" y="8"/>
                              <a:pt x="4" y="8"/>
                            </a:cubicBezTo>
                            <a:cubicBezTo>
                              <a:pt x="80" y="8"/>
                              <a:pt x="80" y="8"/>
                              <a:pt x="80" y="8"/>
                            </a:cubicBezTo>
                            <a:cubicBezTo>
                              <a:pt x="82" y="8"/>
                              <a:pt x="84" y="6"/>
                              <a:pt x="84" y="4"/>
                            </a:cubicBezTo>
                            <a:cubicBezTo>
                              <a:pt x="84" y="2"/>
                              <a:pt x="82" y="0"/>
                              <a:pt x="80" y="0"/>
                            </a:cubicBezTo>
                            <a:close/>
                          </a:path>
                        </a:pathLst>
                      </a:custGeom>
                      <a:grpFill/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ko-KR" altLang="en-US" sz="1600" b="0" i="0" u="none" strike="noStrike" kern="1200" cap="none" spc="0" normalizeH="0" baseline="0" noProof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ea typeface="KoPub돋움체 Medium"/>
                          <a:cs typeface="Arial"/>
                        </a:endParaRPr>
                      </a:p>
                    </p:txBody>
                  </p:sp>
                </p:grpSp>
              </p:grpSp>
              <p:grpSp>
                <p:nvGrpSpPr>
                  <p:cNvPr id="1320" name="그룹 1319">
                    <a:extLst>
                      <a:ext uri="{FF2B5EF4-FFF2-40B4-BE49-F238E27FC236}">
                        <a16:creationId xmlns:a16="http://schemas.microsoft.com/office/drawing/2014/main" id="{39E68516-3B00-8BEF-A805-C98FAEF69CBD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-858234" y="5207925"/>
                    <a:ext cx="331998" cy="456614"/>
                    <a:chOff x="11921385" y="4267725"/>
                    <a:chExt cx="916126" cy="1260000"/>
                  </a:xfrm>
                </p:grpSpPr>
                <p:sp>
                  <p:nvSpPr>
                    <p:cNvPr id="1321" name="사각형: 둥근 모서리 284">
                      <a:extLst>
                        <a:ext uri="{FF2B5EF4-FFF2-40B4-BE49-F238E27FC236}">
                          <a16:creationId xmlns:a16="http://schemas.microsoft.com/office/drawing/2014/main" id="{818AFC56-B3FB-435F-06B9-EDAA27C44A5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923596" y="4271687"/>
                      <a:ext cx="911716" cy="1252078"/>
                    </a:xfrm>
                    <a:prstGeom prst="roundRect">
                      <a:avLst>
                        <a:gd name="adj" fmla="val 7097"/>
                      </a:avLst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-3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  <p:grpSp>
                  <p:nvGrpSpPr>
                    <p:cNvPr id="1322" name="그룹 1321">
                      <a:extLst>
                        <a:ext uri="{FF2B5EF4-FFF2-40B4-BE49-F238E27FC236}">
                          <a16:creationId xmlns:a16="http://schemas.microsoft.com/office/drawing/2014/main" id="{7F0DE1B7-8FA9-A95F-83B9-F36F825CB438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>
                    <a:xfrm>
                      <a:off x="11921389" y="4267727"/>
                      <a:ext cx="916126" cy="1260000"/>
                      <a:chOff x="14485938" y="-2571751"/>
                      <a:chExt cx="554038" cy="762000"/>
                    </a:xfrm>
                    <a:solidFill>
                      <a:srgbClr val="262626"/>
                    </a:solidFill>
                  </p:grpSpPr>
                  <p:sp>
                    <p:nvSpPr>
                      <p:cNvPr id="1323" name="Freeform 230">
                        <a:extLst>
                          <a:ext uri="{FF2B5EF4-FFF2-40B4-BE49-F238E27FC236}">
                            <a16:creationId xmlns:a16="http://schemas.microsoft.com/office/drawing/2014/main" id="{CF502E6A-6668-4B7E-6D14-A9A31D653F37}"/>
                          </a:ext>
                        </a:extLst>
                      </p:cNvPr>
                      <p:cNvSpPr>
                        <a:spLocks noEditPoints="1"/>
                      </p:cNvSpPr>
                      <p:nvPr/>
                    </p:nvSpPr>
                    <p:spPr bwMode="auto">
                      <a:xfrm>
                        <a:off x="14485938" y="-2571751"/>
                        <a:ext cx="554038" cy="762000"/>
                      </a:xfrm>
                      <a:custGeom>
                        <a:avLst/>
                        <a:gdLst>
                          <a:gd name="T0" fmla="*/ 137 w 147"/>
                          <a:gd name="T1" fmla="*/ 0 h 200"/>
                          <a:gd name="T2" fmla="*/ 10 w 147"/>
                          <a:gd name="T3" fmla="*/ 0 h 200"/>
                          <a:gd name="T4" fmla="*/ 0 w 147"/>
                          <a:gd name="T5" fmla="*/ 10 h 200"/>
                          <a:gd name="T6" fmla="*/ 0 w 147"/>
                          <a:gd name="T7" fmla="*/ 190 h 200"/>
                          <a:gd name="T8" fmla="*/ 10 w 147"/>
                          <a:gd name="T9" fmla="*/ 200 h 200"/>
                          <a:gd name="T10" fmla="*/ 137 w 147"/>
                          <a:gd name="T11" fmla="*/ 200 h 200"/>
                          <a:gd name="T12" fmla="*/ 140 w 147"/>
                          <a:gd name="T13" fmla="*/ 199 h 200"/>
                          <a:gd name="T14" fmla="*/ 146 w 147"/>
                          <a:gd name="T15" fmla="*/ 193 h 200"/>
                          <a:gd name="T16" fmla="*/ 147 w 147"/>
                          <a:gd name="T17" fmla="*/ 190 h 200"/>
                          <a:gd name="T18" fmla="*/ 147 w 147"/>
                          <a:gd name="T19" fmla="*/ 10 h 200"/>
                          <a:gd name="T20" fmla="*/ 137 w 147"/>
                          <a:gd name="T21" fmla="*/ 0 h 200"/>
                          <a:gd name="T22" fmla="*/ 139 w 147"/>
                          <a:gd name="T23" fmla="*/ 189 h 200"/>
                          <a:gd name="T24" fmla="*/ 135 w 147"/>
                          <a:gd name="T25" fmla="*/ 192 h 200"/>
                          <a:gd name="T26" fmla="*/ 10 w 147"/>
                          <a:gd name="T27" fmla="*/ 192 h 200"/>
                          <a:gd name="T28" fmla="*/ 8 w 147"/>
                          <a:gd name="T29" fmla="*/ 190 h 200"/>
                          <a:gd name="T30" fmla="*/ 8 w 147"/>
                          <a:gd name="T31" fmla="*/ 10 h 200"/>
                          <a:gd name="T32" fmla="*/ 10 w 147"/>
                          <a:gd name="T33" fmla="*/ 8 h 200"/>
                          <a:gd name="T34" fmla="*/ 137 w 147"/>
                          <a:gd name="T35" fmla="*/ 8 h 200"/>
                          <a:gd name="T36" fmla="*/ 139 w 147"/>
                          <a:gd name="T37" fmla="*/ 10 h 200"/>
                          <a:gd name="T38" fmla="*/ 139 w 147"/>
                          <a:gd name="T39" fmla="*/ 189 h 200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</a:cxnLst>
                        <a:rect l="0" t="0" r="r" b="b"/>
                        <a:pathLst>
                          <a:path w="147" h="200">
                            <a:moveTo>
                              <a:pt x="137" y="0"/>
                            </a:moveTo>
                            <a:cubicBezTo>
                              <a:pt x="10" y="0"/>
                              <a:pt x="10" y="0"/>
                              <a:pt x="10" y="0"/>
                            </a:cubicBezTo>
                            <a:cubicBezTo>
                              <a:pt x="4" y="0"/>
                              <a:pt x="0" y="5"/>
                              <a:pt x="0" y="10"/>
                            </a:cubicBezTo>
                            <a:cubicBezTo>
                              <a:pt x="0" y="190"/>
                              <a:pt x="0" y="190"/>
                              <a:pt x="0" y="190"/>
                            </a:cubicBezTo>
                            <a:cubicBezTo>
                              <a:pt x="0" y="196"/>
                              <a:pt x="4" y="200"/>
                              <a:pt x="10" y="200"/>
                            </a:cubicBezTo>
                            <a:cubicBezTo>
                              <a:pt x="137" y="200"/>
                              <a:pt x="137" y="200"/>
                              <a:pt x="137" y="200"/>
                            </a:cubicBezTo>
                            <a:cubicBezTo>
                              <a:pt x="138" y="200"/>
                              <a:pt x="139" y="200"/>
                              <a:pt x="140" y="199"/>
                            </a:cubicBezTo>
                            <a:cubicBezTo>
                              <a:pt x="146" y="193"/>
                              <a:pt x="146" y="193"/>
                              <a:pt x="146" y="193"/>
                            </a:cubicBezTo>
                            <a:cubicBezTo>
                              <a:pt x="146" y="192"/>
                              <a:pt x="147" y="191"/>
                              <a:pt x="147" y="190"/>
                            </a:cubicBezTo>
                            <a:cubicBezTo>
                              <a:pt x="147" y="10"/>
                              <a:pt x="147" y="10"/>
                              <a:pt x="147" y="10"/>
                            </a:cubicBezTo>
                            <a:cubicBezTo>
                              <a:pt x="147" y="5"/>
                              <a:pt x="142" y="0"/>
                              <a:pt x="137" y="0"/>
                            </a:cubicBezTo>
                            <a:close/>
                            <a:moveTo>
                              <a:pt x="139" y="189"/>
                            </a:moveTo>
                            <a:cubicBezTo>
                              <a:pt x="135" y="192"/>
                              <a:pt x="135" y="192"/>
                              <a:pt x="135" y="192"/>
                            </a:cubicBezTo>
                            <a:cubicBezTo>
                              <a:pt x="10" y="192"/>
                              <a:pt x="10" y="192"/>
                              <a:pt x="10" y="192"/>
                            </a:cubicBezTo>
                            <a:cubicBezTo>
                              <a:pt x="9" y="192"/>
                              <a:pt x="8" y="191"/>
                              <a:pt x="8" y="190"/>
                            </a:cubicBezTo>
                            <a:cubicBezTo>
                              <a:pt x="8" y="10"/>
                              <a:pt x="8" y="10"/>
                              <a:pt x="8" y="10"/>
                            </a:cubicBezTo>
                            <a:cubicBezTo>
                              <a:pt x="8" y="9"/>
                              <a:pt x="9" y="8"/>
                              <a:pt x="10" y="8"/>
                            </a:cubicBezTo>
                            <a:cubicBezTo>
                              <a:pt x="137" y="8"/>
                              <a:pt x="137" y="8"/>
                              <a:pt x="137" y="8"/>
                            </a:cubicBezTo>
                            <a:cubicBezTo>
                              <a:pt x="138" y="8"/>
                              <a:pt x="139" y="9"/>
                              <a:pt x="139" y="10"/>
                            </a:cubicBezTo>
                            <a:lnTo>
                              <a:pt x="139" y="189"/>
                            </a:lnTo>
                            <a:close/>
                          </a:path>
                        </a:pathLst>
                      </a:custGeom>
                      <a:grpFill/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ko-KR" altLang="en-US" sz="1600" b="0" i="0" u="none" strike="noStrike" kern="1200" cap="none" spc="0" normalizeH="0" baseline="0" noProof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ea typeface="KoPub돋움체 Medium"/>
                          <a:cs typeface="Arial"/>
                        </a:endParaRPr>
                      </a:p>
                    </p:txBody>
                  </p:sp>
                  <p:sp>
                    <p:nvSpPr>
                      <p:cNvPr id="1324" name="Freeform 231">
                        <a:extLst>
                          <a:ext uri="{FF2B5EF4-FFF2-40B4-BE49-F238E27FC236}">
                            <a16:creationId xmlns:a16="http://schemas.microsoft.com/office/drawing/2014/main" id="{7F98C3A7-DC0C-8875-4708-47879DBB644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4603413" y="-2403476"/>
                        <a:ext cx="315913" cy="30163"/>
                      </a:xfrm>
                      <a:custGeom>
                        <a:avLst/>
                        <a:gdLst>
                          <a:gd name="T0" fmla="*/ 80 w 84"/>
                          <a:gd name="T1" fmla="*/ 0 h 8"/>
                          <a:gd name="T2" fmla="*/ 4 w 84"/>
                          <a:gd name="T3" fmla="*/ 0 h 8"/>
                          <a:gd name="T4" fmla="*/ 0 w 84"/>
                          <a:gd name="T5" fmla="*/ 4 h 8"/>
                          <a:gd name="T6" fmla="*/ 4 w 84"/>
                          <a:gd name="T7" fmla="*/ 8 h 8"/>
                          <a:gd name="T8" fmla="*/ 80 w 84"/>
                          <a:gd name="T9" fmla="*/ 8 h 8"/>
                          <a:gd name="T10" fmla="*/ 84 w 84"/>
                          <a:gd name="T11" fmla="*/ 4 h 8"/>
                          <a:gd name="T12" fmla="*/ 80 w 84"/>
                          <a:gd name="T13" fmla="*/ 0 h 8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84" h="8">
                            <a:moveTo>
                              <a:pt x="80" y="0"/>
                            </a:moveTo>
                            <a:cubicBezTo>
                              <a:pt x="4" y="0"/>
                              <a:pt x="4" y="0"/>
                              <a:pt x="4" y="0"/>
                            </a:cubicBezTo>
                            <a:cubicBezTo>
                              <a:pt x="2" y="0"/>
                              <a:pt x="0" y="2"/>
                              <a:pt x="0" y="4"/>
                            </a:cubicBezTo>
                            <a:cubicBezTo>
                              <a:pt x="0" y="6"/>
                              <a:pt x="2" y="8"/>
                              <a:pt x="4" y="8"/>
                            </a:cubicBezTo>
                            <a:cubicBezTo>
                              <a:pt x="80" y="8"/>
                              <a:pt x="80" y="8"/>
                              <a:pt x="80" y="8"/>
                            </a:cubicBezTo>
                            <a:cubicBezTo>
                              <a:pt x="82" y="8"/>
                              <a:pt x="84" y="6"/>
                              <a:pt x="84" y="4"/>
                            </a:cubicBezTo>
                            <a:cubicBezTo>
                              <a:pt x="84" y="2"/>
                              <a:pt x="82" y="0"/>
                              <a:pt x="80" y="0"/>
                            </a:cubicBezTo>
                            <a:close/>
                          </a:path>
                        </a:pathLst>
                      </a:custGeom>
                      <a:grpFill/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ko-KR" altLang="en-US" sz="1600" b="0" i="0" u="none" strike="noStrike" kern="1200" cap="none" spc="0" normalizeH="0" baseline="0" noProof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ea typeface="KoPub돋움체 Medium"/>
                          <a:cs typeface="Arial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1308" name="그룹 1307">
                  <a:extLst>
                    <a:ext uri="{FF2B5EF4-FFF2-40B4-BE49-F238E27FC236}">
                      <a16:creationId xmlns:a16="http://schemas.microsoft.com/office/drawing/2014/main" id="{DC330229-65FE-FDF4-101A-D646FD07AA07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882885" y="5375461"/>
                  <a:ext cx="196070" cy="227564"/>
                  <a:chOff x="11751901" y="4267727"/>
                  <a:chExt cx="1085614" cy="1260000"/>
                </a:xfrm>
              </p:grpSpPr>
              <p:sp>
                <p:nvSpPr>
                  <p:cNvPr id="1315" name="사각형: 둥근 모서리 226">
                    <a:extLst>
                      <a:ext uri="{FF2B5EF4-FFF2-40B4-BE49-F238E27FC236}">
                        <a16:creationId xmlns:a16="http://schemas.microsoft.com/office/drawing/2014/main" id="{9625DCE2-A8B7-F7C8-A206-15D1FEA12A4C}"/>
                      </a:ext>
                    </a:extLst>
                  </p:cNvPr>
                  <p:cNvSpPr/>
                  <p:nvPr/>
                </p:nvSpPr>
                <p:spPr>
                  <a:xfrm>
                    <a:off x="11751901" y="4271686"/>
                    <a:ext cx="911712" cy="1252077"/>
                  </a:xfrm>
                  <a:prstGeom prst="roundRect">
                    <a:avLst>
                      <a:gd name="adj" fmla="val 7097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-30" normalizeH="0" baseline="0" noProof="0" dirty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grpSp>
                <p:nvGrpSpPr>
                  <p:cNvPr id="1316" name="그룹 1315">
                    <a:extLst>
                      <a:ext uri="{FF2B5EF4-FFF2-40B4-BE49-F238E27FC236}">
                        <a16:creationId xmlns:a16="http://schemas.microsoft.com/office/drawing/2014/main" id="{D36CB666-031D-811D-9252-797C34811CAC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11921389" y="4267727"/>
                    <a:ext cx="916126" cy="1260000"/>
                    <a:chOff x="14485938" y="-2571751"/>
                    <a:chExt cx="554038" cy="762000"/>
                  </a:xfrm>
                  <a:solidFill>
                    <a:srgbClr val="262626"/>
                  </a:solidFill>
                </p:grpSpPr>
                <p:sp>
                  <p:nvSpPr>
                    <p:cNvPr id="1317" name="Freeform 230">
                      <a:extLst>
                        <a:ext uri="{FF2B5EF4-FFF2-40B4-BE49-F238E27FC236}">
                          <a16:creationId xmlns:a16="http://schemas.microsoft.com/office/drawing/2014/main" id="{CA06F71F-3780-F2CB-728D-D1DCFA94EE01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4485938" y="-2571751"/>
                      <a:ext cx="554038" cy="762000"/>
                    </a:xfrm>
                    <a:custGeom>
                      <a:avLst/>
                      <a:gdLst>
                        <a:gd name="T0" fmla="*/ 137 w 147"/>
                        <a:gd name="T1" fmla="*/ 0 h 200"/>
                        <a:gd name="T2" fmla="*/ 10 w 147"/>
                        <a:gd name="T3" fmla="*/ 0 h 200"/>
                        <a:gd name="T4" fmla="*/ 0 w 147"/>
                        <a:gd name="T5" fmla="*/ 10 h 200"/>
                        <a:gd name="T6" fmla="*/ 0 w 147"/>
                        <a:gd name="T7" fmla="*/ 190 h 200"/>
                        <a:gd name="T8" fmla="*/ 10 w 147"/>
                        <a:gd name="T9" fmla="*/ 200 h 200"/>
                        <a:gd name="T10" fmla="*/ 137 w 147"/>
                        <a:gd name="T11" fmla="*/ 200 h 200"/>
                        <a:gd name="T12" fmla="*/ 140 w 147"/>
                        <a:gd name="T13" fmla="*/ 199 h 200"/>
                        <a:gd name="T14" fmla="*/ 146 w 147"/>
                        <a:gd name="T15" fmla="*/ 193 h 200"/>
                        <a:gd name="T16" fmla="*/ 147 w 147"/>
                        <a:gd name="T17" fmla="*/ 190 h 200"/>
                        <a:gd name="T18" fmla="*/ 147 w 147"/>
                        <a:gd name="T19" fmla="*/ 10 h 200"/>
                        <a:gd name="T20" fmla="*/ 137 w 147"/>
                        <a:gd name="T21" fmla="*/ 0 h 200"/>
                        <a:gd name="T22" fmla="*/ 139 w 147"/>
                        <a:gd name="T23" fmla="*/ 189 h 200"/>
                        <a:gd name="T24" fmla="*/ 135 w 147"/>
                        <a:gd name="T25" fmla="*/ 192 h 200"/>
                        <a:gd name="T26" fmla="*/ 10 w 147"/>
                        <a:gd name="T27" fmla="*/ 192 h 200"/>
                        <a:gd name="T28" fmla="*/ 8 w 147"/>
                        <a:gd name="T29" fmla="*/ 190 h 200"/>
                        <a:gd name="T30" fmla="*/ 8 w 147"/>
                        <a:gd name="T31" fmla="*/ 10 h 200"/>
                        <a:gd name="T32" fmla="*/ 10 w 147"/>
                        <a:gd name="T33" fmla="*/ 8 h 200"/>
                        <a:gd name="T34" fmla="*/ 137 w 147"/>
                        <a:gd name="T35" fmla="*/ 8 h 200"/>
                        <a:gd name="T36" fmla="*/ 139 w 147"/>
                        <a:gd name="T37" fmla="*/ 10 h 200"/>
                        <a:gd name="T38" fmla="*/ 139 w 147"/>
                        <a:gd name="T39" fmla="*/ 189 h 2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</a:cxnLst>
                      <a:rect l="0" t="0" r="r" b="b"/>
                      <a:pathLst>
                        <a:path w="147" h="200">
                          <a:moveTo>
                            <a:pt x="137" y="0"/>
                          </a:moveTo>
                          <a:cubicBezTo>
                            <a:pt x="10" y="0"/>
                            <a:pt x="10" y="0"/>
                            <a:pt x="10" y="0"/>
                          </a:cubicBezTo>
                          <a:cubicBezTo>
                            <a:pt x="4" y="0"/>
                            <a:pt x="0" y="5"/>
                            <a:pt x="0" y="10"/>
                          </a:cubicBezTo>
                          <a:cubicBezTo>
                            <a:pt x="0" y="190"/>
                            <a:pt x="0" y="190"/>
                            <a:pt x="0" y="190"/>
                          </a:cubicBezTo>
                          <a:cubicBezTo>
                            <a:pt x="0" y="196"/>
                            <a:pt x="4" y="200"/>
                            <a:pt x="10" y="200"/>
                          </a:cubicBezTo>
                          <a:cubicBezTo>
                            <a:pt x="137" y="200"/>
                            <a:pt x="137" y="200"/>
                            <a:pt x="137" y="200"/>
                          </a:cubicBezTo>
                          <a:cubicBezTo>
                            <a:pt x="138" y="200"/>
                            <a:pt x="139" y="200"/>
                            <a:pt x="140" y="199"/>
                          </a:cubicBezTo>
                          <a:cubicBezTo>
                            <a:pt x="146" y="193"/>
                            <a:pt x="146" y="193"/>
                            <a:pt x="146" y="193"/>
                          </a:cubicBezTo>
                          <a:cubicBezTo>
                            <a:pt x="146" y="192"/>
                            <a:pt x="147" y="191"/>
                            <a:pt x="147" y="190"/>
                          </a:cubicBezTo>
                          <a:cubicBezTo>
                            <a:pt x="147" y="10"/>
                            <a:pt x="147" y="10"/>
                            <a:pt x="147" y="10"/>
                          </a:cubicBezTo>
                          <a:cubicBezTo>
                            <a:pt x="147" y="5"/>
                            <a:pt x="142" y="0"/>
                            <a:pt x="137" y="0"/>
                          </a:cubicBezTo>
                          <a:close/>
                          <a:moveTo>
                            <a:pt x="139" y="189"/>
                          </a:moveTo>
                          <a:cubicBezTo>
                            <a:pt x="135" y="192"/>
                            <a:pt x="135" y="192"/>
                            <a:pt x="135" y="192"/>
                          </a:cubicBezTo>
                          <a:cubicBezTo>
                            <a:pt x="10" y="192"/>
                            <a:pt x="10" y="192"/>
                            <a:pt x="10" y="192"/>
                          </a:cubicBezTo>
                          <a:cubicBezTo>
                            <a:pt x="9" y="192"/>
                            <a:pt x="8" y="191"/>
                            <a:pt x="8" y="190"/>
                          </a:cubicBezTo>
                          <a:cubicBezTo>
                            <a:pt x="8" y="10"/>
                            <a:pt x="8" y="10"/>
                            <a:pt x="8" y="10"/>
                          </a:cubicBezTo>
                          <a:cubicBezTo>
                            <a:pt x="8" y="9"/>
                            <a:pt x="9" y="8"/>
                            <a:pt x="10" y="8"/>
                          </a:cubicBezTo>
                          <a:cubicBezTo>
                            <a:pt x="137" y="8"/>
                            <a:pt x="137" y="8"/>
                            <a:pt x="137" y="8"/>
                          </a:cubicBezTo>
                          <a:cubicBezTo>
                            <a:pt x="138" y="8"/>
                            <a:pt x="139" y="9"/>
                            <a:pt x="139" y="10"/>
                          </a:cubicBezTo>
                          <a:lnTo>
                            <a:pt x="139" y="189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  <p:sp>
                  <p:nvSpPr>
                    <p:cNvPr id="1318" name="Freeform 231">
                      <a:extLst>
                        <a:ext uri="{FF2B5EF4-FFF2-40B4-BE49-F238E27FC236}">
                          <a16:creationId xmlns:a16="http://schemas.microsoft.com/office/drawing/2014/main" id="{72CFAC33-9197-6755-7544-E9CD6B04CC9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4603413" y="-2403476"/>
                      <a:ext cx="315913" cy="30163"/>
                    </a:xfrm>
                    <a:custGeom>
                      <a:avLst/>
                      <a:gdLst>
                        <a:gd name="T0" fmla="*/ 80 w 84"/>
                        <a:gd name="T1" fmla="*/ 0 h 8"/>
                        <a:gd name="T2" fmla="*/ 4 w 84"/>
                        <a:gd name="T3" fmla="*/ 0 h 8"/>
                        <a:gd name="T4" fmla="*/ 0 w 84"/>
                        <a:gd name="T5" fmla="*/ 4 h 8"/>
                        <a:gd name="T6" fmla="*/ 4 w 84"/>
                        <a:gd name="T7" fmla="*/ 8 h 8"/>
                        <a:gd name="T8" fmla="*/ 80 w 84"/>
                        <a:gd name="T9" fmla="*/ 8 h 8"/>
                        <a:gd name="T10" fmla="*/ 84 w 84"/>
                        <a:gd name="T11" fmla="*/ 4 h 8"/>
                        <a:gd name="T12" fmla="*/ 80 w 84"/>
                        <a:gd name="T13" fmla="*/ 0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4" h="8">
                          <a:moveTo>
                            <a:pt x="80" y="0"/>
                          </a:moveTo>
                          <a:cubicBezTo>
                            <a:pt x="4" y="0"/>
                            <a:pt x="4" y="0"/>
                            <a:pt x="4" y="0"/>
                          </a:cubicBezTo>
                          <a:cubicBezTo>
                            <a:pt x="2" y="0"/>
                            <a:pt x="0" y="2"/>
                            <a:pt x="0" y="4"/>
                          </a:cubicBezTo>
                          <a:cubicBezTo>
                            <a:pt x="0" y="6"/>
                            <a:pt x="2" y="8"/>
                            <a:pt x="4" y="8"/>
                          </a:cubicBezTo>
                          <a:cubicBezTo>
                            <a:pt x="80" y="8"/>
                            <a:pt x="80" y="8"/>
                            <a:pt x="80" y="8"/>
                          </a:cubicBezTo>
                          <a:cubicBezTo>
                            <a:pt x="82" y="8"/>
                            <a:pt x="84" y="6"/>
                            <a:pt x="84" y="4"/>
                          </a:cubicBezTo>
                          <a:cubicBezTo>
                            <a:pt x="84" y="2"/>
                            <a:pt x="82" y="0"/>
                            <a:pt x="80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</p:grpSp>
            </p:grpSp>
            <p:sp>
              <p:nvSpPr>
                <p:cNvPr id="1309" name="직사각형 1308">
                  <a:extLst>
                    <a:ext uri="{FF2B5EF4-FFF2-40B4-BE49-F238E27FC236}">
                      <a16:creationId xmlns:a16="http://schemas.microsoft.com/office/drawing/2014/main" id="{E2F4E327-96C1-9625-C40D-47E86D54CF3B}"/>
                    </a:ext>
                  </a:extLst>
                </p:cNvPr>
                <p:cNvSpPr/>
                <p:nvPr/>
              </p:nvSpPr>
              <p:spPr>
                <a:xfrm>
                  <a:off x="780265" y="5316164"/>
                  <a:ext cx="130004" cy="350704"/>
                </a:xfrm>
                <a:prstGeom prst="rect">
                  <a:avLst/>
                </a:prstGeom>
                <a:noFill/>
                <a:ln w="25400" algn="ctr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 anchor="ctr">
                  <a:spAutoFit/>
                </a:bodyPr>
                <a:lstStyle/>
                <a:p>
                  <a:pPr marL="0" marR="0" lvl="1" indent="0" algn="ctr" defTabSz="147490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prstClr val="black"/>
                    </a:buClr>
                    <a:buSzPct val="140000"/>
                    <a:buFontTx/>
                    <a:buNone/>
                    <a:tabLst>
                      <a:tab pos="5648325" algn="l"/>
                    </a:tabLst>
                    <a:defRPr/>
                  </a:pPr>
                  <a:r>
                    <a:rPr kumimoji="0" lang="en-US" altLang="ko-KR" sz="1050" b="0" i="0" u="none" strike="noStrike" kern="0" cap="none" spc="-30" normalizeH="0" baseline="0" noProof="0" dirty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ea typeface="KoPub돋움체 Bold" panose="02020603020101020101" pitchFamily="18" charset="-127"/>
                      <a:cs typeface="Arial"/>
                    </a:rPr>
                    <a:t>…</a:t>
                  </a:r>
                  <a:endParaRPr kumimoji="0" lang="ko-KR" altLang="en-US" sz="1050" b="0" i="0" u="none" strike="noStrike" kern="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ea typeface="KoPub돋움체 Bold" panose="02020603020101020101" pitchFamily="18" charset="-127"/>
                    <a:cs typeface="Arial"/>
                  </a:endParaRPr>
                </a:p>
              </p:txBody>
            </p:sp>
            <p:grpSp>
              <p:nvGrpSpPr>
                <p:cNvPr id="1310" name="그룹 1309">
                  <a:extLst>
                    <a:ext uri="{FF2B5EF4-FFF2-40B4-BE49-F238E27FC236}">
                      <a16:creationId xmlns:a16="http://schemas.microsoft.com/office/drawing/2014/main" id="{323DD425-B681-F4E4-2141-ABC394CC3376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575469" y="5374425"/>
                  <a:ext cx="196066" cy="227564"/>
                  <a:chOff x="11751920" y="4267727"/>
                  <a:chExt cx="1085595" cy="1260000"/>
                </a:xfrm>
              </p:grpSpPr>
              <p:sp>
                <p:nvSpPr>
                  <p:cNvPr id="1311" name="사각형: 둥근 모서리 226">
                    <a:extLst>
                      <a:ext uri="{FF2B5EF4-FFF2-40B4-BE49-F238E27FC236}">
                        <a16:creationId xmlns:a16="http://schemas.microsoft.com/office/drawing/2014/main" id="{FCEE158D-C162-8F7D-91DD-8C388F6E0C7D}"/>
                      </a:ext>
                    </a:extLst>
                  </p:cNvPr>
                  <p:cNvSpPr/>
                  <p:nvPr/>
                </p:nvSpPr>
                <p:spPr>
                  <a:xfrm>
                    <a:off x="11751920" y="4271687"/>
                    <a:ext cx="911715" cy="1252078"/>
                  </a:xfrm>
                  <a:prstGeom prst="roundRect">
                    <a:avLst>
                      <a:gd name="adj" fmla="val 7097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-30" normalizeH="0" baseline="0" noProof="0" dirty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grpSp>
                <p:nvGrpSpPr>
                  <p:cNvPr id="1312" name="그룹 1311">
                    <a:extLst>
                      <a:ext uri="{FF2B5EF4-FFF2-40B4-BE49-F238E27FC236}">
                        <a16:creationId xmlns:a16="http://schemas.microsoft.com/office/drawing/2014/main" id="{E72D45BA-2382-B447-6A41-68D180230441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11921389" y="4267727"/>
                    <a:ext cx="916126" cy="1260000"/>
                    <a:chOff x="14485938" y="-2571751"/>
                    <a:chExt cx="554038" cy="762000"/>
                  </a:xfrm>
                  <a:solidFill>
                    <a:srgbClr val="262626"/>
                  </a:solidFill>
                </p:grpSpPr>
                <p:sp>
                  <p:nvSpPr>
                    <p:cNvPr id="1313" name="Freeform 230">
                      <a:extLst>
                        <a:ext uri="{FF2B5EF4-FFF2-40B4-BE49-F238E27FC236}">
                          <a16:creationId xmlns:a16="http://schemas.microsoft.com/office/drawing/2014/main" id="{ABFF4395-2F28-F227-3E0E-51A3671005E9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4485938" y="-2571751"/>
                      <a:ext cx="554038" cy="762000"/>
                    </a:xfrm>
                    <a:custGeom>
                      <a:avLst/>
                      <a:gdLst>
                        <a:gd name="T0" fmla="*/ 137 w 147"/>
                        <a:gd name="T1" fmla="*/ 0 h 200"/>
                        <a:gd name="T2" fmla="*/ 10 w 147"/>
                        <a:gd name="T3" fmla="*/ 0 h 200"/>
                        <a:gd name="T4" fmla="*/ 0 w 147"/>
                        <a:gd name="T5" fmla="*/ 10 h 200"/>
                        <a:gd name="T6" fmla="*/ 0 w 147"/>
                        <a:gd name="T7" fmla="*/ 190 h 200"/>
                        <a:gd name="T8" fmla="*/ 10 w 147"/>
                        <a:gd name="T9" fmla="*/ 200 h 200"/>
                        <a:gd name="T10" fmla="*/ 137 w 147"/>
                        <a:gd name="T11" fmla="*/ 200 h 200"/>
                        <a:gd name="T12" fmla="*/ 140 w 147"/>
                        <a:gd name="T13" fmla="*/ 199 h 200"/>
                        <a:gd name="T14" fmla="*/ 146 w 147"/>
                        <a:gd name="T15" fmla="*/ 193 h 200"/>
                        <a:gd name="T16" fmla="*/ 147 w 147"/>
                        <a:gd name="T17" fmla="*/ 190 h 200"/>
                        <a:gd name="T18" fmla="*/ 147 w 147"/>
                        <a:gd name="T19" fmla="*/ 10 h 200"/>
                        <a:gd name="T20" fmla="*/ 137 w 147"/>
                        <a:gd name="T21" fmla="*/ 0 h 200"/>
                        <a:gd name="T22" fmla="*/ 139 w 147"/>
                        <a:gd name="T23" fmla="*/ 189 h 200"/>
                        <a:gd name="T24" fmla="*/ 135 w 147"/>
                        <a:gd name="T25" fmla="*/ 192 h 200"/>
                        <a:gd name="T26" fmla="*/ 10 w 147"/>
                        <a:gd name="T27" fmla="*/ 192 h 200"/>
                        <a:gd name="T28" fmla="*/ 8 w 147"/>
                        <a:gd name="T29" fmla="*/ 190 h 200"/>
                        <a:gd name="T30" fmla="*/ 8 w 147"/>
                        <a:gd name="T31" fmla="*/ 10 h 200"/>
                        <a:gd name="T32" fmla="*/ 10 w 147"/>
                        <a:gd name="T33" fmla="*/ 8 h 200"/>
                        <a:gd name="T34" fmla="*/ 137 w 147"/>
                        <a:gd name="T35" fmla="*/ 8 h 200"/>
                        <a:gd name="T36" fmla="*/ 139 w 147"/>
                        <a:gd name="T37" fmla="*/ 10 h 200"/>
                        <a:gd name="T38" fmla="*/ 139 w 147"/>
                        <a:gd name="T39" fmla="*/ 189 h 2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</a:cxnLst>
                      <a:rect l="0" t="0" r="r" b="b"/>
                      <a:pathLst>
                        <a:path w="147" h="200">
                          <a:moveTo>
                            <a:pt x="137" y="0"/>
                          </a:moveTo>
                          <a:cubicBezTo>
                            <a:pt x="10" y="0"/>
                            <a:pt x="10" y="0"/>
                            <a:pt x="10" y="0"/>
                          </a:cubicBezTo>
                          <a:cubicBezTo>
                            <a:pt x="4" y="0"/>
                            <a:pt x="0" y="5"/>
                            <a:pt x="0" y="10"/>
                          </a:cubicBezTo>
                          <a:cubicBezTo>
                            <a:pt x="0" y="190"/>
                            <a:pt x="0" y="190"/>
                            <a:pt x="0" y="190"/>
                          </a:cubicBezTo>
                          <a:cubicBezTo>
                            <a:pt x="0" y="196"/>
                            <a:pt x="4" y="200"/>
                            <a:pt x="10" y="200"/>
                          </a:cubicBezTo>
                          <a:cubicBezTo>
                            <a:pt x="137" y="200"/>
                            <a:pt x="137" y="200"/>
                            <a:pt x="137" y="200"/>
                          </a:cubicBezTo>
                          <a:cubicBezTo>
                            <a:pt x="138" y="200"/>
                            <a:pt x="139" y="200"/>
                            <a:pt x="140" y="199"/>
                          </a:cubicBezTo>
                          <a:cubicBezTo>
                            <a:pt x="146" y="193"/>
                            <a:pt x="146" y="193"/>
                            <a:pt x="146" y="193"/>
                          </a:cubicBezTo>
                          <a:cubicBezTo>
                            <a:pt x="146" y="192"/>
                            <a:pt x="147" y="191"/>
                            <a:pt x="147" y="190"/>
                          </a:cubicBezTo>
                          <a:cubicBezTo>
                            <a:pt x="147" y="10"/>
                            <a:pt x="147" y="10"/>
                            <a:pt x="147" y="10"/>
                          </a:cubicBezTo>
                          <a:cubicBezTo>
                            <a:pt x="147" y="5"/>
                            <a:pt x="142" y="0"/>
                            <a:pt x="137" y="0"/>
                          </a:cubicBezTo>
                          <a:close/>
                          <a:moveTo>
                            <a:pt x="139" y="189"/>
                          </a:moveTo>
                          <a:cubicBezTo>
                            <a:pt x="135" y="192"/>
                            <a:pt x="135" y="192"/>
                            <a:pt x="135" y="192"/>
                          </a:cubicBezTo>
                          <a:cubicBezTo>
                            <a:pt x="10" y="192"/>
                            <a:pt x="10" y="192"/>
                            <a:pt x="10" y="192"/>
                          </a:cubicBezTo>
                          <a:cubicBezTo>
                            <a:pt x="9" y="192"/>
                            <a:pt x="8" y="191"/>
                            <a:pt x="8" y="190"/>
                          </a:cubicBezTo>
                          <a:cubicBezTo>
                            <a:pt x="8" y="10"/>
                            <a:pt x="8" y="10"/>
                            <a:pt x="8" y="10"/>
                          </a:cubicBezTo>
                          <a:cubicBezTo>
                            <a:pt x="8" y="9"/>
                            <a:pt x="9" y="8"/>
                            <a:pt x="10" y="8"/>
                          </a:cubicBezTo>
                          <a:cubicBezTo>
                            <a:pt x="137" y="8"/>
                            <a:pt x="137" y="8"/>
                            <a:pt x="137" y="8"/>
                          </a:cubicBezTo>
                          <a:cubicBezTo>
                            <a:pt x="138" y="8"/>
                            <a:pt x="139" y="9"/>
                            <a:pt x="139" y="10"/>
                          </a:cubicBezTo>
                          <a:lnTo>
                            <a:pt x="139" y="189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  <p:sp>
                  <p:nvSpPr>
                    <p:cNvPr id="1314" name="Freeform 231">
                      <a:extLst>
                        <a:ext uri="{FF2B5EF4-FFF2-40B4-BE49-F238E27FC236}">
                          <a16:creationId xmlns:a16="http://schemas.microsoft.com/office/drawing/2014/main" id="{76117B20-958B-0916-1E6C-70042B1DA71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4603413" y="-2403476"/>
                      <a:ext cx="315913" cy="30163"/>
                    </a:xfrm>
                    <a:custGeom>
                      <a:avLst/>
                      <a:gdLst>
                        <a:gd name="T0" fmla="*/ 80 w 84"/>
                        <a:gd name="T1" fmla="*/ 0 h 8"/>
                        <a:gd name="T2" fmla="*/ 4 w 84"/>
                        <a:gd name="T3" fmla="*/ 0 h 8"/>
                        <a:gd name="T4" fmla="*/ 0 w 84"/>
                        <a:gd name="T5" fmla="*/ 4 h 8"/>
                        <a:gd name="T6" fmla="*/ 4 w 84"/>
                        <a:gd name="T7" fmla="*/ 8 h 8"/>
                        <a:gd name="T8" fmla="*/ 80 w 84"/>
                        <a:gd name="T9" fmla="*/ 8 h 8"/>
                        <a:gd name="T10" fmla="*/ 84 w 84"/>
                        <a:gd name="T11" fmla="*/ 4 h 8"/>
                        <a:gd name="T12" fmla="*/ 80 w 84"/>
                        <a:gd name="T13" fmla="*/ 0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4" h="8">
                          <a:moveTo>
                            <a:pt x="80" y="0"/>
                          </a:moveTo>
                          <a:cubicBezTo>
                            <a:pt x="4" y="0"/>
                            <a:pt x="4" y="0"/>
                            <a:pt x="4" y="0"/>
                          </a:cubicBezTo>
                          <a:cubicBezTo>
                            <a:pt x="2" y="0"/>
                            <a:pt x="0" y="2"/>
                            <a:pt x="0" y="4"/>
                          </a:cubicBezTo>
                          <a:cubicBezTo>
                            <a:pt x="0" y="6"/>
                            <a:pt x="2" y="8"/>
                            <a:pt x="4" y="8"/>
                          </a:cubicBezTo>
                          <a:cubicBezTo>
                            <a:pt x="80" y="8"/>
                            <a:pt x="80" y="8"/>
                            <a:pt x="80" y="8"/>
                          </a:cubicBezTo>
                          <a:cubicBezTo>
                            <a:pt x="82" y="8"/>
                            <a:pt x="84" y="6"/>
                            <a:pt x="84" y="4"/>
                          </a:cubicBezTo>
                          <a:cubicBezTo>
                            <a:pt x="84" y="2"/>
                            <a:pt x="82" y="0"/>
                            <a:pt x="80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</p:grpSp>
            </p:grpSp>
          </p:grpSp>
        </p:grpSp>
        <p:sp>
          <p:nvSpPr>
            <p:cNvPr id="1337" name="타원 1336">
              <a:extLst>
                <a:ext uri="{FF2B5EF4-FFF2-40B4-BE49-F238E27FC236}">
                  <a16:creationId xmlns:a16="http://schemas.microsoft.com/office/drawing/2014/main" id="{D6D289F9-E0DC-BD5C-FD22-4B51D51C7170}"/>
                </a:ext>
              </a:extLst>
            </p:cNvPr>
            <p:cNvSpPr/>
            <p:nvPr/>
          </p:nvSpPr>
          <p:spPr bwMode="auto">
            <a:xfrm>
              <a:off x="3860445" y="3584324"/>
              <a:ext cx="1243441" cy="37116"/>
            </a:xfrm>
            <a:prstGeom prst="ellipse">
              <a:avLst/>
            </a:prstGeom>
            <a:solidFill>
              <a:schemeClr val="bg1">
                <a:lumMod val="50000"/>
                <a:alpha val="50000"/>
              </a:schemeClr>
            </a:solidFill>
            <a:ln w="19050">
              <a:solidFill>
                <a:schemeClr val="tx1">
                  <a:lumMod val="75000"/>
                  <a:lumOff val="25000"/>
                </a:schemeClr>
              </a:solidFill>
              <a:prstDash val="solid"/>
            </a:ln>
            <a:effectLst>
              <a:outerShdw dist="12700" dir="1980000" algn="t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anchor="ctr"/>
            <a:lstStyle/>
            <a:p>
              <a:endParaRPr lang="ko-KR" altLang="en-US" sz="1100" dirty="0">
                <a:solidFill>
                  <a:schemeClr val="lt1"/>
                </a:solidFill>
                <a:ea typeface="KoPub돋움체 Medium" panose="00000600000000000000" pitchFamily="2" charset="-127"/>
              </a:endParaRPr>
            </a:p>
          </p:txBody>
        </p:sp>
        <p:grpSp>
          <p:nvGrpSpPr>
            <p:cNvPr id="1338" name="그룹 1337">
              <a:extLst>
                <a:ext uri="{FF2B5EF4-FFF2-40B4-BE49-F238E27FC236}">
                  <a16:creationId xmlns:a16="http://schemas.microsoft.com/office/drawing/2014/main" id="{72775173-531C-9E8D-94AA-FEAB4CE2B35E}"/>
                </a:ext>
              </a:extLst>
            </p:cNvPr>
            <p:cNvGrpSpPr/>
            <p:nvPr/>
          </p:nvGrpSpPr>
          <p:grpSpPr>
            <a:xfrm>
              <a:off x="2846771" y="3359458"/>
              <a:ext cx="682154" cy="175338"/>
              <a:chOff x="2682752" y="5194544"/>
              <a:chExt cx="928234" cy="380558"/>
            </a:xfrm>
          </p:grpSpPr>
          <p:sp>
            <p:nvSpPr>
              <p:cNvPr id="1339" name="직사각형 166">
                <a:extLst>
                  <a:ext uri="{FF2B5EF4-FFF2-40B4-BE49-F238E27FC236}">
                    <a16:creationId xmlns:a16="http://schemas.microsoft.com/office/drawing/2014/main" id="{894C23BE-D77E-EE29-7719-C802ACB80C1D}"/>
                  </a:ext>
                </a:extLst>
              </p:cNvPr>
              <p:cNvSpPr/>
              <p:nvPr/>
            </p:nvSpPr>
            <p:spPr bwMode="auto">
              <a:xfrm>
                <a:off x="2753252" y="5194544"/>
                <a:ext cx="217532" cy="228154"/>
              </a:xfrm>
              <a:prstGeom prst="roundRect">
                <a:avLst>
                  <a:gd name="adj" fmla="val 9838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1340" name="직사각형 166">
                <a:extLst>
                  <a:ext uri="{FF2B5EF4-FFF2-40B4-BE49-F238E27FC236}">
                    <a16:creationId xmlns:a16="http://schemas.microsoft.com/office/drawing/2014/main" id="{0AC08BCA-BA4A-DF61-BAB7-255BCE5CFCC9}"/>
                  </a:ext>
                </a:extLst>
              </p:cNvPr>
              <p:cNvSpPr/>
              <p:nvPr/>
            </p:nvSpPr>
            <p:spPr bwMode="auto">
              <a:xfrm>
                <a:off x="3003234" y="5194544"/>
                <a:ext cx="217532" cy="228154"/>
              </a:xfrm>
              <a:prstGeom prst="roundRect">
                <a:avLst>
                  <a:gd name="adj" fmla="val 9838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1341" name="직사각형 166">
                <a:extLst>
                  <a:ext uri="{FF2B5EF4-FFF2-40B4-BE49-F238E27FC236}">
                    <a16:creationId xmlns:a16="http://schemas.microsoft.com/office/drawing/2014/main" id="{A1FB760C-9246-60DA-DE2B-A3B235084DA4}"/>
                  </a:ext>
                </a:extLst>
              </p:cNvPr>
              <p:cNvSpPr/>
              <p:nvPr/>
            </p:nvSpPr>
            <p:spPr bwMode="auto">
              <a:xfrm>
                <a:off x="3258816" y="5194544"/>
                <a:ext cx="217532" cy="228154"/>
              </a:xfrm>
              <a:prstGeom prst="roundRect">
                <a:avLst>
                  <a:gd name="adj" fmla="val 9838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anchor="ctr">
                <a:noAutofit/>
              </a:bodyPr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endParaRPr kumimoji="0" lang="ko-KR" altLang="en-US" sz="4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1342" name="TextBox 1341">
                <a:extLst>
                  <a:ext uri="{FF2B5EF4-FFF2-40B4-BE49-F238E27FC236}">
                    <a16:creationId xmlns:a16="http://schemas.microsoft.com/office/drawing/2014/main" id="{632DAB8B-039B-9B47-451C-CA21962CF3B1}"/>
                  </a:ext>
                </a:extLst>
              </p:cNvPr>
              <p:cNvSpPr txBox="1"/>
              <p:nvPr/>
            </p:nvSpPr>
            <p:spPr>
              <a:xfrm>
                <a:off x="2682752" y="5207697"/>
                <a:ext cx="928234" cy="3674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r>
                  <a:rPr kumimoji="0"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Kafka Cluster</a:t>
                </a: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343" name="그룹 1342">
              <a:extLst>
                <a:ext uri="{FF2B5EF4-FFF2-40B4-BE49-F238E27FC236}">
                  <a16:creationId xmlns:a16="http://schemas.microsoft.com/office/drawing/2014/main" id="{163EA025-62BF-27F4-DF7D-795F8713B28D}"/>
                </a:ext>
              </a:extLst>
            </p:cNvPr>
            <p:cNvGrpSpPr/>
            <p:nvPr/>
          </p:nvGrpSpPr>
          <p:grpSpPr>
            <a:xfrm>
              <a:off x="4107863" y="3359558"/>
              <a:ext cx="531399" cy="252282"/>
              <a:chOff x="2753252" y="5194544"/>
              <a:chExt cx="723096" cy="547560"/>
            </a:xfrm>
          </p:grpSpPr>
          <p:sp>
            <p:nvSpPr>
              <p:cNvPr id="1344" name="직사각형 166">
                <a:extLst>
                  <a:ext uri="{FF2B5EF4-FFF2-40B4-BE49-F238E27FC236}">
                    <a16:creationId xmlns:a16="http://schemas.microsoft.com/office/drawing/2014/main" id="{F449AA5F-D5C0-2395-FEBF-EA766638AC44}"/>
                  </a:ext>
                </a:extLst>
              </p:cNvPr>
              <p:cNvSpPr/>
              <p:nvPr/>
            </p:nvSpPr>
            <p:spPr bwMode="auto">
              <a:xfrm>
                <a:off x="2753252" y="5194544"/>
                <a:ext cx="217532" cy="228154"/>
              </a:xfrm>
              <a:prstGeom prst="roundRect">
                <a:avLst>
                  <a:gd name="adj" fmla="val 9838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1345" name="직사각형 166">
                <a:extLst>
                  <a:ext uri="{FF2B5EF4-FFF2-40B4-BE49-F238E27FC236}">
                    <a16:creationId xmlns:a16="http://schemas.microsoft.com/office/drawing/2014/main" id="{1A8BA593-D3B1-5665-9B76-97D1B913E572}"/>
                  </a:ext>
                </a:extLst>
              </p:cNvPr>
              <p:cNvSpPr/>
              <p:nvPr/>
            </p:nvSpPr>
            <p:spPr bwMode="auto">
              <a:xfrm>
                <a:off x="3003234" y="5194544"/>
                <a:ext cx="217532" cy="228154"/>
              </a:xfrm>
              <a:prstGeom prst="roundRect">
                <a:avLst>
                  <a:gd name="adj" fmla="val 9838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1346" name="직사각형 166">
                <a:extLst>
                  <a:ext uri="{FF2B5EF4-FFF2-40B4-BE49-F238E27FC236}">
                    <a16:creationId xmlns:a16="http://schemas.microsoft.com/office/drawing/2014/main" id="{C3EC36F4-9181-8044-8188-7F601FFA0C60}"/>
                  </a:ext>
                </a:extLst>
              </p:cNvPr>
              <p:cNvSpPr/>
              <p:nvPr/>
            </p:nvSpPr>
            <p:spPr bwMode="auto">
              <a:xfrm>
                <a:off x="3258816" y="5194544"/>
                <a:ext cx="217532" cy="228154"/>
              </a:xfrm>
              <a:prstGeom prst="roundRect">
                <a:avLst>
                  <a:gd name="adj" fmla="val 9838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anchor="ctr">
                <a:noAutofit/>
              </a:bodyPr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endParaRPr kumimoji="0" lang="ko-KR" altLang="en-US" sz="4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1347" name="TextBox 1346">
                <a:extLst>
                  <a:ext uri="{FF2B5EF4-FFF2-40B4-BE49-F238E27FC236}">
                    <a16:creationId xmlns:a16="http://schemas.microsoft.com/office/drawing/2014/main" id="{921E746D-B805-D864-F927-9606E6D74DED}"/>
                  </a:ext>
                </a:extLst>
              </p:cNvPr>
              <p:cNvSpPr txBox="1"/>
              <p:nvPr/>
            </p:nvSpPr>
            <p:spPr>
              <a:xfrm>
                <a:off x="2804608" y="5207697"/>
                <a:ext cx="612000" cy="5344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r>
                  <a:rPr kumimoji="0"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Graph DB</a:t>
                </a: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348" name="그룹 1347">
              <a:extLst>
                <a:ext uri="{FF2B5EF4-FFF2-40B4-BE49-F238E27FC236}">
                  <a16:creationId xmlns:a16="http://schemas.microsoft.com/office/drawing/2014/main" id="{865487E8-9C34-C1C9-F8E0-E786BF0F1B4A}"/>
                </a:ext>
              </a:extLst>
            </p:cNvPr>
            <p:cNvGrpSpPr/>
            <p:nvPr/>
          </p:nvGrpSpPr>
          <p:grpSpPr>
            <a:xfrm>
              <a:off x="4604364" y="3363655"/>
              <a:ext cx="423299" cy="252282"/>
              <a:chOff x="2680888" y="5194544"/>
              <a:chExt cx="576000" cy="547560"/>
            </a:xfrm>
          </p:grpSpPr>
          <p:sp>
            <p:nvSpPr>
              <p:cNvPr id="1349" name="직사각형 166">
                <a:extLst>
                  <a:ext uri="{FF2B5EF4-FFF2-40B4-BE49-F238E27FC236}">
                    <a16:creationId xmlns:a16="http://schemas.microsoft.com/office/drawing/2014/main" id="{1C9132A4-A576-6844-94E1-F969858314F1}"/>
                  </a:ext>
                </a:extLst>
              </p:cNvPr>
              <p:cNvSpPr/>
              <p:nvPr/>
            </p:nvSpPr>
            <p:spPr bwMode="auto">
              <a:xfrm>
                <a:off x="2753252" y="5194544"/>
                <a:ext cx="217532" cy="228154"/>
              </a:xfrm>
              <a:prstGeom prst="roundRect">
                <a:avLst>
                  <a:gd name="adj" fmla="val 9838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1350" name="직사각형 166">
                <a:extLst>
                  <a:ext uri="{FF2B5EF4-FFF2-40B4-BE49-F238E27FC236}">
                    <a16:creationId xmlns:a16="http://schemas.microsoft.com/office/drawing/2014/main" id="{80EA7310-5D0F-686B-A856-41DC5FABDC00}"/>
                  </a:ext>
                </a:extLst>
              </p:cNvPr>
              <p:cNvSpPr/>
              <p:nvPr/>
            </p:nvSpPr>
            <p:spPr bwMode="auto">
              <a:xfrm>
                <a:off x="3003234" y="5194544"/>
                <a:ext cx="217532" cy="228154"/>
              </a:xfrm>
              <a:prstGeom prst="roundRect">
                <a:avLst>
                  <a:gd name="adj" fmla="val 9838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1351" name="TextBox 1350">
                <a:extLst>
                  <a:ext uri="{FF2B5EF4-FFF2-40B4-BE49-F238E27FC236}">
                    <a16:creationId xmlns:a16="http://schemas.microsoft.com/office/drawing/2014/main" id="{A32D5957-EAD7-950F-91F7-4D1346E380F9}"/>
                  </a:ext>
                </a:extLst>
              </p:cNvPr>
              <p:cNvSpPr txBox="1"/>
              <p:nvPr/>
            </p:nvSpPr>
            <p:spPr>
              <a:xfrm>
                <a:off x="2680888" y="5207697"/>
                <a:ext cx="576000" cy="5344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r>
                  <a: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서비스 </a:t>
                </a:r>
                <a:r>
                  <a:rPr kumimoji="0"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DB</a:t>
                </a: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352" name="그룹 1351">
              <a:extLst>
                <a:ext uri="{FF2B5EF4-FFF2-40B4-BE49-F238E27FC236}">
                  <a16:creationId xmlns:a16="http://schemas.microsoft.com/office/drawing/2014/main" id="{7746B948-8F3E-CBA6-F162-B6E8F7DCC2AD}"/>
                </a:ext>
              </a:extLst>
            </p:cNvPr>
            <p:cNvGrpSpPr/>
            <p:nvPr/>
          </p:nvGrpSpPr>
          <p:grpSpPr>
            <a:xfrm>
              <a:off x="4974759" y="3360876"/>
              <a:ext cx="423299" cy="175338"/>
              <a:chOff x="2680888" y="5194544"/>
              <a:chExt cx="576000" cy="380558"/>
            </a:xfrm>
          </p:grpSpPr>
          <p:sp>
            <p:nvSpPr>
              <p:cNvPr id="1353" name="직사각형 166">
                <a:extLst>
                  <a:ext uri="{FF2B5EF4-FFF2-40B4-BE49-F238E27FC236}">
                    <a16:creationId xmlns:a16="http://schemas.microsoft.com/office/drawing/2014/main" id="{72C2F060-3FA6-4567-FE3D-6F3AAE8AFB69}"/>
                  </a:ext>
                </a:extLst>
              </p:cNvPr>
              <p:cNvSpPr/>
              <p:nvPr/>
            </p:nvSpPr>
            <p:spPr bwMode="auto">
              <a:xfrm>
                <a:off x="2753252" y="5194544"/>
                <a:ext cx="217532" cy="228154"/>
              </a:xfrm>
              <a:prstGeom prst="roundRect">
                <a:avLst>
                  <a:gd name="adj" fmla="val 9838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1354" name="직사각형 166">
                <a:extLst>
                  <a:ext uri="{FF2B5EF4-FFF2-40B4-BE49-F238E27FC236}">
                    <a16:creationId xmlns:a16="http://schemas.microsoft.com/office/drawing/2014/main" id="{D0F116BF-8F08-3399-82AF-AD4057F9C8A7}"/>
                  </a:ext>
                </a:extLst>
              </p:cNvPr>
              <p:cNvSpPr/>
              <p:nvPr/>
            </p:nvSpPr>
            <p:spPr bwMode="auto">
              <a:xfrm>
                <a:off x="3003234" y="5194544"/>
                <a:ext cx="217532" cy="228154"/>
              </a:xfrm>
              <a:prstGeom prst="roundRect">
                <a:avLst>
                  <a:gd name="adj" fmla="val 9838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1355" name="TextBox 1354">
                <a:extLst>
                  <a:ext uri="{FF2B5EF4-FFF2-40B4-BE49-F238E27FC236}">
                    <a16:creationId xmlns:a16="http://schemas.microsoft.com/office/drawing/2014/main" id="{C83538BD-6065-02FE-A626-43E62DAB3BBB}"/>
                  </a:ext>
                </a:extLst>
              </p:cNvPr>
              <p:cNvSpPr txBox="1"/>
              <p:nvPr/>
            </p:nvSpPr>
            <p:spPr>
              <a:xfrm>
                <a:off x="2680888" y="5207697"/>
                <a:ext cx="576000" cy="3674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r>
                  <a:rPr kumimoji="0"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STM</a:t>
                </a:r>
                <a:r>
                  <a: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 </a:t>
                </a:r>
                <a:r>
                  <a:rPr kumimoji="0"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DB</a:t>
                </a: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356" name="그룹 1355">
              <a:extLst>
                <a:ext uri="{FF2B5EF4-FFF2-40B4-BE49-F238E27FC236}">
                  <a16:creationId xmlns:a16="http://schemas.microsoft.com/office/drawing/2014/main" id="{71D4E058-AE58-F16A-9C5C-B39B509DCE1B}"/>
                </a:ext>
              </a:extLst>
            </p:cNvPr>
            <p:cNvGrpSpPr/>
            <p:nvPr/>
          </p:nvGrpSpPr>
          <p:grpSpPr>
            <a:xfrm>
              <a:off x="5340538" y="3361508"/>
              <a:ext cx="423299" cy="175338"/>
              <a:chOff x="2680888" y="5194544"/>
              <a:chExt cx="576000" cy="380558"/>
            </a:xfrm>
          </p:grpSpPr>
          <p:sp>
            <p:nvSpPr>
              <p:cNvPr id="1357" name="직사각형 166">
                <a:extLst>
                  <a:ext uri="{FF2B5EF4-FFF2-40B4-BE49-F238E27FC236}">
                    <a16:creationId xmlns:a16="http://schemas.microsoft.com/office/drawing/2014/main" id="{C97B7BF4-D5CD-6206-0E8E-0D3541C2D61A}"/>
                  </a:ext>
                </a:extLst>
              </p:cNvPr>
              <p:cNvSpPr/>
              <p:nvPr/>
            </p:nvSpPr>
            <p:spPr bwMode="auto">
              <a:xfrm>
                <a:off x="2753252" y="5194544"/>
                <a:ext cx="217532" cy="228154"/>
              </a:xfrm>
              <a:prstGeom prst="roundRect">
                <a:avLst>
                  <a:gd name="adj" fmla="val 9838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1358" name="직사각형 166">
                <a:extLst>
                  <a:ext uri="{FF2B5EF4-FFF2-40B4-BE49-F238E27FC236}">
                    <a16:creationId xmlns:a16="http://schemas.microsoft.com/office/drawing/2014/main" id="{9F6E6B0E-76A7-D4EE-F7CD-694A6CB0651B}"/>
                  </a:ext>
                </a:extLst>
              </p:cNvPr>
              <p:cNvSpPr/>
              <p:nvPr/>
            </p:nvSpPr>
            <p:spPr bwMode="auto">
              <a:xfrm>
                <a:off x="3003234" y="5194544"/>
                <a:ext cx="217532" cy="228154"/>
              </a:xfrm>
              <a:prstGeom prst="roundRect">
                <a:avLst>
                  <a:gd name="adj" fmla="val 9838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1359" name="TextBox 1358">
                <a:extLst>
                  <a:ext uri="{FF2B5EF4-FFF2-40B4-BE49-F238E27FC236}">
                    <a16:creationId xmlns:a16="http://schemas.microsoft.com/office/drawing/2014/main" id="{B8ACFD8A-76CF-236B-7F66-5C530C182BC1}"/>
                  </a:ext>
                </a:extLst>
              </p:cNvPr>
              <p:cNvSpPr txBox="1"/>
              <p:nvPr/>
            </p:nvSpPr>
            <p:spPr>
              <a:xfrm>
                <a:off x="2680888" y="5207697"/>
                <a:ext cx="576000" cy="3674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r>
                  <a:rPr kumimoji="0"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LTM</a:t>
                </a:r>
                <a:r>
                  <a: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 </a:t>
                </a:r>
                <a:r>
                  <a:rPr kumimoji="0"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DB</a:t>
                </a: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360" name="그룹 1359">
              <a:extLst>
                <a:ext uri="{FF2B5EF4-FFF2-40B4-BE49-F238E27FC236}">
                  <a16:creationId xmlns:a16="http://schemas.microsoft.com/office/drawing/2014/main" id="{BE9FFF6A-D4B4-ED7C-E472-5880992B8256}"/>
                </a:ext>
              </a:extLst>
            </p:cNvPr>
            <p:cNvGrpSpPr/>
            <p:nvPr/>
          </p:nvGrpSpPr>
          <p:grpSpPr>
            <a:xfrm>
              <a:off x="5703966" y="3361508"/>
              <a:ext cx="423299" cy="252282"/>
              <a:chOff x="2680888" y="5194544"/>
              <a:chExt cx="576000" cy="547560"/>
            </a:xfrm>
          </p:grpSpPr>
          <p:sp>
            <p:nvSpPr>
              <p:cNvPr id="1361" name="직사각형 166">
                <a:extLst>
                  <a:ext uri="{FF2B5EF4-FFF2-40B4-BE49-F238E27FC236}">
                    <a16:creationId xmlns:a16="http://schemas.microsoft.com/office/drawing/2014/main" id="{D77AC157-8FCC-92EE-4497-A486FF8A3DFC}"/>
                  </a:ext>
                </a:extLst>
              </p:cNvPr>
              <p:cNvSpPr/>
              <p:nvPr/>
            </p:nvSpPr>
            <p:spPr bwMode="auto">
              <a:xfrm>
                <a:off x="2753252" y="5194544"/>
                <a:ext cx="217532" cy="228154"/>
              </a:xfrm>
              <a:prstGeom prst="roundRect">
                <a:avLst>
                  <a:gd name="adj" fmla="val 9838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1362" name="직사각형 166">
                <a:extLst>
                  <a:ext uri="{FF2B5EF4-FFF2-40B4-BE49-F238E27FC236}">
                    <a16:creationId xmlns:a16="http://schemas.microsoft.com/office/drawing/2014/main" id="{81E2064A-103C-D707-67D1-127B28251255}"/>
                  </a:ext>
                </a:extLst>
              </p:cNvPr>
              <p:cNvSpPr/>
              <p:nvPr/>
            </p:nvSpPr>
            <p:spPr bwMode="auto">
              <a:xfrm>
                <a:off x="3003234" y="5194544"/>
                <a:ext cx="217532" cy="228154"/>
              </a:xfrm>
              <a:prstGeom prst="roundRect">
                <a:avLst>
                  <a:gd name="adj" fmla="val 9838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1363" name="TextBox 1362">
                <a:extLst>
                  <a:ext uri="{FF2B5EF4-FFF2-40B4-BE49-F238E27FC236}">
                    <a16:creationId xmlns:a16="http://schemas.microsoft.com/office/drawing/2014/main" id="{B19037EA-30F7-78E3-3A97-C135D5AD7EB1}"/>
                  </a:ext>
                </a:extLst>
              </p:cNvPr>
              <p:cNvSpPr txBox="1"/>
              <p:nvPr/>
            </p:nvSpPr>
            <p:spPr>
              <a:xfrm>
                <a:off x="2680888" y="5207697"/>
                <a:ext cx="576000" cy="5344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r>
                  <a: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가명화 </a:t>
                </a:r>
                <a:r>
                  <a:rPr kumimoji="0"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AP</a:t>
                </a: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364" name="그룹 1363">
              <a:extLst>
                <a:ext uri="{FF2B5EF4-FFF2-40B4-BE49-F238E27FC236}">
                  <a16:creationId xmlns:a16="http://schemas.microsoft.com/office/drawing/2014/main" id="{859C670C-4DFD-FF62-02B2-7975677C8E84}"/>
                </a:ext>
              </a:extLst>
            </p:cNvPr>
            <p:cNvGrpSpPr/>
            <p:nvPr/>
          </p:nvGrpSpPr>
          <p:grpSpPr>
            <a:xfrm>
              <a:off x="3409020" y="3290161"/>
              <a:ext cx="667173" cy="319066"/>
              <a:chOff x="1330983" y="5003136"/>
              <a:chExt cx="907849" cy="692509"/>
            </a:xfrm>
          </p:grpSpPr>
          <p:grpSp>
            <p:nvGrpSpPr>
              <p:cNvPr id="1365" name="그룹 1364">
                <a:extLst>
                  <a:ext uri="{FF2B5EF4-FFF2-40B4-BE49-F238E27FC236}">
                    <a16:creationId xmlns:a16="http://schemas.microsoft.com/office/drawing/2014/main" id="{09AE5D7E-8F26-A574-E75D-40661DF52C49}"/>
                  </a:ext>
                </a:extLst>
              </p:cNvPr>
              <p:cNvGrpSpPr/>
              <p:nvPr/>
            </p:nvGrpSpPr>
            <p:grpSpPr>
              <a:xfrm>
                <a:off x="1374072" y="5003136"/>
                <a:ext cx="864760" cy="534404"/>
                <a:chOff x="1374072" y="5003136"/>
                <a:chExt cx="864760" cy="534404"/>
              </a:xfrm>
            </p:grpSpPr>
            <p:sp>
              <p:nvSpPr>
                <p:cNvPr id="1367" name="직사각형 166">
                  <a:extLst>
                    <a:ext uri="{FF2B5EF4-FFF2-40B4-BE49-F238E27FC236}">
                      <a16:creationId xmlns:a16="http://schemas.microsoft.com/office/drawing/2014/main" id="{C669D5FA-C808-E1E8-17BB-22372A88370F}"/>
                    </a:ext>
                  </a:extLst>
                </p:cNvPr>
                <p:cNvSpPr/>
                <p:nvPr/>
              </p:nvSpPr>
              <p:spPr bwMode="auto">
                <a:xfrm>
                  <a:off x="1374072" y="5153756"/>
                  <a:ext cx="217532" cy="228154"/>
                </a:xfrm>
                <a:prstGeom prst="roundRect">
                  <a:avLst>
                    <a:gd name="adj" fmla="val 9838"/>
                  </a:avLst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6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square" lIns="0" tIns="0" rIns="0" bIns="0" anchor="ctr"/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endPara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endParaRPr>
                </a:p>
              </p:txBody>
            </p:sp>
            <p:sp>
              <p:nvSpPr>
                <p:cNvPr id="1368" name="직사각형 166">
                  <a:extLst>
                    <a:ext uri="{FF2B5EF4-FFF2-40B4-BE49-F238E27FC236}">
                      <a16:creationId xmlns:a16="http://schemas.microsoft.com/office/drawing/2014/main" id="{F6AED5A9-6DCC-7E67-E231-34D4C88AE9E9}"/>
                    </a:ext>
                  </a:extLst>
                </p:cNvPr>
                <p:cNvSpPr/>
                <p:nvPr/>
              </p:nvSpPr>
              <p:spPr bwMode="auto">
                <a:xfrm>
                  <a:off x="1624054" y="5153756"/>
                  <a:ext cx="217532" cy="228154"/>
                </a:xfrm>
                <a:prstGeom prst="roundRect">
                  <a:avLst>
                    <a:gd name="adj" fmla="val 9838"/>
                  </a:avLst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6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square" lIns="0" tIns="0" rIns="0" bIns="0" anchor="ctr"/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endPara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endParaRPr>
                </a:p>
              </p:txBody>
            </p:sp>
            <p:sp>
              <p:nvSpPr>
                <p:cNvPr id="1369" name="직사각형 166">
                  <a:extLst>
                    <a:ext uri="{FF2B5EF4-FFF2-40B4-BE49-F238E27FC236}">
                      <a16:creationId xmlns:a16="http://schemas.microsoft.com/office/drawing/2014/main" id="{7D2213A9-D524-3087-3896-C0B8F02FB95E}"/>
                    </a:ext>
                  </a:extLst>
                </p:cNvPr>
                <p:cNvSpPr/>
                <p:nvPr/>
              </p:nvSpPr>
              <p:spPr bwMode="auto">
                <a:xfrm>
                  <a:off x="2021300" y="5153601"/>
                  <a:ext cx="217532" cy="228154"/>
                </a:xfrm>
                <a:prstGeom prst="roundRect">
                  <a:avLst>
                    <a:gd name="adj" fmla="val 9838"/>
                  </a:avLst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6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square" lIns="0" tIns="0" rIns="0" bIns="0" anchor="ctr">
                  <a:noAutofit/>
                </a:bodyPr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endParaRPr kumimoji="0" lang="ko-KR" altLang="en-US" sz="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endParaRPr>
                </a:p>
              </p:txBody>
            </p:sp>
            <p:sp>
              <p:nvSpPr>
                <p:cNvPr id="1370" name="직사각형 1369">
                  <a:extLst>
                    <a:ext uri="{FF2B5EF4-FFF2-40B4-BE49-F238E27FC236}">
                      <a16:creationId xmlns:a16="http://schemas.microsoft.com/office/drawing/2014/main" id="{21DFA1E7-6638-FE28-DCAB-60195438292F}"/>
                    </a:ext>
                  </a:extLst>
                </p:cNvPr>
                <p:cNvSpPr/>
                <p:nvPr/>
              </p:nvSpPr>
              <p:spPr>
                <a:xfrm>
                  <a:off x="1749462" y="5003136"/>
                  <a:ext cx="360157" cy="534404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anchor="ctr">
                  <a:spAutoFit/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fontAlgn="auto" latinLnBrk="0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0" lang="en-US" altLang="ko-KR" sz="10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ea typeface="KoPub돋움체 Medium" panose="02020603020101020101" pitchFamily="18" charset="-127"/>
                    </a:rPr>
                    <a:t>…</a:t>
                  </a:r>
                </a:p>
              </p:txBody>
            </p:sp>
          </p:grpSp>
          <p:sp>
            <p:nvSpPr>
              <p:cNvPr id="1366" name="TextBox 1365">
                <a:extLst>
                  <a:ext uri="{FF2B5EF4-FFF2-40B4-BE49-F238E27FC236}">
                    <a16:creationId xmlns:a16="http://schemas.microsoft.com/office/drawing/2014/main" id="{54C2C196-05E2-1CAD-4965-E60DCA9B4698}"/>
                  </a:ext>
                </a:extLst>
              </p:cNvPr>
              <p:cNvSpPr txBox="1"/>
              <p:nvPr/>
            </p:nvSpPr>
            <p:spPr>
              <a:xfrm>
                <a:off x="1330983" y="5161241"/>
                <a:ext cx="540227" cy="5344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r>
                  <a:rPr kumimoji="0"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Vector DB</a:t>
                </a: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371" name="그룹 1370">
              <a:extLst>
                <a:ext uri="{FF2B5EF4-FFF2-40B4-BE49-F238E27FC236}">
                  <a16:creationId xmlns:a16="http://schemas.microsoft.com/office/drawing/2014/main" id="{20D1B8F7-1775-1307-ABD7-173C15010892}"/>
                </a:ext>
              </a:extLst>
            </p:cNvPr>
            <p:cNvGrpSpPr/>
            <p:nvPr/>
          </p:nvGrpSpPr>
          <p:grpSpPr>
            <a:xfrm>
              <a:off x="2815567" y="3487118"/>
              <a:ext cx="512504" cy="246222"/>
              <a:chOff x="2639111" y="5176046"/>
              <a:chExt cx="697385" cy="534406"/>
            </a:xfrm>
          </p:grpSpPr>
          <p:sp>
            <p:nvSpPr>
              <p:cNvPr id="1372" name="직사각형 166">
                <a:extLst>
                  <a:ext uri="{FF2B5EF4-FFF2-40B4-BE49-F238E27FC236}">
                    <a16:creationId xmlns:a16="http://schemas.microsoft.com/office/drawing/2014/main" id="{1D31BC30-874D-088F-5670-322A173CB3DB}"/>
                  </a:ext>
                </a:extLst>
              </p:cNvPr>
              <p:cNvSpPr/>
              <p:nvPr/>
            </p:nvSpPr>
            <p:spPr bwMode="auto">
              <a:xfrm>
                <a:off x="2753252" y="5194544"/>
                <a:ext cx="217532" cy="228154"/>
              </a:xfrm>
              <a:prstGeom prst="roundRect">
                <a:avLst>
                  <a:gd name="adj" fmla="val 9838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1373" name="직사각형 166">
                <a:extLst>
                  <a:ext uri="{FF2B5EF4-FFF2-40B4-BE49-F238E27FC236}">
                    <a16:creationId xmlns:a16="http://schemas.microsoft.com/office/drawing/2014/main" id="{144B7DDC-AED7-0426-8432-F2180E24AB95}"/>
                  </a:ext>
                </a:extLst>
              </p:cNvPr>
              <p:cNvSpPr/>
              <p:nvPr/>
            </p:nvSpPr>
            <p:spPr bwMode="auto">
              <a:xfrm>
                <a:off x="3003234" y="5194544"/>
                <a:ext cx="217532" cy="228154"/>
              </a:xfrm>
              <a:prstGeom prst="roundRect">
                <a:avLst>
                  <a:gd name="adj" fmla="val 9838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1374" name="TextBox 1373">
                <a:extLst>
                  <a:ext uri="{FF2B5EF4-FFF2-40B4-BE49-F238E27FC236}">
                    <a16:creationId xmlns:a16="http://schemas.microsoft.com/office/drawing/2014/main" id="{0289FBD4-F9BB-0D40-EBF4-8240326BEFDF}"/>
                  </a:ext>
                </a:extLst>
              </p:cNvPr>
              <p:cNvSpPr txBox="1"/>
              <p:nvPr/>
            </p:nvSpPr>
            <p:spPr>
              <a:xfrm>
                <a:off x="2639111" y="5176046"/>
                <a:ext cx="697385" cy="5344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r>
                  <a:rPr kumimoji="0"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AI Agent</a:t>
                </a:r>
              </a:p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r>
                  <a:rPr kumimoji="0"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Portal DB</a:t>
                </a: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375" name="그룹 1374">
              <a:extLst>
                <a:ext uri="{FF2B5EF4-FFF2-40B4-BE49-F238E27FC236}">
                  <a16:creationId xmlns:a16="http://schemas.microsoft.com/office/drawing/2014/main" id="{FA2958FC-1813-FE45-668B-7685BC8A502F}"/>
                </a:ext>
              </a:extLst>
            </p:cNvPr>
            <p:cNvGrpSpPr/>
            <p:nvPr/>
          </p:nvGrpSpPr>
          <p:grpSpPr>
            <a:xfrm>
              <a:off x="5151418" y="3495741"/>
              <a:ext cx="556407" cy="252282"/>
              <a:chOff x="2719223" y="5194544"/>
              <a:chExt cx="757125" cy="547560"/>
            </a:xfrm>
          </p:grpSpPr>
          <p:sp>
            <p:nvSpPr>
              <p:cNvPr id="1376" name="직사각형 166">
                <a:extLst>
                  <a:ext uri="{FF2B5EF4-FFF2-40B4-BE49-F238E27FC236}">
                    <a16:creationId xmlns:a16="http://schemas.microsoft.com/office/drawing/2014/main" id="{40BB3846-D7A3-5B56-CD3B-E98851F22F1E}"/>
                  </a:ext>
                </a:extLst>
              </p:cNvPr>
              <p:cNvSpPr/>
              <p:nvPr/>
            </p:nvSpPr>
            <p:spPr bwMode="auto">
              <a:xfrm>
                <a:off x="2753252" y="5194544"/>
                <a:ext cx="217532" cy="228154"/>
              </a:xfrm>
              <a:prstGeom prst="roundRect">
                <a:avLst>
                  <a:gd name="adj" fmla="val 9838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1377" name="직사각형 166">
                <a:extLst>
                  <a:ext uri="{FF2B5EF4-FFF2-40B4-BE49-F238E27FC236}">
                    <a16:creationId xmlns:a16="http://schemas.microsoft.com/office/drawing/2014/main" id="{3B74BCAE-FF1F-E1BA-2A8E-465C500E8FEF}"/>
                  </a:ext>
                </a:extLst>
              </p:cNvPr>
              <p:cNvSpPr/>
              <p:nvPr/>
            </p:nvSpPr>
            <p:spPr bwMode="auto">
              <a:xfrm>
                <a:off x="3003234" y="5194544"/>
                <a:ext cx="217532" cy="228154"/>
              </a:xfrm>
              <a:prstGeom prst="roundRect">
                <a:avLst>
                  <a:gd name="adj" fmla="val 9838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1378" name="직사각형 166">
                <a:extLst>
                  <a:ext uri="{FF2B5EF4-FFF2-40B4-BE49-F238E27FC236}">
                    <a16:creationId xmlns:a16="http://schemas.microsoft.com/office/drawing/2014/main" id="{A06E3672-29B4-2B29-EDEA-D4E92EAB4536}"/>
                  </a:ext>
                </a:extLst>
              </p:cNvPr>
              <p:cNvSpPr/>
              <p:nvPr/>
            </p:nvSpPr>
            <p:spPr bwMode="auto">
              <a:xfrm>
                <a:off x="3258816" y="5194544"/>
                <a:ext cx="217532" cy="228154"/>
              </a:xfrm>
              <a:prstGeom prst="roundRect">
                <a:avLst>
                  <a:gd name="adj" fmla="val 9838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anchor="ctr">
                <a:noAutofit/>
              </a:bodyPr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endParaRPr kumimoji="0" lang="ko-KR" altLang="en-US" sz="4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1379" name="TextBox 1378">
                <a:extLst>
                  <a:ext uri="{FF2B5EF4-FFF2-40B4-BE49-F238E27FC236}">
                    <a16:creationId xmlns:a16="http://schemas.microsoft.com/office/drawing/2014/main" id="{EC5E40F9-1488-CC92-B998-E745219932B0}"/>
                  </a:ext>
                </a:extLst>
              </p:cNvPr>
              <p:cNvSpPr txBox="1"/>
              <p:nvPr/>
            </p:nvSpPr>
            <p:spPr>
              <a:xfrm>
                <a:off x="2719223" y="5207697"/>
                <a:ext cx="697384" cy="5344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r>
                  <a:rPr kumimoji="0"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API GW Cache</a:t>
                </a: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380" name="그룹 1379">
              <a:extLst>
                <a:ext uri="{FF2B5EF4-FFF2-40B4-BE49-F238E27FC236}">
                  <a16:creationId xmlns:a16="http://schemas.microsoft.com/office/drawing/2014/main" id="{57029637-BDD0-78B4-65F4-911CE6B20C8F}"/>
                </a:ext>
              </a:extLst>
            </p:cNvPr>
            <p:cNvGrpSpPr/>
            <p:nvPr/>
          </p:nvGrpSpPr>
          <p:grpSpPr>
            <a:xfrm>
              <a:off x="4360770" y="3486881"/>
              <a:ext cx="423299" cy="246222"/>
              <a:chOff x="2680888" y="5166421"/>
              <a:chExt cx="576000" cy="534406"/>
            </a:xfrm>
          </p:grpSpPr>
          <p:sp>
            <p:nvSpPr>
              <p:cNvPr id="1381" name="직사각형 166">
                <a:extLst>
                  <a:ext uri="{FF2B5EF4-FFF2-40B4-BE49-F238E27FC236}">
                    <a16:creationId xmlns:a16="http://schemas.microsoft.com/office/drawing/2014/main" id="{683995C0-6D22-3BB9-B546-8317DB7776FF}"/>
                  </a:ext>
                </a:extLst>
              </p:cNvPr>
              <p:cNvSpPr/>
              <p:nvPr/>
            </p:nvSpPr>
            <p:spPr bwMode="auto">
              <a:xfrm>
                <a:off x="2753252" y="5194544"/>
                <a:ext cx="217532" cy="228154"/>
              </a:xfrm>
              <a:prstGeom prst="roundRect">
                <a:avLst>
                  <a:gd name="adj" fmla="val 9838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1382" name="직사각형 166">
                <a:extLst>
                  <a:ext uri="{FF2B5EF4-FFF2-40B4-BE49-F238E27FC236}">
                    <a16:creationId xmlns:a16="http://schemas.microsoft.com/office/drawing/2014/main" id="{4FC08AE5-91DD-A56A-6855-0EA9D216F8B8}"/>
                  </a:ext>
                </a:extLst>
              </p:cNvPr>
              <p:cNvSpPr/>
              <p:nvPr/>
            </p:nvSpPr>
            <p:spPr bwMode="auto">
              <a:xfrm>
                <a:off x="3003234" y="5194544"/>
                <a:ext cx="217532" cy="228154"/>
              </a:xfrm>
              <a:prstGeom prst="roundRect">
                <a:avLst>
                  <a:gd name="adj" fmla="val 9838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1383" name="TextBox 1382">
                <a:extLst>
                  <a:ext uri="{FF2B5EF4-FFF2-40B4-BE49-F238E27FC236}">
                    <a16:creationId xmlns:a16="http://schemas.microsoft.com/office/drawing/2014/main" id="{3ACC4075-D585-FFC6-C767-E1CE16BC3F09}"/>
                  </a:ext>
                </a:extLst>
              </p:cNvPr>
              <p:cNvSpPr txBox="1"/>
              <p:nvPr/>
            </p:nvSpPr>
            <p:spPr>
              <a:xfrm>
                <a:off x="2680888" y="5166421"/>
                <a:ext cx="576000" cy="5344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r>
                  <a: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파일전송</a:t>
                </a:r>
                <a:endPara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r>
                  <a:rPr kumimoji="0"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Edge</a:t>
                </a: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384" name="그룹 1383">
              <a:extLst>
                <a:ext uri="{FF2B5EF4-FFF2-40B4-BE49-F238E27FC236}">
                  <a16:creationId xmlns:a16="http://schemas.microsoft.com/office/drawing/2014/main" id="{414786D5-0B57-1890-A283-4B9CA6AF2865}"/>
                </a:ext>
              </a:extLst>
            </p:cNvPr>
            <p:cNvGrpSpPr/>
            <p:nvPr/>
          </p:nvGrpSpPr>
          <p:grpSpPr>
            <a:xfrm>
              <a:off x="4745197" y="3485564"/>
              <a:ext cx="423299" cy="246222"/>
              <a:chOff x="2680888" y="5169596"/>
              <a:chExt cx="576000" cy="534406"/>
            </a:xfrm>
          </p:grpSpPr>
          <p:sp>
            <p:nvSpPr>
              <p:cNvPr id="1385" name="직사각형 166">
                <a:extLst>
                  <a:ext uri="{FF2B5EF4-FFF2-40B4-BE49-F238E27FC236}">
                    <a16:creationId xmlns:a16="http://schemas.microsoft.com/office/drawing/2014/main" id="{B752AC66-EFB2-0485-81A0-2475C43425E4}"/>
                  </a:ext>
                </a:extLst>
              </p:cNvPr>
              <p:cNvSpPr/>
              <p:nvPr/>
            </p:nvSpPr>
            <p:spPr bwMode="auto">
              <a:xfrm>
                <a:off x="2753252" y="5194544"/>
                <a:ext cx="217532" cy="228154"/>
              </a:xfrm>
              <a:prstGeom prst="roundRect">
                <a:avLst>
                  <a:gd name="adj" fmla="val 9838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1386" name="직사각형 166">
                <a:extLst>
                  <a:ext uri="{FF2B5EF4-FFF2-40B4-BE49-F238E27FC236}">
                    <a16:creationId xmlns:a16="http://schemas.microsoft.com/office/drawing/2014/main" id="{9CE712F0-F0F2-8832-0401-EBB62E965749}"/>
                  </a:ext>
                </a:extLst>
              </p:cNvPr>
              <p:cNvSpPr/>
              <p:nvPr/>
            </p:nvSpPr>
            <p:spPr bwMode="auto">
              <a:xfrm>
                <a:off x="3003234" y="5194544"/>
                <a:ext cx="217532" cy="228154"/>
              </a:xfrm>
              <a:prstGeom prst="roundRect">
                <a:avLst>
                  <a:gd name="adj" fmla="val 9838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1387" name="TextBox 1386">
                <a:extLst>
                  <a:ext uri="{FF2B5EF4-FFF2-40B4-BE49-F238E27FC236}">
                    <a16:creationId xmlns:a16="http://schemas.microsoft.com/office/drawing/2014/main" id="{009D3AF8-FBA9-0D43-733D-F9B5BC761916}"/>
                  </a:ext>
                </a:extLst>
              </p:cNvPr>
              <p:cNvSpPr txBox="1"/>
              <p:nvPr/>
            </p:nvSpPr>
            <p:spPr>
              <a:xfrm>
                <a:off x="2680888" y="5169596"/>
                <a:ext cx="576000" cy="5344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r>
                  <a:rPr kumimoji="0"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API</a:t>
                </a:r>
                <a:r>
                  <a: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 </a:t>
                </a:r>
                <a:r>
                  <a:rPr kumimoji="0"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GW</a:t>
                </a:r>
                <a:r>
                  <a: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 </a:t>
                </a:r>
                <a:r>
                  <a:rPr kumimoji="0"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DB</a:t>
                </a: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388" name="그룹 1387">
              <a:extLst>
                <a:ext uri="{FF2B5EF4-FFF2-40B4-BE49-F238E27FC236}">
                  <a16:creationId xmlns:a16="http://schemas.microsoft.com/office/drawing/2014/main" id="{8920F42C-362B-3A72-CBBE-BE182F399786}"/>
                </a:ext>
              </a:extLst>
            </p:cNvPr>
            <p:cNvGrpSpPr/>
            <p:nvPr/>
          </p:nvGrpSpPr>
          <p:grpSpPr>
            <a:xfrm>
              <a:off x="5704833" y="3497691"/>
              <a:ext cx="423299" cy="252282"/>
              <a:chOff x="2680888" y="5194544"/>
              <a:chExt cx="576000" cy="547560"/>
            </a:xfrm>
          </p:grpSpPr>
          <p:sp>
            <p:nvSpPr>
              <p:cNvPr id="1389" name="직사각형 166">
                <a:extLst>
                  <a:ext uri="{FF2B5EF4-FFF2-40B4-BE49-F238E27FC236}">
                    <a16:creationId xmlns:a16="http://schemas.microsoft.com/office/drawing/2014/main" id="{B5ECBA32-FAA3-165D-FDB5-1C551B2F228B}"/>
                  </a:ext>
                </a:extLst>
              </p:cNvPr>
              <p:cNvSpPr/>
              <p:nvPr/>
            </p:nvSpPr>
            <p:spPr bwMode="auto">
              <a:xfrm>
                <a:off x="2753252" y="5194544"/>
                <a:ext cx="217532" cy="228154"/>
              </a:xfrm>
              <a:prstGeom prst="roundRect">
                <a:avLst>
                  <a:gd name="adj" fmla="val 9838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1390" name="직사각형 166">
                <a:extLst>
                  <a:ext uri="{FF2B5EF4-FFF2-40B4-BE49-F238E27FC236}">
                    <a16:creationId xmlns:a16="http://schemas.microsoft.com/office/drawing/2014/main" id="{66F1E34B-48AD-7C77-AAC2-00976382280C}"/>
                  </a:ext>
                </a:extLst>
              </p:cNvPr>
              <p:cNvSpPr/>
              <p:nvPr/>
            </p:nvSpPr>
            <p:spPr bwMode="auto">
              <a:xfrm>
                <a:off x="3003234" y="5194544"/>
                <a:ext cx="217532" cy="228154"/>
              </a:xfrm>
              <a:prstGeom prst="roundRect">
                <a:avLst>
                  <a:gd name="adj" fmla="val 9838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1391" name="TextBox 1390">
                <a:extLst>
                  <a:ext uri="{FF2B5EF4-FFF2-40B4-BE49-F238E27FC236}">
                    <a16:creationId xmlns:a16="http://schemas.microsoft.com/office/drawing/2014/main" id="{57612B50-125C-2B6F-DABB-62AFD5133735}"/>
                  </a:ext>
                </a:extLst>
              </p:cNvPr>
              <p:cNvSpPr txBox="1"/>
              <p:nvPr/>
            </p:nvSpPr>
            <p:spPr>
              <a:xfrm>
                <a:off x="2680888" y="5207697"/>
                <a:ext cx="576000" cy="5344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r>
                  <a: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가명화 </a:t>
                </a:r>
                <a:r>
                  <a:rPr kumimoji="0"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DB</a:t>
                </a: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392" name="그룹 1391">
              <a:extLst>
                <a:ext uri="{FF2B5EF4-FFF2-40B4-BE49-F238E27FC236}">
                  <a16:creationId xmlns:a16="http://schemas.microsoft.com/office/drawing/2014/main" id="{2C674AD4-641B-C6EF-FF27-1EF2B0D475F1}"/>
                </a:ext>
              </a:extLst>
            </p:cNvPr>
            <p:cNvGrpSpPr/>
            <p:nvPr/>
          </p:nvGrpSpPr>
          <p:grpSpPr>
            <a:xfrm>
              <a:off x="3248693" y="3482607"/>
              <a:ext cx="397010" cy="400111"/>
              <a:chOff x="1330983" y="5125251"/>
              <a:chExt cx="540227" cy="868411"/>
            </a:xfrm>
          </p:grpSpPr>
          <p:grpSp>
            <p:nvGrpSpPr>
              <p:cNvPr id="1393" name="그룹 1392">
                <a:extLst>
                  <a:ext uri="{FF2B5EF4-FFF2-40B4-BE49-F238E27FC236}">
                    <a16:creationId xmlns:a16="http://schemas.microsoft.com/office/drawing/2014/main" id="{7544524D-8598-5435-B1CA-1338F30D0991}"/>
                  </a:ext>
                </a:extLst>
              </p:cNvPr>
              <p:cNvGrpSpPr/>
              <p:nvPr/>
            </p:nvGrpSpPr>
            <p:grpSpPr>
              <a:xfrm>
                <a:off x="1374072" y="5153756"/>
                <a:ext cx="467514" cy="228154"/>
                <a:chOff x="1374072" y="5153756"/>
                <a:chExt cx="467514" cy="228154"/>
              </a:xfrm>
            </p:grpSpPr>
            <p:sp>
              <p:nvSpPr>
                <p:cNvPr id="1395" name="직사각형 166">
                  <a:extLst>
                    <a:ext uri="{FF2B5EF4-FFF2-40B4-BE49-F238E27FC236}">
                      <a16:creationId xmlns:a16="http://schemas.microsoft.com/office/drawing/2014/main" id="{9538351A-6D41-D90C-C98C-27FA3244DDE0}"/>
                    </a:ext>
                  </a:extLst>
                </p:cNvPr>
                <p:cNvSpPr/>
                <p:nvPr/>
              </p:nvSpPr>
              <p:spPr bwMode="auto">
                <a:xfrm>
                  <a:off x="1374072" y="5153756"/>
                  <a:ext cx="217532" cy="228154"/>
                </a:xfrm>
                <a:prstGeom prst="roundRect">
                  <a:avLst>
                    <a:gd name="adj" fmla="val 9838"/>
                  </a:avLst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6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square" lIns="0" tIns="0" rIns="0" bIns="0" anchor="ctr"/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endPara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endParaRPr>
                </a:p>
              </p:txBody>
            </p:sp>
            <p:sp>
              <p:nvSpPr>
                <p:cNvPr id="1396" name="직사각형 166">
                  <a:extLst>
                    <a:ext uri="{FF2B5EF4-FFF2-40B4-BE49-F238E27FC236}">
                      <a16:creationId xmlns:a16="http://schemas.microsoft.com/office/drawing/2014/main" id="{4D983A64-CE22-AA02-3BD1-642ED062B1E1}"/>
                    </a:ext>
                  </a:extLst>
                </p:cNvPr>
                <p:cNvSpPr/>
                <p:nvPr/>
              </p:nvSpPr>
              <p:spPr bwMode="auto">
                <a:xfrm>
                  <a:off x="1624054" y="5153756"/>
                  <a:ext cx="217532" cy="228154"/>
                </a:xfrm>
                <a:prstGeom prst="roundRect">
                  <a:avLst>
                    <a:gd name="adj" fmla="val 9838"/>
                  </a:avLst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6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square" lIns="0" tIns="0" rIns="0" bIns="0" anchor="ctr"/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endPara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endParaRPr>
                </a:p>
              </p:txBody>
            </p:sp>
          </p:grpSp>
          <p:sp>
            <p:nvSpPr>
              <p:cNvPr id="1394" name="TextBox 1393">
                <a:extLst>
                  <a:ext uri="{FF2B5EF4-FFF2-40B4-BE49-F238E27FC236}">
                    <a16:creationId xmlns:a16="http://schemas.microsoft.com/office/drawing/2014/main" id="{83AA59CC-6284-4F10-CDFA-EF49CFF819CF}"/>
                  </a:ext>
                </a:extLst>
              </p:cNvPr>
              <p:cNvSpPr txBox="1"/>
              <p:nvPr/>
            </p:nvSpPr>
            <p:spPr>
              <a:xfrm>
                <a:off x="1330983" y="5125251"/>
                <a:ext cx="540227" cy="8684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r>
                  <a:rPr kumimoji="0"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AI Agent</a:t>
                </a:r>
              </a:p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r>
                  <a: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메타</a:t>
                </a:r>
                <a:r>
                  <a:rPr kumimoji="0"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 DB</a:t>
                </a: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397" name="그룹 1396">
              <a:extLst>
                <a:ext uri="{FF2B5EF4-FFF2-40B4-BE49-F238E27FC236}">
                  <a16:creationId xmlns:a16="http://schemas.microsoft.com/office/drawing/2014/main" id="{16D36A27-980C-A38E-8272-8433AEF2F91D}"/>
                </a:ext>
              </a:extLst>
            </p:cNvPr>
            <p:cNvGrpSpPr/>
            <p:nvPr/>
          </p:nvGrpSpPr>
          <p:grpSpPr>
            <a:xfrm>
              <a:off x="3620320" y="3495478"/>
              <a:ext cx="397010" cy="255236"/>
              <a:chOff x="1330983" y="5153756"/>
              <a:chExt cx="540227" cy="553971"/>
            </a:xfrm>
          </p:grpSpPr>
          <p:grpSp>
            <p:nvGrpSpPr>
              <p:cNvPr id="1398" name="그룹 1397">
                <a:extLst>
                  <a:ext uri="{FF2B5EF4-FFF2-40B4-BE49-F238E27FC236}">
                    <a16:creationId xmlns:a16="http://schemas.microsoft.com/office/drawing/2014/main" id="{27F315E0-1669-E78C-587F-DDC95289B8A1}"/>
                  </a:ext>
                </a:extLst>
              </p:cNvPr>
              <p:cNvGrpSpPr/>
              <p:nvPr/>
            </p:nvGrpSpPr>
            <p:grpSpPr>
              <a:xfrm>
                <a:off x="1374072" y="5153756"/>
                <a:ext cx="467514" cy="228154"/>
                <a:chOff x="1374072" y="5153756"/>
                <a:chExt cx="467514" cy="228154"/>
              </a:xfrm>
            </p:grpSpPr>
            <p:sp>
              <p:nvSpPr>
                <p:cNvPr id="1400" name="직사각형 166">
                  <a:extLst>
                    <a:ext uri="{FF2B5EF4-FFF2-40B4-BE49-F238E27FC236}">
                      <a16:creationId xmlns:a16="http://schemas.microsoft.com/office/drawing/2014/main" id="{E3D79CE9-2AF1-4CB3-EBB3-57ADED2899DC}"/>
                    </a:ext>
                  </a:extLst>
                </p:cNvPr>
                <p:cNvSpPr/>
                <p:nvPr/>
              </p:nvSpPr>
              <p:spPr bwMode="auto">
                <a:xfrm>
                  <a:off x="1374072" y="5153756"/>
                  <a:ext cx="217532" cy="228154"/>
                </a:xfrm>
                <a:prstGeom prst="roundRect">
                  <a:avLst>
                    <a:gd name="adj" fmla="val 9838"/>
                  </a:avLst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6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square" lIns="0" tIns="0" rIns="0" bIns="0" anchor="ctr"/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endPara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endParaRPr>
                </a:p>
              </p:txBody>
            </p:sp>
            <p:sp>
              <p:nvSpPr>
                <p:cNvPr id="1401" name="직사각형 166">
                  <a:extLst>
                    <a:ext uri="{FF2B5EF4-FFF2-40B4-BE49-F238E27FC236}">
                      <a16:creationId xmlns:a16="http://schemas.microsoft.com/office/drawing/2014/main" id="{975CBD94-210E-9741-CE66-2F8B1FBF70F8}"/>
                    </a:ext>
                  </a:extLst>
                </p:cNvPr>
                <p:cNvSpPr/>
                <p:nvPr/>
              </p:nvSpPr>
              <p:spPr bwMode="auto">
                <a:xfrm>
                  <a:off x="1624054" y="5153756"/>
                  <a:ext cx="217532" cy="228154"/>
                </a:xfrm>
                <a:prstGeom prst="roundRect">
                  <a:avLst>
                    <a:gd name="adj" fmla="val 9838"/>
                  </a:avLst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6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square" lIns="0" tIns="0" rIns="0" bIns="0" anchor="ctr"/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endPara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endParaRPr>
                </a:p>
              </p:txBody>
            </p:sp>
          </p:grpSp>
          <p:sp>
            <p:nvSpPr>
              <p:cNvPr id="1399" name="TextBox 1398">
                <a:extLst>
                  <a:ext uri="{FF2B5EF4-FFF2-40B4-BE49-F238E27FC236}">
                    <a16:creationId xmlns:a16="http://schemas.microsoft.com/office/drawing/2014/main" id="{6AF6FCAB-13D2-AD86-47E9-587622876CCD}"/>
                  </a:ext>
                </a:extLst>
              </p:cNvPr>
              <p:cNvSpPr txBox="1"/>
              <p:nvPr/>
            </p:nvSpPr>
            <p:spPr>
              <a:xfrm>
                <a:off x="1330983" y="5173320"/>
                <a:ext cx="540227" cy="5344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r>
                  <a:rPr kumimoji="0"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AI </a:t>
                </a:r>
                <a:r>
                  <a: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보안</a:t>
                </a:r>
                <a:r>
                  <a:rPr kumimoji="0"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 DB</a:t>
                </a: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402" name="그룹 1401">
              <a:extLst>
                <a:ext uri="{FF2B5EF4-FFF2-40B4-BE49-F238E27FC236}">
                  <a16:creationId xmlns:a16="http://schemas.microsoft.com/office/drawing/2014/main" id="{9A65EFDB-D6D5-F4C2-C882-14E41E6DEDEB}"/>
                </a:ext>
              </a:extLst>
            </p:cNvPr>
            <p:cNvGrpSpPr/>
            <p:nvPr/>
          </p:nvGrpSpPr>
          <p:grpSpPr>
            <a:xfrm>
              <a:off x="4004045" y="3488519"/>
              <a:ext cx="397010" cy="323165"/>
              <a:chOff x="1330983" y="5135221"/>
              <a:chExt cx="540227" cy="701407"/>
            </a:xfrm>
          </p:grpSpPr>
          <p:grpSp>
            <p:nvGrpSpPr>
              <p:cNvPr id="1403" name="그룹 1402">
                <a:extLst>
                  <a:ext uri="{FF2B5EF4-FFF2-40B4-BE49-F238E27FC236}">
                    <a16:creationId xmlns:a16="http://schemas.microsoft.com/office/drawing/2014/main" id="{9615985E-849D-8322-0270-9ED3F16FB3A9}"/>
                  </a:ext>
                </a:extLst>
              </p:cNvPr>
              <p:cNvGrpSpPr/>
              <p:nvPr/>
            </p:nvGrpSpPr>
            <p:grpSpPr>
              <a:xfrm>
                <a:off x="1374072" y="5153756"/>
                <a:ext cx="467514" cy="228154"/>
                <a:chOff x="1374072" y="5153756"/>
                <a:chExt cx="467514" cy="228154"/>
              </a:xfrm>
            </p:grpSpPr>
            <p:sp>
              <p:nvSpPr>
                <p:cNvPr id="1405" name="직사각형 166">
                  <a:extLst>
                    <a:ext uri="{FF2B5EF4-FFF2-40B4-BE49-F238E27FC236}">
                      <a16:creationId xmlns:a16="http://schemas.microsoft.com/office/drawing/2014/main" id="{316F6250-3A66-9D03-BEEE-556F3A77E700}"/>
                    </a:ext>
                  </a:extLst>
                </p:cNvPr>
                <p:cNvSpPr/>
                <p:nvPr/>
              </p:nvSpPr>
              <p:spPr bwMode="auto">
                <a:xfrm>
                  <a:off x="1374072" y="5153756"/>
                  <a:ext cx="217532" cy="228154"/>
                </a:xfrm>
                <a:prstGeom prst="roundRect">
                  <a:avLst>
                    <a:gd name="adj" fmla="val 9838"/>
                  </a:avLst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6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square" lIns="0" tIns="0" rIns="0" bIns="0" anchor="ctr"/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endPara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endParaRPr>
                </a:p>
              </p:txBody>
            </p:sp>
            <p:sp>
              <p:nvSpPr>
                <p:cNvPr id="1406" name="직사각형 166">
                  <a:extLst>
                    <a:ext uri="{FF2B5EF4-FFF2-40B4-BE49-F238E27FC236}">
                      <a16:creationId xmlns:a16="http://schemas.microsoft.com/office/drawing/2014/main" id="{089230C7-F370-6FD5-EE1B-FFCD39E345BD}"/>
                    </a:ext>
                  </a:extLst>
                </p:cNvPr>
                <p:cNvSpPr/>
                <p:nvPr/>
              </p:nvSpPr>
              <p:spPr bwMode="auto">
                <a:xfrm>
                  <a:off x="1624054" y="5153756"/>
                  <a:ext cx="217532" cy="228154"/>
                </a:xfrm>
                <a:prstGeom prst="roundRect">
                  <a:avLst>
                    <a:gd name="adj" fmla="val 9838"/>
                  </a:avLst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6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square" lIns="0" tIns="0" rIns="0" bIns="0" anchor="ctr"/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endPara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endParaRPr>
                </a:p>
              </p:txBody>
            </p:sp>
          </p:grpSp>
          <p:sp>
            <p:nvSpPr>
              <p:cNvPr id="1404" name="TextBox 1403">
                <a:extLst>
                  <a:ext uri="{FF2B5EF4-FFF2-40B4-BE49-F238E27FC236}">
                    <a16:creationId xmlns:a16="http://schemas.microsoft.com/office/drawing/2014/main" id="{8F98F32F-0994-D5EA-C1AE-7F51749533BD}"/>
                  </a:ext>
                </a:extLst>
              </p:cNvPr>
              <p:cNvSpPr txBox="1"/>
              <p:nvPr/>
            </p:nvSpPr>
            <p:spPr>
              <a:xfrm>
                <a:off x="1330983" y="5135221"/>
                <a:ext cx="540227" cy="7014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r>
                  <a:rPr kumimoji="0"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LLM</a:t>
                </a:r>
                <a:r>
                  <a: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 평가</a:t>
                </a:r>
                <a:r>
                  <a:rPr kumimoji="0"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 DB</a:t>
                </a: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407" name="그룹 1406">
              <a:extLst>
                <a:ext uri="{FF2B5EF4-FFF2-40B4-BE49-F238E27FC236}">
                  <a16:creationId xmlns:a16="http://schemas.microsoft.com/office/drawing/2014/main" id="{AAA9A63E-792C-CA59-F854-63E8F52B468B}"/>
                </a:ext>
              </a:extLst>
            </p:cNvPr>
            <p:cNvGrpSpPr/>
            <p:nvPr/>
          </p:nvGrpSpPr>
          <p:grpSpPr>
            <a:xfrm>
              <a:off x="3474541" y="2506558"/>
              <a:ext cx="487529" cy="161583"/>
              <a:chOff x="6559489" y="6619793"/>
              <a:chExt cx="663400" cy="350704"/>
            </a:xfrm>
          </p:grpSpPr>
          <p:grpSp>
            <p:nvGrpSpPr>
              <p:cNvPr id="1408" name="그룹 1407">
                <a:extLst>
                  <a:ext uri="{FF2B5EF4-FFF2-40B4-BE49-F238E27FC236}">
                    <a16:creationId xmlns:a16="http://schemas.microsoft.com/office/drawing/2014/main" id="{6FFC4502-1A0F-A533-862C-DC8BAA48CF82}"/>
                  </a:ext>
                </a:extLst>
              </p:cNvPr>
              <p:cNvGrpSpPr/>
              <p:nvPr/>
            </p:nvGrpSpPr>
            <p:grpSpPr>
              <a:xfrm>
                <a:off x="6559489" y="6678054"/>
                <a:ext cx="360560" cy="227564"/>
                <a:chOff x="-1249711" y="5207925"/>
                <a:chExt cx="723475" cy="456614"/>
              </a:xfrm>
            </p:grpSpPr>
            <p:grpSp>
              <p:nvGrpSpPr>
                <p:cNvPr id="1415" name="그룹 1414">
                  <a:extLst>
                    <a:ext uri="{FF2B5EF4-FFF2-40B4-BE49-F238E27FC236}">
                      <a16:creationId xmlns:a16="http://schemas.microsoft.com/office/drawing/2014/main" id="{B25B6A69-1FBE-0285-362F-C37F5C37A25F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-1249711" y="5207925"/>
                  <a:ext cx="331998" cy="456614"/>
                  <a:chOff x="11921385" y="4267725"/>
                  <a:chExt cx="916126" cy="1260000"/>
                </a:xfrm>
              </p:grpSpPr>
              <p:sp>
                <p:nvSpPr>
                  <p:cNvPr id="1421" name="사각형: 둥근 모서리 288">
                    <a:extLst>
                      <a:ext uri="{FF2B5EF4-FFF2-40B4-BE49-F238E27FC236}">
                        <a16:creationId xmlns:a16="http://schemas.microsoft.com/office/drawing/2014/main" id="{3FC01B1D-BFFF-026C-2354-B3EEB8E44777}"/>
                      </a:ext>
                    </a:extLst>
                  </p:cNvPr>
                  <p:cNvSpPr/>
                  <p:nvPr/>
                </p:nvSpPr>
                <p:spPr>
                  <a:xfrm>
                    <a:off x="11923596" y="4271687"/>
                    <a:ext cx="911716" cy="1252078"/>
                  </a:xfrm>
                  <a:prstGeom prst="roundRect">
                    <a:avLst>
                      <a:gd name="adj" fmla="val 7097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-3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grpSp>
                <p:nvGrpSpPr>
                  <p:cNvPr id="1422" name="그룹 1421">
                    <a:extLst>
                      <a:ext uri="{FF2B5EF4-FFF2-40B4-BE49-F238E27FC236}">
                        <a16:creationId xmlns:a16="http://schemas.microsoft.com/office/drawing/2014/main" id="{B40D362A-1B2C-2D75-A9BB-7FF7013584D9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11921389" y="4267727"/>
                    <a:ext cx="916126" cy="1260000"/>
                    <a:chOff x="14485938" y="-2571751"/>
                    <a:chExt cx="554038" cy="762000"/>
                  </a:xfrm>
                  <a:solidFill>
                    <a:srgbClr val="262626"/>
                  </a:solidFill>
                </p:grpSpPr>
                <p:sp>
                  <p:nvSpPr>
                    <p:cNvPr id="1423" name="Freeform 230">
                      <a:extLst>
                        <a:ext uri="{FF2B5EF4-FFF2-40B4-BE49-F238E27FC236}">
                          <a16:creationId xmlns:a16="http://schemas.microsoft.com/office/drawing/2014/main" id="{BF24CA07-2F6F-8863-1FDE-D237D772147E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4485938" y="-2571751"/>
                      <a:ext cx="554038" cy="762000"/>
                    </a:xfrm>
                    <a:custGeom>
                      <a:avLst/>
                      <a:gdLst>
                        <a:gd name="T0" fmla="*/ 137 w 147"/>
                        <a:gd name="T1" fmla="*/ 0 h 200"/>
                        <a:gd name="T2" fmla="*/ 10 w 147"/>
                        <a:gd name="T3" fmla="*/ 0 h 200"/>
                        <a:gd name="T4" fmla="*/ 0 w 147"/>
                        <a:gd name="T5" fmla="*/ 10 h 200"/>
                        <a:gd name="T6" fmla="*/ 0 w 147"/>
                        <a:gd name="T7" fmla="*/ 190 h 200"/>
                        <a:gd name="T8" fmla="*/ 10 w 147"/>
                        <a:gd name="T9" fmla="*/ 200 h 200"/>
                        <a:gd name="T10" fmla="*/ 137 w 147"/>
                        <a:gd name="T11" fmla="*/ 200 h 200"/>
                        <a:gd name="T12" fmla="*/ 140 w 147"/>
                        <a:gd name="T13" fmla="*/ 199 h 200"/>
                        <a:gd name="T14" fmla="*/ 146 w 147"/>
                        <a:gd name="T15" fmla="*/ 193 h 200"/>
                        <a:gd name="T16" fmla="*/ 147 w 147"/>
                        <a:gd name="T17" fmla="*/ 190 h 200"/>
                        <a:gd name="T18" fmla="*/ 147 w 147"/>
                        <a:gd name="T19" fmla="*/ 10 h 200"/>
                        <a:gd name="T20" fmla="*/ 137 w 147"/>
                        <a:gd name="T21" fmla="*/ 0 h 200"/>
                        <a:gd name="T22" fmla="*/ 139 w 147"/>
                        <a:gd name="T23" fmla="*/ 189 h 200"/>
                        <a:gd name="T24" fmla="*/ 135 w 147"/>
                        <a:gd name="T25" fmla="*/ 192 h 200"/>
                        <a:gd name="T26" fmla="*/ 10 w 147"/>
                        <a:gd name="T27" fmla="*/ 192 h 200"/>
                        <a:gd name="T28" fmla="*/ 8 w 147"/>
                        <a:gd name="T29" fmla="*/ 190 h 200"/>
                        <a:gd name="T30" fmla="*/ 8 w 147"/>
                        <a:gd name="T31" fmla="*/ 10 h 200"/>
                        <a:gd name="T32" fmla="*/ 10 w 147"/>
                        <a:gd name="T33" fmla="*/ 8 h 200"/>
                        <a:gd name="T34" fmla="*/ 137 w 147"/>
                        <a:gd name="T35" fmla="*/ 8 h 200"/>
                        <a:gd name="T36" fmla="*/ 139 w 147"/>
                        <a:gd name="T37" fmla="*/ 10 h 200"/>
                        <a:gd name="T38" fmla="*/ 139 w 147"/>
                        <a:gd name="T39" fmla="*/ 189 h 2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</a:cxnLst>
                      <a:rect l="0" t="0" r="r" b="b"/>
                      <a:pathLst>
                        <a:path w="147" h="200">
                          <a:moveTo>
                            <a:pt x="137" y="0"/>
                          </a:moveTo>
                          <a:cubicBezTo>
                            <a:pt x="10" y="0"/>
                            <a:pt x="10" y="0"/>
                            <a:pt x="10" y="0"/>
                          </a:cubicBezTo>
                          <a:cubicBezTo>
                            <a:pt x="4" y="0"/>
                            <a:pt x="0" y="5"/>
                            <a:pt x="0" y="10"/>
                          </a:cubicBezTo>
                          <a:cubicBezTo>
                            <a:pt x="0" y="190"/>
                            <a:pt x="0" y="190"/>
                            <a:pt x="0" y="190"/>
                          </a:cubicBezTo>
                          <a:cubicBezTo>
                            <a:pt x="0" y="196"/>
                            <a:pt x="4" y="200"/>
                            <a:pt x="10" y="200"/>
                          </a:cubicBezTo>
                          <a:cubicBezTo>
                            <a:pt x="137" y="200"/>
                            <a:pt x="137" y="200"/>
                            <a:pt x="137" y="200"/>
                          </a:cubicBezTo>
                          <a:cubicBezTo>
                            <a:pt x="138" y="200"/>
                            <a:pt x="139" y="200"/>
                            <a:pt x="140" y="199"/>
                          </a:cubicBezTo>
                          <a:cubicBezTo>
                            <a:pt x="146" y="193"/>
                            <a:pt x="146" y="193"/>
                            <a:pt x="146" y="193"/>
                          </a:cubicBezTo>
                          <a:cubicBezTo>
                            <a:pt x="146" y="192"/>
                            <a:pt x="147" y="191"/>
                            <a:pt x="147" y="190"/>
                          </a:cubicBezTo>
                          <a:cubicBezTo>
                            <a:pt x="147" y="10"/>
                            <a:pt x="147" y="10"/>
                            <a:pt x="147" y="10"/>
                          </a:cubicBezTo>
                          <a:cubicBezTo>
                            <a:pt x="147" y="5"/>
                            <a:pt x="142" y="0"/>
                            <a:pt x="137" y="0"/>
                          </a:cubicBezTo>
                          <a:close/>
                          <a:moveTo>
                            <a:pt x="139" y="189"/>
                          </a:moveTo>
                          <a:cubicBezTo>
                            <a:pt x="135" y="192"/>
                            <a:pt x="135" y="192"/>
                            <a:pt x="135" y="192"/>
                          </a:cubicBezTo>
                          <a:cubicBezTo>
                            <a:pt x="10" y="192"/>
                            <a:pt x="10" y="192"/>
                            <a:pt x="10" y="192"/>
                          </a:cubicBezTo>
                          <a:cubicBezTo>
                            <a:pt x="9" y="192"/>
                            <a:pt x="8" y="191"/>
                            <a:pt x="8" y="190"/>
                          </a:cubicBezTo>
                          <a:cubicBezTo>
                            <a:pt x="8" y="10"/>
                            <a:pt x="8" y="10"/>
                            <a:pt x="8" y="10"/>
                          </a:cubicBezTo>
                          <a:cubicBezTo>
                            <a:pt x="8" y="9"/>
                            <a:pt x="9" y="8"/>
                            <a:pt x="10" y="8"/>
                          </a:cubicBezTo>
                          <a:cubicBezTo>
                            <a:pt x="137" y="8"/>
                            <a:pt x="137" y="8"/>
                            <a:pt x="137" y="8"/>
                          </a:cubicBezTo>
                          <a:cubicBezTo>
                            <a:pt x="138" y="8"/>
                            <a:pt x="139" y="9"/>
                            <a:pt x="139" y="10"/>
                          </a:cubicBezTo>
                          <a:lnTo>
                            <a:pt x="139" y="189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  <p:sp>
                  <p:nvSpPr>
                    <p:cNvPr id="1424" name="Freeform 231">
                      <a:extLst>
                        <a:ext uri="{FF2B5EF4-FFF2-40B4-BE49-F238E27FC236}">
                          <a16:creationId xmlns:a16="http://schemas.microsoft.com/office/drawing/2014/main" id="{76482920-234C-225E-DF86-1F85243F87A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4603413" y="-2403476"/>
                      <a:ext cx="315913" cy="30163"/>
                    </a:xfrm>
                    <a:custGeom>
                      <a:avLst/>
                      <a:gdLst>
                        <a:gd name="T0" fmla="*/ 80 w 84"/>
                        <a:gd name="T1" fmla="*/ 0 h 8"/>
                        <a:gd name="T2" fmla="*/ 4 w 84"/>
                        <a:gd name="T3" fmla="*/ 0 h 8"/>
                        <a:gd name="T4" fmla="*/ 0 w 84"/>
                        <a:gd name="T5" fmla="*/ 4 h 8"/>
                        <a:gd name="T6" fmla="*/ 4 w 84"/>
                        <a:gd name="T7" fmla="*/ 8 h 8"/>
                        <a:gd name="T8" fmla="*/ 80 w 84"/>
                        <a:gd name="T9" fmla="*/ 8 h 8"/>
                        <a:gd name="T10" fmla="*/ 84 w 84"/>
                        <a:gd name="T11" fmla="*/ 4 h 8"/>
                        <a:gd name="T12" fmla="*/ 80 w 84"/>
                        <a:gd name="T13" fmla="*/ 0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4" h="8">
                          <a:moveTo>
                            <a:pt x="80" y="0"/>
                          </a:moveTo>
                          <a:cubicBezTo>
                            <a:pt x="4" y="0"/>
                            <a:pt x="4" y="0"/>
                            <a:pt x="4" y="0"/>
                          </a:cubicBezTo>
                          <a:cubicBezTo>
                            <a:pt x="2" y="0"/>
                            <a:pt x="0" y="2"/>
                            <a:pt x="0" y="4"/>
                          </a:cubicBezTo>
                          <a:cubicBezTo>
                            <a:pt x="0" y="6"/>
                            <a:pt x="2" y="8"/>
                            <a:pt x="4" y="8"/>
                          </a:cubicBezTo>
                          <a:cubicBezTo>
                            <a:pt x="80" y="8"/>
                            <a:pt x="80" y="8"/>
                            <a:pt x="80" y="8"/>
                          </a:cubicBezTo>
                          <a:cubicBezTo>
                            <a:pt x="82" y="8"/>
                            <a:pt x="84" y="6"/>
                            <a:pt x="84" y="4"/>
                          </a:cubicBezTo>
                          <a:cubicBezTo>
                            <a:pt x="84" y="2"/>
                            <a:pt x="82" y="0"/>
                            <a:pt x="80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1416" name="그룹 1415">
                  <a:extLst>
                    <a:ext uri="{FF2B5EF4-FFF2-40B4-BE49-F238E27FC236}">
                      <a16:creationId xmlns:a16="http://schemas.microsoft.com/office/drawing/2014/main" id="{9A0871E5-4F56-0452-53FA-8EF6E8970FC3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-858234" y="5207925"/>
                  <a:ext cx="331998" cy="456614"/>
                  <a:chOff x="11921385" y="4267725"/>
                  <a:chExt cx="916126" cy="1260000"/>
                </a:xfrm>
              </p:grpSpPr>
              <p:sp>
                <p:nvSpPr>
                  <p:cNvPr id="1417" name="사각형: 둥근 모서리 284">
                    <a:extLst>
                      <a:ext uri="{FF2B5EF4-FFF2-40B4-BE49-F238E27FC236}">
                        <a16:creationId xmlns:a16="http://schemas.microsoft.com/office/drawing/2014/main" id="{30B9827D-7ECB-5600-3A46-9744EF9C6BCD}"/>
                      </a:ext>
                    </a:extLst>
                  </p:cNvPr>
                  <p:cNvSpPr/>
                  <p:nvPr/>
                </p:nvSpPr>
                <p:spPr>
                  <a:xfrm>
                    <a:off x="11923596" y="4271687"/>
                    <a:ext cx="911716" cy="1252078"/>
                  </a:xfrm>
                  <a:prstGeom prst="roundRect">
                    <a:avLst>
                      <a:gd name="adj" fmla="val 7097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-3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grpSp>
                <p:nvGrpSpPr>
                  <p:cNvPr id="1418" name="그룹 1417">
                    <a:extLst>
                      <a:ext uri="{FF2B5EF4-FFF2-40B4-BE49-F238E27FC236}">
                        <a16:creationId xmlns:a16="http://schemas.microsoft.com/office/drawing/2014/main" id="{0EAD7246-2F82-768A-A275-E013E4BB0E13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11921389" y="4267727"/>
                    <a:ext cx="916126" cy="1260000"/>
                    <a:chOff x="14485938" y="-2571751"/>
                    <a:chExt cx="554038" cy="762000"/>
                  </a:xfrm>
                  <a:solidFill>
                    <a:srgbClr val="262626"/>
                  </a:solidFill>
                </p:grpSpPr>
                <p:sp>
                  <p:nvSpPr>
                    <p:cNvPr id="1419" name="Freeform 230">
                      <a:extLst>
                        <a:ext uri="{FF2B5EF4-FFF2-40B4-BE49-F238E27FC236}">
                          <a16:creationId xmlns:a16="http://schemas.microsoft.com/office/drawing/2014/main" id="{7DE0D522-EF70-29E7-4D9F-90F62F113B10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4485938" y="-2571751"/>
                      <a:ext cx="554038" cy="762000"/>
                    </a:xfrm>
                    <a:custGeom>
                      <a:avLst/>
                      <a:gdLst>
                        <a:gd name="T0" fmla="*/ 137 w 147"/>
                        <a:gd name="T1" fmla="*/ 0 h 200"/>
                        <a:gd name="T2" fmla="*/ 10 w 147"/>
                        <a:gd name="T3" fmla="*/ 0 h 200"/>
                        <a:gd name="T4" fmla="*/ 0 w 147"/>
                        <a:gd name="T5" fmla="*/ 10 h 200"/>
                        <a:gd name="T6" fmla="*/ 0 w 147"/>
                        <a:gd name="T7" fmla="*/ 190 h 200"/>
                        <a:gd name="T8" fmla="*/ 10 w 147"/>
                        <a:gd name="T9" fmla="*/ 200 h 200"/>
                        <a:gd name="T10" fmla="*/ 137 w 147"/>
                        <a:gd name="T11" fmla="*/ 200 h 200"/>
                        <a:gd name="T12" fmla="*/ 140 w 147"/>
                        <a:gd name="T13" fmla="*/ 199 h 200"/>
                        <a:gd name="T14" fmla="*/ 146 w 147"/>
                        <a:gd name="T15" fmla="*/ 193 h 200"/>
                        <a:gd name="T16" fmla="*/ 147 w 147"/>
                        <a:gd name="T17" fmla="*/ 190 h 200"/>
                        <a:gd name="T18" fmla="*/ 147 w 147"/>
                        <a:gd name="T19" fmla="*/ 10 h 200"/>
                        <a:gd name="T20" fmla="*/ 137 w 147"/>
                        <a:gd name="T21" fmla="*/ 0 h 200"/>
                        <a:gd name="T22" fmla="*/ 139 w 147"/>
                        <a:gd name="T23" fmla="*/ 189 h 200"/>
                        <a:gd name="T24" fmla="*/ 135 w 147"/>
                        <a:gd name="T25" fmla="*/ 192 h 200"/>
                        <a:gd name="T26" fmla="*/ 10 w 147"/>
                        <a:gd name="T27" fmla="*/ 192 h 200"/>
                        <a:gd name="T28" fmla="*/ 8 w 147"/>
                        <a:gd name="T29" fmla="*/ 190 h 200"/>
                        <a:gd name="T30" fmla="*/ 8 w 147"/>
                        <a:gd name="T31" fmla="*/ 10 h 200"/>
                        <a:gd name="T32" fmla="*/ 10 w 147"/>
                        <a:gd name="T33" fmla="*/ 8 h 200"/>
                        <a:gd name="T34" fmla="*/ 137 w 147"/>
                        <a:gd name="T35" fmla="*/ 8 h 200"/>
                        <a:gd name="T36" fmla="*/ 139 w 147"/>
                        <a:gd name="T37" fmla="*/ 10 h 200"/>
                        <a:gd name="T38" fmla="*/ 139 w 147"/>
                        <a:gd name="T39" fmla="*/ 189 h 2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</a:cxnLst>
                      <a:rect l="0" t="0" r="r" b="b"/>
                      <a:pathLst>
                        <a:path w="147" h="200">
                          <a:moveTo>
                            <a:pt x="137" y="0"/>
                          </a:moveTo>
                          <a:cubicBezTo>
                            <a:pt x="10" y="0"/>
                            <a:pt x="10" y="0"/>
                            <a:pt x="10" y="0"/>
                          </a:cubicBezTo>
                          <a:cubicBezTo>
                            <a:pt x="4" y="0"/>
                            <a:pt x="0" y="5"/>
                            <a:pt x="0" y="10"/>
                          </a:cubicBezTo>
                          <a:cubicBezTo>
                            <a:pt x="0" y="190"/>
                            <a:pt x="0" y="190"/>
                            <a:pt x="0" y="190"/>
                          </a:cubicBezTo>
                          <a:cubicBezTo>
                            <a:pt x="0" y="196"/>
                            <a:pt x="4" y="200"/>
                            <a:pt x="10" y="200"/>
                          </a:cubicBezTo>
                          <a:cubicBezTo>
                            <a:pt x="137" y="200"/>
                            <a:pt x="137" y="200"/>
                            <a:pt x="137" y="200"/>
                          </a:cubicBezTo>
                          <a:cubicBezTo>
                            <a:pt x="138" y="200"/>
                            <a:pt x="139" y="200"/>
                            <a:pt x="140" y="199"/>
                          </a:cubicBezTo>
                          <a:cubicBezTo>
                            <a:pt x="146" y="193"/>
                            <a:pt x="146" y="193"/>
                            <a:pt x="146" y="193"/>
                          </a:cubicBezTo>
                          <a:cubicBezTo>
                            <a:pt x="146" y="192"/>
                            <a:pt x="147" y="191"/>
                            <a:pt x="147" y="190"/>
                          </a:cubicBezTo>
                          <a:cubicBezTo>
                            <a:pt x="147" y="10"/>
                            <a:pt x="147" y="10"/>
                            <a:pt x="147" y="10"/>
                          </a:cubicBezTo>
                          <a:cubicBezTo>
                            <a:pt x="147" y="5"/>
                            <a:pt x="142" y="0"/>
                            <a:pt x="137" y="0"/>
                          </a:cubicBezTo>
                          <a:close/>
                          <a:moveTo>
                            <a:pt x="139" y="189"/>
                          </a:moveTo>
                          <a:cubicBezTo>
                            <a:pt x="135" y="192"/>
                            <a:pt x="135" y="192"/>
                            <a:pt x="135" y="192"/>
                          </a:cubicBezTo>
                          <a:cubicBezTo>
                            <a:pt x="10" y="192"/>
                            <a:pt x="10" y="192"/>
                            <a:pt x="10" y="192"/>
                          </a:cubicBezTo>
                          <a:cubicBezTo>
                            <a:pt x="9" y="192"/>
                            <a:pt x="8" y="191"/>
                            <a:pt x="8" y="190"/>
                          </a:cubicBezTo>
                          <a:cubicBezTo>
                            <a:pt x="8" y="10"/>
                            <a:pt x="8" y="10"/>
                            <a:pt x="8" y="10"/>
                          </a:cubicBezTo>
                          <a:cubicBezTo>
                            <a:pt x="8" y="9"/>
                            <a:pt x="9" y="8"/>
                            <a:pt x="10" y="8"/>
                          </a:cubicBezTo>
                          <a:cubicBezTo>
                            <a:pt x="137" y="8"/>
                            <a:pt x="137" y="8"/>
                            <a:pt x="137" y="8"/>
                          </a:cubicBezTo>
                          <a:cubicBezTo>
                            <a:pt x="138" y="8"/>
                            <a:pt x="139" y="9"/>
                            <a:pt x="139" y="10"/>
                          </a:cubicBezTo>
                          <a:lnTo>
                            <a:pt x="139" y="189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  <p:sp>
                  <p:nvSpPr>
                    <p:cNvPr id="1420" name="Freeform 231">
                      <a:extLst>
                        <a:ext uri="{FF2B5EF4-FFF2-40B4-BE49-F238E27FC236}">
                          <a16:creationId xmlns:a16="http://schemas.microsoft.com/office/drawing/2014/main" id="{590F16CF-D379-7631-43C0-55BE9C656F2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4603413" y="-2403476"/>
                      <a:ext cx="315913" cy="30163"/>
                    </a:xfrm>
                    <a:custGeom>
                      <a:avLst/>
                      <a:gdLst>
                        <a:gd name="T0" fmla="*/ 80 w 84"/>
                        <a:gd name="T1" fmla="*/ 0 h 8"/>
                        <a:gd name="T2" fmla="*/ 4 w 84"/>
                        <a:gd name="T3" fmla="*/ 0 h 8"/>
                        <a:gd name="T4" fmla="*/ 0 w 84"/>
                        <a:gd name="T5" fmla="*/ 4 h 8"/>
                        <a:gd name="T6" fmla="*/ 4 w 84"/>
                        <a:gd name="T7" fmla="*/ 8 h 8"/>
                        <a:gd name="T8" fmla="*/ 80 w 84"/>
                        <a:gd name="T9" fmla="*/ 8 h 8"/>
                        <a:gd name="T10" fmla="*/ 84 w 84"/>
                        <a:gd name="T11" fmla="*/ 4 h 8"/>
                        <a:gd name="T12" fmla="*/ 80 w 84"/>
                        <a:gd name="T13" fmla="*/ 0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4" h="8">
                          <a:moveTo>
                            <a:pt x="80" y="0"/>
                          </a:moveTo>
                          <a:cubicBezTo>
                            <a:pt x="4" y="0"/>
                            <a:pt x="4" y="0"/>
                            <a:pt x="4" y="0"/>
                          </a:cubicBezTo>
                          <a:cubicBezTo>
                            <a:pt x="2" y="0"/>
                            <a:pt x="0" y="2"/>
                            <a:pt x="0" y="4"/>
                          </a:cubicBezTo>
                          <a:cubicBezTo>
                            <a:pt x="0" y="6"/>
                            <a:pt x="2" y="8"/>
                            <a:pt x="4" y="8"/>
                          </a:cubicBezTo>
                          <a:cubicBezTo>
                            <a:pt x="80" y="8"/>
                            <a:pt x="80" y="8"/>
                            <a:pt x="80" y="8"/>
                          </a:cubicBezTo>
                          <a:cubicBezTo>
                            <a:pt x="82" y="8"/>
                            <a:pt x="84" y="6"/>
                            <a:pt x="84" y="4"/>
                          </a:cubicBezTo>
                          <a:cubicBezTo>
                            <a:pt x="84" y="2"/>
                            <a:pt x="82" y="0"/>
                            <a:pt x="80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</p:grpSp>
            </p:grpSp>
          </p:grpSp>
          <p:grpSp>
            <p:nvGrpSpPr>
              <p:cNvPr id="1409" name="그룹 1408">
                <a:extLst>
                  <a:ext uri="{FF2B5EF4-FFF2-40B4-BE49-F238E27FC236}">
                    <a16:creationId xmlns:a16="http://schemas.microsoft.com/office/drawing/2014/main" id="{87BCFF6E-63A0-DF2E-03CF-BEF9B5334C34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026819" y="6679090"/>
                <a:ext cx="196070" cy="227564"/>
                <a:chOff x="11751901" y="4267727"/>
                <a:chExt cx="1085614" cy="1260000"/>
              </a:xfrm>
            </p:grpSpPr>
            <p:sp>
              <p:nvSpPr>
                <p:cNvPr id="1411" name="사각형: 둥근 모서리 226">
                  <a:extLst>
                    <a:ext uri="{FF2B5EF4-FFF2-40B4-BE49-F238E27FC236}">
                      <a16:creationId xmlns:a16="http://schemas.microsoft.com/office/drawing/2014/main" id="{0AABF6B6-4EDB-60EB-5F72-1954D1FCBB18}"/>
                    </a:ext>
                  </a:extLst>
                </p:cNvPr>
                <p:cNvSpPr/>
                <p:nvPr/>
              </p:nvSpPr>
              <p:spPr>
                <a:xfrm>
                  <a:off x="11751901" y="4271686"/>
                  <a:ext cx="911712" cy="1252077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  <p:grpSp>
              <p:nvGrpSpPr>
                <p:cNvPr id="1412" name="그룹 1411">
                  <a:extLst>
                    <a:ext uri="{FF2B5EF4-FFF2-40B4-BE49-F238E27FC236}">
                      <a16:creationId xmlns:a16="http://schemas.microsoft.com/office/drawing/2014/main" id="{E2FDCA91-F0DF-B11E-BC12-AD96267C1ACB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1413" name="Freeform 230">
                    <a:extLst>
                      <a:ext uri="{FF2B5EF4-FFF2-40B4-BE49-F238E27FC236}">
                        <a16:creationId xmlns:a16="http://schemas.microsoft.com/office/drawing/2014/main" id="{86354FB7-1FF6-E8DD-B0BE-78E01AAC58CD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sp>
                <p:nvSpPr>
                  <p:cNvPr id="1414" name="Freeform 231">
                    <a:extLst>
                      <a:ext uri="{FF2B5EF4-FFF2-40B4-BE49-F238E27FC236}">
                        <a16:creationId xmlns:a16="http://schemas.microsoft.com/office/drawing/2014/main" id="{40E2B4C5-8581-6944-ADE2-7EAB8894735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</p:grpSp>
          </p:grpSp>
          <p:sp>
            <p:nvSpPr>
              <p:cNvPr id="1410" name="직사각형 1409">
                <a:extLst>
                  <a:ext uri="{FF2B5EF4-FFF2-40B4-BE49-F238E27FC236}">
                    <a16:creationId xmlns:a16="http://schemas.microsoft.com/office/drawing/2014/main" id="{B43F4F92-8A14-692B-B483-BC1BE99EAF76}"/>
                  </a:ext>
                </a:extLst>
              </p:cNvPr>
              <p:cNvSpPr/>
              <p:nvPr/>
            </p:nvSpPr>
            <p:spPr>
              <a:xfrm>
                <a:off x="6924199" y="6619793"/>
                <a:ext cx="130004" cy="350704"/>
              </a:xfrm>
              <a:prstGeom prst="rect">
                <a:avLst/>
              </a:prstGeom>
              <a:noFill/>
              <a:ln w="254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1" indent="0" algn="ctr" defTabSz="147490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prstClr val="black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0" lang="en-US" altLang="ko-KR" sz="1050" b="0" i="0" u="none" strike="noStrike" kern="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ea typeface="KoPub돋움체 Bold" panose="02020603020101020101" pitchFamily="18" charset="-127"/>
                    <a:cs typeface="Arial"/>
                  </a:rPr>
                  <a:t>…</a:t>
                </a:r>
                <a:endParaRPr kumimoji="0" lang="ko-KR" altLang="en-US" sz="1050" b="0" i="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ea typeface="KoPub돋움체 Bold" panose="02020603020101020101" pitchFamily="18" charset="-127"/>
                  <a:cs typeface="Arial"/>
                </a:endParaRPr>
              </a:p>
            </p:txBody>
          </p:sp>
        </p:grpSp>
        <p:sp>
          <p:nvSpPr>
            <p:cNvPr id="1425" name="타원 1424">
              <a:extLst>
                <a:ext uri="{FF2B5EF4-FFF2-40B4-BE49-F238E27FC236}">
                  <a16:creationId xmlns:a16="http://schemas.microsoft.com/office/drawing/2014/main" id="{8FC94F1D-D1DD-20DC-5332-39AC5E88FB49}"/>
                </a:ext>
              </a:extLst>
            </p:cNvPr>
            <p:cNvSpPr/>
            <p:nvPr/>
          </p:nvSpPr>
          <p:spPr bwMode="auto">
            <a:xfrm>
              <a:off x="3349922" y="2509287"/>
              <a:ext cx="735378" cy="37116"/>
            </a:xfrm>
            <a:prstGeom prst="ellipse">
              <a:avLst/>
            </a:prstGeom>
            <a:solidFill>
              <a:schemeClr val="bg1">
                <a:lumMod val="50000"/>
                <a:alpha val="50000"/>
              </a:schemeClr>
            </a:solidFill>
            <a:ln w="19050">
              <a:solidFill>
                <a:schemeClr val="tx1">
                  <a:lumMod val="75000"/>
                  <a:lumOff val="25000"/>
                </a:schemeClr>
              </a:solidFill>
              <a:prstDash val="solid"/>
            </a:ln>
            <a:effectLst>
              <a:outerShdw dist="12700" dir="1980000" algn="t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anchor="ctr"/>
            <a:lstStyle/>
            <a:p>
              <a:endParaRPr lang="ko-KR" altLang="en-US" sz="1100" dirty="0">
                <a:solidFill>
                  <a:schemeClr val="lt1"/>
                </a:solidFill>
                <a:ea typeface="KoPub돋움체 Medium" panose="00000600000000000000" pitchFamily="2" charset="-127"/>
              </a:endParaRPr>
            </a:p>
          </p:txBody>
        </p:sp>
        <p:sp>
          <p:nvSpPr>
            <p:cNvPr id="1426" name="직사각형 166">
              <a:extLst>
                <a:ext uri="{FF2B5EF4-FFF2-40B4-BE49-F238E27FC236}">
                  <a16:creationId xmlns:a16="http://schemas.microsoft.com/office/drawing/2014/main" id="{AD17BB08-0393-062F-B0BA-403F348D2815}"/>
                </a:ext>
              </a:extLst>
            </p:cNvPr>
            <p:cNvSpPr/>
            <p:nvPr/>
          </p:nvSpPr>
          <p:spPr bwMode="auto">
            <a:xfrm>
              <a:off x="3403113" y="2423131"/>
              <a:ext cx="159863" cy="105119"/>
            </a:xfrm>
            <a:prstGeom prst="roundRect">
              <a:avLst>
                <a:gd name="adj" fmla="val 9838"/>
              </a:avLst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0" tIns="0" rIns="0" b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WAS</a:t>
              </a:r>
              <a:endParaRPr kumimoji="0" lang="ko-KR" altLang="en-US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2020603020101020101" pitchFamily="18" charset="-127"/>
              </a:endParaRPr>
            </a:p>
          </p:txBody>
        </p:sp>
        <p:sp>
          <p:nvSpPr>
            <p:cNvPr id="1427" name="직사각형 166">
              <a:extLst>
                <a:ext uri="{FF2B5EF4-FFF2-40B4-BE49-F238E27FC236}">
                  <a16:creationId xmlns:a16="http://schemas.microsoft.com/office/drawing/2014/main" id="{51917E51-463D-7F72-747E-D7C4494DDD24}"/>
                </a:ext>
              </a:extLst>
            </p:cNvPr>
            <p:cNvSpPr/>
            <p:nvPr/>
          </p:nvSpPr>
          <p:spPr bwMode="auto">
            <a:xfrm>
              <a:off x="3636921" y="2423131"/>
              <a:ext cx="159863" cy="105119"/>
            </a:xfrm>
            <a:prstGeom prst="roundRect">
              <a:avLst>
                <a:gd name="adj" fmla="val 9838"/>
              </a:avLst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0" tIns="0" rIns="0" b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DB</a:t>
              </a:r>
              <a:endParaRPr kumimoji="0" lang="ko-KR" altLang="en-US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2020603020101020101" pitchFamily="18" charset="-127"/>
              </a:endParaRPr>
            </a:p>
          </p:txBody>
        </p:sp>
        <p:sp>
          <p:nvSpPr>
            <p:cNvPr id="1428" name="직사각형 166">
              <a:extLst>
                <a:ext uri="{FF2B5EF4-FFF2-40B4-BE49-F238E27FC236}">
                  <a16:creationId xmlns:a16="http://schemas.microsoft.com/office/drawing/2014/main" id="{7BD0AB73-B67F-69E3-855F-3F48049BAE13}"/>
                </a:ext>
              </a:extLst>
            </p:cNvPr>
            <p:cNvSpPr/>
            <p:nvPr/>
          </p:nvSpPr>
          <p:spPr bwMode="auto">
            <a:xfrm>
              <a:off x="3870728" y="2423131"/>
              <a:ext cx="159863" cy="105119"/>
            </a:xfrm>
            <a:prstGeom prst="roundRect">
              <a:avLst>
                <a:gd name="adj" fmla="val 9838"/>
              </a:avLst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no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r>
                <a:rPr kumimoji="0" lang="en-US" altLang="ko-KR" sz="4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Cache</a:t>
              </a:r>
              <a:endParaRPr kumimoji="0" lang="ko-KR" altLang="en-US" sz="4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2020603020101020101" pitchFamily="18" charset="-127"/>
              </a:endParaRPr>
            </a:p>
          </p:txBody>
        </p:sp>
        <p:grpSp>
          <p:nvGrpSpPr>
            <p:cNvPr id="1429" name="그룹 1428">
              <a:extLst>
                <a:ext uri="{FF2B5EF4-FFF2-40B4-BE49-F238E27FC236}">
                  <a16:creationId xmlns:a16="http://schemas.microsoft.com/office/drawing/2014/main" id="{AFF128DB-694E-64EE-E429-94781A510053}"/>
                </a:ext>
              </a:extLst>
            </p:cNvPr>
            <p:cNvGrpSpPr/>
            <p:nvPr/>
          </p:nvGrpSpPr>
          <p:grpSpPr>
            <a:xfrm>
              <a:off x="3323463" y="3973484"/>
              <a:ext cx="945655" cy="161583"/>
              <a:chOff x="9163809" y="4929330"/>
              <a:chExt cx="1286790" cy="350704"/>
            </a:xfrm>
          </p:grpSpPr>
          <p:grpSp>
            <p:nvGrpSpPr>
              <p:cNvPr id="1430" name="그룹 1429">
                <a:extLst>
                  <a:ext uri="{FF2B5EF4-FFF2-40B4-BE49-F238E27FC236}">
                    <a16:creationId xmlns:a16="http://schemas.microsoft.com/office/drawing/2014/main" id="{BFAA5D96-2721-E6FB-737B-601692696390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0254529" y="4988627"/>
                <a:ext cx="196070" cy="227564"/>
                <a:chOff x="11751901" y="4267727"/>
                <a:chExt cx="1085614" cy="1260000"/>
              </a:xfrm>
            </p:grpSpPr>
            <p:sp>
              <p:nvSpPr>
                <p:cNvPr id="1459" name="사각형: 둥근 모서리 226">
                  <a:extLst>
                    <a:ext uri="{FF2B5EF4-FFF2-40B4-BE49-F238E27FC236}">
                      <a16:creationId xmlns:a16="http://schemas.microsoft.com/office/drawing/2014/main" id="{7C4D9753-07BA-C341-BC7E-DCD775D31349}"/>
                    </a:ext>
                  </a:extLst>
                </p:cNvPr>
                <p:cNvSpPr/>
                <p:nvPr/>
              </p:nvSpPr>
              <p:spPr>
                <a:xfrm>
                  <a:off x="11751901" y="4271686"/>
                  <a:ext cx="911712" cy="1252077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  <p:grpSp>
              <p:nvGrpSpPr>
                <p:cNvPr id="1460" name="그룹 1459">
                  <a:extLst>
                    <a:ext uri="{FF2B5EF4-FFF2-40B4-BE49-F238E27FC236}">
                      <a16:creationId xmlns:a16="http://schemas.microsoft.com/office/drawing/2014/main" id="{AD4BCFE4-F0DE-78DA-2BEE-3CE365F3336F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1461" name="Freeform 230">
                    <a:extLst>
                      <a:ext uri="{FF2B5EF4-FFF2-40B4-BE49-F238E27FC236}">
                        <a16:creationId xmlns:a16="http://schemas.microsoft.com/office/drawing/2014/main" id="{F1C1CEB1-D618-7AE0-67C0-1FE8A682476D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sp>
                <p:nvSpPr>
                  <p:cNvPr id="1462" name="Freeform 231">
                    <a:extLst>
                      <a:ext uri="{FF2B5EF4-FFF2-40B4-BE49-F238E27FC236}">
                        <a16:creationId xmlns:a16="http://schemas.microsoft.com/office/drawing/2014/main" id="{0DF74E92-4800-248E-CB4F-F2E9818FAA5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</p:grpSp>
          </p:grpSp>
          <p:grpSp>
            <p:nvGrpSpPr>
              <p:cNvPr id="1431" name="그룹 1430">
                <a:extLst>
                  <a:ext uri="{FF2B5EF4-FFF2-40B4-BE49-F238E27FC236}">
                    <a16:creationId xmlns:a16="http://schemas.microsoft.com/office/drawing/2014/main" id="{E95FCAC4-6CEB-1CAE-E51A-793460CCE37D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9163809" y="4987591"/>
                <a:ext cx="196066" cy="227564"/>
                <a:chOff x="11751920" y="4267727"/>
                <a:chExt cx="1085595" cy="1260000"/>
              </a:xfrm>
            </p:grpSpPr>
            <p:sp>
              <p:nvSpPr>
                <p:cNvPr id="1455" name="사각형: 둥근 모서리 226">
                  <a:extLst>
                    <a:ext uri="{FF2B5EF4-FFF2-40B4-BE49-F238E27FC236}">
                      <a16:creationId xmlns:a16="http://schemas.microsoft.com/office/drawing/2014/main" id="{5A7146DE-3BEB-D719-93A3-2E5FE8C9273A}"/>
                    </a:ext>
                  </a:extLst>
                </p:cNvPr>
                <p:cNvSpPr/>
                <p:nvPr/>
              </p:nvSpPr>
              <p:spPr>
                <a:xfrm>
                  <a:off x="11751920" y="4271687"/>
                  <a:ext cx="911715" cy="1252078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  <p:grpSp>
              <p:nvGrpSpPr>
                <p:cNvPr id="1456" name="그룹 1455">
                  <a:extLst>
                    <a:ext uri="{FF2B5EF4-FFF2-40B4-BE49-F238E27FC236}">
                      <a16:creationId xmlns:a16="http://schemas.microsoft.com/office/drawing/2014/main" id="{4D7421FB-F443-E70F-2C3B-F1CA985514E0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1457" name="Freeform 230">
                    <a:extLst>
                      <a:ext uri="{FF2B5EF4-FFF2-40B4-BE49-F238E27FC236}">
                        <a16:creationId xmlns:a16="http://schemas.microsoft.com/office/drawing/2014/main" id="{1F061A99-DF7B-F9BE-6534-D09F9F3250B6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sp>
                <p:nvSpPr>
                  <p:cNvPr id="1458" name="Freeform 231">
                    <a:extLst>
                      <a:ext uri="{FF2B5EF4-FFF2-40B4-BE49-F238E27FC236}">
                        <a16:creationId xmlns:a16="http://schemas.microsoft.com/office/drawing/2014/main" id="{3EAB07AC-13F0-FBC1-4F0B-A4EC54D1A57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</p:grpSp>
          </p:grpSp>
          <p:grpSp>
            <p:nvGrpSpPr>
              <p:cNvPr id="1432" name="그룹 1431">
                <a:extLst>
                  <a:ext uri="{FF2B5EF4-FFF2-40B4-BE49-F238E27FC236}">
                    <a16:creationId xmlns:a16="http://schemas.microsoft.com/office/drawing/2014/main" id="{93FAC041-CF36-6322-077A-ED007B66CC72}"/>
                  </a:ext>
                </a:extLst>
              </p:cNvPr>
              <p:cNvGrpSpPr/>
              <p:nvPr/>
            </p:nvGrpSpPr>
            <p:grpSpPr>
              <a:xfrm>
                <a:off x="9396941" y="4929330"/>
                <a:ext cx="864095" cy="350704"/>
                <a:chOff x="214860" y="5316164"/>
                <a:chExt cx="864095" cy="350704"/>
              </a:xfrm>
            </p:grpSpPr>
            <p:grpSp>
              <p:nvGrpSpPr>
                <p:cNvPr id="1433" name="그룹 1432">
                  <a:extLst>
                    <a:ext uri="{FF2B5EF4-FFF2-40B4-BE49-F238E27FC236}">
                      <a16:creationId xmlns:a16="http://schemas.microsoft.com/office/drawing/2014/main" id="{C5E02DFB-8191-91C7-E842-60FDC63E7697}"/>
                    </a:ext>
                  </a:extLst>
                </p:cNvPr>
                <p:cNvGrpSpPr/>
                <p:nvPr/>
              </p:nvGrpSpPr>
              <p:grpSpPr>
                <a:xfrm>
                  <a:off x="214860" y="5374425"/>
                  <a:ext cx="360560" cy="227564"/>
                  <a:chOff x="-1249711" y="5207925"/>
                  <a:chExt cx="723475" cy="456614"/>
                </a:xfrm>
              </p:grpSpPr>
              <p:grpSp>
                <p:nvGrpSpPr>
                  <p:cNvPr id="1445" name="그룹 1444">
                    <a:extLst>
                      <a:ext uri="{FF2B5EF4-FFF2-40B4-BE49-F238E27FC236}">
                        <a16:creationId xmlns:a16="http://schemas.microsoft.com/office/drawing/2014/main" id="{5E9CE21F-2EB3-6C2B-B34F-49E899FCFE6D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-1249711" y="5207925"/>
                    <a:ext cx="331998" cy="456614"/>
                    <a:chOff x="11921385" y="4267725"/>
                    <a:chExt cx="916126" cy="1260000"/>
                  </a:xfrm>
                </p:grpSpPr>
                <p:sp>
                  <p:nvSpPr>
                    <p:cNvPr id="1451" name="사각형: 둥근 모서리 288">
                      <a:extLst>
                        <a:ext uri="{FF2B5EF4-FFF2-40B4-BE49-F238E27FC236}">
                          <a16:creationId xmlns:a16="http://schemas.microsoft.com/office/drawing/2014/main" id="{637102F0-2AAF-678F-347A-E594A08EC8F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923596" y="4271687"/>
                      <a:ext cx="911716" cy="1252078"/>
                    </a:xfrm>
                    <a:prstGeom prst="roundRect">
                      <a:avLst>
                        <a:gd name="adj" fmla="val 7097"/>
                      </a:avLst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-3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  <p:grpSp>
                  <p:nvGrpSpPr>
                    <p:cNvPr id="1452" name="그룹 1451">
                      <a:extLst>
                        <a:ext uri="{FF2B5EF4-FFF2-40B4-BE49-F238E27FC236}">
                          <a16:creationId xmlns:a16="http://schemas.microsoft.com/office/drawing/2014/main" id="{150EC261-FBC3-F90D-AB3B-F84B75ECB9A3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>
                    <a:xfrm>
                      <a:off x="11921389" y="4267727"/>
                      <a:ext cx="916126" cy="1260000"/>
                      <a:chOff x="14485938" y="-2571751"/>
                      <a:chExt cx="554038" cy="762000"/>
                    </a:xfrm>
                    <a:solidFill>
                      <a:srgbClr val="262626"/>
                    </a:solidFill>
                  </p:grpSpPr>
                  <p:sp>
                    <p:nvSpPr>
                      <p:cNvPr id="1453" name="Freeform 230">
                        <a:extLst>
                          <a:ext uri="{FF2B5EF4-FFF2-40B4-BE49-F238E27FC236}">
                            <a16:creationId xmlns:a16="http://schemas.microsoft.com/office/drawing/2014/main" id="{1E0C60B8-73FF-CE6C-8C75-0F6BDC40F61D}"/>
                          </a:ext>
                        </a:extLst>
                      </p:cNvPr>
                      <p:cNvSpPr>
                        <a:spLocks noEditPoints="1"/>
                      </p:cNvSpPr>
                      <p:nvPr/>
                    </p:nvSpPr>
                    <p:spPr bwMode="auto">
                      <a:xfrm>
                        <a:off x="14485938" y="-2571751"/>
                        <a:ext cx="554038" cy="762000"/>
                      </a:xfrm>
                      <a:custGeom>
                        <a:avLst/>
                        <a:gdLst>
                          <a:gd name="T0" fmla="*/ 137 w 147"/>
                          <a:gd name="T1" fmla="*/ 0 h 200"/>
                          <a:gd name="T2" fmla="*/ 10 w 147"/>
                          <a:gd name="T3" fmla="*/ 0 h 200"/>
                          <a:gd name="T4" fmla="*/ 0 w 147"/>
                          <a:gd name="T5" fmla="*/ 10 h 200"/>
                          <a:gd name="T6" fmla="*/ 0 w 147"/>
                          <a:gd name="T7" fmla="*/ 190 h 200"/>
                          <a:gd name="T8" fmla="*/ 10 w 147"/>
                          <a:gd name="T9" fmla="*/ 200 h 200"/>
                          <a:gd name="T10" fmla="*/ 137 w 147"/>
                          <a:gd name="T11" fmla="*/ 200 h 200"/>
                          <a:gd name="T12" fmla="*/ 140 w 147"/>
                          <a:gd name="T13" fmla="*/ 199 h 200"/>
                          <a:gd name="T14" fmla="*/ 146 w 147"/>
                          <a:gd name="T15" fmla="*/ 193 h 200"/>
                          <a:gd name="T16" fmla="*/ 147 w 147"/>
                          <a:gd name="T17" fmla="*/ 190 h 200"/>
                          <a:gd name="T18" fmla="*/ 147 w 147"/>
                          <a:gd name="T19" fmla="*/ 10 h 200"/>
                          <a:gd name="T20" fmla="*/ 137 w 147"/>
                          <a:gd name="T21" fmla="*/ 0 h 200"/>
                          <a:gd name="T22" fmla="*/ 139 w 147"/>
                          <a:gd name="T23" fmla="*/ 189 h 200"/>
                          <a:gd name="T24" fmla="*/ 135 w 147"/>
                          <a:gd name="T25" fmla="*/ 192 h 200"/>
                          <a:gd name="T26" fmla="*/ 10 w 147"/>
                          <a:gd name="T27" fmla="*/ 192 h 200"/>
                          <a:gd name="T28" fmla="*/ 8 w 147"/>
                          <a:gd name="T29" fmla="*/ 190 h 200"/>
                          <a:gd name="T30" fmla="*/ 8 w 147"/>
                          <a:gd name="T31" fmla="*/ 10 h 200"/>
                          <a:gd name="T32" fmla="*/ 10 w 147"/>
                          <a:gd name="T33" fmla="*/ 8 h 200"/>
                          <a:gd name="T34" fmla="*/ 137 w 147"/>
                          <a:gd name="T35" fmla="*/ 8 h 200"/>
                          <a:gd name="T36" fmla="*/ 139 w 147"/>
                          <a:gd name="T37" fmla="*/ 10 h 200"/>
                          <a:gd name="T38" fmla="*/ 139 w 147"/>
                          <a:gd name="T39" fmla="*/ 189 h 200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</a:cxnLst>
                        <a:rect l="0" t="0" r="r" b="b"/>
                        <a:pathLst>
                          <a:path w="147" h="200">
                            <a:moveTo>
                              <a:pt x="137" y="0"/>
                            </a:moveTo>
                            <a:cubicBezTo>
                              <a:pt x="10" y="0"/>
                              <a:pt x="10" y="0"/>
                              <a:pt x="10" y="0"/>
                            </a:cubicBezTo>
                            <a:cubicBezTo>
                              <a:pt x="4" y="0"/>
                              <a:pt x="0" y="5"/>
                              <a:pt x="0" y="10"/>
                            </a:cubicBezTo>
                            <a:cubicBezTo>
                              <a:pt x="0" y="190"/>
                              <a:pt x="0" y="190"/>
                              <a:pt x="0" y="190"/>
                            </a:cubicBezTo>
                            <a:cubicBezTo>
                              <a:pt x="0" y="196"/>
                              <a:pt x="4" y="200"/>
                              <a:pt x="10" y="200"/>
                            </a:cubicBezTo>
                            <a:cubicBezTo>
                              <a:pt x="137" y="200"/>
                              <a:pt x="137" y="200"/>
                              <a:pt x="137" y="200"/>
                            </a:cubicBezTo>
                            <a:cubicBezTo>
                              <a:pt x="138" y="200"/>
                              <a:pt x="139" y="200"/>
                              <a:pt x="140" y="199"/>
                            </a:cubicBezTo>
                            <a:cubicBezTo>
                              <a:pt x="146" y="193"/>
                              <a:pt x="146" y="193"/>
                              <a:pt x="146" y="193"/>
                            </a:cubicBezTo>
                            <a:cubicBezTo>
                              <a:pt x="146" y="192"/>
                              <a:pt x="147" y="191"/>
                              <a:pt x="147" y="190"/>
                            </a:cubicBezTo>
                            <a:cubicBezTo>
                              <a:pt x="147" y="10"/>
                              <a:pt x="147" y="10"/>
                              <a:pt x="147" y="10"/>
                            </a:cubicBezTo>
                            <a:cubicBezTo>
                              <a:pt x="147" y="5"/>
                              <a:pt x="142" y="0"/>
                              <a:pt x="137" y="0"/>
                            </a:cubicBezTo>
                            <a:close/>
                            <a:moveTo>
                              <a:pt x="139" y="189"/>
                            </a:moveTo>
                            <a:cubicBezTo>
                              <a:pt x="135" y="192"/>
                              <a:pt x="135" y="192"/>
                              <a:pt x="135" y="192"/>
                            </a:cubicBezTo>
                            <a:cubicBezTo>
                              <a:pt x="10" y="192"/>
                              <a:pt x="10" y="192"/>
                              <a:pt x="10" y="192"/>
                            </a:cubicBezTo>
                            <a:cubicBezTo>
                              <a:pt x="9" y="192"/>
                              <a:pt x="8" y="191"/>
                              <a:pt x="8" y="190"/>
                            </a:cubicBezTo>
                            <a:cubicBezTo>
                              <a:pt x="8" y="10"/>
                              <a:pt x="8" y="10"/>
                              <a:pt x="8" y="10"/>
                            </a:cubicBezTo>
                            <a:cubicBezTo>
                              <a:pt x="8" y="9"/>
                              <a:pt x="9" y="8"/>
                              <a:pt x="10" y="8"/>
                            </a:cubicBezTo>
                            <a:cubicBezTo>
                              <a:pt x="137" y="8"/>
                              <a:pt x="137" y="8"/>
                              <a:pt x="137" y="8"/>
                            </a:cubicBezTo>
                            <a:cubicBezTo>
                              <a:pt x="138" y="8"/>
                              <a:pt x="139" y="9"/>
                              <a:pt x="139" y="10"/>
                            </a:cubicBezTo>
                            <a:lnTo>
                              <a:pt x="139" y="189"/>
                            </a:lnTo>
                            <a:close/>
                          </a:path>
                        </a:pathLst>
                      </a:custGeom>
                      <a:grpFill/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ko-KR" altLang="en-US" sz="1600" b="0" i="0" u="none" strike="noStrike" kern="1200" cap="none" spc="0" normalizeH="0" baseline="0" noProof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ea typeface="KoPub돋움체 Medium"/>
                          <a:cs typeface="Arial"/>
                        </a:endParaRPr>
                      </a:p>
                    </p:txBody>
                  </p:sp>
                  <p:sp>
                    <p:nvSpPr>
                      <p:cNvPr id="1454" name="Freeform 231">
                        <a:extLst>
                          <a:ext uri="{FF2B5EF4-FFF2-40B4-BE49-F238E27FC236}">
                            <a16:creationId xmlns:a16="http://schemas.microsoft.com/office/drawing/2014/main" id="{511353EF-5173-7572-3E59-B3DD36D5F54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4603413" y="-2403476"/>
                        <a:ext cx="315913" cy="30163"/>
                      </a:xfrm>
                      <a:custGeom>
                        <a:avLst/>
                        <a:gdLst>
                          <a:gd name="T0" fmla="*/ 80 w 84"/>
                          <a:gd name="T1" fmla="*/ 0 h 8"/>
                          <a:gd name="T2" fmla="*/ 4 w 84"/>
                          <a:gd name="T3" fmla="*/ 0 h 8"/>
                          <a:gd name="T4" fmla="*/ 0 w 84"/>
                          <a:gd name="T5" fmla="*/ 4 h 8"/>
                          <a:gd name="T6" fmla="*/ 4 w 84"/>
                          <a:gd name="T7" fmla="*/ 8 h 8"/>
                          <a:gd name="T8" fmla="*/ 80 w 84"/>
                          <a:gd name="T9" fmla="*/ 8 h 8"/>
                          <a:gd name="T10" fmla="*/ 84 w 84"/>
                          <a:gd name="T11" fmla="*/ 4 h 8"/>
                          <a:gd name="T12" fmla="*/ 80 w 84"/>
                          <a:gd name="T13" fmla="*/ 0 h 8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84" h="8">
                            <a:moveTo>
                              <a:pt x="80" y="0"/>
                            </a:moveTo>
                            <a:cubicBezTo>
                              <a:pt x="4" y="0"/>
                              <a:pt x="4" y="0"/>
                              <a:pt x="4" y="0"/>
                            </a:cubicBezTo>
                            <a:cubicBezTo>
                              <a:pt x="2" y="0"/>
                              <a:pt x="0" y="2"/>
                              <a:pt x="0" y="4"/>
                            </a:cubicBezTo>
                            <a:cubicBezTo>
                              <a:pt x="0" y="6"/>
                              <a:pt x="2" y="8"/>
                              <a:pt x="4" y="8"/>
                            </a:cubicBezTo>
                            <a:cubicBezTo>
                              <a:pt x="80" y="8"/>
                              <a:pt x="80" y="8"/>
                              <a:pt x="80" y="8"/>
                            </a:cubicBezTo>
                            <a:cubicBezTo>
                              <a:pt x="82" y="8"/>
                              <a:pt x="84" y="6"/>
                              <a:pt x="84" y="4"/>
                            </a:cubicBezTo>
                            <a:cubicBezTo>
                              <a:pt x="84" y="2"/>
                              <a:pt x="82" y="0"/>
                              <a:pt x="80" y="0"/>
                            </a:cubicBezTo>
                            <a:close/>
                          </a:path>
                        </a:pathLst>
                      </a:custGeom>
                      <a:grpFill/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ko-KR" altLang="en-US" sz="1600" b="0" i="0" u="none" strike="noStrike" kern="1200" cap="none" spc="0" normalizeH="0" baseline="0" noProof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ea typeface="KoPub돋움체 Medium"/>
                          <a:cs typeface="Arial"/>
                        </a:endParaRPr>
                      </a:p>
                    </p:txBody>
                  </p:sp>
                </p:grpSp>
              </p:grpSp>
              <p:grpSp>
                <p:nvGrpSpPr>
                  <p:cNvPr id="1446" name="그룹 1445">
                    <a:extLst>
                      <a:ext uri="{FF2B5EF4-FFF2-40B4-BE49-F238E27FC236}">
                        <a16:creationId xmlns:a16="http://schemas.microsoft.com/office/drawing/2014/main" id="{63AC4DFC-9AB2-3053-098A-023CAE739DA1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-858234" y="5207925"/>
                    <a:ext cx="331998" cy="456614"/>
                    <a:chOff x="11921385" y="4267725"/>
                    <a:chExt cx="916126" cy="1260000"/>
                  </a:xfrm>
                </p:grpSpPr>
                <p:sp>
                  <p:nvSpPr>
                    <p:cNvPr id="1447" name="사각형: 둥근 모서리 284">
                      <a:extLst>
                        <a:ext uri="{FF2B5EF4-FFF2-40B4-BE49-F238E27FC236}">
                          <a16:creationId xmlns:a16="http://schemas.microsoft.com/office/drawing/2014/main" id="{9449891D-FC46-517C-E9C3-A473D695090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923596" y="4271687"/>
                      <a:ext cx="911716" cy="1252078"/>
                    </a:xfrm>
                    <a:prstGeom prst="roundRect">
                      <a:avLst>
                        <a:gd name="adj" fmla="val 7097"/>
                      </a:avLst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-3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  <p:grpSp>
                  <p:nvGrpSpPr>
                    <p:cNvPr id="1448" name="그룹 1447">
                      <a:extLst>
                        <a:ext uri="{FF2B5EF4-FFF2-40B4-BE49-F238E27FC236}">
                          <a16:creationId xmlns:a16="http://schemas.microsoft.com/office/drawing/2014/main" id="{9306E3F7-E45B-BB22-5EE4-731C47BE0A58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>
                    <a:xfrm>
                      <a:off x="11921389" y="4267727"/>
                      <a:ext cx="916126" cy="1260000"/>
                      <a:chOff x="14485938" y="-2571751"/>
                      <a:chExt cx="554038" cy="762000"/>
                    </a:xfrm>
                    <a:solidFill>
                      <a:srgbClr val="262626"/>
                    </a:solidFill>
                  </p:grpSpPr>
                  <p:sp>
                    <p:nvSpPr>
                      <p:cNvPr id="1449" name="Freeform 230">
                        <a:extLst>
                          <a:ext uri="{FF2B5EF4-FFF2-40B4-BE49-F238E27FC236}">
                            <a16:creationId xmlns:a16="http://schemas.microsoft.com/office/drawing/2014/main" id="{710E2CBD-32C4-C551-C759-0A660B6F021F}"/>
                          </a:ext>
                        </a:extLst>
                      </p:cNvPr>
                      <p:cNvSpPr>
                        <a:spLocks noEditPoints="1"/>
                      </p:cNvSpPr>
                      <p:nvPr/>
                    </p:nvSpPr>
                    <p:spPr bwMode="auto">
                      <a:xfrm>
                        <a:off x="14485938" y="-2571751"/>
                        <a:ext cx="554038" cy="762000"/>
                      </a:xfrm>
                      <a:custGeom>
                        <a:avLst/>
                        <a:gdLst>
                          <a:gd name="T0" fmla="*/ 137 w 147"/>
                          <a:gd name="T1" fmla="*/ 0 h 200"/>
                          <a:gd name="T2" fmla="*/ 10 w 147"/>
                          <a:gd name="T3" fmla="*/ 0 h 200"/>
                          <a:gd name="T4" fmla="*/ 0 w 147"/>
                          <a:gd name="T5" fmla="*/ 10 h 200"/>
                          <a:gd name="T6" fmla="*/ 0 w 147"/>
                          <a:gd name="T7" fmla="*/ 190 h 200"/>
                          <a:gd name="T8" fmla="*/ 10 w 147"/>
                          <a:gd name="T9" fmla="*/ 200 h 200"/>
                          <a:gd name="T10" fmla="*/ 137 w 147"/>
                          <a:gd name="T11" fmla="*/ 200 h 200"/>
                          <a:gd name="T12" fmla="*/ 140 w 147"/>
                          <a:gd name="T13" fmla="*/ 199 h 200"/>
                          <a:gd name="T14" fmla="*/ 146 w 147"/>
                          <a:gd name="T15" fmla="*/ 193 h 200"/>
                          <a:gd name="T16" fmla="*/ 147 w 147"/>
                          <a:gd name="T17" fmla="*/ 190 h 200"/>
                          <a:gd name="T18" fmla="*/ 147 w 147"/>
                          <a:gd name="T19" fmla="*/ 10 h 200"/>
                          <a:gd name="T20" fmla="*/ 137 w 147"/>
                          <a:gd name="T21" fmla="*/ 0 h 200"/>
                          <a:gd name="T22" fmla="*/ 139 w 147"/>
                          <a:gd name="T23" fmla="*/ 189 h 200"/>
                          <a:gd name="T24" fmla="*/ 135 w 147"/>
                          <a:gd name="T25" fmla="*/ 192 h 200"/>
                          <a:gd name="T26" fmla="*/ 10 w 147"/>
                          <a:gd name="T27" fmla="*/ 192 h 200"/>
                          <a:gd name="T28" fmla="*/ 8 w 147"/>
                          <a:gd name="T29" fmla="*/ 190 h 200"/>
                          <a:gd name="T30" fmla="*/ 8 w 147"/>
                          <a:gd name="T31" fmla="*/ 10 h 200"/>
                          <a:gd name="T32" fmla="*/ 10 w 147"/>
                          <a:gd name="T33" fmla="*/ 8 h 200"/>
                          <a:gd name="T34" fmla="*/ 137 w 147"/>
                          <a:gd name="T35" fmla="*/ 8 h 200"/>
                          <a:gd name="T36" fmla="*/ 139 w 147"/>
                          <a:gd name="T37" fmla="*/ 10 h 200"/>
                          <a:gd name="T38" fmla="*/ 139 w 147"/>
                          <a:gd name="T39" fmla="*/ 189 h 200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</a:cxnLst>
                        <a:rect l="0" t="0" r="r" b="b"/>
                        <a:pathLst>
                          <a:path w="147" h="200">
                            <a:moveTo>
                              <a:pt x="137" y="0"/>
                            </a:moveTo>
                            <a:cubicBezTo>
                              <a:pt x="10" y="0"/>
                              <a:pt x="10" y="0"/>
                              <a:pt x="10" y="0"/>
                            </a:cubicBezTo>
                            <a:cubicBezTo>
                              <a:pt x="4" y="0"/>
                              <a:pt x="0" y="5"/>
                              <a:pt x="0" y="10"/>
                            </a:cubicBezTo>
                            <a:cubicBezTo>
                              <a:pt x="0" y="190"/>
                              <a:pt x="0" y="190"/>
                              <a:pt x="0" y="190"/>
                            </a:cubicBezTo>
                            <a:cubicBezTo>
                              <a:pt x="0" y="196"/>
                              <a:pt x="4" y="200"/>
                              <a:pt x="10" y="200"/>
                            </a:cubicBezTo>
                            <a:cubicBezTo>
                              <a:pt x="137" y="200"/>
                              <a:pt x="137" y="200"/>
                              <a:pt x="137" y="200"/>
                            </a:cubicBezTo>
                            <a:cubicBezTo>
                              <a:pt x="138" y="200"/>
                              <a:pt x="139" y="200"/>
                              <a:pt x="140" y="199"/>
                            </a:cubicBezTo>
                            <a:cubicBezTo>
                              <a:pt x="146" y="193"/>
                              <a:pt x="146" y="193"/>
                              <a:pt x="146" y="193"/>
                            </a:cubicBezTo>
                            <a:cubicBezTo>
                              <a:pt x="146" y="192"/>
                              <a:pt x="147" y="191"/>
                              <a:pt x="147" y="190"/>
                            </a:cubicBezTo>
                            <a:cubicBezTo>
                              <a:pt x="147" y="10"/>
                              <a:pt x="147" y="10"/>
                              <a:pt x="147" y="10"/>
                            </a:cubicBezTo>
                            <a:cubicBezTo>
                              <a:pt x="147" y="5"/>
                              <a:pt x="142" y="0"/>
                              <a:pt x="137" y="0"/>
                            </a:cubicBezTo>
                            <a:close/>
                            <a:moveTo>
                              <a:pt x="139" y="189"/>
                            </a:moveTo>
                            <a:cubicBezTo>
                              <a:pt x="135" y="192"/>
                              <a:pt x="135" y="192"/>
                              <a:pt x="135" y="192"/>
                            </a:cubicBezTo>
                            <a:cubicBezTo>
                              <a:pt x="10" y="192"/>
                              <a:pt x="10" y="192"/>
                              <a:pt x="10" y="192"/>
                            </a:cubicBezTo>
                            <a:cubicBezTo>
                              <a:pt x="9" y="192"/>
                              <a:pt x="8" y="191"/>
                              <a:pt x="8" y="190"/>
                            </a:cubicBezTo>
                            <a:cubicBezTo>
                              <a:pt x="8" y="10"/>
                              <a:pt x="8" y="10"/>
                              <a:pt x="8" y="10"/>
                            </a:cubicBezTo>
                            <a:cubicBezTo>
                              <a:pt x="8" y="9"/>
                              <a:pt x="9" y="8"/>
                              <a:pt x="10" y="8"/>
                            </a:cubicBezTo>
                            <a:cubicBezTo>
                              <a:pt x="137" y="8"/>
                              <a:pt x="137" y="8"/>
                              <a:pt x="137" y="8"/>
                            </a:cubicBezTo>
                            <a:cubicBezTo>
                              <a:pt x="138" y="8"/>
                              <a:pt x="139" y="9"/>
                              <a:pt x="139" y="10"/>
                            </a:cubicBezTo>
                            <a:lnTo>
                              <a:pt x="139" y="189"/>
                            </a:lnTo>
                            <a:close/>
                          </a:path>
                        </a:pathLst>
                      </a:custGeom>
                      <a:grpFill/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ko-KR" altLang="en-US" sz="1600" b="0" i="0" u="none" strike="noStrike" kern="1200" cap="none" spc="0" normalizeH="0" baseline="0" noProof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ea typeface="KoPub돋움체 Medium"/>
                          <a:cs typeface="Arial"/>
                        </a:endParaRPr>
                      </a:p>
                    </p:txBody>
                  </p:sp>
                  <p:sp>
                    <p:nvSpPr>
                      <p:cNvPr id="1450" name="Freeform 231">
                        <a:extLst>
                          <a:ext uri="{FF2B5EF4-FFF2-40B4-BE49-F238E27FC236}">
                            <a16:creationId xmlns:a16="http://schemas.microsoft.com/office/drawing/2014/main" id="{1A145214-CA5B-E490-1A0C-26B70CFE766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4603413" y="-2403476"/>
                        <a:ext cx="315913" cy="30163"/>
                      </a:xfrm>
                      <a:custGeom>
                        <a:avLst/>
                        <a:gdLst>
                          <a:gd name="T0" fmla="*/ 80 w 84"/>
                          <a:gd name="T1" fmla="*/ 0 h 8"/>
                          <a:gd name="T2" fmla="*/ 4 w 84"/>
                          <a:gd name="T3" fmla="*/ 0 h 8"/>
                          <a:gd name="T4" fmla="*/ 0 w 84"/>
                          <a:gd name="T5" fmla="*/ 4 h 8"/>
                          <a:gd name="T6" fmla="*/ 4 w 84"/>
                          <a:gd name="T7" fmla="*/ 8 h 8"/>
                          <a:gd name="T8" fmla="*/ 80 w 84"/>
                          <a:gd name="T9" fmla="*/ 8 h 8"/>
                          <a:gd name="T10" fmla="*/ 84 w 84"/>
                          <a:gd name="T11" fmla="*/ 4 h 8"/>
                          <a:gd name="T12" fmla="*/ 80 w 84"/>
                          <a:gd name="T13" fmla="*/ 0 h 8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84" h="8">
                            <a:moveTo>
                              <a:pt x="80" y="0"/>
                            </a:moveTo>
                            <a:cubicBezTo>
                              <a:pt x="4" y="0"/>
                              <a:pt x="4" y="0"/>
                              <a:pt x="4" y="0"/>
                            </a:cubicBezTo>
                            <a:cubicBezTo>
                              <a:pt x="2" y="0"/>
                              <a:pt x="0" y="2"/>
                              <a:pt x="0" y="4"/>
                            </a:cubicBezTo>
                            <a:cubicBezTo>
                              <a:pt x="0" y="6"/>
                              <a:pt x="2" y="8"/>
                              <a:pt x="4" y="8"/>
                            </a:cubicBezTo>
                            <a:cubicBezTo>
                              <a:pt x="80" y="8"/>
                              <a:pt x="80" y="8"/>
                              <a:pt x="80" y="8"/>
                            </a:cubicBezTo>
                            <a:cubicBezTo>
                              <a:pt x="82" y="8"/>
                              <a:pt x="84" y="6"/>
                              <a:pt x="84" y="4"/>
                            </a:cubicBezTo>
                            <a:cubicBezTo>
                              <a:pt x="84" y="2"/>
                              <a:pt x="82" y="0"/>
                              <a:pt x="80" y="0"/>
                            </a:cubicBezTo>
                            <a:close/>
                          </a:path>
                        </a:pathLst>
                      </a:custGeom>
                      <a:grpFill/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0" marR="0" lvl="0" indent="0" algn="l" defTabSz="457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ko-KR" altLang="en-US" sz="1600" b="0" i="0" u="none" strike="noStrike" kern="1200" cap="none" spc="0" normalizeH="0" baseline="0" noProof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ea typeface="KoPub돋움체 Medium"/>
                          <a:cs typeface="Arial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1434" name="그룹 1433">
                  <a:extLst>
                    <a:ext uri="{FF2B5EF4-FFF2-40B4-BE49-F238E27FC236}">
                      <a16:creationId xmlns:a16="http://schemas.microsoft.com/office/drawing/2014/main" id="{4F8C1B22-50C9-C1B4-2C2F-1EC7BAA78AE4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882885" y="5375461"/>
                  <a:ext cx="196070" cy="227564"/>
                  <a:chOff x="11751901" y="4267727"/>
                  <a:chExt cx="1085614" cy="1260000"/>
                </a:xfrm>
              </p:grpSpPr>
              <p:sp>
                <p:nvSpPr>
                  <p:cNvPr id="1441" name="사각형: 둥근 모서리 226">
                    <a:extLst>
                      <a:ext uri="{FF2B5EF4-FFF2-40B4-BE49-F238E27FC236}">
                        <a16:creationId xmlns:a16="http://schemas.microsoft.com/office/drawing/2014/main" id="{3F6B7F5A-1898-6A2B-AE7F-E0B4EF4DFF5E}"/>
                      </a:ext>
                    </a:extLst>
                  </p:cNvPr>
                  <p:cNvSpPr/>
                  <p:nvPr/>
                </p:nvSpPr>
                <p:spPr>
                  <a:xfrm>
                    <a:off x="11751901" y="4271686"/>
                    <a:ext cx="911712" cy="1252077"/>
                  </a:xfrm>
                  <a:prstGeom prst="roundRect">
                    <a:avLst>
                      <a:gd name="adj" fmla="val 7097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-30" normalizeH="0" baseline="0" noProof="0" dirty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grpSp>
                <p:nvGrpSpPr>
                  <p:cNvPr id="1442" name="그룹 1441">
                    <a:extLst>
                      <a:ext uri="{FF2B5EF4-FFF2-40B4-BE49-F238E27FC236}">
                        <a16:creationId xmlns:a16="http://schemas.microsoft.com/office/drawing/2014/main" id="{93D01B9E-4839-9112-82B9-A5A7E662C0B0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11921389" y="4267727"/>
                    <a:ext cx="916126" cy="1260000"/>
                    <a:chOff x="14485938" y="-2571751"/>
                    <a:chExt cx="554038" cy="762000"/>
                  </a:xfrm>
                  <a:solidFill>
                    <a:srgbClr val="262626"/>
                  </a:solidFill>
                </p:grpSpPr>
                <p:sp>
                  <p:nvSpPr>
                    <p:cNvPr id="1443" name="Freeform 230">
                      <a:extLst>
                        <a:ext uri="{FF2B5EF4-FFF2-40B4-BE49-F238E27FC236}">
                          <a16:creationId xmlns:a16="http://schemas.microsoft.com/office/drawing/2014/main" id="{1C7C7668-F56E-A96C-02EB-6BB542A250BB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4485938" y="-2571751"/>
                      <a:ext cx="554038" cy="762000"/>
                    </a:xfrm>
                    <a:custGeom>
                      <a:avLst/>
                      <a:gdLst>
                        <a:gd name="T0" fmla="*/ 137 w 147"/>
                        <a:gd name="T1" fmla="*/ 0 h 200"/>
                        <a:gd name="T2" fmla="*/ 10 w 147"/>
                        <a:gd name="T3" fmla="*/ 0 h 200"/>
                        <a:gd name="T4" fmla="*/ 0 w 147"/>
                        <a:gd name="T5" fmla="*/ 10 h 200"/>
                        <a:gd name="T6" fmla="*/ 0 w 147"/>
                        <a:gd name="T7" fmla="*/ 190 h 200"/>
                        <a:gd name="T8" fmla="*/ 10 w 147"/>
                        <a:gd name="T9" fmla="*/ 200 h 200"/>
                        <a:gd name="T10" fmla="*/ 137 w 147"/>
                        <a:gd name="T11" fmla="*/ 200 h 200"/>
                        <a:gd name="T12" fmla="*/ 140 w 147"/>
                        <a:gd name="T13" fmla="*/ 199 h 200"/>
                        <a:gd name="T14" fmla="*/ 146 w 147"/>
                        <a:gd name="T15" fmla="*/ 193 h 200"/>
                        <a:gd name="T16" fmla="*/ 147 w 147"/>
                        <a:gd name="T17" fmla="*/ 190 h 200"/>
                        <a:gd name="T18" fmla="*/ 147 w 147"/>
                        <a:gd name="T19" fmla="*/ 10 h 200"/>
                        <a:gd name="T20" fmla="*/ 137 w 147"/>
                        <a:gd name="T21" fmla="*/ 0 h 200"/>
                        <a:gd name="T22" fmla="*/ 139 w 147"/>
                        <a:gd name="T23" fmla="*/ 189 h 200"/>
                        <a:gd name="T24" fmla="*/ 135 w 147"/>
                        <a:gd name="T25" fmla="*/ 192 h 200"/>
                        <a:gd name="T26" fmla="*/ 10 w 147"/>
                        <a:gd name="T27" fmla="*/ 192 h 200"/>
                        <a:gd name="T28" fmla="*/ 8 w 147"/>
                        <a:gd name="T29" fmla="*/ 190 h 200"/>
                        <a:gd name="T30" fmla="*/ 8 w 147"/>
                        <a:gd name="T31" fmla="*/ 10 h 200"/>
                        <a:gd name="T32" fmla="*/ 10 w 147"/>
                        <a:gd name="T33" fmla="*/ 8 h 200"/>
                        <a:gd name="T34" fmla="*/ 137 w 147"/>
                        <a:gd name="T35" fmla="*/ 8 h 200"/>
                        <a:gd name="T36" fmla="*/ 139 w 147"/>
                        <a:gd name="T37" fmla="*/ 10 h 200"/>
                        <a:gd name="T38" fmla="*/ 139 w 147"/>
                        <a:gd name="T39" fmla="*/ 189 h 2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</a:cxnLst>
                      <a:rect l="0" t="0" r="r" b="b"/>
                      <a:pathLst>
                        <a:path w="147" h="200">
                          <a:moveTo>
                            <a:pt x="137" y="0"/>
                          </a:moveTo>
                          <a:cubicBezTo>
                            <a:pt x="10" y="0"/>
                            <a:pt x="10" y="0"/>
                            <a:pt x="10" y="0"/>
                          </a:cubicBezTo>
                          <a:cubicBezTo>
                            <a:pt x="4" y="0"/>
                            <a:pt x="0" y="5"/>
                            <a:pt x="0" y="10"/>
                          </a:cubicBezTo>
                          <a:cubicBezTo>
                            <a:pt x="0" y="190"/>
                            <a:pt x="0" y="190"/>
                            <a:pt x="0" y="190"/>
                          </a:cubicBezTo>
                          <a:cubicBezTo>
                            <a:pt x="0" y="196"/>
                            <a:pt x="4" y="200"/>
                            <a:pt x="10" y="200"/>
                          </a:cubicBezTo>
                          <a:cubicBezTo>
                            <a:pt x="137" y="200"/>
                            <a:pt x="137" y="200"/>
                            <a:pt x="137" y="200"/>
                          </a:cubicBezTo>
                          <a:cubicBezTo>
                            <a:pt x="138" y="200"/>
                            <a:pt x="139" y="200"/>
                            <a:pt x="140" y="199"/>
                          </a:cubicBezTo>
                          <a:cubicBezTo>
                            <a:pt x="146" y="193"/>
                            <a:pt x="146" y="193"/>
                            <a:pt x="146" y="193"/>
                          </a:cubicBezTo>
                          <a:cubicBezTo>
                            <a:pt x="146" y="192"/>
                            <a:pt x="147" y="191"/>
                            <a:pt x="147" y="190"/>
                          </a:cubicBezTo>
                          <a:cubicBezTo>
                            <a:pt x="147" y="10"/>
                            <a:pt x="147" y="10"/>
                            <a:pt x="147" y="10"/>
                          </a:cubicBezTo>
                          <a:cubicBezTo>
                            <a:pt x="147" y="5"/>
                            <a:pt x="142" y="0"/>
                            <a:pt x="137" y="0"/>
                          </a:cubicBezTo>
                          <a:close/>
                          <a:moveTo>
                            <a:pt x="139" y="189"/>
                          </a:moveTo>
                          <a:cubicBezTo>
                            <a:pt x="135" y="192"/>
                            <a:pt x="135" y="192"/>
                            <a:pt x="135" y="192"/>
                          </a:cubicBezTo>
                          <a:cubicBezTo>
                            <a:pt x="10" y="192"/>
                            <a:pt x="10" y="192"/>
                            <a:pt x="10" y="192"/>
                          </a:cubicBezTo>
                          <a:cubicBezTo>
                            <a:pt x="9" y="192"/>
                            <a:pt x="8" y="191"/>
                            <a:pt x="8" y="190"/>
                          </a:cubicBezTo>
                          <a:cubicBezTo>
                            <a:pt x="8" y="10"/>
                            <a:pt x="8" y="10"/>
                            <a:pt x="8" y="10"/>
                          </a:cubicBezTo>
                          <a:cubicBezTo>
                            <a:pt x="8" y="9"/>
                            <a:pt x="9" y="8"/>
                            <a:pt x="10" y="8"/>
                          </a:cubicBezTo>
                          <a:cubicBezTo>
                            <a:pt x="137" y="8"/>
                            <a:pt x="137" y="8"/>
                            <a:pt x="137" y="8"/>
                          </a:cubicBezTo>
                          <a:cubicBezTo>
                            <a:pt x="138" y="8"/>
                            <a:pt x="139" y="9"/>
                            <a:pt x="139" y="10"/>
                          </a:cubicBezTo>
                          <a:lnTo>
                            <a:pt x="139" y="189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  <p:sp>
                  <p:nvSpPr>
                    <p:cNvPr id="1444" name="Freeform 231">
                      <a:extLst>
                        <a:ext uri="{FF2B5EF4-FFF2-40B4-BE49-F238E27FC236}">
                          <a16:creationId xmlns:a16="http://schemas.microsoft.com/office/drawing/2014/main" id="{933AA397-7BDB-19F6-D95E-924F98518BD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4603413" y="-2403476"/>
                      <a:ext cx="315913" cy="30163"/>
                    </a:xfrm>
                    <a:custGeom>
                      <a:avLst/>
                      <a:gdLst>
                        <a:gd name="T0" fmla="*/ 80 w 84"/>
                        <a:gd name="T1" fmla="*/ 0 h 8"/>
                        <a:gd name="T2" fmla="*/ 4 w 84"/>
                        <a:gd name="T3" fmla="*/ 0 h 8"/>
                        <a:gd name="T4" fmla="*/ 0 w 84"/>
                        <a:gd name="T5" fmla="*/ 4 h 8"/>
                        <a:gd name="T6" fmla="*/ 4 w 84"/>
                        <a:gd name="T7" fmla="*/ 8 h 8"/>
                        <a:gd name="T8" fmla="*/ 80 w 84"/>
                        <a:gd name="T9" fmla="*/ 8 h 8"/>
                        <a:gd name="T10" fmla="*/ 84 w 84"/>
                        <a:gd name="T11" fmla="*/ 4 h 8"/>
                        <a:gd name="T12" fmla="*/ 80 w 84"/>
                        <a:gd name="T13" fmla="*/ 0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4" h="8">
                          <a:moveTo>
                            <a:pt x="80" y="0"/>
                          </a:moveTo>
                          <a:cubicBezTo>
                            <a:pt x="4" y="0"/>
                            <a:pt x="4" y="0"/>
                            <a:pt x="4" y="0"/>
                          </a:cubicBezTo>
                          <a:cubicBezTo>
                            <a:pt x="2" y="0"/>
                            <a:pt x="0" y="2"/>
                            <a:pt x="0" y="4"/>
                          </a:cubicBezTo>
                          <a:cubicBezTo>
                            <a:pt x="0" y="6"/>
                            <a:pt x="2" y="8"/>
                            <a:pt x="4" y="8"/>
                          </a:cubicBezTo>
                          <a:cubicBezTo>
                            <a:pt x="80" y="8"/>
                            <a:pt x="80" y="8"/>
                            <a:pt x="80" y="8"/>
                          </a:cubicBezTo>
                          <a:cubicBezTo>
                            <a:pt x="82" y="8"/>
                            <a:pt x="84" y="6"/>
                            <a:pt x="84" y="4"/>
                          </a:cubicBezTo>
                          <a:cubicBezTo>
                            <a:pt x="84" y="2"/>
                            <a:pt x="82" y="0"/>
                            <a:pt x="80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</p:grpSp>
            </p:grpSp>
            <p:sp>
              <p:nvSpPr>
                <p:cNvPr id="1435" name="직사각형 1434">
                  <a:extLst>
                    <a:ext uri="{FF2B5EF4-FFF2-40B4-BE49-F238E27FC236}">
                      <a16:creationId xmlns:a16="http://schemas.microsoft.com/office/drawing/2014/main" id="{DF61711E-C39E-54F1-4E08-6864A002F173}"/>
                    </a:ext>
                  </a:extLst>
                </p:cNvPr>
                <p:cNvSpPr/>
                <p:nvPr/>
              </p:nvSpPr>
              <p:spPr>
                <a:xfrm>
                  <a:off x="780265" y="5316164"/>
                  <a:ext cx="130004" cy="350704"/>
                </a:xfrm>
                <a:prstGeom prst="rect">
                  <a:avLst/>
                </a:prstGeom>
                <a:noFill/>
                <a:ln w="25400" algn="ctr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 anchor="ctr">
                  <a:spAutoFit/>
                </a:bodyPr>
                <a:lstStyle/>
                <a:p>
                  <a:pPr marL="0" marR="0" lvl="1" indent="0" algn="ctr" defTabSz="147490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prstClr val="black"/>
                    </a:buClr>
                    <a:buSzPct val="140000"/>
                    <a:buFontTx/>
                    <a:buNone/>
                    <a:tabLst>
                      <a:tab pos="5648325" algn="l"/>
                    </a:tabLst>
                    <a:defRPr/>
                  </a:pPr>
                  <a:r>
                    <a:rPr kumimoji="0" lang="en-US" altLang="ko-KR" sz="1050" b="0" i="0" u="none" strike="noStrike" kern="0" cap="none" spc="-30" normalizeH="0" baseline="0" noProof="0" dirty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ea typeface="KoPub돋움체 Bold" panose="02020603020101020101" pitchFamily="18" charset="-127"/>
                      <a:cs typeface="Arial"/>
                    </a:rPr>
                    <a:t>…</a:t>
                  </a:r>
                  <a:endParaRPr kumimoji="0" lang="ko-KR" altLang="en-US" sz="1050" b="0" i="0" u="none" strike="noStrike" kern="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ea typeface="KoPub돋움체 Bold" panose="02020603020101020101" pitchFamily="18" charset="-127"/>
                    <a:cs typeface="Arial"/>
                  </a:endParaRPr>
                </a:p>
              </p:txBody>
            </p:sp>
            <p:grpSp>
              <p:nvGrpSpPr>
                <p:cNvPr id="1436" name="그룹 1435">
                  <a:extLst>
                    <a:ext uri="{FF2B5EF4-FFF2-40B4-BE49-F238E27FC236}">
                      <a16:creationId xmlns:a16="http://schemas.microsoft.com/office/drawing/2014/main" id="{D7EA421F-B682-76C6-8D03-890BA3D853B0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575469" y="5374425"/>
                  <a:ext cx="196066" cy="227564"/>
                  <a:chOff x="11751920" y="4267727"/>
                  <a:chExt cx="1085595" cy="1260000"/>
                </a:xfrm>
              </p:grpSpPr>
              <p:sp>
                <p:nvSpPr>
                  <p:cNvPr id="1437" name="사각형: 둥근 모서리 226">
                    <a:extLst>
                      <a:ext uri="{FF2B5EF4-FFF2-40B4-BE49-F238E27FC236}">
                        <a16:creationId xmlns:a16="http://schemas.microsoft.com/office/drawing/2014/main" id="{DE98052E-CEB2-7B04-7853-B9D83EC25DA8}"/>
                      </a:ext>
                    </a:extLst>
                  </p:cNvPr>
                  <p:cNvSpPr/>
                  <p:nvPr/>
                </p:nvSpPr>
                <p:spPr>
                  <a:xfrm>
                    <a:off x="11751920" y="4271687"/>
                    <a:ext cx="911715" cy="1252078"/>
                  </a:xfrm>
                  <a:prstGeom prst="roundRect">
                    <a:avLst>
                      <a:gd name="adj" fmla="val 7097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-30" normalizeH="0" baseline="0" noProof="0" dirty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grpSp>
                <p:nvGrpSpPr>
                  <p:cNvPr id="1438" name="그룹 1437">
                    <a:extLst>
                      <a:ext uri="{FF2B5EF4-FFF2-40B4-BE49-F238E27FC236}">
                        <a16:creationId xmlns:a16="http://schemas.microsoft.com/office/drawing/2014/main" id="{DF5B505A-684B-FA47-5576-39607149670D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11921389" y="4267727"/>
                    <a:ext cx="916126" cy="1260000"/>
                    <a:chOff x="14485938" y="-2571751"/>
                    <a:chExt cx="554038" cy="762000"/>
                  </a:xfrm>
                  <a:solidFill>
                    <a:srgbClr val="262626"/>
                  </a:solidFill>
                </p:grpSpPr>
                <p:sp>
                  <p:nvSpPr>
                    <p:cNvPr id="1439" name="Freeform 230">
                      <a:extLst>
                        <a:ext uri="{FF2B5EF4-FFF2-40B4-BE49-F238E27FC236}">
                          <a16:creationId xmlns:a16="http://schemas.microsoft.com/office/drawing/2014/main" id="{3231AC42-8BF3-5870-7F52-0AB29244C79D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4485938" y="-2571751"/>
                      <a:ext cx="554038" cy="762000"/>
                    </a:xfrm>
                    <a:custGeom>
                      <a:avLst/>
                      <a:gdLst>
                        <a:gd name="T0" fmla="*/ 137 w 147"/>
                        <a:gd name="T1" fmla="*/ 0 h 200"/>
                        <a:gd name="T2" fmla="*/ 10 w 147"/>
                        <a:gd name="T3" fmla="*/ 0 h 200"/>
                        <a:gd name="T4" fmla="*/ 0 w 147"/>
                        <a:gd name="T5" fmla="*/ 10 h 200"/>
                        <a:gd name="T6" fmla="*/ 0 w 147"/>
                        <a:gd name="T7" fmla="*/ 190 h 200"/>
                        <a:gd name="T8" fmla="*/ 10 w 147"/>
                        <a:gd name="T9" fmla="*/ 200 h 200"/>
                        <a:gd name="T10" fmla="*/ 137 w 147"/>
                        <a:gd name="T11" fmla="*/ 200 h 200"/>
                        <a:gd name="T12" fmla="*/ 140 w 147"/>
                        <a:gd name="T13" fmla="*/ 199 h 200"/>
                        <a:gd name="T14" fmla="*/ 146 w 147"/>
                        <a:gd name="T15" fmla="*/ 193 h 200"/>
                        <a:gd name="T16" fmla="*/ 147 w 147"/>
                        <a:gd name="T17" fmla="*/ 190 h 200"/>
                        <a:gd name="T18" fmla="*/ 147 w 147"/>
                        <a:gd name="T19" fmla="*/ 10 h 200"/>
                        <a:gd name="T20" fmla="*/ 137 w 147"/>
                        <a:gd name="T21" fmla="*/ 0 h 200"/>
                        <a:gd name="T22" fmla="*/ 139 w 147"/>
                        <a:gd name="T23" fmla="*/ 189 h 200"/>
                        <a:gd name="T24" fmla="*/ 135 w 147"/>
                        <a:gd name="T25" fmla="*/ 192 h 200"/>
                        <a:gd name="T26" fmla="*/ 10 w 147"/>
                        <a:gd name="T27" fmla="*/ 192 h 200"/>
                        <a:gd name="T28" fmla="*/ 8 w 147"/>
                        <a:gd name="T29" fmla="*/ 190 h 200"/>
                        <a:gd name="T30" fmla="*/ 8 w 147"/>
                        <a:gd name="T31" fmla="*/ 10 h 200"/>
                        <a:gd name="T32" fmla="*/ 10 w 147"/>
                        <a:gd name="T33" fmla="*/ 8 h 200"/>
                        <a:gd name="T34" fmla="*/ 137 w 147"/>
                        <a:gd name="T35" fmla="*/ 8 h 200"/>
                        <a:gd name="T36" fmla="*/ 139 w 147"/>
                        <a:gd name="T37" fmla="*/ 10 h 200"/>
                        <a:gd name="T38" fmla="*/ 139 w 147"/>
                        <a:gd name="T39" fmla="*/ 189 h 2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</a:cxnLst>
                      <a:rect l="0" t="0" r="r" b="b"/>
                      <a:pathLst>
                        <a:path w="147" h="200">
                          <a:moveTo>
                            <a:pt x="137" y="0"/>
                          </a:moveTo>
                          <a:cubicBezTo>
                            <a:pt x="10" y="0"/>
                            <a:pt x="10" y="0"/>
                            <a:pt x="10" y="0"/>
                          </a:cubicBezTo>
                          <a:cubicBezTo>
                            <a:pt x="4" y="0"/>
                            <a:pt x="0" y="5"/>
                            <a:pt x="0" y="10"/>
                          </a:cubicBezTo>
                          <a:cubicBezTo>
                            <a:pt x="0" y="190"/>
                            <a:pt x="0" y="190"/>
                            <a:pt x="0" y="190"/>
                          </a:cubicBezTo>
                          <a:cubicBezTo>
                            <a:pt x="0" y="196"/>
                            <a:pt x="4" y="200"/>
                            <a:pt x="10" y="200"/>
                          </a:cubicBezTo>
                          <a:cubicBezTo>
                            <a:pt x="137" y="200"/>
                            <a:pt x="137" y="200"/>
                            <a:pt x="137" y="200"/>
                          </a:cubicBezTo>
                          <a:cubicBezTo>
                            <a:pt x="138" y="200"/>
                            <a:pt x="139" y="200"/>
                            <a:pt x="140" y="199"/>
                          </a:cubicBezTo>
                          <a:cubicBezTo>
                            <a:pt x="146" y="193"/>
                            <a:pt x="146" y="193"/>
                            <a:pt x="146" y="193"/>
                          </a:cubicBezTo>
                          <a:cubicBezTo>
                            <a:pt x="146" y="192"/>
                            <a:pt x="147" y="191"/>
                            <a:pt x="147" y="190"/>
                          </a:cubicBezTo>
                          <a:cubicBezTo>
                            <a:pt x="147" y="10"/>
                            <a:pt x="147" y="10"/>
                            <a:pt x="147" y="10"/>
                          </a:cubicBezTo>
                          <a:cubicBezTo>
                            <a:pt x="147" y="5"/>
                            <a:pt x="142" y="0"/>
                            <a:pt x="137" y="0"/>
                          </a:cubicBezTo>
                          <a:close/>
                          <a:moveTo>
                            <a:pt x="139" y="189"/>
                          </a:moveTo>
                          <a:cubicBezTo>
                            <a:pt x="135" y="192"/>
                            <a:pt x="135" y="192"/>
                            <a:pt x="135" y="192"/>
                          </a:cubicBezTo>
                          <a:cubicBezTo>
                            <a:pt x="10" y="192"/>
                            <a:pt x="10" y="192"/>
                            <a:pt x="10" y="192"/>
                          </a:cubicBezTo>
                          <a:cubicBezTo>
                            <a:pt x="9" y="192"/>
                            <a:pt x="8" y="191"/>
                            <a:pt x="8" y="190"/>
                          </a:cubicBezTo>
                          <a:cubicBezTo>
                            <a:pt x="8" y="10"/>
                            <a:pt x="8" y="10"/>
                            <a:pt x="8" y="10"/>
                          </a:cubicBezTo>
                          <a:cubicBezTo>
                            <a:pt x="8" y="9"/>
                            <a:pt x="9" y="8"/>
                            <a:pt x="10" y="8"/>
                          </a:cubicBezTo>
                          <a:cubicBezTo>
                            <a:pt x="137" y="8"/>
                            <a:pt x="137" y="8"/>
                            <a:pt x="137" y="8"/>
                          </a:cubicBezTo>
                          <a:cubicBezTo>
                            <a:pt x="138" y="8"/>
                            <a:pt x="139" y="9"/>
                            <a:pt x="139" y="10"/>
                          </a:cubicBezTo>
                          <a:lnTo>
                            <a:pt x="139" y="189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  <p:sp>
                  <p:nvSpPr>
                    <p:cNvPr id="1440" name="Freeform 231">
                      <a:extLst>
                        <a:ext uri="{FF2B5EF4-FFF2-40B4-BE49-F238E27FC236}">
                          <a16:creationId xmlns:a16="http://schemas.microsoft.com/office/drawing/2014/main" id="{3F2F63A4-5D83-D77B-BA7B-C570136D774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4603413" y="-2403476"/>
                      <a:ext cx="315913" cy="30163"/>
                    </a:xfrm>
                    <a:custGeom>
                      <a:avLst/>
                      <a:gdLst>
                        <a:gd name="T0" fmla="*/ 80 w 84"/>
                        <a:gd name="T1" fmla="*/ 0 h 8"/>
                        <a:gd name="T2" fmla="*/ 4 w 84"/>
                        <a:gd name="T3" fmla="*/ 0 h 8"/>
                        <a:gd name="T4" fmla="*/ 0 w 84"/>
                        <a:gd name="T5" fmla="*/ 4 h 8"/>
                        <a:gd name="T6" fmla="*/ 4 w 84"/>
                        <a:gd name="T7" fmla="*/ 8 h 8"/>
                        <a:gd name="T8" fmla="*/ 80 w 84"/>
                        <a:gd name="T9" fmla="*/ 8 h 8"/>
                        <a:gd name="T10" fmla="*/ 84 w 84"/>
                        <a:gd name="T11" fmla="*/ 4 h 8"/>
                        <a:gd name="T12" fmla="*/ 80 w 84"/>
                        <a:gd name="T13" fmla="*/ 0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4" h="8">
                          <a:moveTo>
                            <a:pt x="80" y="0"/>
                          </a:moveTo>
                          <a:cubicBezTo>
                            <a:pt x="4" y="0"/>
                            <a:pt x="4" y="0"/>
                            <a:pt x="4" y="0"/>
                          </a:cubicBezTo>
                          <a:cubicBezTo>
                            <a:pt x="2" y="0"/>
                            <a:pt x="0" y="2"/>
                            <a:pt x="0" y="4"/>
                          </a:cubicBezTo>
                          <a:cubicBezTo>
                            <a:pt x="0" y="6"/>
                            <a:pt x="2" y="8"/>
                            <a:pt x="4" y="8"/>
                          </a:cubicBezTo>
                          <a:cubicBezTo>
                            <a:pt x="80" y="8"/>
                            <a:pt x="80" y="8"/>
                            <a:pt x="80" y="8"/>
                          </a:cubicBezTo>
                          <a:cubicBezTo>
                            <a:pt x="82" y="8"/>
                            <a:pt x="84" y="6"/>
                            <a:pt x="84" y="4"/>
                          </a:cubicBezTo>
                          <a:cubicBezTo>
                            <a:pt x="84" y="2"/>
                            <a:pt x="82" y="0"/>
                            <a:pt x="80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</p:grpSp>
            </p:grpSp>
          </p:grpSp>
        </p:grpSp>
        <p:sp>
          <p:nvSpPr>
            <p:cNvPr id="1463" name="타원 1462">
              <a:extLst>
                <a:ext uri="{FF2B5EF4-FFF2-40B4-BE49-F238E27FC236}">
                  <a16:creationId xmlns:a16="http://schemas.microsoft.com/office/drawing/2014/main" id="{B1B7F522-0ED5-F084-E0EC-9EC8F9472918}"/>
                </a:ext>
              </a:extLst>
            </p:cNvPr>
            <p:cNvSpPr/>
            <p:nvPr/>
          </p:nvSpPr>
          <p:spPr bwMode="auto">
            <a:xfrm>
              <a:off x="3159128" y="3980292"/>
              <a:ext cx="1243441" cy="37116"/>
            </a:xfrm>
            <a:prstGeom prst="ellipse">
              <a:avLst/>
            </a:prstGeom>
            <a:solidFill>
              <a:schemeClr val="bg1">
                <a:lumMod val="50000"/>
                <a:alpha val="50000"/>
              </a:schemeClr>
            </a:solidFill>
            <a:ln w="19050">
              <a:solidFill>
                <a:schemeClr val="tx1">
                  <a:lumMod val="75000"/>
                  <a:lumOff val="25000"/>
                </a:schemeClr>
              </a:solidFill>
              <a:prstDash val="solid"/>
            </a:ln>
            <a:effectLst>
              <a:outerShdw dist="12700" dir="1980000" algn="t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anchor="ctr"/>
            <a:lstStyle/>
            <a:p>
              <a:endParaRPr lang="ko-KR" altLang="en-US" sz="1100" dirty="0">
                <a:solidFill>
                  <a:schemeClr val="lt1"/>
                </a:solidFill>
                <a:ea typeface="KoPub돋움체 Medium" panose="00000600000000000000" pitchFamily="2" charset="-127"/>
              </a:endParaRPr>
            </a:p>
          </p:txBody>
        </p:sp>
        <p:grpSp>
          <p:nvGrpSpPr>
            <p:cNvPr id="1464" name="그룹 1463">
              <a:extLst>
                <a:ext uri="{FF2B5EF4-FFF2-40B4-BE49-F238E27FC236}">
                  <a16:creationId xmlns:a16="http://schemas.microsoft.com/office/drawing/2014/main" id="{A7EF6D3C-5A32-3BFF-060E-B3E6D58267D7}"/>
                </a:ext>
              </a:extLst>
            </p:cNvPr>
            <p:cNvGrpSpPr/>
            <p:nvPr/>
          </p:nvGrpSpPr>
          <p:grpSpPr>
            <a:xfrm>
              <a:off x="2604778" y="3767304"/>
              <a:ext cx="512504" cy="182881"/>
              <a:chOff x="2639111" y="5194544"/>
              <a:chExt cx="697385" cy="396929"/>
            </a:xfrm>
          </p:grpSpPr>
          <p:sp>
            <p:nvSpPr>
              <p:cNvPr id="1465" name="직사각형 166">
                <a:extLst>
                  <a:ext uri="{FF2B5EF4-FFF2-40B4-BE49-F238E27FC236}">
                    <a16:creationId xmlns:a16="http://schemas.microsoft.com/office/drawing/2014/main" id="{3E8A87A7-4258-77B7-41D3-3B435A21F8D2}"/>
                  </a:ext>
                </a:extLst>
              </p:cNvPr>
              <p:cNvSpPr/>
              <p:nvPr/>
            </p:nvSpPr>
            <p:spPr bwMode="auto">
              <a:xfrm>
                <a:off x="2753252" y="5194544"/>
                <a:ext cx="217532" cy="228154"/>
              </a:xfrm>
              <a:prstGeom prst="roundRect">
                <a:avLst>
                  <a:gd name="adj" fmla="val 9838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1466" name="직사각형 166">
                <a:extLst>
                  <a:ext uri="{FF2B5EF4-FFF2-40B4-BE49-F238E27FC236}">
                    <a16:creationId xmlns:a16="http://schemas.microsoft.com/office/drawing/2014/main" id="{805E6939-E281-1299-F057-E297827FBEC7}"/>
                  </a:ext>
                </a:extLst>
              </p:cNvPr>
              <p:cNvSpPr/>
              <p:nvPr/>
            </p:nvSpPr>
            <p:spPr bwMode="auto">
              <a:xfrm>
                <a:off x="3003234" y="5194544"/>
                <a:ext cx="217532" cy="228154"/>
              </a:xfrm>
              <a:prstGeom prst="roundRect">
                <a:avLst>
                  <a:gd name="adj" fmla="val 9838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1467" name="TextBox 1466">
                <a:extLst>
                  <a:ext uri="{FF2B5EF4-FFF2-40B4-BE49-F238E27FC236}">
                    <a16:creationId xmlns:a16="http://schemas.microsoft.com/office/drawing/2014/main" id="{5F4E140C-20BE-E855-7A14-86B5422D8EFC}"/>
                  </a:ext>
                </a:extLst>
              </p:cNvPr>
              <p:cNvSpPr txBox="1"/>
              <p:nvPr/>
            </p:nvSpPr>
            <p:spPr>
              <a:xfrm>
                <a:off x="2639111" y="5224068"/>
                <a:ext cx="697385" cy="3674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r>
                  <a:rPr kumimoji="0"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STT DB</a:t>
                </a: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468" name="그룹 1467">
              <a:extLst>
                <a:ext uri="{FF2B5EF4-FFF2-40B4-BE49-F238E27FC236}">
                  <a16:creationId xmlns:a16="http://schemas.microsoft.com/office/drawing/2014/main" id="{53321638-7F11-2034-7589-98D033644AB9}"/>
                </a:ext>
              </a:extLst>
            </p:cNvPr>
            <p:cNvGrpSpPr/>
            <p:nvPr/>
          </p:nvGrpSpPr>
          <p:grpSpPr>
            <a:xfrm>
              <a:off x="4149981" y="3771501"/>
              <a:ext cx="423299" cy="254653"/>
              <a:chOff x="2680888" y="5194544"/>
              <a:chExt cx="576000" cy="552706"/>
            </a:xfrm>
          </p:grpSpPr>
          <p:sp>
            <p:nvSpPr>
              <p:cNvPr id="1469" name="직사각형 166">
                <a:extLst>
                  <a:ext uri="{FF2B5EF4-FFF2-40B4-BE49-F238E27FC236}">
                    <a16:creationId xmlns:a16="http://schemas.microsoft.com/office/drawing/2014/main" id="{FB27408D-38EC-47CA-8F95-41615ABE366F}"/>
                  </a:ext>
                </a:extLst>
              </p:cNvPr>
              <p:cNvSpPr/>
              <p:nvPr/>
            </p:nvSpPr>
            <p:spPr bwMode="auto">
              <a:xfrm>
                <a:off x="2753252" y="5194544"/>
                <a:ext cx="217532" cy="228154"/>
              </a:xfrm>
              <a:prstGeom prst="roundRect">
                <a:avLst>
                  <a:gd name="adj" fmla="val 9838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1470" name="직사각형 166">
                <a:extLst>
                  <a:ext uri="{FF2B5EF4-FFF2-40B4-BE49-F238E27FC236}">
                    <a16:creationId xmlns:a16="http://schemas.microsoft.com/office/drawing/2014/main" id="{17721578-BD83-1C8B-B621-20808122E4E2}"/>
                  </a:ext>
                </a:extLst>
              </p:cNvPr>
              <p:cNvSpPr/>
              <p:nvPr/>
            </p:nvSpPr>
            <p:spPr bwMode="auto">
              <a:xfrm>
                <a:off x="3003234" y="5194544"/>
                <a:ext cx="217532" cy="228154"/>
              </a:xfrm>
              <a:prstGeom prst="roundRect">
                <a:avLst>
                  <a:gd name="adj" fmla="val 9838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1471" name="TextBox 1470">
                <a:extLst>
                  <a:ext uri="{FF2B5EF4-FFF2-40B4-BE49-F238E27FC236}">
                    <a16:creationId xmlns:a16="http://schemas.microsoft.com/office/drawing/2014/main" id="{EEC16763-8A09-64BA-6694-1571049CAAD1}"/>
                  </a:ext>
                </a:extLst>
              </p:cNvPr>
              <p:cNvSpPr txBox="1"/>
              <p:nvPr/>
            </p:nvSpPr>
            <p:spPr>
              <a:xfrm>
                <a:off x="2680888" y="5212843"/>
                <a:ext cx="576000" cy="5344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r>
                  <a:rPr kumimoji="0"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TA</a:t>
                </a:r>
                <a:r>
                  <a: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관리서버</a:t>
                </a:r>
              </a:p>
            </p:txBody>
          </p:sp>
        </p:grpSp>
        <p:grpSp>
          <p:nvGrpSpPr>
            <p:cNvPr id="1472" name="그룹 1471">
              <a:extLst>
                <a:ext uri="{FF2B5EF4-FFF2-40B4-BE49-F238E27FC236}">
                  <a16:creationId xmlns:a16="http://schemas.microsoft.com/office/drawing/2014/main" id="{76C0AB31-892A-C1EA-88BB-EDF24F951E42}"/>
                </a:ext>
              </a:extLst>
            </p:cNvPr>
            <p:cNvGrpSpPr/>
            <p:nvPr/>
          </p:nvGrpSpPr>
          <p:grpSpPr>
            <a:xfrm>
              <a:off x="4515744" y="3757227"/>
              <a:ext cx="423299" cy="246222"/>
              <a:chOff x="2680888" y="5169596"/>
              <a:chExt cx="576000" cy="534406"/>
            </a:xfrm>
          </p:grpSpPr>
          <p:sp>
            <p:nvSpPr>
              <p:cNvPr id="1473" name="직사각형 166">
                <a:extLst>
                  <a:ext uri="{FF2B5EF4-FFF2-40B4-BE49-F238E27FC236}">
                    <a16:creationId xmlns:a16="http://schemas.microsoft.com/office/drawing/2014/main" id="{CAD3D22D-2066-6DA0-0A2B-377CD76409ED}"/>
                  </a:ext>
                </a:extLst>
              </p:cNvPr>
              <p:cNvSpPr/>
              <p:nvPr/>
            </p:nvSpPr>
            <p:spPr bwMode="auto">
              <a:xfrm>
                <a:off x="2753252" y="5194544"/>
                <a:ext cx="217532" cy="228154"/>
              </a:xfrm>
              <a:prstGeom prst="roundRect">
                <a:avLst>
                  <a:gd name="adj" fmla="val 9838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1474" name="직사각형 166">
                <a:extLst>
                  <a:ext uri="{FF2B5EF4-FFF2-40B4-BE49-F238E27FC236}">
                    <a16:creationId xmlns:a16="http://schemas.microsoft.com/office/drawing/2014/main" id="{DB428B82-9F60-35D0-EBAB-F7312EB389F3}"/>
                  </a:ext>
                </a:extLst>
              </p:cNvPr>
              <p:cNvSpPr/>
              <p:nvPr/>
            </p:nvSpPr>
            <p:spPr bwMode="auto">
              <a:xfrm>
                <a:off x="3003234" y="5194544"/>
                <a:ext cx="217532" cy="228154"/>
              </a:xfrm>
              <a:prstGeom prst="roundRect">
                <a:avLst>
                  <a:gd name="adj" fmla="val 9838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1475" name="TextBox 1474">
                <a:extLst>
                  <a:ext uri="{FF2B5EF4-FFF2-40B4-BE49-F238E27FC236}">
                    <a16:creationId xmlns:a16="http://schemas.microsoft.com/office/drawing/2014/main" id="{89D79EDD-DE17-AFF7-2627-53631EE1ABAA}"/>
                  </a:ext>
                </a:extLst>
              </p:cNvPr>
              <p:cNvSpPr txBox="1"/>
              <p:nvPr/>
            </p:nvSpPr>
            <p:spPr>
              <a:xfrm>
                <a:off x="2680888" y="5169596"/>
                <a:ext cx="576000" cy="5344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r>
                  <a: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음성감정</a:t>
                </a:r>
                <a:endPara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r>
                  <a: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분석서버</a:t>
                </a:r>
              </a:p>
            </p:txBody>
          </p:sp>
        </p:grpSp>
        <p:grpSp>
          <p:nvGrpSpPr>
            <p:cNvPr id="1476" name="그룹 1475">
              <a:extLst>
                <a:ext uri="{FF2B5EF4-FFF2-40B4-BE49-F238E27FC236}">
                  <a16:creationId xmlns:a16="http://schemas.microsoft.com/office/drawing/2014/main" id="{98E1DF37-F710-9725-4D04-52A38F8529AC}"/>
                </a:ext>
              </a:extLst>
            </p:cNvPr>
            <p:cNvGrpSpPr/>
            <p:nvPr/>
          </p:nvGrpSpPr>
          <p:grpSpPr>
            <a:xfrm>
              <a:off x="3037905" y="3754271"/>
              <a:ext cx="397010" cy="323165"/>
              <a:chOff x="1330983" y="5125251"/>
              <a:chExt cx="540227" cy="701407"/>
            </a:xfrm>
          </p:grpSpPr>
          <p:grpSp>
            <p:nvGrpSpPr>
              <p:cNvPr id="1477" name="그룹 1476">
                <a:extLst>
                  <a:ext uri="{FF2B5EF4-FFF2-40B4-BE49-F238E27FC236}">
                    <a16:creationId xmlns:a16="http://schemas.microsoft.com/office/drawing/2014/main" id="{927BDB27-5BFE-664D-CDB1-50F7CBD14925}"/>
                  </a:ext>
                </a:extLst>
              </p:cNvPr>
              <p:cNvGrpSpPr/>
              <p:nvPr/>
            </p:nvGrpSpPr>
            <p:grpSpPr>
              <a:xfrm>
                <a:off x="1374072" y="5153756"/>
                <a:ext cx="467514" cy="228154"/>
                <a:chOff x="1374072" y="5153756"/>
                <a:chExt cx="467514" cy="228154"/>
              </a:xfrm>
            </p:grpSpPr>
            <p:sp>
              <p:nvSpPr>
                <p:cNvPr id="1479" name="직사각형 166">
                  <a:extLst>
                    <a:ext uri="{FF2B5EF4-FFF2-40B4-BE49-F238E27FC236}">
                      <a16:creationId xmlns:a16="http://schemas.microsoft.com/office/drawing/2014/main" id="{AA50544D-CE3A-BA6C-6003-6505FC9C6811}"/>
                    </a:ext>
                  </a:extLst>
                </p:cNvPr>
                <p:cNvSpPr/>
                <p:nvPr/>
              </p:nvSpPr>
              <p:spPr bwMode="auto">
                <a:xfrm>
                  <a:off x="1374072" y="5153756"/>
                  <a:ext cx="217532" cy="228154"/>
                </a:xfrm>
                <a:prstGeom prst="roundRect">
                  <a:avLst>
                    <a:gd name="adj" fmla="val 9838"/>
                  </a:avLst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6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square" lIns="0" tIns="0" rIns="0" bIns="0" anchor="ctr"/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endPara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endParaRPr>
                </a:p>
              </p:txBody>
            </p:sp>
            <p:sp>
              <p:nvSpPr>
                <p:cNvPr id="1480" name="직사각형 166">
                  <a:extLst>
                    <a:ext uri="{FF2B5EF4-FFF2-40B4-BE49-F238E27FC236}">
                      <a16:creationId xmlns:a16="http://schemas.microsoft.com/office/drawing/2014/main" id="{6AFD6A74-689A-D1C8-76EA-3EAF57472F7A}"/>
                    </a:ext>
                  </a:extLst>
                </p:cNvPr>
                <p:cNvSpPr/>
                <p:nvPr/>
              </p:nvSpPr>
              <p:spPr bwMode="auto">
                <a:xfrm>
                  <a:off x="1624054" y="5153756"/>
                  <a:ext cx="217532" cy="228154"/>
                </a:xfrm>
                <a:prstGeom prst="roundRect">
                  <a:avLst>
                    <a:gd name="adj" fmla="val 9838"/>
                  </a:avLst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6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square" lIns="0" tIns="0" rIns="0" bIns="0" anchor="ctr"/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endPara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endParaRPr>
                </a:p>
              </p:txBody>
            </p:sp>
          </p:grpSp>
          <p:sp>
            <p:nvSpPr>
              <p:cNvPr id="1478" name="TextBox 1477">
                <a:extLst>
                  <a:ext uri="{FF2B5EF4-FFF2-40B4-BE49-F238E27FC236}">
                    <a16:creationId xmlns:a16="http://schemas.microsoft.com/office/drawing/2014/main" id="{9502691F-4218-4C8C-D034-10B15926E47E}"/>
                  </a:ext>
                </a:extLst>
              </p:cNvPr>
              <p:cNvSpPr txBox="1"/>
              <p:nvPr/>
            </p:nvSpPr>
            <p:spPr>
              <a:xfrm>
                <a:off x="1330983" y="5125251"/>
                <a:ext cx="540227" cy="7014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r>
                  <a:rPr kumimoji="0"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STT </a:t>
                </a:r>
                <a:r>
                  <a: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관리서버</a:t>
                </a:r>
              </a:p>
            </p:txBody>
          </p:sp>
        </p:grpSp>
        <p:grpSp>
          <p:nvGrpSpPr>
            <p:cNvPr id="1481" name="그룹 1480">
              <a:extLst>
                <a:ext uri="{FF2B5EF4-FFF2-40B4-BE49-F238E27FC236}">
                  <a16:creationId xmlns:a16="http://schemas.microsoft.com/office/drawing/2014/main" id="{9D1B7E23-DBD2-1586-1A86-3193CDDB0E63}"/>
                </a:ext>
              </a:extLst>
            </p:cNvPr>
            <p:cNvGrpSpPr/>
            <p:nvPr/>
          </p:nvGrpSpPr>
          <p:grpSpPr>
            <a:xfrm>
              <a:off x="3409531" y="3767141"/>
              <a:ext cx="397010" cy="178292"/>
              <a:chOff x="1330983" y="5153756"/>
              <a:chExt cx="540227" cy="386969"/>
            </a:xfrm>
          </p:grpSpPr>
          <p:grpSp>
            <p:nvGrpSpPr>
              <p:cNvPr id="1482" name="그룹 1481">
                <a:extLst>
                  <a:ext uri="{FF2B5EF4-FFF2-40B4-BE49-F238E27FC236}">
                    <a16:creationId xmlns:a16="http://schemas.microsoft.com/office/drawing/2014/main" id="{A3C5052D-2BC7-D6D7-17B7-84E1DCA360AA}"/>
                  </a:ext>
                </a:extLst>
              </p:cNvPr>
              <p:cNvGrpSpPr/>
              <p:nvPr/>
            </p:nvGrpSpPr>
            <p:grpSpPr>
              <a:xfrm>
                <a:off x="1374072" y="5153756"/>
                <a:ext cx="467514" cy="228154"/>
                <a:chOff x="1374072" y="5153756"/>
                <a:chExt cx="467514" cy="228154"/>
              </a:xfrm>
            </p:grpSpPr>
            <p:sp>
              <p:nvSpPr>
                <p:cNvPr id="1484" name="직사각형 166">
                  <a:extLst>
                    <a:ext uri="{FF2B5EF4-FFF2-40B4-BE49-F238E27FC236}">
                      <a16:creationId xmlns:a16="http://schemas.microsoft.com/office/drawing/2014/main" id="{2DE6C968-5B09-0D21-C15C-A86542E5BFA6}"/>
                    </a:ext>
                  </a:extLst>
                </p:cNvPr>
                <p:cNvSpPr/>
                <p:nvPr/>
              </p:nvSpPr>
              <p:spPr bwMode="auto">
                <a:xfrm>
                  <a:off x="1374072" y="5153756"/>
                  <a:ext cx="217532" cy="228154"/>
                </a:xfrm>
                <a:prstGeom prst="roundRect">
                  <a:avLst>
                    <a:gd name="adj" fmla="val 9838"/>
                  </a:avLst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6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square" lIns="0" tIns="0" rIns="0" bIns="0" anchor="ctr"/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endPara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endParaRPr>
                </a:p>
              </p:txBody>
            </p:sp>
            <p:sp>
              <p:nvSpPr>
                <p:cNvPr id="1485" name="직사각형 166">
                  <a:extLst>
                    <a:ext uri="{FF2B5EF4-FFF2-40B4-BE49-F238E27FC236}">
                      <a16:creationId xmlns:a16="http://schemas.microsoft.com/office/drawing/2014/main" id="{A26271D5-BA07-7727-C209-3103AE5B50D5}"/>
                    </a:ext>
                  </a:extLst>
                </p:cNvPr>
                <p:cNvSpPr/>
                <p:nvPr/>
              </p:nvSpPr>
              <p:spPr bwMode="auto">
                <a:xfrm>
                  <a:off x="1624054" y="5153756"/>
                  <a:ext cx="217532" cy="228154"/>
                </a:xfrm>
                <a:prstGeom prst="roundRect">
                  <a:avLst>
                    <a:gd name="adj" fmla="val 9838"/>
                  </a:avLst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6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square" lIns="0" tIns="0" rIns="0" bIns="0" anchor="ctr"/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endPara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endParaRPr>
                </a:p>
              </p:txBody>
            </p:sp>
          </p:grpSp>
          <p:sp>
            <p:nvSpPr>
              <p:cNvPr id="1483" name="TextBox 1482">
                <a:extLst>
                  <a:ext uri="{FF2B5EF4-FFF2-40B4-BE49-F238E27FC236}">
                    <a16:creationId xmlns:a16="http://schemas.microsoft.com/office/drawing/2014/main" id="{B7DF00DE-E285-9270-C30A-196CF02EA25B}"/>
                  </a:ext>
                </a:extLst>
              </p:cNvPr>
              <p:cNvSpPr txBox="1"/>
              <p:nvPr/>
            </p:nvSpPr>
            <p:spPr>
              <a:xfrm>
                <a:off x="1330983" y="5173320"/>
                <a:ext cx="540227" cy="3674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r>
                  <a:rPr kumimoji="0"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TA </a:t>
                </a:r>
                <a:r>
                  <a: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서버</a:t>
                </a:r>
              </a:p>
            </p:txBody>
          </p:sp>
        </p:grpSp>
        <p:grpSp>
          <p:nvGrpSpPr>
            <p:cNvPr id="1486" name="그룹 1485">
              <a:extLst>
                <a:ext uri="{FF2B5EF4-FFF2-40B4-BE49-F238E27FC236}">
                  <a16:creationId xmlns:a16="http://schemas.microsoft.com/office/drawing/2014/main" id="{406E55CF-4994-A26F-E250-0B4B8738E82A}"/>
                </a:ext>
              </a:extLst>
            </p:cNvPr>
            <p:cNvGrpSpPr/>
            <p:nvPr/>
          </p:nvGrpSpPr>
          <p:grpSpPr>
            <a:xfrm>
              <a:off x="3793257" y="3768722"/>
              <a:ext cx="397010" cy="182196"/>
              <a:chOff x="1330983" y="5153756"/>
              <a:chExt cx="540227" cy="395443"/>
            </a:xfrm>
          </p:grpSpPr>
          <p:grpSp>
            <p:nvGrpSpPr>
              <p:cNvPr id="1487" name="그룹 1486">
                <a:extLst>
                  <a:ext uri="{FF2B5EF4-FFF2-40B4-BE49-F238E27FC236}">
                    <a16:creationId xmlns:a16="http://schemas.microsoft.com/office/drawing/2014/main" id="{E98487AE-2D7C-966C-5B93-9CA1AC5DA337}"/>
                  </a:ext>
                </a:extLst>
              </p:cNvPr>
              <p:cNvGrpSpPr/>
              <p:nvPr/>
            </p:nvGrpSpPr>
            <p:grpSpPr>
              <a:xfrm>
                <a:off x="1374072" y="5153756"/>
                <a:ext cx="467514" cy="228154"/>
                <a:chOff x="1374072" y="5153756"/>
                <a:chExt cx="467514" cy="228154"/>
              </a:xfrm>
            </p:grpSpPr>
            <p:sp>
              <p:nvSpPr>
                <p:cNvPr id="1489" name="직사각형 166">
                  <a:extLst>
                    <a:ext uri="{FF2B5EF4-FFF2-40B4-BE49-F238E27FC236}">
                      <a16:creationId xmlns:a16="http://schemas.microsoft.com/office/drawing/2014/main" id="{038E0D21-D190-80AE-BFDE-B4A3DB57D4D3}"/>
                    </a:ext>
                  </a:extLst>
                </p:cNvPr>
                <p:cNvSpPr/>
                <p:nvPr/>
              </p:nvSpPr>
              <p:spPr bwMode="auto">
                <a:xfrm>
                  <a:off x="1374072" y="5153756"/>
                  <a:ext cx="217532" cy="228154"/>
                </a:xfrm>
                <a:prstGeom prst="roundRect">
                  <a:avLst>
                    <a:gd name="adj" fmla="val 9838"/>
                  </a:avLst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6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square" lIns="0" tIns="0" rIns="0" bIns="0" anchor="ctr"/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endPara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endParaRPr>
                </a:p>
              </p:txBody>
            </p:sp>
            <p:sp>
              <p:nvSpPr>
                <p:cNvPr id="1490" name="직사각형 166">
                  <a:extLst>
                    <a:ext uri="{FF2B5EF4-FFF2-40B4-BE49-F238E27FC236}">
                      <a16:creationId xmlns:a16="http://schemas.microsoft.com/office/drawing/2014/main" id="{80A09172-A176-5F10-66D8-F0572CA7908C}"/>
                    </a:ext>
                  </a:extLst>
                </p:cNvPr>
                <p:cNvSpPr/>
                <p:nvPr/>
              </p:nvSpPr>
              <p:spPr bwMode="auto">
                <a:xfrm>
                  <a:off x="1624054" y="5153756"/>
                  <a:ext cx="217532" cy="228154"/>
                </a:xfrm>
                <a:prstGeom prst="roundRect">
                  <a:avLst>
                    <a:gd name="adj" fmla="val 9838"/>
                  </a:avLst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6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square" lIns="0" tIns="0" rIns="0" bIns="0" anchor="ctr"/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endPara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endParaRPr>
                </a:p>
              </p:txBody>
            </p:sp>
          </p:grpSp>
          <p:sp>
            <p:nvSpPr>
              <p:cNvPr id="1488" name="TextBox 1487">
                <a:extLst>
                  <a:ext uri="{FF2B5EF4-FFF2-40B4-BE49-F238E27FC236}">
                    <a16:creationId xmlns:a16="http://schemas.microsoft.com/office/drawing/2014/main" id="{4746F8FA-83FE-9BFE-EAA6-B9A5D93A4569}"/>
                  </a:ext>
                </a:extLst>
              </p:cNvPr>
              <p:cNvSpPr txBox="1"/>
              <p:nvPr/>
            </p:nvSpPr>
            <p:spPr>
              <a:xfrm>
                <a:off x="1330983" y="5181794"/>
                <a:ext cx="540227" cy="3674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r>
                  <a:rPr kumimoji="0"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TA DB</a:t>
                </a: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491" name="그룹 1490">
              <a:extLst>
                <a:ext uri="{FF2B5EF4-FFF2-40B4-BE49-F238E27FC236}">
                  <a16:creationId xmlns:a16="http://schemas.microsoft.com/office/drawing/2014/main" id="{EE480636-2DE5-09D8-A725-9D7B7D564001}"/>
                </a:ext>
              </a:extLst>
            </p:cNvPr>
            <p:cNvGrpSpPr/>
            <p:nvPr/>
          </p:nvGrpSpPr>
          <p:grpSpPr>
            <a:xfrm>
              <a:off x="2605201" y="3894751"/>
              <a:ext cx="512504" cy="182881"/>
              <a:chOff x="2639111" y="5194544"/>
              <a:chExt cx="697385" cy="396929"/>
            </a:xfrm>
          </p:grpSpPr>
          <p:sp>
            <p:nvSpPr>
              <p:cNvPr id="1492" name="직사각형 166">
                <a:extLst>
                  <a:ext uri="{FF2B5EF4-FFF2-40B4-BE49-F238E27FC236}">
                    <a16:creationId xmlns:a16="http://schemas.microsoft.com/office/drawing/2014/main" id="{871813A6-B93C-1298-BD10-45EA8AC62005}"/>
                  </a:ext>
                </a:extLst>
              </p:cNvPr>
              <p:cNvSpPr/>
              <p:nvPr/>
            </p:nvSpPr>
            <p:spPr bwMode="auto">
              <a:xfrm>
                <a:off x="2753252" y="5194544"/>
                <a:ext cx="217532" cy="228154"/>
              </a:xfrm>
              <a:prstGeom prst="roundRect">
                <a:avLst>
                  <a:gd name="adj" fmla="val 9838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1493" name="직사각형 166">
                <a:extLst>
                  <a:ext uri="{FF2B5EF4-FFF2-40B4-BE49-F238E27FC236}">
                    <a16:creationId xmlns:a16="http://schemas.microsoft.com/office/drawing/2014/main" id="{E86F80F0-6E51-144D-ED06-64C2A3091AE7}"/>
                  </a:ext>
                </a:extLst>
              </p:cNvPr>
              <p:cNvSpPr/>
              <p:nvPr/>
            </p:nvSpPr>
            <p:spPr bwMode="auto">
              <a:xfrm>
                <a:off x="3003234" y="5194544"/>
                <a:ext cx="217532" cy="228154"/>
              </a:xfrm>
              <a:prstGeom prst="roundRect">
                <a:avLst>
                  <a:gd name="adj" fmla="val 9838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1494" name="TextBox 1493">
                <a:extLst>
                  <a:ext uri="{FF2B5EF4-FFF2-40B4-BE49-F238E27FC236}">
                    <a16:creationId xmlns:a16="http://schemas.microsoft.com/office/drawing/2014/main" id="{C5068480-0F8E-B93D-FAA4-6EE5D161D279}"/>
                  </a:ext>
                </a:extLst>
              </p:cNvPr>
              <p:cNvSpPr txBox="1"/>
              <p:nvPr/>
            </p:nvSpPr>
            <p:spPr>
              <a:xfrm>
                <a:off x="2639111" y="5224068"/>
                <a:ext cx="697385" cy="3674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r>
                  <a:rPr kumimoji="0"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KMS</a:t>
                </a:r>
                <a:r>
                  <a: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 </a:t>
                </a:r>
                <a:r>
                  <a:rPr kumimoji="0"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WEB</a:t>
                </a: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495" name="그룹 1494">
              <a:extLst>
                <a:ext uri="{FF2B5EF4-FFF2-40B4-BE49-F238E27FC236}">
                  <a16:creationId xmlns:a16="http://schemas.microsoft.com/office/drawing/2014/main" id="{AF15A745-B110-D95F-AE03-A2D5A21CE991}"/>
                </a:ext>
              </a:extLst>
            </p:cNvPr>
            <p:cNvGrpSpPr/>
            <p:nvPr/>
          </p:nvGrpSpPr>
          <p:grpSpPr>
            <a:xfrm>
              <a:off x="4150404" y="3898948"/>
              <a:ext cx="423299" cy="254653"/>
              <a:chOff x="2680888" y="5194544"/>
              <a:chExt cx="576000" cy="552706"/>
            </a:xfrm>
          </p:grpSpPr>
          <p:sp>
            <p:nvSpPr>
              <p:cNvPr id="1496" name="직사각형 166">
                <a:extLst>
                  <a:ext uri="{FF2B5EF4-FFF2-40B4-BE49-F238E27FC236}">
                    <a16:creationId xmlns:a16="http://schemas.microsoft.com/office/drawing/2014/main" id="{07335DC3-4C18-42B2-2D03-70FD46280CCD}"/>
                  </a:ext>
                </a:extLst>
              </p:cNvPr>
              <p:cNvSpPr/>
              <p:nvPr/>
            </p:nvSpPr>
            <p:spPr bwMode="auto">
              <a:xfrm>
                <a:off x="2753252" y="5194544"/>
                <a:ext cx="217532" cy="228154"/>
              </a:xfrm>
              <a:prstGeom prst="roundRect">
                <a:avLst>
                  <a:gd name="adj" fmla="val 9838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1497" name="직사각형 166">
                <a:extLst>
                  <a:ext uri="{FF2B5EF4-FFF2-40B4-BE49-F238E27FC236}">
                    <a16:creationId xmlns:a16="http://schemas.microsoft.com/office/drawing/2014/main" id="{15386D63-6FE3-5B05-7689-AEC89BC9F4A0}"/>
                  </a:ext>
                </a:extLst>
              </p:cNvPr>
              <p:cNvSpPr/>
              <p:nvPr/>
            </p:nvSpPr>
            <p:spPr bwMode="auto">
              <a:xfrm>
                <a:off x="3003234" y="5194544"/>
                <a:ext cx="217532" cy="228154"/>
              </a:xfrm>
              <a:prstGeom prst="roundRect">
                <a:avLst>
                  <a:gd name="adj" fmla="val 9838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1498" name="TextBox 1497">
                <a:extLst>
                  <a:ext uri="{FF2B5EF4-FFF2-40B4-BE49-F238E27FC236}">
                    <a16:creationId xmlns:a16="http://schemas.microsoft.com/office/drawing/2014/main" id="{A6838377-938E-0F83-90A3-78F4FCD0B61F}"/>
                  </a:ext>
                </a:extLst>
              </p:cNvPr>
              <p:cNvSpPr txBox="1"/>
              <p:nvPr/>
            </p:nvSpPr>
            <p:spPr>
              <a:xfrm>
                <a:off x="2680888" y="5212843"/>
                <a:ext cx="576000" cy="5344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r>
                  <a:rPr kumimoji="0"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RPA Edge</a:t>
                </a: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499" name="그룹 1498">
              <a:extLst>
                <a:ext uri="{FF2B5EF4-FFF2-40B4-BE49-F238E27FC236}">
                  <a16:creationId xmlns:a16="http://schemas.microsoft.com/office/drawing/2014/main" id="{CB20AB4A-6069-7C7E-00A3-560F2F0C4DF4}"/>
                </a:ext>
              </a:extLst>
            </p:cNvPr>
            <p:cNvGrpSpPr/>
            <p:nvPr/>
          </p:nvGrpSpPr>
          <p:grpSpPr>
            <a:xfrm>
              <a:off x="3038327" y="3894851"/>
              <a:ext cx="397010" cy="260109"/>
              <a:chOff x="1330983" y="5153756"/>
              <a:chExt cx="540227" cy="564548"/>
            </a:xfrm>
          </p:grpSpPr>
          <p:grpSp>
            <p:nvGrpSpPr>
              <p:cNvPr id="1500" name="그룹 1499">
                <a:extLst>
                  <a:ext uri="{FF2B5EF4-FFF2-40B4-BE49-F238E27FC236}">
                    <a16:creationId xmlns:a16="http://schemas.microsoft.com/office/drawing/2014/main" id="{D3FB466A-D8F3-6801-A796-74F150B8364E}"/>
                  </a:ext>
                </a:extLst>
              </p:cNvPr>
              <p:cNvGrpSpPr/>
              <p:nvPr/>
            </p:nvGrpSpPr>
            <p:grpSpPr>
              <a:xfrm>
                <a:off x="1374072" y="5153756"/>
                <a:ext cx="467514" cy="228154"/>
                <a:chOff x="1374072" y="5153756"/>
                <a:chExt cx="467514" cy="228154"/>
              </a:xfrm>
            </p:grpSpPr>
            <p:sp>
              <p:nvSpPr>
                <p:cNvPr id="1502" name="직사각형 166">
                  <a:extLst>
                    <a:ext uri="{FF2B5EF4-FFF2-40B4-BE49-F238E27FC236}">
                      <a16:creationId xmlns:a16="http://schemas.microsoft.com/office/drawing/2014/main" id="{7164E130-C3B3-63CC-1FFD-38D560B6B076}"/>
                    </a:ext>
                  </a:extLst>
                </p:cNvPr>
                <p:cNvSpPr/>
                <p:nvPr/>
              </p:nvSpPr>
              <p:spPr bwMode="auto">
                <a:xfrm>
                  <a:off x="1374072" y="5153756"/>
                  <a:ext cx="217532" cy="228154"/>
                </a:xfrm>
                <a:prstGeom prst="roundRect">
                  <a:avLst>
                    <a:gd name="adj" fmla="val 9838"/>
                  </a:avLst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6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square" lIns="0" tIns="0" rIns="0" bIns="0" anchor="ctr"/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endPara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endParaRPr>
                </a:p>
              </p:txBody>
            </p:sp>
            <p:sp>
              <p:nvSpPr>
                <p:cNvPr id="1503" name="직사각형 166">
                  <a:extLst>
                    <a:ext uri="{FF2B5EF4-FFF2-40B4-BE49-F238E27FC236}">
                      <a16:creationId xmlns:a16="http://schemas.microsoft.com/office/drawing/2014/main" id="{ECA00C03-8104-B9DA-E4A6-51F91FCA0239}"/>
                    </a:ext>
                  </a:extLst>
                </p:cNvPr>
                <p:cNvSpPr/>
                <p:nvPr/>
              </p:nvSpPr>
              <p:spPr bwMode="auto">
                <a:xfrm>
                  <a:off x="1624054" y="5153756"/>
                  <a:ext cx="217532" cy="228154"/>
                </a:xfrm>
                <a:prstGeom prst="roundRect">
                  <a:avLst>
                    <a:gd name="adj" fmla="val 9838"/>
                  </a:avLst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6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square" lIns="0" tIns="0" rIns="0" bIns="0" anchor="ctr"/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endPara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endParaRPr>
                </a:p>
              </p:txBody>
            </p:sp>
          </p:grpSp>
          <p:sp>
            <p:nvSpPr>
              <p:cNvPr id="1501" name="TextBox 1500">
                <a:extLst>
                  <a:ext uri="{FF2B5EF4-FFF2-40B4-BE49-F238E27FC236}">
                    <a16:creationId xmlns:a16="http://schemas.microsoft.com/office/drawing/2014/main" id="{B23AB35E-9667-50AA-39FB-8EC1C55CCD4D}"/>
                  </a:ext>
                </a:extLst>
              </p:cNvPr>
              <p:cNvSpPr txBox="1"/>
              <p:nvPr/>
            </p:nvSpPr>
            <p:spPr>
              <a:xfrm>
                <a:off x="1330983" y="5183897"/>
                <a:ext cx="540227" cy="5344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r>
                  <a:rPr kumimoji="0"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KMS WAS</a:t>
                </a: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504" name="그룹 1503">
              <a:extLst>
                <a:ext uri="{FF2B5EF4-FFF2-40B4-BE49-F238E27FC236}">
                  <a16:creationId xmlns:a16="http://schemas.microsoft.com/office/drawing/2014/main" id="{E758B4E4-CBE7-3201-2FBC-8230992E51B7}"/>
                </a:ext>
              </a:extLst>
            </p:cNvPr>
            <p:cNvGrpSpPr/>
            <p:nvPr/>
          </p:nvGrpSpPr>
          <p:grpSpPr>
            <a:xfrm>
              <a:off x="3409954" y="3894588"/>
              <a:ext cx="397010" cy="255236"/>
              <a:chOff x="1330983" y="5153756"/>
              <a:chExt cx="540227" cy="553971"/>
            </a:xfrm>
          </p:grpSpPr>
          <p:grpSp>
            <p:nvGrpSpPr>
              <p:cNvPr id="1505" name="그룹 1504">
                <a:extLst>
                  <a:ext uri="{FF2B5EF4-FFF2-40B4-BE49-F238E27FC236}">
                    <a16:creationId xmlns:a16="http://schemas.microsoft.com/office/drawing/2014/main" id="{1242C11E-9273-EF87-C961-69E1B6866EC7}"/>
                  </a:ext>
                </a:extLst>
              </p:cNvPr>
              <p:cNvGrpSpPr/>
              <p:nvPr/>
            </p:nvGrpSpPr>
            <p:grpSpPr>
              <a:xfrm>
                <a:off x="1374072" y="5153756"/>
                <a:ext cx="467514" cy="228154"/>
                <a:chOff x="1374072" y="5153756"/>
                <a:chExt cx="467514" cy="228154"/>
              </a:xfrm>
            </p:grpSpPr>
            <p:sp>
              <p:nvSpPr>
                <p:cNvPr id="1507" name="직사각형 166">
                  <a:extLst>
                    <a:ext uri="{FF2B5EF4-FFF2-40B4-BE49-F238E27FC236}">
                      <a16:creationId xmlns:a16="http://schemas.microsoft.com/office/drawing/2014/main" id="{CF051F13-6E5D-2F8B-0A69-844D36298E3A}"/>
                    </a:ext>
                  </a:extLst>
                </p:cNvPr>
                <p:cNvSpPr/>
                <p:nvPr/>
              </p:nvSpPr>
              <p:spPr bwMode="auto">
                <a:xfrm>
                  <a:off x="1374072" y="5153756"/>
                  <a:ext cx="217532" cy="228154"/>
                </a:xfrm>
                <a:prstGeom prst="roundRect">
                  <a:avLst>
                    <a:gd name="adj" fmla="val 9838"/>
                  </a:avLst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6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square" lIns="0" tIns="0" rIns="0" bIns="0" anchor="ctr"/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endPara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endParaRPr>
                </a:p>
              </p:txBody>
            </p:sp>
            <p:sp>
              <p:nvSpPr>
                <p:cNvPr id="1508" name="직사각형 166">
                  <a:extLst>
                    <a:ext uri="{FF2B5EF4-FFF2-40B4-BE49-F238E27FC236}">
                      <a16:creationId xmlns:a16="http://schemas.microsoft.com/office/drawing/2014/main" id="{A8B26676-0418-4CC2-5626-D1C906480764}"/>
                    </a:ext>
                  </a:extLst>
                </p:cNvPr>
                <p:cNvSpPr/>
                <p:nvPr/>
              </p:nvSpPr>
              <p:spPr bwMode="auto">
                <a:xfrm>
                  <a:off x="1624054" y="5153756"/>
                  <a:ext cx="217532" cy="228154"/>
                </a:xfrm>
                <a:prstGeom prst="roundRect">
                  <a:avLst>
                    <a:gd name="adj" fmla="val 9838"/>
                  </a:avLst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6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square" lIns="0" tIns="0" rIns="0" bIns="0" anchor="ctr"/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endPara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endParaRPr>
                </a:p>
              </p:txBody>
            </p:sp>
          </p:grpSp>
          <p:sp>
            <p:nvSpPr>
              <p:cNvPr id="1506" name="TextBox 1505">
                <a:extLst>
                  <a:ext uri="{FF2B5EF4-FFF2-40B4-BE49-F238E27FC236}">
                    <a16:creationId xmlns:a16="http://schemas.microsoft.com/office/drawing/2014/main" id="{9C2F6F3A-61AE-6689-0831-6FE185C3E7E5}"/>
                  </a:ext>
                </a:extLst>
              </p:cNvPr>
              <p:cNvSpPr txBox="1"/>
              <p:nvPr/>
            </p:nvSpPr>
            <p:spPr>
              <a:xfrm>
                <a:off x="1330983" y="5173320"/>
                <a:ext cx="540227" cy="5344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r>
                  <a:rPr kumimoji="0"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KMS DB</a:t>
                </a: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509" name="그룹 1508">
              <a:extLst>
                <a:ext uri="{FF2B5EF4-FFF2-40B4-BE49-F238E27FC236}">
                  <a16:creationId xmlns:a16="http://schemas.microsoft.com/office/drawing/2014/main" id="{EAF80943-8A75-FA0C-A0F5-3EA8C9285C80}"/>
                </a:ext>
              </a:extLst>
            </p:cNvPr>
            <p:cNvGrpSpPr/>
            <p:nvPr/>
          </p:nvGrpSpPr>
          <p:grpSpPr>
            <a:xfrm>
              <a:off x="3793680" y="3896169"/>
              <a:ext cx="397010" cy="259140"/>
              <a:chOff x="1330983" y="5153756"/>
              <a:chExt cx="540227" cy="562445"/>
            </a:xfrm>
          </p:grpSpPr>
          <p:grpSp>
            <p:nvGrpSpPr>
              <p:cNvPr id="1510" name="그룹 1509">
                <a:extLst>
                  <a:ext uri="{FF2B5EF4-FFF2-40B4-BE49-F238E27FC236}">
                    <a16:creationId xmlns:a16="http://schemas.microsoft.com/office/drawing/2014/main" id="{9163FECE-5EBF-EB2E-0054-20301F1F4571}"/>
                  </a:ext>
                </a:extLst>
              </p:cNvPr>
              <p:cNvGrpSpPr/>
              <p:nvPr/>
            </p:nvGrpSpPr>
            <p:grpSpPr>
              <a:xfrm>
                <a:off x="1374072" y="5153756"/>
                <a:ext cx="467514" cy="228154"/>
                <a:chOff x="1374072" y="5153756"/>
                <a:chExt cx="467514" cy="228154"/>
              </a:xfrm>
            </p:grpSpPr>
            <p:sp>
              <p:nvSpPr>
                <p:cNvPr id="1512" name="직사각형 166">
                  <a:extLst>
                    <a:ext uri="{FF2B5EF4-FFF2-40B4-BE49-F238E27FC236}">
                      <a16:creationId xmlns:a16="http://schemas.microsoft.com/office/drawing/2014/main" id="{14617FF8-CA90-638F-C574-B5D9C9371C46}"/>
                    </a:ext>
                  </a:extLst>
                </p:cNvPr>
                <p:cNvSpPr/>
                <p:nvPr/>
              </p:nvSpPr>
              <p:spPr bwMode="auto">
                <a:xfrm>
                  <a:off x="1374072" y="5153756"/>
                  <a:ext cx="217532" cy="228154"/>
                </a:xfrm>
                <a:prstGeom prst="roundRect">
                  <a:avLst>
                    <a:gd name="adj" fmla="val 9838"/>
                  </a:avLst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6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square" lIns="0" tIns="0" rIns="0" bIns="0" anchor="ctr"/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endPara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endParaRPr>
                </a:p>
              </p:txBody>
            </p:sp>
            <p:sp>
              <p:nvSpPr>
                <p:cNvPr id="1513" name="직사각형 166">
                  <a:extLst>
                    <a:ext uri="{FF2B5EF4-FFF2-40B4-BE49-F238E27FC236}">
                      <a16:creationId xmlns:a16="http://schemas.microsoft.com/office/drawing/2014/main" id="{8A6452B4-4EA3-0075-8DB7-9587807A81A8}"/>
                    </a:ext>
                  </a:extLst>
                </p:cNvPr>
                <p:cNvSpPr/>
                <p:nvPr/>
              </p:nvSpPr>
              <p:spPr bwMode="auto">
                <a:xfrm>
                  <a:off x="1624054" y="5153756"/>
                  <a:ext cx="217532" cy="228154"/>
                </a:xfrm>
                <a:prstGeom prst="roundRect">
                  <a:avLst>
                    <a:gd name="adj" fmla="val 9838"/>
                  </a:avLst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6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square" lIns="0" tIns="0" rIns="0" bIns="0" anchor="ctr"/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1" indent="0" algn="ctr" defTabSz="1042988" eaLnBrk="0" latinLnBrk="0" hangingPunct="0">
                    <a:spcBef>
                      <a:spcPts val="0"/>
                    </a:spcBef>
                    <a:buClr>
                      <a:schemeClr val="tx1">
                        <a:lumMod val="85000"/>
                        <a:lumOff val="15000"/>
                      </a:schemeClr>
                    </a:buClr>
                    <a:buSzPct val="80000"/>
                    <a:tabLst>
                      <a:tab pos="5648325" algn="l"/>
                    </a:tabLst>
                  </a:pPr>
                  <a:endPara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endParaRPr>
                </a:p>
              </p:txBody>
            </p:sp>
          </p:grpSp>
          <p:sp>
            <p:nvSpPr>
              <p:cNvPr id="1511" name="TextBox 1510">
                <a:extLst>
                  <a:ext uri="{FF2B5EF4-FFF2-40B4-BE49-F238E27FC236}">
                    <a16:creationId xmlns:a16="http://schemas.microsoft.com/office/drawing/2014/main" id="{D5EDAF72-57E2-222C-236E-FC3B4CF363AD}"/>
                  </a:ext>
                </a:extLst>
              </p:cNvPr>
              <p:cNvSpPr txBox="1"/>
              <p:nvPr/>
            </p:nvSpPr>
            <p:spPr>
              <a:xfrm>
                <a:off x="1330983" y="5181794"/>
                <a:ext cx="540227" cy="5344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r>
                  <a:rPr kumimoji="0"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KMS </a:t>
                </a:r>
                <a:r>
                  <a: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검색</a:t>
                </a:r>
              </a:p>
            </p:txBody>
          </p:sp>
        </p:grpSp>
        <p:grpSp>
          <p:nvGrpSpPr>
            <p:cNvPr id="1514" name="그룹 1513">
              <a:extLst>
                <a:ext uri="{FF2B5EF4-FFF2-40B4-BE49-F238E27FC236}">
                  <a16:creationId xmlns:a16="http://schemas.microsoft.com/office/drawing/2014/main" id="{BF57568D-5A36-6D1A-F145-F403EF786201}"/>
                </a:ext>
              </a:extLst>
            </p:cNvPr>
            <p:cNvGrpSpPr/>
            <p:nvPr/>
          </p:nvGrpSpPr>
          <p:grpSpPr>
            <a:xfrm>
              <a:off x="5810622" y="3970873"/>
              <a:ext cx="379913" cy="161583"/>
              <a:chOff x="3903676" y="6933309"/>
              <a:chExt cx="516963" cy="350704"/>
            </a:xfrm>
          </p:grpSpPr>
          <p:grpSp>
            <p:nvGrpSpPr>
              <p:cNvPr id="1515" name="그룹 1514">
                <a:extLst>
                  <a:ext uri="{FF2B5EF4-FFF2-40B4-BE49-F238E27FC236}">
                    <a16:creationId xmlns:a16="http://schemas.microsoft.com/office/drawing/2014/main" id="{4D09B13D-6EC4-7749-325D-741D673E60B3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223933" y="6992226"/>
                <a:ext cx="196706" cy="228307"/>
                <a:chOff x="11751920" y="4267727"/>
                <a:chExt cx="1085595" cy="1260000"/>
              </a:xfrm>
            </p:grpSpPr>
            <p:sp>
              <p:nvSpPr>
                <p:cNvPr id="1522" name="사각형: 둥근 모서리 226">
                  <a:extLst>
                    <a:ext uri="{FF2B5EF4-FFF2-40B4-BE49-F238E27FC236}">
                      <a16:creationId xmlns:a16="http://schemas.microsoft.com/office/drawing/2014/main" id="{2F3BD859-D153-AE8C-6830-BBA77E4C0E3E}"/>
                    </a:ext>
                  </a:extLst>
                </p:cNvPr>
                <p:cNvSpPr/>
                <p:nvPr/>
              </p:nvSpPr>
              <p:spPr>
                <a:xfrm>
                  <a:off x="11751920" y="4271687"/>
                  <a:ext cx="911715" cy="1252078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  <p:grpSp>
              <p:nvGrpSpPr>
                <p:cNvPr id="1523" name="그룹 1522">
                  <a:extLst>
                    <a:ext uri="{FF2B5EF4-FFF2-40B4-BE49-F238E27FC236}">
                      <a16:creationId xmlns:a16="http://schemas.microsoft.com/office/drawing/2014/main" id="{1FA0E39C-9518-2892-4496-E7F9FEE612D3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1524" name="Freeform 230">
                    <a:extLst>
                      <a:ext uri="{FF2B5EF4-FFF2-40B4-BE49-F238E27FC236}">
                        <a16:creationId xmlns:a16="http://schemas.microsoft.com/office/drawing/2014/main" id="{FD7BF11F-D3D8-601C-E44D-F6AC54472249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sp>
                <p:nvSpPr>
                  <p:cNvPr id="1525" name="Freeform 231">
                    <a:extLst>
                      <a:ext uri="{FF2B5EF4-FFF2-40B4-BE49-F238E27FC236}">
                        <a16:creationId xmlns:a16="http://schemas.microsoft.com/office/drawing/2014/main" id="{CADB061F-6324-436B-8BAB-1B92B68B56D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</p:grpSp>
          </p:grpSp>
          <p:sp>
            <p:nvSpPr>
              <p:cNvPr id="1516" name="직사각형 1515">
                <a:extLst>
                  <a:ext uri="{FF2B5EF4-FFF2-40B4-BE49-F238E27FC236}">
                    <a16:creationId xmlns:a16="http://schemas.microsoft.com/office/drawing/2014/main" id="{65B0743A-E4D7-F3A3-8162-ADA50814C8DA}"/>
                  </a:ext>
                </a:extLst>
              </p:cNvPr>
              <p:cNvSpPr/>
              <p:nvPr/>
            </p:nvSpPr>
            <p:spPr>
              <a:xfrm>
                <a:off x="4111718" y="6933309"/>
                <a:ext cx="130004" cy="350704"/>
              </a:xfrm>
              <a:prstGeom prst="rect">
                <a:avLst/>
              </a:prstGeom>
              <a:noFill/>
              <a:ln w="254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1" indent="0" algn="ctr" defTabSz="147490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prstClr val="black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0" lang="en-US" altLang="ko-KR" sz="1050" b="0" i="0" u="none" strike="noStrike" kern="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ea typeface="KoPub돋움체 Bold" panose="02020603020101020101" pitchFamily="18" charset="-127"/>
                    <a:cs typeface="Arial"/>
                  </a:rPr>
                  <a:t>…</a:t>
                </a:r>
                <a:endParaRPr kumimoji="0" lang="ko-KR" altLang="en-US" sz="1050" b="0" i="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ea typeface="KoPub돋움체 Bold" panose="02020603020101020101" pitchFamily="18" charset="-127"/>
                  <a:cs typeface="Arial"/>
                </a:endParaRPr>
              </a:p>
            </p:txBody>
          </p:sp>
          <p:grpSp>
            <p:nvGrpSpPr>
              <p:cNvPr id="1517" name="그룹 1516">
                <a:extLst>
                  <a:ext uri="{FF2B5EF4-FFF2-40B4-BE49-F238E27FC236}">
                    <a16:creationId xmlns:a16="http://schemas.microsoft.com/office/drawing/2014/main" id="{4E8707FD-B67B-BF99-CA50-2A2CE9EA20D2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903676" y="6991186"/>
                <a:ext cx="196706" cy="228307"/>
                <a:chOff x="11751920" y="4267727"/>
                <a:chExt cx="1085595" cy="1260000"/>
              </a:xfrm>
            </p:grpSpPr>
            <p:sp>
              <p:nvSpPr>
                <p:cNvPr id="1518" name="사각형: 둥근 모서리 226">
                  <a:extLst>
                    <a:ext uri="{FF2B5EF4-FFF2-40B4-BE49-F238E27FC236}">
                      <a16:creationId xmlns:a16="http://schemas.microsoft.com/office/drawing/2014/main" id="{75B0B38D-EC0C-C10F-A36E-2EE37EA6BD53}"/>
                    </a:ext>
                  </a:extLst>
                </p:cNvPr>
                <p:cNvSpPr/>
                <p:nvPr/>
              </p:nvSpPr>
              <p:spPr>
                <a:xfrm>
                  <a:off x="11751920" y="4271687"/>
                  <a:ext cx="911715" cy="1252078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  <p:grpSp>
              <p:nvGrpSpPr>
                <p:cNvPr id="1519" name="그룹 1518">
                  <a:extLst>
                    <a:ext uri="{FF2B5EF4-FFF2-40B4-BE49-F238E27FC236}">
                      <a16:creationId xmlns:a16="http://schemas.microsoft.com/office/drawing/2014/main" id="{C5BF9B6F-B49D-8477-06B3-76C130710F17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1520" name="Freeform 230">
                    <a:extLst>
                      <a:ext uri="{FF2B5EF4-FFF2-40B4-BE49-F238E27FC236}">
                        <a16:creationId xmlns:a16="http://schemas.microsoft.com/office/drawing/2014/main" id="{2DBC7C6A-EE0D-58BE-1988-392D3CE356F4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sp>
                <p:nvSpPr>
                  <p:cNvPr id="1521" name="Freeform 231">
                    <a:extLst>
                      <a:ext uri="{FF2B5EF4-FFF2-40B4-BE49-F238E27FC236}">
                        <a16:creationId xmlns:a16="http://schemas.microsoft.com/office/drawing/2014/main" id="{0442003F-A86F-71C2-2C97-F7042773F3B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</p:grpSp>
          </p:grpSp>
        </p:grpSp>
        <p:grpSp>
          <p:nvGrpSpPr>
            <p:cNvPr id="1526" name="그룹 1525">
              <a:extLst>
                <a:ext uri="{FF2B5EF4-FFF2-40B4-BE49-F238E27FC236}">
                  <a16:creationId xmlns:a16="http://schemas.microsoft.com/office/drawing/2014/main" id="{F978F77A-8EE8-E680-CE5E-00700D3EA374}"/>
                </a:ext>
              </a:extLst>
            </p:cNvPr>
            <p:cNvGrpSpPr/>
            <p:nvPr/>
          </p:nvGrpSpPr>
          <p:grpSpPr>
            <a:xfrm>
              <a:off x="5097404" y="3973427"/>
              <a:ext cx="487529" cy="161583"/>
              <a:chOff x="6559489" y="6619793"/>
              <a:chExt cx="663400" cy="350704"/>
            </a:xfrm>
          </p:grpSpPr>
          <p:grpSp>
            <p:nvGrpSpPr>
              <p:cNvPr id="1527" name="그룹 1526">
                <a:extLst>
                  <a:ext uri="{FF2B5EF4-FFF2-40B4-BE49-F238E27FC236}">
                    <a16:creationId xmlns:a16="http://schemas.microsoft.com/office/drawing/2014/main" id="{D5B54134-9480-EB38-2D2B-32DE23C112E4}"/>
                  </a:ext>
                </a:extLst>
              </p:cNvPr>
              <p:cNvGrpSpPr/>
              <p:nvPr/>
            </p:nvGrpSpPr>
            <p:grpSpPr>
              <a:xfrm>
                <a:off x="6559489" y="6678054"/>
                <a:ext cx="360560" cy="227564"/>
                <a:chOff x="-1249711" y="5207925"/>
                <a:chExt cx="723475" cy="456614"/>
              </a:xfrm>
            </p:grpSpPr>
            <p:grpSp>
              <p:nvGrpSpPr>
                <p:cNvPr id="1534" name="그룹 1533">
                  <a:extLst>
                    <a:ext uri="{FF2B5EF4-FFF2-40B4-BE49-F238E27FC236}">
                      <a16:creationId xmlns:a16="http://schemas.microsoft.com/office/drawing/2014/main" id="{1013E75B-D81C-4F11-3F44-F98AE4238DDD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-1249711" y="5207925"/>
                  <a:ext cx="331998" cy="456614"/>
                  <a:chOff x="11921385" y="4267725"/>
                  <a:chExt cx="916126" cy="1260000"/>
                </a:xfrm>
              </p:grpSpPr>
              <p:sp>
                <p:nvSpPr>
                  <p:cNvPr id="1540" name="사각형: 둥근 모서리 288">
                    <a:extLst>
                      <a:ext uri="{FF2B5EF4-FFF2-40B4-BE49-F238E27FC236}">
                        <a16:creationId xmlns:a16="http://schemas.microsoft.com/office/drawing/2014/main" id="{E08A5EBD-5FB3-96BE-3954-793B4F924736}"/>
                      </a:ext>
                    </a:extLst>
                  </p:cNvPr>
                  <p:cNvSpPr/>
                  <p:nvPr/>
                </p:nvSpPr>
                <p:spPr>
                  <a:xfrm>
                    <a:off x="11923596" y="4271687"/>
                    <a:ext cx="911716" cy="1252078"/>
                  </a:xfrm>
                  <a:prstGeom prst="roundRect">
                    <a:avLst>
                      <a:gd name="adj" fmla="val 7097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-3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grpSp>
                <p:nvGrpSpPr>
                  <p:cNvPr id="1541" name="그룹 1540">
                    <a:extLst>
                      <a:ext uri="{FF2B5EF4-FFF2-40B4-BE49-F238E27FC236}">
                        <a16:creationId xmlns:a16="http://schemas.microsoft.com/office/drawing/2014/main" id="{048F8582-3B59-DBF2-BE44-8EAE34C27815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11921389" y="4267727"/>
                    <a:ext cx="916126" cy="1260000"/>
                    <a:chOff x="14485938" y="-2571751"/>
                    <a:chExt cx="554038" cy="762000"/>
                  </a:xfrm>
                  <a:solidFill>
                    <a:srgbClr val="262626"/>
                  </a:solidFill>
                </p:grpSpPr>
                <p:sp>
                  <p:nvSpPr>
                    <p:cNvPr id="1542" name="Freeform 230">
                      <a:extLst>
                        <a:ext uri="{FF2B5EF4-FFF2-40B4-BE49-F238E27FC236}">
                          <a16:creationId xmlns:a16="http://schemas.microsoft.com/office/drawing/2014/main" id="{EFC565A0-D095-EE15-3BE4-E8B265A0E0C2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4485938" y="-2571751"/>
                      <a:ext cx="554038" cy="762000"/>
                    </a:xfrm>
                    <a:custGeom>
                      <a:avLst/>
                      <a:gdLst>
                        <a:gd name="T0" fmla="*/ 137 w 147"/>
                        <a:gd name="T1" fmla="*/ 0 h 200"/>
                        <a:gd name="T2" fmla="*/ 10 w 147"/>
                        <a:gd name="T3" fmla="*/ 0 h 200"/>
                        <a:gd name="T4" fmla="*/ 0 w 147"/>
                        <a:gd name="T5" fmla="*/ 10 h 200"/>
                        <a:gd name="T6" fmla="*/ 0 w 147"/>
                        <a:gd name="T7" fmla="*/ 190 h 200"/>
                        <a:gd name="T8" fmla="*/ 10 w 147"/>
                        <a:gd name="T9" fmla="*/ 200 h 200"/>
                        <a:gd name="T10" fmla="*/ 137 w 147"/>
                        <a:gd name="T11" fmla="*/ 200 h 200"/>
                        <a:gd name="T12" fmla="*/ 140 w 147"/>
                        <a:gd name="T13" fmla="*/ 199 h 200"/>
                        <a:gd name="T14" fmla="*/ 146 w 147"/>
                        <a:gd name="T15" fmla="*/ 193 h 200"/>
                        <a:gd name="T16" fmla="*/ 147 w 147"/>
                        <a:gd name="T17" fmla="*/ 190 h 200"/>
                        <a:gd name="T18" fmla="*/ 147 w 147"/>
                        <a:gd name="T19" fmla="*/ 10 h 200"/>
                        <a:gd name="T20" fmla="*/ 137 w 147"/>
                        <a:gd name="T21" fmla="*/ 0 h 200"/>
                        <a:gd name="T22" fmla="*/ 139 w 147"/>
                        <a:gd name="T23" fmla="*/ 189 h 200"/>
                        <a:gd name="T24" fmla="*/ 135 w 147"/>
                        <a:gd name="T25" fmla="*/ 192 h 200"/>
                        <a:gd name="T26" fmla="*/ 10 w 147"/>
                        <a:gd name="T27" fmla="*/ 192 h 200"/>
                        <a:gd name="T28" fmla="*/ 8 w 147"/>
                        <a:gd name="T29" fmla="*/ 190 h 200"/>
                        <a:gd name="T30" fmla="*/ 8 w 147"/>
                        <a:gd name="T31" fmla="*/ 10 h 200"/>
                        <a:gd name="T32" fmla="*/ 10 w 147"/>
                        <a:gd name="T33" fmla="*/ 8 h 200"/>
                        <a:gd name="T34" fmla="*/ 137 w 147"/>
                        <a:gd name="T35" fmla="*/ 8 h 200"/>
                        <a:gd name="T36" fmla="*/ 139 w 147"/>
                        <a:gd name="T37" fmla="*/ 10 h 200"/>
                        <a:gd name="T38" fmla="*/ 139 w 147"/>
                        <a:gd name="T39" fmla="*/ 189 h 2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</a:cxnLst>
                      <a:rect l="0" t="0" r="r" b="b"/>
                      <a:pathLst>
                        <a:path w="147" h="200">
                          <a:moveTo>
                            <a:pt x="137" y="0"/>
                          </a:moveTo>
                          <a:cubicBezTo>
                            <a:pt x="10" y="0"/>
                            <a:pt x="10" y="0"/>
                            <a:pt x="10" y="0"/>
                          </a:cubicBezTo>
                          <a:cubicBezTo>
                            <a:pt x="4" y="0"/>
                            <a:pt x="0" y="5"/>
                            <a:pt x="0" y="10"/>
                          </a:cubicBezTo>
                          <a:cubicBezTo>
                            <a:pt x="0" y="190"/>
                            <a:pt x="0" y="190"/>
                            <a:pt x="0" y="190"/>
                          </a:cubicBezTo>
                          <a:cubicBezTo>
                            <a:pt x="0" y="196"/>
                            <a:pt x="4" y="200"/>
                            <a:pt x="10" y="200"/>
                          </a:cubicBezTo>
                          <a:cubicBezTo>
                            <a:pt x="137" y="200"/>
                            <a:pt x="137" y="200"/>
                            <a:pt x="137" y="200"/>
                          </a:cubicBezTo>
                          <a:cubicBezTo>
                            <a:pt x="138" y="200"/>
                            <a:pt x="139" y="200"/>
                            <a:pt x="140" y="199"/>
                          </a:cubicBezTo>
                          <a:cubicBezTo>
                            <a:pt x="146" y="193"/>
                            <a:pt x="146" y="193"/>
                            <a:pt x="146" y="193"/>
                          </a:cubicBezTo>
                          <a:cubicBezTo>
                            <a:pt x="146" y="192"/>
                            <a:pt x="147" y="191"/>
                            <a:pt x="147" y="190"/>
                          </a:cubicBezTo>
                          <a:cubicBezTo>
                            <a:pt x="147" y="10"/>
                            <a:pt x="147" y="10"/>
                            <a:pt x="147" y="10"/>
                          </a:cubicBezTo>
                          <a:cubicBezTo>
                            <a:pt x="147" y="5"/>
                            <a:pt x="142" y="0"/>
                            <a:pt x="137" y="0"/>
                          </a:cubicBezTo>
                          <a:close/>
                          <a:moveTo>
                            <a:pt x="139" y="189"/>
                          </a:moveTo>
                          <a:cubicBezTo>
                            <a:pt x="135" y="192"/>
                            <a:pt x="135" y="192"/>
                            <a:pt x="135" y="192"/>
                          </a:cubicBezTo>
                          <a:cubicBezTo>
                            <a:pt x="10" y="192"/>
                            <a:pt x="10" y="192"/>
                            <a:pt x="10" y="192"/>
                          </a:cubicBezTo>
                          <a:cubicBezTo>
                            <a:pt x="9" y="192"/>
                            <a:pt x="8" y="191"/>
                            <a:pt x="8" y="190"/>
                          </a:cubicBezTo>
                          <a:cubicBezTo>
                            <a:pt x="8" y="10"/>
                            <a:pt x="8" y="10"/>
                            <a:pt x="8" y="10"/>
                          </a:cubicBezTo>
                          <a:cubicBezTo>
                            <a:pt x="8" y="9"/>
                            <a:pt x="9" y="8"/>
                            <a:pt x="10" y="8"/>
                          </a:cubicBezTo>
                          <a:cubicBezTo>
                            <a:pt x="137" y="8"/>
                            <a:pt x="137" y="8"/>
                            <a:pt x="137" y="8"/>
                          </a:cubicBezTo>
                          <a:cubicBezTo>
                            <a:pt x="138" y="8"/>
                            <a:pt x="139" y="9"/>
                            <a:pt x="139" y="10"/>
                          </a:cubicBezTo>
                          <a:lnTo>
                            <a:pt x="139" y="189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  <p:sp>
                  <p:nvSpPr>
                    <p:cNvPr id="1543" name="Freeform 231">
                      <a:extLst>
                        <a:ext uri="{FF2B5EF4-FFF2-40B4-BE49-F238E27FC236}">
                          <a16:creationId xmlns:a16="http://schemas.microsoft.com/office/drawing/2014/main" id="{312F02B2-241E-1013-6573-3F84782B8A4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4603413" y="-2403476"/>
                      <a:ext cx="315913" cy="30163"/>
                    </a:xfrm>
                    <a:custGeom>
                      <a:avLst/>
                      <a:gdLst>
                        <a:gd name="T0" fmla="*/ 80 w 84"/>
                        <a:gd name="T1" fmla="*/ 0 h 8"/>
                        <a:gd name="T2" fmla="*/ 4 w 84"/>
                        <a:gd name="T3" fmla="*/ 0 h 8"/>
                        <a:gd name="T4" fmla="*/ 0 w 84"/>
                        <a:gd name="T5" fmla="*/ 4 h 8"/>
                        <a:gd name="T6" fmla="*/ 4 w 84"/>
                        <a:gd name="T7" fmla="*/ 8 h 8"/>
                        <a:gd name="T8" fmla="*/ 80 w 84"/>
                        <a:gd name="T9" fmla="*/ 8 h 8"/>
                        <a:gd name="T10" fmla="*/ 84 w 84"/>
                        <a:gd name="T11" fmla="*/ 4 h 8"/>
                        <a:gd name="T12" fmla="*/ 80 w 84"/>
                        <a:gd name="T13" fmla="*/ 0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4" h="8">
                          <a:moveTo>
                            <a:pt x="80" y="0"/>
                          </a:moveTo>
                          <a:cubicBezTo>
                            <a:pt x="4" y="0"/>
                            <a:pt x="4" y="0"/>
                            <a:pt x="4" y="0"/>
                          </a:cubicBezTo>
                          <a:cubicBezTo>
                            <a:pt x="2" y="0"/>
                            <a:pt x="0" y="2"/>
                            <a:pt x="0" y="4"/>
                          </a:cubicBezTo>
                          <a:cubicBezTo>
                            <a:pt x="0" y="6"/>
                            <a:pt x="2" y="8"/>
                            <a:pt x="4" y="8"/>
                          </a:cubicBezTo>
                          <a:cubicBezTo>
                            <a:pt x="80" y="8"/>
                            <a:pt x="80" y="8"/>
                            <a:pt x="80" y="8"/>
                          </a:cubicBezTo>
                          <a:cubicBezTo>
                            <a:pt x="82" y="8"/>
                            <a:pt x="84" y="6"/>
                            <a:pt x="84" y="4"/>
                          </a:cubicBezTo>
                          <a:cubicBezTo>
                            <a:pt x="84" y="2"/>
                            <a:pt x="82" y="0"/>
                            <a:pt x="80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1535" name="그룹 1534">
                  <a:extLst>
                    <a:ext uri="{FF2B5EF4-FFF2-40B4-BE49-F238E27FC236}">
                      <a16:creationId xmlns:a16="http://schemas.microsoft.com/office/drawing/2014/main" id="{0AA6EA1C-A0DF-B4D6-BC21-0C66AE41E04B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-858234" y="5207925"/>
                  <a:ext cx="331998" cy="456614"/>
                  <a:chOff x="11921385" y="4267725"/>
                  <a:chExt cx="916126" cy="1260000"/>
                </a:xfrm>
              </p:grpSpPr>
              <p:sp>
                <p:nvSpPr>
                  <p:cNvPr id="1536" name="사각형: 둥근 모서리 284">
                    <a:extLst>
                      <a:ext uri="{FF2B5EF4-FFF2-40B4-BE49-F238E27FC236}">
                        <a16:creationId xmlns:a16="http://schemas.microsoft.com/office/drawing/2014/main" id="{D2F70301-2ECB-1F66-16B8-3750AE6D16CC}"/>
                      </a:ext>
                    </a:extLst>
                  </p:cNvPr>
                  <p:cNvSpPr/>
                  <p:nvPr/>
                </p:nvSpPr>
                <p:spPr>
                  <a:xfrm>
                    <a:off x="11923596" y="4271687"/>
                    <a:ext cx="911716" cy="1252078"/>
                  </a:xfrm>
                  <a:prstGeom prst="roundRect">
                    <a:avLst>
                      <a:gd name="adj" fmla="val 7097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-3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grpSp>
                <p:nvGrpSpPr>
                  <p:cNvPr id="1537" name="그룹 1536">
                    <a:extLst>
                      <a:ext uri="{FF2B5EF4-FFF2-40B4-BE49-F238E27FC236}">
                        <a16:creationId xmlns:a16="http://schemas.microsoft.com/office/drawing/2014/main" id="{E998A6BD-768B-1E6F-E552-4BF99392BA73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11921389" y="4267727"/>
                    <a:ext cx="916126" cy="1260000"/>
                    <a:chOff x="14485938" y="-2571751"/>
                    <a:chExt cx="554038" cy="762000"/>
                  </a:xfrm>
                  <a:solidFill>
                    <a:srgbClr val="262626"/>
                  </a:solidFill>
                </p:grpSpPr>
                <p:sp>
                  <p:nvSpPr>
                    <p:cNvPr id="1538" name="Freeform 230">
                      <a:extLst>
                        <a:ext uri="{FF2B5EF4-FFF2-40B4-BE49-F238E27FC236}">
                          <a16:creationId xmlns:a16="http://schemas.microsoft.com/office/drawing/2014/main" id="{FBCD45BC-A890-B0F9-D1B4-43396A43B63E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4485938" y="-2571751"/>
                      <a:ext cx="554038" cy="762000"/>
                    </a:xfrm>
                    <a:custGeom>
                      <a:avLst/>
                      <a:gdLst>
                        <a:gd name="T0" fmla="*/ 137 w 147"/>
                        <a:gd name="T1" fmla="*/ 0 h 200"/>
                        <a:gd name="T2" fmla="*/ 10 w 147"/>
                        <a:gd name="T3" fmla="*/ 0 h 200"/>
                        <a:gd name="T4" fmla="*/ 0 w 147"/>
                        <a:gd name="T5" fmla="*/ 10 h 200"/>
                        <a:gd name="T6" fmla="*/ 0 w 147"/>
                        <a:gd name="T7" fmla="*/ 190 h 200"/>
                        <a:gd name="T8" fmla="*/ 10 w 147"/>
                        <a:gd name="T9" fmla="*/ 200 h 200"/>
                        <a:gd name="T10" fmla="*/ 137 w 147"/>
                        <a:gd name="T11" fmla="*/ 200 h 200"/>
                        <a:gd name="T12" fmla="*/ 140 w 147"/>
                        <a:gd name="T13" fmla="*/ 199 h 200"/>
                        <a:gd name="T14" fmla="*/ 146 w 147"/>
                        <a:gd name="T15" fmla="*/ 193 h 200"/>
                        <a:gd name="T16" fmla="*/ 147 w 147"/>
                        <a:gd name="T17" fmla="*/ 190 h 200"/>
                        <a:gd name="T18" fmla="*/ 147 w 147"/>
                        <a:gd name="T19" fmla="*/ 10 h 200"/>
                        <a:gd name="T20" fmla="*/ 137 w 147"/>
                        <a:gd name="T21" fmla="*/ 0 h 200"/>
                        <a:gd name="T22" fmla="*/ 139 w 147"/>
                        <a:gd name="T23" fmla="*/ 189 h 200"/>
                        <a:gd name="T24" fmla="*/ 135 w 147"/>
                        <a:gd name="T25" fmla="*/ 192 h 200"/>
                        <a:gd name="T26" fmla="*/ 10 w 147"/>
                        <a:gd name="T27" fmla="*/ 192 h 200"/>
                        <a:gd name="T28" fmla="*/ 8 w 147"/>
                        <a:gd name="T29" fmla="*/ 190 h 200"/>
                        <a:gd name="T30" fmla="*/ 8 w 147"/>
                        <a:gd name="T31" fmla="*/ 10 h 200"/>
                        <a:gd name="T32" fmla="*/ 10 w 147"/>
                        <a:gd name="T33" fmla="*/ 8 h 200"/>
                        <a:gd name="T34" fmla="*/ 137 w 147"/>
                        <a:gd name="T35" fmla="*/ 8 h 200"/>
                        <a:gd name="T36" fmla="*/ 139 w 147"/>
                        <a:gd name="T37" fmla="*/ 10 h 200"/>
                        <a:gd name="T38" fmla="*/ 139 w 147"/>
                        <a:gd name="T39" fmla="*/ 189 h 2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</a:cxnLst>
                      <a:rect l="0" t="0" r="r" b="b"/>
                      <a:pathLst>
                        <a:path w="147" h="200">
                          <a:moveTo>
                            <a:pt x="137" y="0"/>
                          </a:moveTo>
                          <a:cubicBezTo>
                            <a:pt x="10" y="0"/>
                            <a:pt x="10" y="0"/>
                            <a:pt x="10" y="0"/>
                          </a:cubicBezTo>
                          <a:cubicBezTo>
                            <a:pt x="4" y="0"/>
                            <a:pt x="0" y="5"/>
                            <a:pt x="0" y="10"/>
                          </a:cubicBezTo>
                          <a:cubicBezTo>
                            <a:pt x="0" y="190"/>
                            <a:pt x="0" y="190"/>
                            <a:pt x="0" y="190"/>
                          </a:cubicBezTo>
                          <a:cubicBezTo>
                            <a:pt x="0" y="196"/>
                            <a:pt x="4" y="200"/>
                            <a:pt x="10" y="200"/>
                          </a:cubicBezTo>
                          <a:cubicBezTo>
                            <a:pt x="137" y="200"/>
                            <a:pt x="137" y="200"/>
                            <a:pt x="137" y="200"/>
                          </a:cubicBezTo>
                          <a:cubicBezTo>
                            <a:pt x="138" y="200"/>
                            <a:pt x="139" y="200"/>
                            <a:pt x="140" y="199"/>
                          </a:cubicBezTo>
                          <a:cubicBezTo>
                            <a:pt x="146" y="193"/>
                            <a:pt x="146" y="193"/>
                            <a:pt x="146" y="193"/>
                          </a:cubicBezTo>
                          <a:cubicBezTo>
                            <a:pt x="146" y="192"/>
                            <a:pt x="147" y="191"/>
                            <a:pt x="147" y="190"/>
                          </a:cubicBezTo>
                          <a:cubicBezTo>
                            <a:pt x="147" y="10"/>
                            <a:pt x="147" y="10"/>
                            <a:pt x="147" y="10"/>
                          </a:cubicBezTo>
                          <a:cubicBezTo>
                            <a:pt x="147" y="5"/>
                            <a:pt x="142" y="0"/>
                            <a:pt x="137" y="0"/>
                          </a:cubicBezTo>
                          <a:close/>
                          <a:moveTo>
                            <a:pt x="139" y="189"/>
                          </a:moveTo>
                          <a:cubicBezTo>
                            <a:pt x="135" y="192"/>
                            <a:pt x="135" y="192"/>
                            <a:pt x="135" y="192"/>
                          </a:cubicBezTo>
                          <a:cubicBezTo>
                            <a:pt x="10" y="192"/>
                            <a:pt x="10" y="192"/>
                            <a:pt x="10" y="192"/>
                          </a:cubicBezTo>
                          <a:cubicBezTo>
                            <a:pt x="9" y="192"/>
                            <a:pt x="8" y="191"/>
                            <a:pt x="8" y="190"/>
                          </a:cubicBezTo>
                          <a:cubicBezTo>
                            <a:pt x="8" y="10"/>
                            <a:pt x="8" y="10"/>
                            <a:pt x="8" y="10"/>
                          </a:cubicBezTo>
                          <a:cubicBezTo>
                            <a:pt x="8" y="9"/>
                            <a:pt x="9" y="8"/>
                            <a:pt x="10" y="8"/>
                          </a:cubicBezTo>
                          <a:cubicBezTo>
                            <a:pt x="137" y="8"/>
                            <a:pt x="137" y="8"/>
                            <a:pt x="137" y="8"/>
                          </a:cubicBezTo>
                          <a:cubicBezTo>
                            <a:pt x="138" y="8"/>
                            <a:pt x="139" y="9"/>
                            <a:pt x="139" y="10"/>
                          </a:cubicBezTo>
                          <a:lnTo>
                            <a:pt x="139" y="189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  <p:sp>
                  <p:nvSpPr>
                    <p:cNvPr id="1539" name="Freeform 231">
                      <a:extLst>
                        <a:ext uri="{FF2B5EF4-FFF2-40B4-BE49-F238E27FC236}">
                          <a16:creationId xmlns:a16="http://schemas.microsoft.com/office/drawing/2014/main" id="{8AB4477A-3431-5497-2125-464BA974B23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4603413" y="-2403476"/>
                      <a:ext cx="315913" cy="30163"/>
                    </a:xfrm>
                    <a:custGeom>
                      <a:avLst/>
                      <a:gdLst>
                        <a:gd name="T0" fmla="*/ 80 w 84"/>
                        <a:gd name="T1" fmla="*/ 0 h 8"/>
                        <a:gd name="T2" fmla="*/ 4 w 84"/>
                        <a:gd name="T3" fmla="*/ 0 h 8"/>
                        <a:gd name="T4" fmla="*/ 0 w 84"/>
                        <a:gd name="T5" fmla="*/ 4 h 8"/>
                        <a:gd name="T6" fmla="*/ 4 w 84"/>
                        <a:gd name="T7" fmla="*/ 8 h 8"/>
                        <a:gd name="T8" fmla="*/ 80 w 84"/>
                        <a:gd name="T9" fmla="*/ 8 h 8"/>
                        <a:gd name="T10" fmla="*/ 84 w 84"/>
                        <a:gd name="T11" fmla="*/ 4 h 8"/>
                        <a:gd name="T12" fmla="*/ 80 w 84"/>
                        <a:gd name="T13" fmla="*/ 0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4" h="8">
                          <a:moveTo>
                            <a:pt x="80" y="0"/>
                          </a:moveTo>
                          <a:cubicBezTo>
                            <a:pt x="4" y="0"/>
                            <a:pt x="4" y="0"/>
                            <a:pt x="4" y="0"/>
                          </a:cubicBezTo>
                          <a:cubicBezTo>
                            <a:pt x="2" y="0"/>
                            <a:pt x="0" y="2"/>
                            <a:pt x="0" y="4"/>
                          </a:cubicBezTo>
                          <a:cubicBezTo>
                            <a:pt x="0" y="6"/>
                            <a:pt x="2" y="8"/>
                            <a:pt x="4" y="8"/>
                          </a:cubicBezTo>
                          <a:cubicBezTo>
                            <a:pt x="80" y="8"/>
                            <a:pt x="80" y="8"/>
                            <a:pt x="80" y="8"/>
                          </a:cubicBezTo>
                          <a:cubicBezTo>
                            <a:pt x="82" y="8"/>
                            <a:pt x="84" y="6"/>
                            <a:pt x="84" y="4"/>
                          </a:cubicBezTo>
                          <a:cubicBezTo>
                            <a:pt x="84" y="2"/>
                            <a:pt x="82" y="0"/>
                            <a:pt x="80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</p:grpSp>
            </p:grpSp>
          </p:grpSp>
          <p:grpSp>
            <p:nvGrpSpPr>
              <p:cNvPr id="1528" name="그룹 1527">
                <a:extLst>
                  <a:ext uri="{FF2B5EF4-FFF2-40B4-BE49-F238E27FC236}">
                    <a16:creationId xmlns:a16="http://schemas.microsoft.com/office/drawing/2014/main" id="{3BCAF2F8-396D-7489-0BAC-1D7D853520D5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026819" y="6679090"/>
                <a:ext cx="196070" cy="227564"/>
                <a:chOff x="11751901" y="4267727"/>
                <a:chExt cx="1085614" cy="1260000"/>
              </a:xfrm>
            </p:grpSpPr>
            <p:sp>
              <p:nvSpPr>
                <p:cNvPr id="1530" name="사각형: 둥근 모서리 226">
                  <a:extLst>
                    <a:ext uri="{FF2B5EF4-FFF2-40B4-BE49-F238E27FC236}">
                      <a16:creationId xmlns:a16="http://schemas.microsoft.com/office/drawing/2014/main" id="{57186DB4-1AB2-CDBC-EF85-825C1D024285}"/>
                    </a:ext>
                  </a:extLst>
                </p:cNvPr>
                <p:cNvSpPr/>
                <p:nvPr/>
              </p:nvSpPr>
              <p:spPr>
                <a:xfrm>
                  <a:off x="11751901" y="4271686"/>
                  <a:ext cx="911712" cy="1252077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  <p:grpSp>
              <p:nvGrpSpPr>
                <p:cNvPr id="1531" name="그룹 1530">
                  <a:extLst>
                    <a:ext uri="{FF2B5EF4-FFF2-40B4-BE49-F238E27FC236}">
                      <a16:creationId xmlns:a16="http://schemas.microsoft.com/office/drawing/2014/main" id="{7B1FCB15-9E85-BA44-A94C-7EB20F8433AB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1532" name="Freeform 230">
                    <a:extLst>
                      <a:ext uri="{FF2B5EF4-FFF2-40B4-BE49-F238E27FC236}">
                        <a16:creationId xmlns:a16="http://schemas.microsoft.com/office/drawing/2014/main" id="{5D680D7D-A45B-E735-D6A5-F895BD1E0526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sp>
                <p:nvSpPr>
                  <p:cNvPr id="1533" name="Freeform 231">
                    <a:extLst>
                      <a:ext uri="{FF2B5EF4-FFF2-40B4-BE49-F238E27FC236}">
                        <a16:creationId xmlns:a16="http://schemas.microsoft.com/office/drawing/2014/main" id="{BDA7A993-BB67-9634-30CD-CBC661FEEFC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</p:grpSp>
          </p:grpSp>
          <p:sp>
            <p:nvSpPr>
              <p:cNvPr id="1529" name="직사각형 1528">
                <a:extLst>
                  <a:ext uri="{FF2B5EF4-FFF2-40B4-BE49-F238E27FC236}">
                    <a16:creationId xmlns:a16="http://schemas.microsoft.com/office/drawing/2014/main" id="{CDC300E2-BF61-78D5-154C-94BA84BC0224}"/>
                  </a:ext>
                </a:extLst>
              </p:cNvPr>
              <p:cNvSpPr/>
              <p:nvPr/>
            </p:nvSpPr>
            <p:spPr>
              <a:xfrm>
                <a:off x="6924199" y="6619793"/>
                <a:ext cx="130004" cy="350704"/>
              </a:xfrm>
              <a:prstGeom prst="rect">
                <a:avLst/>
              </a:prstGeom>
              <a:noFill/>
              <a:ln w="254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1" indent="0" algn="ctr" defTabSz="147490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prstClr val="black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0" lang="en-US" altLang="ko-KR" sz="1050" b="0" i="0" u="none" strike="noStrike" kern="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ea typeface="KoPub돋움체 Bold" panose="02020603020101020101" pitchFamily="18" charset="-127"/>
                    <a:cs typeface="Arial"/>
                  </a:rPr>
                  <a:t>…</a:t>
                </a:r>
                <a:endParaRPr kumimoji="0" lang="ko-KR" altLang="en-US" sz="1050" b="0" i="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ea typeface="KoPub돋움체 Bold" panose="02020603020101020101" pitchFamily="18" charset="-127"/>
                  <a:cs typeface="Arial"/>
                </a:endParaRPr>
              </a:p>
            </p:txBody>
          </p:sp>
        </p:grpSp>
        <p:sp>
          <p:nvSpPr>
            <p:cNvPr id="1544" name="타원 1543">
              <a:extLst>
                <a:ext uri="{FF2B5EF4-FFF2-40B4-BE49-F238E27FC236}">
                  <a16:creationId xmlns:a16="http://schemas.microsoft.com/office/drawing/2014/main" id="{F416FD67-C0E6-7126-9FF0-D4C65B6F3F72}"/>
                </a:ext>
              </a:extLst>
            </p:cNvPr>
            <p:cNvSpPr/>
            <p:nvPr/>
          </p:nvSpPr>
          <p:spPr bwMode="auto">
            <a:xfrm>
              <a:off x="5015532" y="3973287"/>
              <a:ext cx="661405" cy="37116"/>
            </a:xfrm>
            <a:prstGeom prst="ellipse">
              <a:avLst/>
            </a:prstGeom>
            <a:solidFill>
              <a:schemeClr val="bg1">
                <a:lumMod val="50000"/>
                <a:alpha val="50000"/>
              </a:schemeClr>
            </a:solidFill>
            <a:ln w="19050">
              <a:solidFill>
                <a:schemeClr val="tx1">
                  <a:lumMod val="75000"/>
                  <a:lumOff val="25000"/>
                </a:schemeClr>
              </a:solidFill>
              <a:prstDash val="solid"/>
            </a:ln>
            <a:effectLst>
              <a:outerShdw dist="12700" dir="1980000" algn="t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anchor="ctr"/>
            <a:lstStyle/>
            <a:p>
              <a:endParaRPr lang="ko-KR" altLang="en-US" sz="1100" dirty="0">
                <a:solidFill>
                  <a:schemeClr val="lt1"/>
                </a:solidFill>
                <a:ea typeface="KoPub돋움체 Medium" panose="00000600000000000000" pitchFamily="2" charset="-127"/>
              </a:endParaRPr>
            </a:p>
          </p:txBody>
        </p:sp>
        <p:grpSp>
          <p:nvGrpSpPr>
            <p:cNvPr id="1545" name="그룹 1544">
              <a:extLst>
                <a:ext uri="{FF2B5EF4-FFF2-40B4-BE49-F238E27FC236}">
                  <a16:creationId xmlns:a16="http://schemas.microsoft.com/office/drawing/2014/main" id="{4B17D2DA-7E35-FE28-54C8-5E3E24DCF210}"/>
                </a:ext>
              </a:extLst>
            </p:cNvPr>
            <p:cNvGrpSpPr/>
            <p:nvPr/>
          </p:nvGrpSpPr>
          <p:grpSpPr>
            <a:xfrm>
              <a:off x="4911012" y="3870477"/>
              <a:ext cx="423299" cy="400111"/>
              <a:chOff x="2680888" y="5169596"/>
              <a:chExt cx="576000" cy="868411"/>
            </a:xfrm>
          </p:grpSpPr>
          <p:sp>
            <p:nvSpPr>
              <p:cNvPr id="1546" name="직사각형 166">
                <a:extLst>
                  <a:ext uri="{FF2B5EF4-FFF2-40B4-BE49-F238E27FC236}">
                    <a16:creationId xmlns:a16="http://schemas.microsoft.com/office/drawing/2014/main" id="{5879A238-9D9F-73D2-FCAB-455431D38179}"/>
                  </a:ext>
                </a:extLst>
              </p:cNvPr>
              <p:cNvSpPr/>
              <p:nvPr/>
            </p:nvSpPr>
            <p:spPr bwMode="auto">
              <a:xfrm>
                <a:off x="2753252" y="5194544"/>
                <a:ext cx="217532" cy="228154"/>
              </a:xfrm>
              <a:prstGeom prst="roundRect">
                <a:avLst>
                  <a:gd name="adj" fmla="val 9838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1547" name="직사각형 166">
                <a:extLst>
                  <a:ext uri="{FF2B5EF4-FFF2-40B4-BE49-F238E27FC236}">
                    <a16:creationId xmlns:a16="http://schemas.microsoft.com/office/drawing/2014/main" id="{FF74FE1D-4BBF-D35A-3757-DA724154C5D1}"/>
                  </a:ext>
                </a:extLst>
              </p:cNvPr>
              <p:cNvSpPr/>
              <p:nvPr/>
            </p:nvSpPr>
            <p:spPr bwMode="auto">
              <a:xfrm>
                <a:off x="3003234" y="5194544"/>
                <a:ext cx="217532" cy="228154"/>
              </a:xfrm>
              <a:prstGeom prst="roundRect">
                <a:avLst>
                  <a:gd name="adj" fmla="val 9838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1548" name="TextBox 1547">
                <a:extLst>
                  <a:ext uri="{FF2B5EF4-FFF2-40B4-BE49-F238E27FC236}">
                    <a16:creationId xmlns:a16="http://schemas.microsoft.com/office/drawing/2014/main" id="{7973211D-2139-5954-76C5-059BBC4D0977}"/>
                  </a:ext>
                </a:extLst>
              </p:cNvPr>
              <p:cNvSpPr txBox="1"/>
              <p:nvPr/>
            </p:nvSpPr>
            <p:spPr>
              <a:xfrm>
                <a:off x="2680888" y="5169596"/>
                <a:ext cx="576000" cy="8684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r>
                  <a: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데이터품질</a:t>
                </a:r>
                <a:endPara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r>
                  <a:rPr kumimoji="0" lang="ko-KR" altLang="en-US" sz="5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알림발송</a:t>
                </a:r>
                <a:r>
                  <a:rPr kumimoji="0"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AP</a:t>
                </a: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549" name="그룹 1548">
              <a:extLst>
                <a:ext uri="{FF2B5EF4-FFF2-40B4-BE49-F238E27FC236}">
                  <a16:creationId xmlns:a16="http://schemas.microsoft.com/office/drawing/2014/main" id="{64D59925-D269-E0C5-5C92-7E655299CBA1}"/>
                </a:ext>
              </a:extLst>
            </p:cNvPr>
            <p:cNvGrpSpPr/>
            <p:nvPr/>
          </p:nvGrpSpPr>
          <p:grpSpPr>
            <a:xfrm>
              <a:off x="5293540" y="3870040"/>
              <a:ext cx="423299" cy="400111"/>
              <a:chOff x="2680888" y="5169596"/>
              <a:chExt cx="576000" cy="868411"/>
            </a:xfrm>
          </p:grpSpPr>
          <p:sp>
            <p:nvSpPr>
              <p:cNvPr id="1550" name="직사각형 166">
                <a:extLst>
                  <a:ext uri="{FF2B5EF4-FFF2-40B4-BE49-F238E27FC236}">
                    <a16:creationId xmlns:a16="http://schemas.microsoft.com/office/drawing/2014/main" id="{B1C4FE66-80AB-613D-FBFE-2F61FA59400D}"/>
                  </a:ext>
                </a:extLst>
              </p:cNvPr>
              <p:cNvSpPr/>
              <p:nvPr/>
            </p:nvSpPr>
            <p:spPr bwMode="auto">
              <a:xfrm>
                <a:off x="2753252" y="5194544"/>
                <a:ext cx="217532" cy="228154"/>
              </a:xfrm>
              <a:prstGeom prst="roundRect">
                <a:avLst>
                  <a:gd name="adj" fmla="val 9838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1551" name="직사각형 166">
                <a:extLst>
                  <a:ext uri="{FF2B5EF4-FFF2-40B4-BE49-F238E27FC236}">
                    <a16:creationId xmlns:a16="http://schemas.microsoft.com/office/drawing/2014/main" id="{4760A75B-C614-F80B-ECE4-041D9FEEF839}"/>
                  </a:ext>
                </a:extLst>
              </p:cNvPr>
              <p:cNvSpPr/>
              <p:nvPr/>
            </p:nvSpPr>
            <p:spPr bwMode="auto">
              <a:xfrm>
                <a:off x="3003234" y="5194544"/>
                <a:ext cx="217532" cy="228154"/>
              </a:xfrm>
              <a:prstGeom prst="roundRect">
                <a:avLst>
                  <a:gd name="adj" fmla="val 9838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1552" name="TextBox 1551">
                <a:extLst>
                  <a:ext uri="{FF2B5EF4-FFF2-40B4-BE49-F238E27FC236}">
                    <a16:creationId xmlns:a16="http://schemas.microsoft.com/office/drawing/2014/main" id="{35D44D7F-D7BA-CD4B-EF73-F151FD10D510}"/>
                  </a:ext>
                </a:extLst>
              </p:cNvPr>
              <p:cNvSpPr txBox="1"/>
              <p:nvPr/>
            </p:nvSpPr>
            <p:spPr>
              <a:xfrm>
                <a:off x="2680888" y="5169596"/>
                <a:ext cx="576000" cy="8684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r>
                  <a:rPr kumimoji="0"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데이터품질</a:t>
                </a:r>
                <a:endPara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  <a:p>
                <a:pPr marL="0" lvl="1" indent="0" algn="ctr" defTabSz="1042988" eaLnBrk="0" latinLnBrk="0" hangingPunct="0">
                  <a:spcBef>
                    <a:spcPts val="0"/>
                  </a:spcBef>
                  <a:buClr>
                    <a:schemeClr val="tx1">
                      <a:lumMod val="85000"/>
                      <a:lumOff val="15000"/>
                    </a:schemeClr>
                  </a:buClr>
                  <a:buSzPct val="80000"/>
                  <a:tabLst>
                    <a:tab pos="5648325" algn="l"/>
                  </a:tabLst>
                </a:pPr>
                <a:r>
                  <a:rPr kumimoji="0" lang="ko-KR" altLang="en-US" sz="5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알림발송</a:t>
                </a:r>
                <a:r>
                  <a:rPr kumimoji="0" lang="en-US" altLang="ko-KR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2020603020101020101" pitchFamily="18" charset="-127"/>
                  </a:rPr>
                  <a:t>DB</a:t>
                </a:r>
                <a:endPara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endParaRPr>
              </a:p>
            </p:txBody>
          </p:sp>
        </p:grpSp>
        <p:sp>
          <p:nvSpPr>
            <p:cNvPr id="1553" name="타원 1552">
              <a:extLst>
                <a:ext uri="{FF2B5EF4-FFF2-40B4-BE49-F238E27FC236}">
                  <a16:creationId xmlns:a16="http://schemas.microsoft.com/office/drawing/2014/main" id="{28AAC718-DC41-2CA5-BE93-74AED2544D5E}"/>
                </a:ext>
              </a:extLst>
            </p:cNvPr>
            <p:cNvSpPr/>
            <p:nvPr/>
          </p:nvSpPr>
          <p:spPr bwMode="auto">
            <a:xfrm>
              <a:off x="5784163" y="3973151"/>
              <a:ext cx="449755" cy="37116"/>
            </a:xfrm>
            <a:prstGeom prst="ellipse">
              <a:avLst/>
            </a:prstGeom>
            <a:solidFill>
              <a:schemeClr val="bg1">
                <a:lumMod val="50000"/>
                <a:alpha val="50000"/>
              </a:schemeClr>
            </a:solidFill>
            <a:ln w="19050">
              <a:solidFill>
                <a:schemeClr val="tx1">
                  <a:lumMod val="75000"/>
                  <a:lumOff val="25000"/>
                </a:schemeClr>
              </a:solidFill>
              <a:prstDash val="solid"/>
            </a:ln>
            <a:effectLst>
              <a:outerShdw dist="12700" dir="1980000" algn="t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anchor="ctr"/>
            <a:lstStyle/>
            <a:p>
              <a:endParaRPr lang="ko-KR" altLang="en-US" sz="1100" dirty="0">
                <a:solidFill>
                  <a:schemeClr val="lt1"/>
                </a:solidFill>
                <a:ea typeface="KoPub돋움체 Medium" panose="00000600000000000000" pitchFamily="2" charset="-127"/>
              </a:endParaRPr>
            </a:p>
          </p:txBody>
        </p:sp>
        <p:sp>
          <p:nvSpPr>
            <p:cNvPr id="1554" name="직사각형 166">
              <a:extLst>
                <a:ext uri="{FF2B5EF4-FFF2-40B4-BE49-F238E27FC236}">
                  <a16:creationId xmlns:a16="http://schemas.microsoft.com/office/drawing/2014/main" id="{F6FCA0A6-10A9-C68D-30B5-10F0E16E32C1}"/>
                </a:ext>
              </a:extLst>
            </p:cNvPr>
            <p:cNvSpPr/>
            <p:nvPr/>
          </p:nvSpPr>
          <p:spPr bwMode="auto">
            <a:xfrm>
              <a:off x="5758954" y="3880206"/>
              <a:ext cx="159863" cy="105119"/>
            </a:xfrm>
            <a:prstGeom prst="roundRect">
              <a:avLst>
                <a:gd name="adj" fmla="val 9838"/>
              </a:avLst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0" tIns="0" rIns="0" b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endParaRPr kumimoji="0" lang="ko-KR" altLang="en-US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2020603020101020101" pitchFamily="18" charset="-127"/>
              </a:endParaRPr>
            </a:p>
          </p:txBody>
        </p:sp>
        <p:sp>
          <p:nvSpPr>
            <p:cNvPr id="1555" name="직사각형 166">
              <a:extLst>
                <a:ext uri="{FF2B5EF4-FFF2-40B4-BE49-F238E27FC236}">
                  <a16:creationId xmlns:a16="http://schemas.microsoft.com/office/drawing/2014/main" id="{3D3B8FA3-ADEF-D0EA-47FA-7FA7E76FD6F7}"/>
                </a:ext>
              </a:extLst>
            </p:cNvPr>
            <p:cNvSpPr/>
            <p:nvPr/>
          </p:nvSpPr>
          <p:spPr bwMode="auto">
            <a:xfrm>
              <a:off x="6071257" y="3880206"/>
              <a:ext cx="159863" cy="105119"/>
            </a:xfrm>
            <a:prstGeom prst="roundRect">
              <a:avLst>
                <a:gd name="adj" fmla="val 9838"/>
              </a:avLst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0" tIns="0" rIns="0" b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endParaRPr kumimoji="0" lang="ko-KR" altLang="en-US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2020603020101020101" pitchFamily="18" charset="-127"/>
              </a:endParaRPr>
            </a:p>
          </p:txBody>
        </p:sp>
        <p:sp>
          <p:nvSpPr>
            <p:cNvPr id="1556" name="직사각형 1555">
              <a:extLst>
                <a:ext uri="{FF2B5EF4-FFF2-40B4-BE49-F238E27FC236}">
                  <a16:creationId xmlns:a16="http://schemas.microsoft.com/office/drawing/2014/main" id="{E0860A91-93F4-744D-A263-4C86C87EB03A}"/>
                </a:ext>
              </a:extLst>
            </p:cNvPr>
            <p:cNvSpPr/>
            <p:nvPr/>
          </p:nvSpPr>
          <p:spPr>
            <a:xfrm>
              <a:off x="5859584" y="3810809"/>
              <a:ext cx="264677" cy="24622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0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…</a:t>
              </a:r>
            </a:p>
          </p:txBody>
        </p:sp>
        <p:sp>
          <p:nvSpPr>
            <p:cNvPr id="1557" name="직사각형 166">
              <a:extLst>
                <a:ext uri="{FF2B5EF4-FFF2-40B4-BE49-F238E27FC236}">
                  <a16:creationId xmlns:a16="http://schemas.microsoft.com/office/drawing/2014/main" id="{12AB31B4-32AE-5E73-6E0F-D8255D01B535}"/>
                </a:ext>
              </a:extLst>
            </p:cNvPr>
            <p:cNvSpPr/>
            <p:nvPr/>
          </p:nvSpPr>
          <p:spPr bwMode="auto">
            <a:xfrm>
              <a:off x="6074106" y="3880206"/>
              <a:ext cx="159863" cy="105119"/>
            </a:xfrm>
            <a:prstGeom prst="roundRect">
              <a:avLst>
                <a:gd name="adj" fmla="val 9838"/>
              </a:avLst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0" tIns="0" rIns="0" b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endParaRPr kumimoji="0" lang="ko-KR" altLang="en-US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2020603020101020101" pitchFamily="18" charset="-127"/>
              </a:endParaRPr>
            </a:p>
          </p:txBody>
        </p:sp>
        <p:sp>
          <p:nvSpPr>
            <p:cNvPr id="1558" name="TextBox 1557">
              <a:extLst>
                <a:ext uri="{FF2B5EF4-FFF2-40B4-BE49-F238E27FC236}">
                  <a16:creationId xmlns:a16="http://schemas.microsoft.com/office/drawing/2014/main" id="{37FB4953-C361-2880-FB62-FF20F9BCCD88}"/>
                </a:ext>
              </a:extLst>
            </p:cNvPr>
            <p:cNvSpPr txBox="1"/>
            <p:nvPr/>
          </p:nvSpPr>
          <p:spPr>
            <a:xfrm>
              <a:off x="5699236" y="3867779"/>
              <a:ext cx="534733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r>
                <a: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고객상담시스템</a:t>
              </a:r>
            </a:p>
          </p:txBody>
        </p:sp>
        <p:grpSp>
          <p:nvGrpSpPr>
            <p:cNvPr id="1559" name="그룹 1558">
              <a:extLst>
                <a:ext uri="{FF2B5EF4-FFF2-40B4-BE49-F238E27FC236}">
                  <a16:creationId xmlns:a16="http://schemas.microsoft.com/office/drawing/2014/main" id="{FAA58CAA-42D6-E504-8CB5-67C8A1C303B5}"/>
                </a:ext>
              </a:extLst>
            </p:cNvPr>
            <p:cNvGrpSpPr/>
            <p:nvPr/>
          </p:nvGrpSpPr>
          <p:grpSpPr>
            <a:xfrm>
              <a:off x="5204294" y="2499096"/>
              <a:ext cx="635019" cy="161583"/>
              <a:chOff x="214860" y="5316164"/>
              <a:chExt cx="864095" cy="350704"/>
            </a:xfrm>
          </p:grpSpPr>
          <p:grpSp>
            <p:nvGrpSpPr>
              <p:cNvPr id="1560" name="그룹 1559">
                <a:extLst>
                  <a:ext uri="{FF2B5EF4-FFF2-40B4-BE49-F238E27FC236}">
                    <a16:creationId xmlns:a16="http://schemas.microsoft.com/office/drawing/2014/main" id="{A833AC60-E5F9-EC08-B890-C712E328D3FF}"/>
                  </a:ext>
                </a:extLst>
              </p:cNvPr>
              <p:cNvGrpSpPr/>
              <p:nvPr/>
            </p:nvGrpSpPr>
            <p:grpSpPr>
              <a:xfrm>
                <a:off x="214860" y="5374425"/>
                <a:ext cx="360560" cy="227564"/>
                <a:chOff x="-1249711" y="5207925"/>
                <a:chExt cx="723475" cy="456614"/>
              </a:xfrm>
            </p:grpSpPr>
            <p:grpSp>
              <p:nvGrpSpPr>
                <p:cNvPr id="1572" name="그룹 1571">
                  <a:extLst>
                    <a:ext uri="{FF2B5EF4-FFF2-40B4-BE49-F238E27FC236}">
                      <a16:creationId xmlns:a16="http://schemas.microsoft.com/office/drawing/2014/main" id="{540F236B-1FB9-85C8-351C-90233615AE5F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-1249711" y="5207925"/>
                  <a:ext cx="331998" cy="456614"/>
                  <a:chOff x="11921385" y="4267725"/>
                  <a:chExt cx="916126" cy="1260000"/>
                </a:xfrm>
              </p:grpSpPr>
              <p:sp>
                <p:nvSpPr>
                  <p:cNvPr id="1578" name="사각형: 둥근 모서리 288">
                    <a:extLst>
                      <a:ext uri="{FF2B5EF4-FFF2-40B4-BE49-F238E27FC236}">
                        <a16:creationId xmlns:a16="http://schemas.microsoft.com/office/drawing/2014/main" id="{C0FA7693-5A96-D214-64BF-555E2A1ECC82}"/>
                      </a:ext>
                    </a:extLst>
                  </p:cNvPr>
                  <p:cNvSpPr/>
                  <p:nvPr/>
                </p:nvSpPr>
                <p:spPr>
                  <a:xfrm>
                    <a:off x="11923596" y="4271687"/>
                    <a:ext cx="911716" cy="1252078"/>
                  </a:xfrm>
                  <a:prstGeom prst="roundRect">
                    <a:avLst>
                      <a:gd name="adj" fmla="val 7097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-3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grpSp>
                <p:nvGrpSpPr>
                  <p:cNvPr id="1579" name="그룹 1578">
                    <a:extLst>
                      <a:ext uri="{FF2B5EF4-FFF2-40B4-BE49-F238E27FC236}">
                        <a16:creationId xmlns:a16="http://schemas.microsoft.com/office/drawing/2014/main" id="{5C4946A5-B9AA-BAE7-947D-48D0B90956CB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11921389" y="4267727"/>
                    <a:ext cx="916126" cy="1260000"/>
                    <a:chOff x="14485938" y="-2571751"/>
                    <a:chExt cx="554038" cy="762000"/>
                  </a:xfrm>
                  <a:solidFill>
                    <a:srgbClr val="262626"/>
                  </a:solidFill>
                </p:grpSpPr>
                <p:sp>
                  <p:nvSpPr>
                    <p:cNvPr id="1580" name="Freeform 230">
                      <a:extLst>
                        <a:ext uri="{FF2B5EF4-FFF2-40B4-BE49-F238E27FC236}">
                          <a16:creationId xmlns:a16="http://schemas.microsoft.com/office/drawing/2014/main" id="{914CC237-26BF-06E9-099D-18F9387E5ACF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4485938" y="-2571751"/>
                      <a:ext cx="554038" cy="762000"/>
                    </a:xfrm>
                    <a:custGeom>
                      <a:avLst/>
                      <a:gdLst>
                        <a:gd name="T0" fmla="*/ 137 w 147"/>
                        <a:gd name="T1" fmla="*/ 0 h 200"/>
                        <a:gd name="T2" fmla="*/ 10 w 147"/>
                        <a:gd name="T3" fmla="*/ 0 h 200"/>
                        <a:gd name="T4" fmla="*/ 0 w 147"/>
                        <a:gd name="T5" fmla="*/ 10 h 200"/>
                        <a:gd name="T6" fmla="*/ 0 w 147"/>
                        <a:gd name="T7" fmla="*/ 190 h 200"/>
                        <a:gd name="T8" fmla="*/ 10 w 147"/>
                        <a:gd name="T9" fmla="*/ 200 h 200"/>
                        <a:gd name="T10" fmla="*/ 137 w 147"/>
                        <a:gd name="T11" fmla="*/ 200 h 200"/>
                        <a:gd name="T12" fmla="*/ 140 w 147"/>
                        <a:gd name="T13" fmla="*/ 199 h 200"/>
                        <a:gd name="T14" fmla="*/ 146 w 147"/>
                        <a:gd name="T15" fmla="*/ 193 h 200"/>
                        <a:gd name="T16" fmla="*/ 147 w 147"/>
                        <a:gd name="T17" fmla="*/ 190 h 200"/>
                        <a:gd name="T18" fmla="*/ 147 w 147"/>
                        <a:gd name="T19" fmla="*/ 10 h 200"/>
                        <a:gd name="T20" fmla="*/ 137 w 147"/>
                        <a:gd name="T21" fmla="*/ 0 h 200"/>
                        <a:gd name="T22" fmla="*/ 139 w 147"/>
                        <a:gd name="T23" fmla="*/ 189 h 200"/>
                        <a:gd name="T24" fmla="*/ 135 w 147"/>
                        <a:gd name="T25" fmla="*/ 192 h 200"/>
                        <a:gd name="T26" fmla="*/ 10 w 147"/>
                        <a:gd name="T27" fmla="*/ 192 h 200"/>
                        <a:gd name="T28" fmla="*/ 8 w 147"/>
                        <a:gd name="T29" fmla="*/ 190 h 200"/>
                        <a:gd name="T30" fmla="*/ 8 w 147"/>
                        <a:gd name="T31" fmla="*/ 10 h 200"/>
                        <a:gd name="T32" fmla="*/ 10 w 147"/>
                        <a:gd name="T33" fmla="*/ 8 h 200"/>
                        <a:gd name="T34" fmla="*/ 137 w 147"/>
                        <a:gd name="T35" fmla="*/ 8 h 200"/>
                        <a:gd name="T36" fmla="*/ 139 w 147"/>
                        <a:gd name="T37" fmla="*/ 10 h 200"/>
                        <a:gd name="T38" fmla="*/ 139 w 147"/>
                        <a:gd name="T39" fmla="*/ 189 h 2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</a:cxnLst>
                      <a:rect l="0" t="0" r="r" b="b"/>
                      <a:pathLst>
                        <a:path w="147" h="200">
                          <a:moveTo>
                            <a:pt x="137" y="0"/>
                          </a:moveTo>
                          <a:cubicBezTo>
                            <a:pt x="10" y="0"/>
                            <a:pt x="10" y="0"/>
                            <a:pt x="10" y="0"/>
                          </a:cubicBezTo>
                          <a:cubicBezTo>
                            <a:pt x="4" y="0"/>
                            <a:pt x="0" y="5"/>
                            <a:pt x="0" y="10"/>
                          </a:cubicBezTo>
                          <a:cubicBezTo>
                            <a:pt x="0" y="190"/>
                            <a:pt x="0" y="190"/>
                            <a:pt x="0" y="190"/>
                          </a:cubicBezTo>
                          <a:cubicBezTo>
                            <a:pt x="0" y="196"/>
                            <a:pt x="4" y="200"/>
                            <a:pt x="10" y="200"/>
                          </a:cubicBezTo>
                          <a:cubicBezTo>
                            <a:pt x="137" y="200"/>
                            <a:pt x="137" y="200"/>
                            <a:pt x="137" y="200"/>
                          </a:cubicBezTo>
                          <a:cubicBezTo>
                            <a:pt x="138" y="200"/>
                            <a:pt x="139" y="200"/>
                            <a:pt x="140" y="199"/>
                          </a:cubicBezTo>
                          <a:cubicBezTo>
                            <a:pt x="146" y="193"/>
                            <a:pt x="146" y="193"/>
                            <a:pt x="146" y="193"/>
                          </a:cubicBezTo>
                          <a:cubicBezTo>
                            <a:pt x="146" y="192"/>
                            <a:pt x="147" y="191"/>
                            <a:pt x="147" y="190"/>
                          </a:cubicBezTo>
                          <a:cubicBezTo>
                            <a:pt x="147" y="10"/>
                            <a:pt x="147" y="10"/>
                            <a:pt x="147" y="10"/>
                          </a:cubicBezTo>
                          <a:cubicBezTo>
                            <a:pt x="147" y="5"/>
                            <a:pt x="142" y="0"/>
                            <a:pt x="137" y="0"/>
                          </a:cubicBezTo>
                          <a:close/>
                          <a:moveTo>
                            <a:pt x="139" y="189"/>
                          </a:moveTo>
                          <a:cubicBezTo>
                            <a:pt x="135" y="192"/>
                            <a:pt x="135" y="192"/>
                            <a:pt x="135" y="192"/>
                          </a:cubicBezTo>
                          <a:cubicBezTo>
                            <a:pt x="10" y="192"/>
                            <a:pt x="10" y="192"/>
                            <a:pt x="10" y="192"/>
                          </a:cubicBezTo>
                          <a:cubicBezTo>
                            <a:pt x="9" y="192"/>
                            <a:pt x="8" y="191"/>
                            <a:pt x="8" y="190"/>
                          </a:cubicBezTo>
                          <a:cubicBezTo>
                            <a:pt x="8" y="10"/>
                            <a:pt x="8" y="10"/>
                            <a:pt x="8" y="10"/>
                          </a:cubicBezTo>
                          <a:cubicBezTo>
                            <a:pt x="8" y="9"/>
                            <a:pt x="9" y="8"/>
                            <a:pt x="10" y="8"/>
                          </a:cubicBezTo>
                          <a:cubicBezTo>
                            <a:pt x="137" y="8"/>
                            <a:pt x="137" y="8"/>
                            <a:pt x="137" y="8"/>
                          </a:cubicBezTo>
                          <a:cubicBezTo>
                            <a:pt x="138" y="8"/>
                            <a:pt x="139" y="9"/>
                            <a:pt x="139" y="10"/>
                          </a:cubicBezTo>
                          <a:lnTo>
                            <a:pt x="139" y="189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  <p:sp>
                  <p:nvSpPr>
                    <p:cNvPr id="1581" name="Freeform 231">
                      <a:extLst>
                        <a:ext uri="{FF2B5EF4-FFF2-40B4-BE49-F238E27FC236}">
                          <a16:creationId xmlns:a16="http://schemas.microsoft.com/office/drawing/2014/main" id="{15CFE6E1-C7CC-189C-D0C0-A242DC4768C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4603413" y="-2403476"/>
                      <a:ext cx="315913" cy="30163"/>
                    </a:xfrm>
                    <a:custGeom>
                      <a:avLst/>
                      <a:gdLst>
                        <a:gd name="T0" fmla="*/ 80 w 84"/>
                        <a:gd name="T1" fmla="*/ 0 h 8"/>
                        <a:gd name="T2" fmla="*/ 4 w 84"/>
                        <a:gd name="T3" fmla="*/ 0 h 8"/>
                        <a:gd name="T4" fmla="*/ 0 w 84"/>
                        <a:gd name="T5" fmla="*/ 4 h 8"/>
                        <a:gd name="T6" fmla="*/ 4 w 84"/>
                        <a:gd name="T7" fmla="*/ 8 h 8"/>
                        <a:gd name="T8" fmla="*/ 80 w 84"/>
                        <a:gd name="T9" fmla="*/ 8 h 8"/>
                        <a:gd name="T10" fmla="*/ 84 w 84"/>
                        <a:gd name="T11" fmla="*/ 4 h 8"/>
                        <a:gd name="T12" fmla="*/ 80 w 84"/>
                        <a:gd name="T13" fmla="*/ 0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4" h="8">
                          <a:moveTo>
                            <a:pt x="80" y="0"/>
                          </a:moveTo>
                          <a:cubicBezTo>
                            <a:pt x="4" y="0"/>
                            <a:pt x="4" y="0"/>
                            <a:pt x="4" y="0"/>
                          </a:cubicBezTo>
                          <a:cubicBezTo>
                            <a:pt x="2" y="0"/>
                            <a:pt x="0" y="2"/>
                            <a:pt x="0" y="4"/>
                          </a:cubicBezTo>
                          <a:cubicBezTo>
                            <a:pt x="0" y="6"/>
                            <a:pt x="2" y="8"/>
                            <a:pt x="4" y="8"/>
                          </a:cubicBezTo>
                          <a:cubicBezTo>
                            <a:pt x="80" y="8"/>
                            <a:pt x="80" y="8"/>
                            <a:pt x="80" y="8"/>
                          </a:cubicBezTo>
                          <a:cubicBezTo>
                            <a:pt x="82" y="8"/>
                            <a:pt x="84" y="6"/>
                            <a:pt x="84" y="4"/>
                          </a:cubicBezTo>
                          <a:cubicBezTo>
                            <a:pt x="84" y="2"/>
                            <a:pt x="82" y="0"/>
                            <a:pt x="80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1573" name="그룹 1572">
                  <a:extLst>
                    <a:ext uri="{FF2B5EF4-FFF2-40B4-BE49-F238E27FC236}">
                      <a16:creationId xmlns:a16="http://schemas.microsoft.com/office/drawing/2014/main" id="{0A0C7CC2-6573-E376-F069-ACE09A74D056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-858234" y="5207925"/>
                  <a:ext cx="331998" cy="456614"/>
                  <a:chOff x="11921385" y="4267725"/>
                  <a:chExt cx="916126" cy="1260000"/>
                </a:xfrm>
              </p:grpSpPr>
              <p:sp>
                <p:nvSpPr>
                  <p:cNvPr id="1574" name="사각형: 둥근 모서리 284">
                    <a:extLst>
                      <a:ext uri="{FF2B5EF4-FFF2-40B4-BE49-F238E27FC236}">
                        <a16:creationId xmlns:a16="http://schemas.microsoft.com/office/drawing/2014/main" id="{49047AD1-7330-99F3-4B4E-288FB7853C9A}"/>
                      </a:ext>
                    </a:extLst>
                  </p:cNvPr>
                  <p:cNvSpPr/>
                  <p:nvPr/>
                </p:nvSpPr>
                <p:spPr>
                  <a:xfrm>
                    <a:off x="11923596" y="4271687"/>
                    <a:ext cx="911716" cy="1252078"/>
                  </a:xfrm>
                  <a:prstGeom prst="roundRect">
                    <a:avLst>
                      <a:gd name="adj" fmla="val 7097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-3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grpSp>
                <p:nvGrpSpPr>
                  <p:cNvPr id="1575" name="그룹 1574">
                    <a:extLst>
                      <a:ext uri="{FF2B5EF4-FFF2-40B4-BE49-F238E27FC236}">
                        <a16:creationId xmlns:a16="http://schemas.microsoft.com/office/drawing/2014/main" id="{4466C31E-B250-5EAE-1947-FEACDC6CC4A1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11921389" y="4267727"/>
                    <a:ext cx="916126" cy="1260000"/>
                    <a:chOff x="14485938" y="-2571751"/>
                    <a:chExt cx="554038" cy="762000"/>
                  </a:xfrm>
                  <a:solidFill>
                    <a:srgbClr val="262626"/>
                  </a:solidFill>
                </p:grpSpPr>
                <p:sp>
                  <p:nvSpPr>
                    <p:cNvPr id="1576" name="Freeform 230">
                      <a:extLst>
                        <a:ext uri="{FF2B5EF4-FFF2-40B4-BE49-F238E27FC236}">
                          <a16:creationId xmlns:a16="http://schemas.microsoft.com/office/drawing/2014/main" id="{D8458B65-BBD7-9A40-8A20-18A02E12EB14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4485938" y="-2571751"/>
                      <a:ext cx="554038" cy="762000"/>
                    </a:xfrm>
                    <a:custGeom>
                      <a:avLst/>
                      <a:gdLst>
                        <a:gd name="T0" fmla="*/ 137 w 147"/>
                        <a:gd name="T1" fmla="*/ 0 h 200"/>
                        <a:gd name="T2" fmla="*/ 10 w 147"/>
                        <a:gd name="T3" fmla="*/ 0 h 200"/>
                        <a:gd name="T4" fmla="*/ 0 w 147"/>
                        <a:gd name="T5" fmla="*/ 10 h 200"/>
                        <a:gd name="T6" fmla="*/ 0 w 147"/>
                        <a:gd name="T7" fmla="*/ 190 h 200"/>
                        <a:gd name="T8" fmla="*/ 10 w 147"/>
                        <a:gd name="T9" fmla="*/ 200 h 200"/>
                        <a:gd name="T10" fmla="*/ 137 w 147"/>
                        <a:gd name="T11" fmla="*/ 200 h 200"/>
                        <a:gd name="T12" fmla="*/ 140 w 147"/>
                        <a:gd name="T13" fmla="*/ 199 h 200"/>
                        <a:gd name="T14" fmla="*/ 146 w 147"/>
                        <a:gd name="T15" fmla="*/ 193 h 200"/>
                        <a:gd name="T16" fmla="*/ 147 w 147"/>
                        <a:gd name="T17" fmla="*/ 190 h 200"/>
                        <a:gd name="T18" fmla="*/ 147 w 147"/>
                        <a:gd name="T19" fmla="*/ 10 h 200"/>
                        <a:gd name="T20" fmla="*/ 137 w 147"/>
                        <a:gd name="T21" fmla="*/ 0 h 200"/>
                        <a:gd name="T22" fmla="*/ 139 w 147"/>
                        <a:gd name="T23" fmla="*/ 189 h 200"/>
                        <a:gd name="T24" fmla="*/ 135 w 147"/>
                        <a:gd name="T25" fmla="*/ 192 h 200"/>
                        <a:gd name="T26" fmla="*/ 10 w 147"/>
                        <a:gd name="T27" fmla="*/ 192 h 200"/>
                        <a:gd name="T28" fmla="*/ 8 w 147"/>
                        <a:gd name="T29" fmla="*/ 190 h 200"/>
                        <a:gd name="T30" fmla="*/ 8 w 147"/>
                        <a:gd name="T31" fmla="*/ 10 h 200"/>
                        <a:gd name="T32" fmla="*/ 10 w 147"/>
                        <a:gd name="T33" fmla="*/ 8 h 200"/>
                        <a:gd name="T34" fmla="*/ 137 w 147"/>
                        <a:gd name="T35" fmla="*/ 8 h 200"/>
                        <a:gd name="T36" fmla="*/ 139 w 147"/>
                        <a:gd name="T37" fmla="*/ 10 h 200"/>
                        <a:gd name="T38" fmla="*/ 139 w 147"/>
                        <a:gd name="T39" fmla="*/ 189 h 2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</a:cxnLst>
                      <a:rect l="0" t="0" r="r" b="b"/>
                      <a:pathLst>
                        <a:path w="147" h="200">
                          <a:moveTo>
                            <a:pt x="137" y="0"/>
                          </a:moveTo>
                          <a:cubicBezTo>
                            <a:pt x="10" y="0"/>
                            <a:pt x="10" y="0"/>
                            <a:pt x="10" y="0"/>
                          </a:cubicBezTo>
                          <a:cubicBezTo>
                            <a:pt x="4" y="0"/>
                            <a:pt x="0" y="5"/>
                            <a:pt x="0" y="10"/>
                          </a:cubicBezTo>
                          <a:cubicBezTo>
                            <a:pt x="0" y="190"/>
                            <a:pt x="0" y="190"/>
                            <a:pt x="0" y="190"/>
                          </a:cubicBezTo>
                          <a:cubicBezTo>
                            <a:pt x="0" y="196"/>
                            <a:pt x="4" y="200"/>
                            <a:pt x="10" y="200"/>
                          </a:cubicBezTo>
                          <a:cubicBezTo>
                            <a:pt x="137" y="200"/>
                            <a:pt x="137" y="200"/>
                            <a:pt x="137" y="200"/>
                          </a:cubicBezTo>
                          <a:cubicBezTo>
                            <a:pt x="138" y="200"/>
                            <a:pt x="139" y="200"/>
                            <a:pt x="140" y="199"/>
                          </a:cubicBezTo>
                          <a:cubicBezTo>
                            <a:pt x="146" y="193"/>
                            <a:pt x="146" y="193"/>
                            <a:pt x="146" y="193"/>
                          </a:cubicBezTo>
                          <a:cubicBezTo>
                            <a:pt x="146" y="192"/>
                            <a:pt x="147" y="191"/>
                            <a:pt x="147" y="190"/>
                          </a:cubicBezTo>
                          <a:cubicBezTo>
                            <a:pt x="147" y="10"/>
                            <a:pt x="147" y="10"/>
                            <a:pt x="147" y="10"/>
                          </a:cubicBezTo>
                          <a:cubicBezTo>
                            <a:pt x="147" y="5"/>
                            <a:pt x="142" y="0"/>
                            <a:pt x="137" y="0"/>
                          </a:cubicBezTo>
                          <a:close/>
                          <a:moveTo>
                            <a:pt x="139" y="189"/>
                          </a:moveTo>
                          <a:cubicBezTo>
                            <a:pt x="135" y="192"/>
                            <a:pt x="135" y="192"/>
                            <a:pt x="135" y="192"/>
                          </a:cubicBezTo>
                          <a:cubicBezTo>
                            <a:pt x="10" y="192"/>
                            <a:pt x="10" y="192"/>
                            <a:pt x="10" y="192"/>
                          </a:cubicBezTo>
                          <a:cubicBezTo>
                            <a:pt x="9" y="192"/>
                            <a:pt x="8" y="191"/>
                            <a:pt x="8" y="190"/>
                          </a:cubicBezTo>
                          <a:cubicBezTo>
                            <a:pt x="8" y="10"/>
                            <a:pt x="8" y="10"/>
                            <a:pt x="8" y="10"/>
                          </a:cubicBezTo>
                          <a:cubicBezTo>
                            <a:pt x="8" y="9"/>
                            <a:pt x="9" y="8"/>
                            <a:pt x="10" y="8"/>
                          </a:cubicBezTo>
                          <a:cubicBezTo>
                            <a:pt x="137" y="8"/>
                            <a:pt x="137" y="8"/>
                            <a:pt x="137" y="8"/>
                          </a:cubicBezTo>
                          <a:cubicBezTo>
                            <a:pt x="138" y="8"/>
                            <a:pt x="139" y="9"/>
                            <a:pt x="139" y="10"/>
                          </a:cubicBezTo>
                          <a:lnTo>
                            <a:pt x="139" y="189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  <p:sp>
                  <p:nvSpPr>
                    <p:cNvPr id="1577" name="Freeform 231">
                      <a:extLst>
                        <a:ext uri="{FF2B5EF4-FFF2-40B4-BE49-F238E27FC236}">
                          <a16:creationId xmlns:a16="http://schemas.microsoft.com/office/drawing/2014/main" id="{3620BB01-C4D2-FABF-2893-EE088E78902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4603413" y="-2403476"/>
                      <a:ext cx="315913" cy="30163"/>
                    </a:xfrm>
                    <a:custGeom>
                      <a:avLst/>
                      <a:gdLst>
                        <a:gd name="T0" fmla="*/ 80 w 84"/>
                        <a:gd name="T1" fmla="*/ 0 h 8"/>
                        <a:gd name="T2" fmla="*/ 4 w 84"/>
                        <a:gd name="T3" fmla="*/ 0 h 8"/>
                        <a:gd name="T4" fmla="*/ 0 w 84"/>
                        <a:gd name="T5" fmla="*/ 4 h 8"/>
                        <a:gd name="T6" fmla="*/ 4 w 84"/>
                        <a:gd name="T7" fmla="*/ 8 h 8"/>
                        <a:gd name="T8" fmla="*/ 80 w 84"/>
                        <a:gd name="T9" fmla="*/ 8 h 8"/>
                        <a:gd name="T10" fmla="*/ 84 w 84"/>
                        <a:gd name="T11" fmla="*/ 4 h 8"/>
                        <a:gd name="T12" fmla="*/ 80 w 84"/>
                        <a:gd name="T13" fmla="*/ 0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4" h="8">
                          <a:moveTo>
                            <a:pt x="80" y="0"/>
                          </a:moveTo>
                          <a:cubicBezTo>
                            <a:pt x="4" y="0"/>
                            <a:pt x="4" y="0"/>
                            <a:pt x="4" y="0"/>
                          </a:cubicBezTo>
                          <a:cubicBezTo>
                            <a:pt x="2" y="0"/>
                            <a:pt x="0" y="2"/>
                            <a:pt x="0" y="4"/>
                          </a:cubicBezTo>
                          <a:cubicBezTo>
                            <a:pt x="0" y="6"/>
                            <a:pt x="2" y="8"/>
                            <a:pt x="4" y="8"/>
                          </a:cubicBezTo>
                          <a:cubicBezTo>
                            <a:pt x="80" y="8"/>
                            <a:pt x="80" y="8"/>
                            <a:pt x="80" y="8"/>
                          </a:cubicBezTo>
                          <a:cubicBezTo>
                            <a:pt x="82" y="8"/>
                            <a:pt x="84" y="6"/>
                            <a:pt x="84" y="4"/>
                          </a:cubicBezTo>
                          <a:cubicBezTo>
                            <a:pt x="84" y="2"/>
                            <a:pt x="82" y="0"/>
                            <a:pt x="80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</p:grpSp>
            </p:grpSp>
          </p:grpSp>
          <p:grpSp>
            <p:nvGrpSpPr>
              <p:cNvPr id="1561" name="그룹 1560">
                <a:extLst>
                  <a:ext uri="{FF2B5EF4-FFF2-40B4-BE49-F238E27FC236}">
                    <a16:creationId xmlns:a16="http://schemas.microsoft.com/office/drawing/2014/main" id="{D71D9278-17C8-015B-C72C-33AF58C201EA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882885" y="5375461"/>
                <a:ext cx="196070" cy="227564"/>
                <a:chOff x="11751901" y="4267727"/>
                <a:chExt cx="1085614" cy="1260000"/>
              </a:xfrm>
            </p:grpSpPr>
            <p:sp>
              <p:nvSpPr>
                <p:cNvPr id="1568" name="사각형: 둥근 모서리 226">
                  <a:extLst>
                    <a:ext uri="{FF2B5EF4-FFF2-40B4-BE49-F238E27FC236}">
                      <a16:creationId xmlns:a16="http://schemas.microsoft.com/office/drawing/2014/main" id="{41B6F492-5C95-AEDE-C240-E313C33CBE66}"/>
                    </a:ext>
                  </a:extLst>
                </p:cNvPr>
                <p:cNvSpPr/>
                <p:nvPr/>
              </p:nvSpPr>
              <p:spPr>
                <a:xfrm>
                  <a:off x="11751901" y="4271686"/>
                  <a:ext cx="911712" cy="1252077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  <p:grpSp>
              <p:nvGrpSpPr>
                <p:cNvPr id="1569" name="그룹 1568">
                  <a:extLst>
                    <a:ext uri="{FF2B5EF4-FFF2-40B4-BE49-F238E27FC236}">
                      <a16:creationId xmlns:a16="http://schemas.microsoft.com/office/drawing/2014/main" id="{C8800B18-0AB8-D6B5-9DB9-250F619CC05D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1570" name="Freeform 230">
                    <a:extLst>
                      <a:ext uri="{FF2B5EF4-FFF2-40B4-BE49-F238E27FC236}">
                        <a16:creationId xmlns:a16="http://schemas.microsoft.com/office/drawing/2014/main" id="{B976C13A-88DC-A833-CC9A-D0C18E91F170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sp>
                <p:nvSpPr>
                  <p:cNvPr id="1571" name="Freeform 231">
                    <a:extLst>
                      <a:ext uri="{FF2B5EF4-FFF2-40B4-BE49-F238E27FC236}">
                        <a16:creationId xmlns:a16="http://schemas.microsoft.com/office/drawing/2014/main" id="{08D168AC-4A35-454E-04D5-80F785AE3CD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</p:grpSp>
          </p:grpSp>
          <p:sp>
            <p:nvSpPr>
              <p:cNvPr id="1562" name="직사각형 1561">
                <a:extLst>
                  <a:ext uri="{FF2B5EF4-FFF2-40B4-BE49-F238E27FC236}">
                    <a16:creationId xmlns:a16="http://schemas.microsoft.com/office/drawing/2014/main" id="{C58972AD-34B9-5760-2BA3-F809AEF0FEB4}"/>
                  </a:ext>
                </a:extLst>
              </p:cNvPr>
              <p:cNvSpPr/>
              <p:nvPr/>
            </p:nvSpPr>
            <p:spPr>
              <a:xfrm>
                <a:off x="780265" y="5316164"/>
                <a:ext cx="130004" cy="350704"/>
              </a:xfrm>
              <a:prstGeom prst="rect">
                <a:avLst/>
              </a:prstGeom>
              <a:noFill/>
              <a:ln w="254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1" indent="0" algn="ctr" defTabSz="147490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prstClr val="black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0" lang="en-US" altLang="ko-KR" sz="1050" b="0" i="0" u="none" strike="noStrike" kern="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ea typeface="KoPub돋움체 Bold" panose="02020603020101020101" pitchFamily="18" charset="-127"/>
                    <a:cs typeface="Arial"/>
                  </a:rPr>
                  <a:t>…</a:t>
                </a:r>
                <a:endParaRPr kumimoji="0" lang="ko-KR" altLang="en-US" sz="1050" b="0" i="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ea typeface="KoPub돋움체 Bold" panose="02020603020101020101" pitchFamily="18" charset="-127"/>
                  <a:cs typeface="Arial"/>
                </a:endParaRPr>
              </a:p>
            </p:txBody>
          </p:sp>
          <p:grpSp>
            <p:nvGrpSpPr>
              <p:cNvPr id="1563" name="그룹 1562">
                <a:extLst>
                  <a:ext uri="{FF2B5EF4-FFF2-40B4-BE49-F238E27FC236}">
                    <a16:creationId xmlns:a16="http://schemas.microsoft.com/office/drawing/2014/main" id="{349AD0DE-03D1-3C69-93AE-631E1CDA7A2A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575469" y="5374425"/>
                <a:ext cx="196066" cy="227564"/>
                <a:chOff x="11751920" y="4267727"/>
                <a:chExt cx="1085595" cy="1260000"/>
              </a:xfrm>
            </p:grpSpPr>
            <p:sp>
              <p:nvSpPr>
                <p:cNvPr id="1564" name="사각형: 둥근 모서리 226">
                  <a:extLst>
                    <a:ext uri="{FF2B5EF4-FFF2-40B4-BE49-F238E27FC236}">
                      <a16:creationId xmlns:a16="http://schemas.microsoft.com/office/drawing/2014/main" id="{AA7A844C-37A2-7216-2DAC-28A51612A9FD}"/>
                    </a:ext>
                  </a:extLst>
                </p:cNvPr>
                <p:cNvSpPr/>
                <p:nvPr/>
              </p:nvSpPr>
              <p:spPr>
                <a:xfrm>
                  <a:off x="11751920" y="4271687"/>
                  <a:ext cx="911715" cy="1252078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  <p:grpSp>
              <p:nvGrpSpPr>
                <p:cNvPr id="1565" name="그룹 1564">
                  <a:extLst>
                    <a:ext uri="{FF2B5EF4-FFF2-40B4-BE49-F238E27FC236}">
                      <a16:creationId xmlns:a16="http://schemas.microsoft.com/office/drawing/2014/main" id="{12293547-2975-B7CC-D0FA-E2B06D8D9E56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1566" name="Freeform 230">
                    <a:extLst>
                      <a:ext uri="{FF2B5EF4-FFF2-40B4-BE49-F238E27FC236}">
                        <a16:creationId xmlns:a16="http://schemas.microsoft.com/office/drawing/2014/main" id="{EB64F819-1DA4-8026-FF01-06CE1DBC8050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sp>
                <p:nvSpPr>
                  <p:cNvPr id="1567" name="Freeform 231">
                    <a:extLst>
                      <a:ext uri="{FF2B5EF4-FFF2-40B4-BE49-F238E27FC236}">
                        <a16:creationId xmlns:a16="http://schemas.microsoft.com/office/drawing/2014/main" id="{DDFF56B7-76C1-7980-E844-7E56790C192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</p:grpSp>
          </p:grpSp>
        </p:grpSp>
        <p:sp>
          <p:nvSpPr>
            <p:cNvPr id="1582" name="타원 1581">
              <a:extLst>
                <a:ext uri="{FF2B5EF4-FFF2-40B4-BE49-F238E27FC236}">
                  <a16:creationId xmlns:a16="http://schemas.microsoft.com/office/drawing/2014/main" id="{008774E3-6D59-3D7A-D38D-5FEF7C28961A}"/>
                </a:ext>
              </a:extLst>
            </p:cNvPr>
            <p:cNvSpPr/>
            <p:nvPr/>
          </p:nvSpPr>
          <p:spPr bwMode="auto">
            <a:xfrm>
              <a:off x="4996714" y="2510670"/>
              <a:ext cx="1058248" cy="37116"/>
            </a:xfrm>
            <a:prstGeom prst="ellipse">
              <a:avLst/>
            </a:prstGeom>
            <a:solidFill>
              <a:schemeClr val="bg1">
                <a:lumMod val="50000"/>
                <a:alpha val="50000"/>
              </a:schemeClr>
            </a:solidFill>
            <a:ln w="19050">
              <a:solidFill>
                <a:schemeClr val="tx1">
                  <a:lumMod val="75000"/>
                  <a:lumOff val="25000"/>
                </a:schemeClr>
              </a:solidFill>
              <a:prstDash val="solid"/>
            </a:ln>
            <a:effectLst>
              <a:outerShdw dist="12700" dir="1980000" algn="t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anchor="ctr"/>
            <a:lstStyle/>
            <a:p>
              <a:endParaRPr lang="ko-KR" altLang="en-US" sz="1100" dirty="0">
                <a:solidFill>
                  <a:schemeClr val="lt1"/>
                </a:solidFill>
                <a:ea typeface="KoPub돋움체 Medium" panose="00000600000000000000" pitchFamily="2" charset="-127"/>
              </a:endParaRPr>
            </a:p>
          </p:txBody>
        </p:sp>
        <p:sp>
          <p:nvSpPr>
            <p:cNvPr id="1583" name="직사각형 166">
              <a:extLst>
                <a:ext uri="{FF2B5EF4-FFF2-40B4-BE49-F238E27FC236}">
                  <a16:creationId xmlns:a16="http://schemas.microsoft.com/office/drawing/2014/main" id="{5984700D-1673-9067-A0CD-B2FBBA71CB10}"/>
                </a:ext>
              </a:extLst>
            </p:cNvPr>
            <p:cNvSpPr/>
            <p:nvPr/>
          </p:nvSpPr>
          <p:spPr bwMode="auto">
            <a:xfrm>
              <a:off x="5074949" y="2411935"/>
              <a:ext cx="159863" cy="105119"/>
            </a:xfrm>
            <a:prstGeom prst="roundRect">
              <a:avLst>
                <a:gd name="adj" fmla="val 9838"/>
              </a:avLst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0" tIns="0" rIns="0" b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WEB</a:t>
              </a:r>
              <a:endParaRPr kumimoji="0" lang="ko-KR" altLang="en-US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2020603020101020101" pitchFamily="18" charset="-127"/>
              </a:endParaRPr>
            </a:p>
          </p:txBody>
        </p:sp>
        <p:sp>
          <p:nvSpPr>
            <p:cNvPr id="1584" name="직사각형 166">
              <a:extLst>
                <a:ext uri="{FF2B5EF4-FFF2-40B4-BE49-F238E27FC236}">
                  <a16:creationId xmlns:a16="http://schemas.microsoft.com/office/drawing/2014/main" id="{14D37C89-D4E5-899A-AD3F-FC75D3EDC25D}"/>
                </a:ext>
              </a:extLst>
            </p:cNvPr>
            <p:cNvSpPr/>
            <p:nvPr/>
          </p:nvSpPr>
          <p:spPr bwMode="auto">
            <a:xfrm>
              <a:off x="5321593" y="2412771"/>
              <a:ext cx="159863" cy="105119"/>
            </a:xfrm>
            <a:prstGeom prst="roundRect">
              <a:avLst>
                <a:gd name="adj" fmla="val 9838"/>
              </a:avLst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0" tIns="0" rIns="0" b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WAS</a:t>
              </a:r>
              <a:endParaRPr kumimoji="0" lang="ko-KR" altLang="en-US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2020603020101020101" pitchFamily="18" charset="-127"/>
              </a:endParaRPr>
            </a:p>
          </p:txBody>
        </p:sp>
        <p:sp>
          <p:nvSpPr>
            <p:cNvPr id="1585" name="직사각형 166">
              <a:extLst>
                <a:ext uri="{FF2B5EF4-FFF2-40B4-BE49-F238E27FC236}">
                  <a16:creationId xmlns:a16="http://schemas.microsoft.com/office/drawing/2014/main" id="{B56195BD-84B8-987C-13FD-7FEC09CF2B87}"/>
                </a:ext>
              </a:extLst>
            </p:cNvPr>
            <p:cNvSpPr/>
            <p:nvPr/>
          </p:nvSpPr>
          <p:spPr bwMode="auto">
            <a:xfrm>
              <a:off x="5568237" y="2412669"/>
              <a:ext cx="159863" cy="105119"/>
            </a:xfrm>
            <a:prstGeom prst="roundRect">
              <a:avLst>
                <a:gd name="adj" fmla="val 9838"/>
              </a:avLst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0" tIns="0" rIns="0" b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DB</a:t>
              </a:r>
              <a:endParaRPr kumimoji="0" lang="ko-KR" altLang="en-US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2020603020101020101" pitchFamily="18" charset="-127"/>
              </a:endParaRPr>
            </a:p>
          </p:txBody>
        </p:sp>
        <p:sp>
          <p:nvSpPr>
            <p:cNvPr id="1586" name="직사각형 166">
              <a:extLst>
                <a:ext uri="{FF2B5EF4-FFF2-40B4-BE49-F238E27FC236}">
                  <a16:creationId xmlns:a16="http://schemas.microsoft.com/office/drawing/2014/main" id="{DDD1CF3F-53DE-24BA-2CD5-546D38B09410}"/>
                </a:ext>
              </a:extLst>
            </p:cNvPr>
            <p:cNvSpPr/>
            <p:nvPr/>
          </p:nvSpPr>
          <p:spPr bwMode="auto">
            <a:xfrm>
              <a:off x="5814881" y="2415482"/>
              <a:ext cx="159863" cy="105119"/>
            </a:xfrm>
            <a:prstGeom prst="roundRect">
              <a:avLst>
                <a:gd name="adj" fmla="val 9838"/>
              </a:avLst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0" tIns="0" rIns="0" bIns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algn="ctr" defTabSz="1042988" eaLnBrk="0" latinLnBrk="0" hangingPunct="0">
                <a:spcBef>
                  <a:spcPts val="0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648325" algn="l"/>
                </a:tabLst>
              </a:pP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2020603020101020101" pitchFamily="18" charset="-127"/>
                </a:rPr>
                <a:t>Cache</a:t>
              </a:r>
              <a:endParaRPr kumimoji="0" lang="ko-KR" altLang="en-US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2020603020101020101" pitchFamily="18" charset="-127"/>
              </a:endParaRPr>
            </a:p>
          </p:txBody>
        </p:sp>
        <p:grpSp>
          <p:nvGrpSpPr>
            <p:cNvPr id="1587" name="그룹 1586">
              <a:extLst>
                <a:ext uri="{FF2B5EF4-FFF2-40B4-BE49-F238E27FC236}">
                  <a16:creationId xmlns:a16="http://schemas.microsoft.com/office/drawing/2014/main" id="{20D304F7-BA7A-92D4-02FB-6026027AE7A9}"/>
                </a:ext>
              </a:extLst>
            </p:cNvPr>
            <p:cNvGrpSpPr/>
            <p:nvPr/>
          </p:nvGrpSpPr>
          <p:grpSpPr>
            <a:xfrm>
              <a:off x="1013385" y="2352575"/>
              <a:ext cx="482857" cy="161583"/>
              <a:chOff x="4006044" y="5454956"/>
              <a:chExt cx="657043" cy="350704"/>
            </a:xfrm>
          </p:grpSpPr>
          <p:grpSp>
            <p:nvGrpSpPr>
              <p:cNvPr id="1588" name="그룹 1587">
                <a:extLst>
                  <a:ext uri="{FF2B5EF4-FFF2-40B4-BE49-F238E27FC236}">
                    <a16:creationId xmlns:a16="http://schemas.microsoft.com/office/drawing/2014/main" id="{112D94A0-8020-DCCE-D52C-5DB6DB394A92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199316" y="5500774"/>
                <a:ext cx="166212" cy="228600"/>
                <a:chOff x="3493292" y="3693520"/>
                <a:chExt cx="897069" cy="1233786"/>
              </a:xfrm>
            </p:grpSpPr>
            <p:grpSp>
              <p:nvGrpSpPr>
                <p:cNvPr id="1644" name="그룹 1643">
                  <a:extLst>
                    <a:ext uri="{FF2B5EF4-FFF2-40B4-BE49-F238E27FC236}">
                      <a16:creationId xmlns:a16="http://schemas.microsoft.com/office/drawing/2014/main" id="{7F26F831-91C8-F973-BDF5-DC76DF61CBD7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3493292" y="3693520"/>
                  <a:ext cx="897069" cy="1233786"/>
                  <a:chOff x="11921389" y="4267727"/>
                  <a:chExt cx="916126" cy="1260000"/>
                </a:xfrm>
              </p:grpSpPr>
              <p:sp>
                <p:nvSpPr>
                  <p:cNvPr id="1666" name="사각형: 둥근 모서리 222">
                    <a:extLst>
                      <a:ext uri="{FF2B5EF4-FFF2-40B4-BE49-F238E27FC236}">
                        <a16:creationId xmlns:a16="http://schemas.microsoft.com/office/drawing/2014/main" id="{6CA798FF-F1A7-5F85-DFFF-96FE7CC62DB8}"/>
                      </a:ext>
                    </a:extLst>
                  </p:cNvPr>
                  <p:cNvSpPr/>
                  <p:nvPr/>
                </p:nvSpPr>
                <p:spPr>
                  <a:xfrm>
                    <a:off x="11923593" y="4271687"/>
                    <a:ext cx="911716" cy="1252078"/>
                  </a:xfrm>
                  <a:prstGeom prst="roundRect">
                    <a:avLst>
                      <a:gd name="adj" fmla="val 7097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-3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grpSp>
                <p:nvGrpSpPr>
                  <p:cNvPr id="1667" name="그룹 1666">
                    <a:extLst>
                      <a:ext uri="{FF2B5EF4-FFF2-40B4-BE49-F238E27FC236}">
                        <a16:creationId xmlns:a16="http://schemas.microsoft.com/office/drawing/2014/main" id="{D8F8EB0F-A808-F371-19E4-DEE69E92170E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11921389" y="4267727"/>
                    <a:ext cx="916126" cy="1260000"/>
                    <a:chOff x="14485938" y="-2571751"/>
                    <a:chExt cx="554038" cy="762000"/>
                  </a:xfrm>
                  <a:solidFill>
                    <a:srgbClr val="262626"/>
                  </a:solidFill>
                </p:grpSpPr>
                <p:sp>
                  <p:nvSpPr>
                    <p:cNvPr id="1668" name="Freeform 230">
                      <a:extLst>
                        <a:ext uri="{FF2B5EF4-FFF2-40B4-BE49-F238E27FC236}">
                          <a16:creationId xmlns:a16="http://schemas.microsoft.com/office/drawing/2014/main" id="{C16CC38D-A0C9-153B-6976-16A406CBA82B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4485938" y="-2571751"/>
                      <a:ext cx="554038" cy="762000"/>
                    </a:xfrm>
                    <a:custGeom>
                      <a:avLst/>
                      <a:gdLst>
                        <a:gd name="T0" fmla="*/ 137 w 147"/>
                        <a:gd name="T1" fmla="*/ 0 h 200"/>
                        <a:gd name="T2" fmla="*/ 10 w 147"/>
                        <a:gd name="T3" fmla="*/ 0 h 200"/>
                        <a:gd name="T4" fmla="*/ 0 w 147"/>
                        <a:gd name="T5" fmla="*/ 10 h 200"/>
                        <a:gd name="T6" fmla="*/ 0 w 147"/>
                        <a:gd name="T7" fmla="*/ 190 h 200"/>
                        <a:gd name="T8" fmla="*/ 10 w 147"/>
                        <a:gd name="T9" fmla="*/ 200 h 200"/>
                        <a:gd name="T10" fmla="*/ 137 w 147"/>
                        <a:gd name="T11" fmla="*/ 200 h 200"/>
                        <a:gd name="T12" fmla="*/ 140 w 147"/>
                        <a:gd name="T13" fmla="*/ 199 h 200"/>
                        <a:gd name="T14" fmla="*/ 146 w 147"/>
                        <a:gd name="T15" fmla="*/ 193 h 200"/>
                        <a:gd name="T16" fmla="*/ 147 w 147"/>
                        <a:gd name="T17" fmla="*/ 190 h 200"/>
                        <a:gd name="T18" fmla="*/ 147 w 147"/>
                        <a:gd name="T19" fmla="*/ 10 h 200"/>
                        <a:gd name="T20" fmla="*/ 137 w 147"/>
                        <a:gd name="T21" fmla="*/ 0 h 200"/>
                        <a:gd name="T22" fmla="*/ 139 w 147"/>
                        <a:gd name="T23" fmla="*/ 189 h 200"/>
                        <a:gd name="T24" fmla="*/ 135 w 147"/>
                        <a:gd name="T25" fmla="*/ 192 h 200"/>
                        <a:gd name="T26" fmla="*/ 10 w 147"/>
                        <a:gd name="T27" fmla="*/ 192 h 200"/>
                        <a:gd name="T28" fmla="*/ 8 w 147"/>
                        <a:gd name="T29" fmla="*/ 190 h 200"/>
                        <a:gd name="T30" fmla="*/ 8 w 147"/>
                        <a:gd name="T31" fmla="*/ 10 h 200"/>
                        <a:gd name="T32" fmla="*/ 10 w 147"/>
                        <a:gd name="T33" fmla="*/ 8 h 200"/>
                        <a:gd name="T34" fmla="*/ 137 w 147"/>
                        <a:gd name="T35" fmla="*/ 8 h 200"/>
                        <a:gd name="T36" fmla="*/ 139 w 147"/>
                        <a:gd name="T37" fmla="*/ 10 h 200"/>
                        <a:gd name="T38" fmla="*/ 139 w 147"/>
                        <a:gd name="T39" fmla="*/ 189 h 2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</a:cxnLst>
                      <a:rect l="0" t="0" r="r" b="b"/>
                      <a:pathLst>
                        <a:path w="147" h="200">
                          <a:moveTo>
                            <a:pt x="137" y="0"/>
                          </a:moveTo>
                          <a:cubicBezTo>
                            <a:pt x="10" y="0"/>
                            <a:pt x="10" y="0"/>
                            <a:pt x="10" y="0"/>
                          </a:cubicBezTo>
                          <a:cubicBezTo>
                            <a:pt x="4" y="0"/>
                            <a:pt x="0" y="5"/>
                            <a:pt x="0" y="10"/>
                          </a:cubicBezTo>
                          <a:cubicBezTo>
                            <a:pt x="0" y="190"/>
                            <a:pt x="0" y="190"/>
                            <a:pt x="0" y="190"/>
                          </a:cubicBezTo>
                          <a:cubicBezTo>
                            <a:pt x="0" y="196"/>
                            <a:pt x="4" y="200"/>
                            <a:pt x="10" y="200"/>
                          </a:cubicBezTo>
                          <a:cubicBezTo>
                            <a:pt x="137" y="200"/>
                            <a:pt x="137" y="200"/>
                            <a:pt x="137" y="200"/>
                          </a:cubicBezTo>
                          <a:cubicBezTo>
                            <a:pt x="138" y="200"/>
                            <a:pt x="139" y="200"/>
                            <a:pt x="140" y="199"/>
                          </a:cubicBezTo>
                          <a:cubicBezTo>
                            <a:pt x="146" y="193"/>
                            <a:pt x="146" y="193"/>
                            <a:pt x="146" y="193"/>
                          </a:cubicBezTo>
                          <a:cubicBezTo>
                            <a:pt x="146" y="192"/>
                            <a:pt x="147" y="191"/>
                            <a:pt x="147" y="190"/>
                          </a:cubicBezTo>
                          <a:cubicBezTo>
                            <a:pt x="147" y="10"/>
                            <a:pt x="147" y="10"/>
                            <a:pt x="147" y="10"/>
                          </a:cubicBezTo>
                          <a:cubicBezTo>
                            <a:pt x="147" y="5"/>
                            <a:pt x="142" y="0"/>
                            <a:pt x="137" y="0"/>
                          </a:cubicBezTo>
                          <a:close/>
                          <a:moveTo>
                            <a:pt x="139" y="189"/>
                          </a:moveTo>
                          <a:cubicBezTo>
                            <a:pt x="135" y="192"/>
                            <a:pt x="135" y="192"/>
                            <a:pt x="135" y="192"/>
                          </a:cubicBezTo>
                          <a:cubicBezTo>
                            <a:pt x="10" y="192"/>
                            <a:pt x="10" y="192"/>
                            <a:pt x="10" y="192"/>
                          </a:cubicBezTo>
                          <a:cubicBezTo>
                            <a:pt x="9" y="192"/>
                            <a:pt x="8" y="191"/>
                            <a:pt x="8" y="190"/>
                          </a:cubicBezTo>
                          <a:cubicBezTo>
                            <a:pt x="8" y="10"/>
                            <a:pt x="8" y="10"/>
                            <a:pt x="8" y="10"/>
                          </a:cubicBezTo>
                          <a:cubicBezTo>
                            <a:pt x="8" y="9"/>
                            <a:pt x="9" y="8"/>
                            <a:pt x="10" y="8"/>
                          </a:cubicBezTo>
                          <a:cubicBezTo>
                            <a:pt x="137" y="8"/>
                            <a:pt x="137" y="8"/>
                            <a:pt x="137" y="8"/>
                          </a:cubicBezTo>
                          <a:cubicBezTo>
                            <a:pt x="138" y="8"/>
                            <a:pt x="139" y="9"/>
                            <a:pt x="139" y="10"/>
                          </a:cubicBezTo>
                          <a:lnTo>
                            <a:pt x="139" y="189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  <p:sp>
                  <p:nvSpPr>
                    <p:cNvPr id="1669" name="Freeform 231">
                      <a:extLst>
                        <a:ext uri="{FF2B5EF4-FFF2-40B4-BE49-F238E27FC236}">
                          <a16:creationId xmlns:a16="http://schemas.microsoft.com/office/drawing/2014/main" id="{C69B7180-7C2A-A156-323F-7149E5532D3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4603413" y="-2403476"/>
                      <a:ext cx="315913" cy="30163"/>
                    </a:xfrm>
                    <a:custGeom>
                      <a:avLst/>
                      <a:gdLst>
                        <a:gd name="T0" fmla="*/ 80 w 84"/>
                        <a:gd name="T1" fmla="*/ 0 h 8"/>
                        <a:gd name="T2" fmla="*/ 4 w 84"/>
                        <a:gd name="T3" fmla="*/ 0 h 8"/>
                        <a:gd name="T4" fmla="*/ 0 w 84"/>
                        <a:gd name="T5" fmla="*/ 4 h 8"/>
                        <a:gd name="T6" fmla="*/ 4 w 84"/>
                        <a:gd name="T7" fmla="*/ 8 h 8"/>
                        <a:gd name="T8" fmla="*/ 80 w 84"/>
                        <a:gd name="T9" fmla="*/ 8 h 8"/>
                        <a:gd name="T10" fmla="*/ 84 w 84"/>
                        <a:gd name="T11" fmla="*/ 4 h 8"/>
                        <a:gd name="T12" fmla="*/ 80 w 84"/>
                        <a:gd name="T13" fmla="*/ 0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4" h="8">
                          <a:moveTo>
                            <a:pt x="80" y="0"/>
                          </a:moveTo>
                          <a:cubicBezTo>
                            <a:pt x="4" y="0"/>
                            <a:pt x="4" y="0"/>
                            <a:pt x="4" y="0"/>
                          </a:cubicBezTo>
                          <a:cubicBezTo>
                            <a:pt x="2" y="0"/>
                            <a:pt x="0" y="2"/>
                            <a:pt x="0" y="4"/>
                          </a:cubicBezTo>
                          <a:cubicBezTo>
                            <a:pt x="0" y="6"/>
                            <a:pt x="2" y="8"/>
                            <a:pt x="4" y="8"/>
                          </a:cubicBezTo>
                          <a:cubicBezTo>
                            <a:pt x="80" y="8"/>
                            <a:pt x="80" y="8"/>
                            <a:pt x="80" y="8"/>
                          </a:cubicBezTo>
                          <a:cubicBezTo>
                            <a:pt x="82" y="8"/>
                            <a:pt x="84" y="6"/>
                            <a:pt x="84" y="4"/>
                          </a:cubicBezTo>
                          <a:cubicBezTo>
                            <a:pt x="84" y="2"/>
                            <a:pt x="82" y="0"/>
                            <a:pt x="80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1645" name="그룹 1644">
                  <a:extLst>
                    <a:ext uri="{FF2B5EF4-FFF2-40B4-BE49-F238E27FC236}">
                      <a16:creationId xmlns:a16="http://schemas.microsoft.com/office/drawing/2014/main" id="{A43FE9F9-B70C-344A-00BE-312EB85C0161}"/>
                    </a:ext>
                  </a:extLst>
                </p:cNvPr>
                <p:cNvGrpSpPr/>
                <p:nvPr/>
              </p:nvGrpSpPr>
              <p:grpSpPr>
                <a:xfrm>
                  <a:off x="3623554" y="4140320"/>
                  <a:ext cx="636537" cy="634466"/>
                  <a:chOff x="881898" y="5310642"/>
                  <a:chExt cx="976313" cy="973138"/>
                </a:xfrm>
              </p:grpSpPr>
              <p:grpSp>
                <p:nvGrpSpPr>
                  <p:cNvPr id="1646" name="그룹 1645">
                    <a:extLst>
                      <a:ext uri="{FF2B5EF4-FFF2-40B4-BE49-F238E27FC236}">
                        <a16:creationId xmlns:a16="http://schemas.microsoft.com/office/drawing/2014/main" id="{B805E9CA-E6EA-1E92-AEE2-FC62DC689F23}"/>
                      </a:ext>
                    </a:extLst>
                  </p:cNvPr>
                  <p:cNvGrpSpPr/>
                  <p:nvPr/>
                </p:nvGrpSpPr>
                <p:grpSpPr>
                  <a:xfrm>
                    <a:off x="881898" y="5310642"/>
                    <a:ext cx="976313" cy="973138"/>
                    <a:chOff x="21240750" y="2320925"/>
                    <a:chExt cx="976313" cy="973138"/>
                  </a:xfrm>
                </p:grpSpPr>
                <p:sp>
                  <p:nvSpPr>
                    <p:cNvPr id="1648" name="Freeform 113">
                      <a:extLst>
                        <a:ext uri="{FF2B5EF4-FFF2-40B4-BE49-F238E27FC236}">
                          <a16:creationId xmlns:a16="http://schemas.microsoft.com/office/drawing/2014/main" id="{634F36F2-F020-9D1E-0B69-A8F66192189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410343" y="2487232"/>
                      <a:ext cx="637131" cy="640525"/>
                    </a:xfrm>
                    <a:custGeom>
                      <a:avLst/>
                      <a:gdLst>
                        <a:gd name="T0" fmla="*/ 1100 w 1100"/>
                        <a:gd name="T1" fmla="*/ 210 h 1107"/>
                        <a:gd name="T2" fmla="*/ 1100 w 1100"/>
                        <a:gd name="T3" fmla="*/ 264 h 1107"/>
                        <a:gd name="T4" fmla="*/ 1100 w 1100"/>
                        <a:gd name="T5" fmla="*/ 419 h 1107"/>
                        <a:gd name="T6" fmla="*/ 1100 w 1100"/>
                        <a:gd name="T7" fmla="*/ 473 h 1107"/>
                        <a:gd name="T8" fmla="*/ 1100 w 1100"/>
                        <a:gd name="T9" fmla="*/ 635 h 1107"/>
                        <a:gd name="T10" fmla="*/ 1100 w 1100"/>
                        <a:gd name="T11" fmla="*/ 689 h 1107"/>
                        <a:gd name="T12" fmla="*/ 1100 w 1100"/>
                        <a:gd name="T13" fmla="*/ 844 h 1107"/>
                        <a:gd name="T14" fmla="*/ 1100 w 1100"/>
                        <a:gd name="T15" fmla="*/ 898 h 1107"/>
                        <a:gd name="T16" fmla="*/ 1100 w 1100"/>
                        <a:gd name="T17" fmla="*/ 1033 h 1107"/>
                        <a:gd name="T18" fmla="*/ 1026 w 1100"/>
                        <a:gd name="T19" fmla="*/ 1107 h 1107"/>
                        <a:gd name="T20" fmla="*/ 898 w 1100"/>
                        <a:gd name="T21" fmla="*/ 1107 h 1107"/>
                        <a:gd name="T22" fmla="*/ 844 w 1100"/>
                        <a:gd name="T23" fmla="*/ 1107 h 1107"/>
                        <a:gd name="T24" fmla="*/ 682 w 1100"/>
                        <a:gd name="T25" fmla="*/ 1107 h 1107"/>
                        <a:gd name="T26" fmla="*/ 628 w 1100"/>
                        <a:gd name="T27" fmla="*/ 1107 h 1107"/>
                        <a:gd name="T28" fmla="*/ 472 w 1100"/>
                        <a:gd name="T29" fmla="*/ 1107 h 1107"/>
                        <a:gd name="T30" fmla="*/ 418 w 1100"/>
                        <a:gd name="T31" fmla="*/ 1107 h 1107"/>
                        <a:gd name="T32" fmla="*/ 256 w 1100"/>
                        <a:gd name="T33" fmla="*/ 1107 h 1107"/>
                        <a:gd name="T34" fmla="*/ 202 w 1100"/>
                        <a:gd name="T35" fmla="*/ 1107 h 1107"/>
                        <a:gd name="T36" fmla="*/ 74 w 1100"/>
                        <a:gd name="T37" fmla="*/ 1107 h 1107"/>
                        <a:gd name="T38" fmla="*/ 0 w 1100"/>
                        <a:gd name="T39" fmla="*/ 1033 h 1107"/>
                        <a:gd name="T40" fmla="*/ 0 w 1100"/>
                        <a:gd name="T41" fmla="*/ 898 h 1107"/>
                        <a:gd name="T42" fmla="*/ 0 w 1100"/>
                        <a:gd name="T43" fmla="*/ 844 h 1107"/>
                        <a:gd name="T44" fmla="*/ 0 w 1100"/>
                        <a:gd name="T45" fmla="*/ 689 h 1107"/>
                        <a:gd name="T46" fmla="*/ 0 w 1100"/>
                        <a:gd name="T47" fmla="*/ 635 h 1107"/>
                        <a:gd name="T48" fmla="*/ 0 w 1100"/>
                        <a:gd name="T49" fmla="*/ 473 h 1107"/>
                        <a:gd name="T50" fmla="*/ 0 w 1100"/>
                        <a:gd name="T51" fmla="*/ 419 h 1107"/>
                        <a:gd name="T52" fmla="*/ 0 w 1100"/>
                        <a:gd name="T53" fmla="*/ 264 h 1107"/>
                        <a:gd name="T54" fmla="*/ 0 w 1100"/>
                        <a:gd name="T55" fmla="*/ 210 h 1107"/>
                        <a:gd name="T56" fmla="*/ 0 w 1100"/>
                        <a:gd name="T57" fmla="*/ 75 h 1107"/>
                        <a:gd name="T58" fmla="*/ 74 w 1100"/>
                        <a:gd name="T59" fmla="*/ 0 h 1107"/>
                        <a:gd name="T60" fmla="*/ 202 w 1100"/>
                        <a:gd name="T61" fmla="*/ 0 h 1107"/>
                        <a:gd name="T62" fmla="*/ 256 w 1100"/>
                        <a:gd name="T63" fmla="*/ 0 h 1107"/>
                        <a:gd name="T64" fmla="*/ 418 w 1100"/>
                        <a:gd name="T65" fmla="*/ 0 h 1107"/>
                        <a:gd name="T66" fmla="*/ 472 w 1100"/>
                        <a:gd name="T67" fmla="*/ 0 h 1107"/>
                        <a:gd name="T68" fmla="*/ 628 w 1100"/>
                        <a:gd name="T69" fmla="*/ 0 h 1107"/>
                        <a:gd name="T70" fmla="*/ 682 w 1100"/>
                        <a:gd name="T71" fmla="*/ 0 h 1107"/>
                        <a:gd name="T72" fmla="*/ 844 w 1100"/>
                        <a:gd name="T73" fmla="*/ 0 h 1107"/>
                        <a:gd name="T74" fmla="*/ 898 w 1100"/>
                        <a:gd name="T75" fmla="*/ 0 h 1107"/>
                        <a:gd name="T76" fmla="*/ 1026 w 1100"/>
                        <a:gd name="T77" fmla="*/ 0 h 1107"/>
                        <a:gd name="T78" fmla="*/ 1100 w 1100"/>
                        <a:gd name="T79" fmla="*/ 75 h 1107"/>
                        <a:gd name="T80" fmla="*/ 1100 w 1100"/>
                        <a:gd name="T81" fmla="*/ 210 h 1107"/>
                        <a:gd name="T82" fmla="*/ 1100 w 1100"/>
                        <a:gd name="T83" fmla="*/ 210 h 110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</a:cxnLst>
                      <a:rect l="0" t="0" r="r" b="b"/>
                      <a:pathLst>
                        <a:path w="1100" h="1107">
                          <a:moveTo>
                            <a:pt x="1100" y="210"/>
                          </a:moveTo>
                          <a:cubicBezTo>
                            <a:pt x="1100" y="264"/>
                            <a:pt x="1100" y="264"/>
                            <a:pt x="1100" y="264"/>
                          </a:cubicBezTo>
                          <a:cubicBezTo>
                            <a:pt x="1100" y="419"/>
                            <a:pt x="1100" y="419"/>
                            <a:pt x="1100" y="419"/>
                          </a:cubicBezTo>
                          <a:cubicBezTo>
                            <a:pt x="1100" y="473"/>
                            <a:pt x="1100" y="473"/>
                            <a:pt x="1100" y="473"/>
                          </a:cubicBezTo>
                          <a:cubicBezTo>
                            <a:pt x="1100" y="635"/>
                            <a:pt x="1100" y="635"/>
                            <a:pt x="1100" y="635"/>
                          </a:cubicBezTo>
                          <a:cubicBezTo>
                            <a:pt x="1100" y="689"/>
                            <a:pt x="1100" y="689"/>
                            <a:pt x="1100" y="689"/>
                          </a:cubicBezTo>
                          <a:cubicBezTo>
                            <a:pt x="1100" y="844"/>
                            <a:pt x="1100" y="844"/>
                            <a:pt x="1100" y="844"/>
                          </a:cubicBezTo>
                          <a:cubicBezTo>
                            <a:pt x="1100" y="898"/>
                            <a:pt x="1100" y="898"/>
                            <a:pt x="1100" y="898"/>
                          </a:cubicBezTo>
                          <a:cubicBezTo>
                            <a:pt x="1100" y="1033"/>
                            <a:pt x="1100" y="1033"/>
                            <a:pt x="1100" y="1033"/>
                          </a:cubicBezTo>
                          <a:cubicBezTo>
                            <a:pt x="1100" y="1073"/>
                            <a:pt x="1073" y="1107"/>
                            <a:pt x="1026" y="1107"/>
                          </a:cubicBezTo>
                          <a:cubicBezTo>
                            <a:pt x="898" y="1107"/>
                            <a:pt x="898" y="1107"/>
                            <a:pt x="898" y="1107"/>
                          </a:cubicBezTo>
                          <a:cubicBezTo>
                            <a:pt x="844" y="1107"/>
                            <a:pt x="844" y="1107"/>
                            <a:pt x="844" y="1107"/>
                          </a:cubicBezTo>
                          <a:cubicBezTo>
                            <a:pt x="682" y="1107"/>
                            <a:pt x="682" y="1107"/>
                            <a:pt x="682" y="1107"/>
                          </a:cubicBezTo>
                          <a:cubicBezTo>
                            <a:pt x="628" y="1107"/>
                            <a:pt x="628" y="1107"/>
                            <a:pt x="628" y="1107"/>
                          </a:cubicBezTo>
                          <a:cubicBezTo>
                            <a:pt x="472" y="1107"/>
                            <a:pt x="472" y="1107"/>
                            <a:pt x="472" y="1107"/>
                          </a:cubicBezTo>
                          <a:cubicBezTo>
                            <a:pt x="418" y="1107"/>
                            <a:pt x="418" y="1107"/>
                            <a:pt x="418" y="1107"/>
                          </a:cubicBezTo>
                          <a:cubicBezTo>
                            <a:pt x="256" y="1107"/>
                            <a:pt x="256" y="1107"/>
                            <a:pt x="256" y="1107"/>
                          </a:cubicBezTo>
                          <a:cubicBezTo>
                            <a:pt x="202" y="1107"/>
                            <a:pt x="202" y="1107"/>
                            <a:pt x="202" y="1107"/>
                          </a:cubicBezTo>
                          <a:cubicBezTo>
                            <a:pt x="74" y="1107"/>
                            <a:pt x="74" y="1107"/>
                            <a:pt x="74" y="1107"/>
                          </a:cubicBezTo>
                          <a:cubicBezTo>
                            <a:pt x="27" y="1107"/>
                            <a:pt x="0" y="1073"/>
                            <a:pt x="0" y="1033"/>
                          </a:cubicBezTo>
                          <a:cubicBezTo>
                            <a:pt x="0" y="898"/>
                            <a:pt x="0" y="898"/>
                            <a:pt x="0" y="898"/>
                          </a:cubicBezTo>
                          <a:cubicBezTo>
                            <a:pt x="0" y="844"/>
                            <a:pt x="0" y="844"/>
                            <a:pt x="0" y="844"/>
                          </a:cubicBezTo>
                          <a:cubicBezTo>
                            <a:pt x="0" y="689"/>
                            <a:pt x="0" y="689"/>
                            <a:pt x="0" y="689"/>
                          </a:cubicBezTo>
                          <a:cubicBezTo>
                            <a:pt x="0" y="635"/>
                            <a:pt x="0" y="635"/>
                            <a:pt x="0" y="635"/>
                          </a:cubicBezTo>
                          <a:cubicBezTo>
                            <a:pt x="0" y="473"/>
                            <a:pt x="0" y="473"/>
                            <a:pt x="0" y="473"/>
                          </a:cubicBezTo>
                          <a:cubicBezTo>
                            <a:pt x="0" y="419"/>
                            <a:pt x="0" y="419"/>
                            <a:pt x="0" y="419"/>
                          </a:cubicBezTo>
                          <a:cubicBezTo>
                            <a:pt x="0" y="264"/>
                            <a:pt x="0" y="264"/>
                            <a:pt x="0" y="264"/>
                          </a:cubicBezTo>
                          <a:cubicBezTo>
                            <a:pt x="0" y="210"/>
                            <a:pt x="0" y="210"/>
                            <a:pt x="0" y="210"/>
                          </a:cubicBezTo>
                          <a:cubicBezTo>
                            <a:pt x="0" y="75"/>
                            <a:pt x="0" y="75"/>
                            <a:pt x="0" y="75"/>
                          </a:cubicBezTo>
                          <a:cubicBezTo>
                            <a:pt x="0" y="34"/>
                            <a:pt x="27" y="0"/>
                            <a:pt x="74" y="0"/>
                          </a:cubicBezTo>
                          <a:cubicBezTo>
                            <a:pt x="202" y="0"/>
                            <a:pt x="202" y="0"/>
                            <a:pt x="202" y="0"/>
                          </a:cubicBezTo>
                          <a:cubicBezTo>
                            <a:pt x="256" y="0"/>
                            <a:pt x="256" y="0"/>
                            <a:pt x="256" y="0"/>
                          </a:cubicBezTo>
                          <a:cubicBezTo>
                            <a:pt x="418" y="0"/>
                            <a:pt x="418" y="0"/>
                            <a:pt x="418" y="0"/>
                          </a:cubicBezTo>
                          <a:cubicBezTo>
                            <a:pt x="472" y="0"/>
                            <a:pt x="472" y="0"/>
                            <a:pt x="472" y="0"/>
                          </a:cubicBezTo>
                          <a:cubicBezTo>
                            <a:pt x="628" y="0"/>
                            <a:pt x="628" y="0"/>
                            <a:pt x="628" y="0"/>
                          </a:cubicBezTo>
                          <a:cubicBezTo>
                            <a:pt x="682" y="0"/>
                            <a:pt x="682" y="0"/>
                            <a:pt x="682" y="0"/>
                          </a:cubicBezTo>
                          <a:cubicBezTo>
                            <a:pt x="844" y="0"/>
                            <a:pt x="844" y="0"/>
                            <a:pt x="844" y="0"/>
                          </a:cubicBezTo>
                          <a:cubicBezTo>
                            <a:pt x="898" y="0"/>
                            <a:pt x="898" y="0"/>
                            <a:pt x="898" y="0"/>
                          </a:cubicBezTo>
                          <a:cubicBezTo>
                            <a:pt x="1026" y="0"/>
                            <a:pt x="1026" y="0"/>
                            <a:pt x="1026" y="0"/>
                          </a:cubicBezTo>
                          <a:cubicBezTo>
                            <a:pt x="1073" y="0"/>
                            <a:pt x="1100" y="34"/>
                            <a:pt x="1100" y="75"/>
                          </a:cubicBezTo>
                          <a:cubicBezTo>
                            <a:pt x="1100" y="210"/>
                            <a:pt x="1100" y="210"/>
                            <a:pt x="1100" y="210"/>
                          </a:cubicBezTo>
                          <a:cubicBezTo>
                            <a:pt x="1100" y="210"/>
                            <a:pt x="1100" y="210"/>
                            <a:pt x="1100" y="210"/>
                          </a:cubicBezTo>
                          <a:close/>
                        </a:path>
                      </a:pathLst>
                    </a:custGeom>
                    <a:solidFill>
                      <a:schemeClr val="tx1">
                        <a:lumMod val="85000"/>
                        <a:lumOff val="15000"/>
                      </a:schemeClr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649" name="Freeform 96">
                      <a:extLst>
                        <a:ext uri="{FF2B5EF4-FFF2-40B4-BE49-F238E27FC236}">
                          <a16:creationId xmlns:a16="http://schemas.microsoft.com/office/drawing/2014/main" id="{B80E463D-BFFB-EFE2-8705-F31973168CF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085300" y="2620963"/>
                      <a:ext cx="131763" cy="30163"/>
                    </a:xfrm>
                    <a:custGeom>
                      <a:avLst/>
                      <a:gdLst>
                        <a:gd name="T0" fmla="*/ 244 w 244"/>
                        <a:gd name="T1" fmla="*/ 28 h 55"/>
                        <a:gd name="T2" fmla="*/ 217 w 244"/>
                        <a:gd name="T3" fmla="*/ 0 h 55"/>
                        <a:gd name="T4" fmla="*/ 0 w 244"/>
                        <a:gd name="T5" fmla="*/ 0 h 55"/>
                        <a:gd name="T6" fmla="*/ 0 w 244"/>
                        <a:gd name="T7" fmla="*/ 55 h 55"/>
                        <a:gd name="T8" fmla="*/ 217 w 244"/>
                        <a:gd name="T9" fmla="*/ 55 h 55"/>
                        <a:gd name="T10" fmla="*/ 244 w 244"/>
                        <a:gd name="T11" fmla="*/ 28 h 5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4" h="55">
                          <a:moveTo>
                            <a:pt x="244" y="28"/>
                          </a:moveTo>
                          <a:cubicBezTo>
                            <a:pt x="244" y="14"/>
                            <a:pt x="230" y="0"/>
                            <a:pt x="217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55"/>
                            <a:pt x="0" y="55"/>
                            <a:pt x="0" y="55"/>
                          </a:cubicBezTo>
                          <a:cubicBezTo>
                            <a:pt x="217" y="55"/>
                            <a:pt x="217" y="55"/>
                            <a:pt x="217" y="55"/>
                          </a:cubicBezTo>
                          <a:cubicBezTo>
                            <a:pt x="230" y="55"/>
                            <a:pt x="244" y="41"/>
                            <a:pt x="244" y="28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650" name="Freeform 97">
                      <a:extLst>
                        <a:ext uri="{FF2B5EF4-FFF2-40B4-BE49-F238E27FC236}">
                          <a16:creationId xmlns:a16="http://schemas.microsoft.com/office/drawing/2014/main" id="{ECF422F9-84C6-8409-F697-1DBFE85C283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085300" y="2733675"/>
                      <a:ext cx="131763" cy="30163"/>
                    </a:xfrm>
                    <a:custGeom>
                      <a:avLst/>
                      <a:gdLst>
                        <a:gd name="T0" fmla="*/ 217 w 244"/>
                        <a:gd name="T1" fmla="*/ 0 h 54"/>
                        <a:gd name="T2" fmla="*/ 0 w 244"/>
                        <a:gd name="T3" fmla="*/ 0 h 54"/>
                        <a:gd name="T4" fmla="*/ 0 w 244"/>
                        <a:gd name="T5" fmla="*/ 54 h 54"/>
                        <a:gd name="T6" fmla="*/ 217 w 244"/>
                        <a:gd name="T7" fmla="*/ 54 h 54"/>
                        <a:gd name="T8" fmla="*/ 244 w 244"/>
                        <a:gd name="T9" fmla="*/ 27 h 54"/>
                        <a:gd name="T10" fmla="*/ 217 w 244"/>
                        <a:gd name="T11" fmla="*/ 0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4" h="54">
                          <a:moveTo>
                            <a:pt x="217" y="0"/>
                          </a:move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54"/>
                            <a:pt x="0" y="54"/>
                            <a:pt x="0" y="54"/>
                          </a:cubicBezTo>
                          <a:cubicBezTo>
                            <a:pt x="217" y="54"/>
                            <a:pt x="217" y="54"/>
                            <a:pt x="217" y="54"/>
                          </a:cubicBezTo>
                          <a:cubicBezTo>
                            <a:pt x="230" y="54"/>
                            <a:pt x="244" y="47"/>
                            <a:pt x="244" y="27"/>
                          </a:cubicBezTo>
                          <a:cubicBezTo>
                            <a:pt x="244" y="13"/>
                            <a:pt x="230" y="0"/>
                            <a:pt x="217" y="0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651" name="Freeform 98">
                      <a:extLst>
                        <a:ext uri="{FF2B5EF4-FFF2-40B4-BE49-F238E27FC236}">
                          <a16:creationId xmlns:a16="http://schemas.microsoft.com/office/drawing/2014/main" id="{E722B4A7-0837-6814-5F51-C7D2510612E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085300" y="2851150"/>
                      <a:ext cx="131763" cy="30163"/>
                    </a:xfrm>
                    <a:custGeom>
                      <a:avLst/>
                      <a:gdLst>
                        <a:gd name="T0" fmla="*/ 217 w 244"/>
                        <a:gd name="T1" fmla="*/ 0 h 54"/>
                        <a:gd name="T2" fmla="*/ 0 w 244"/>
                        <a:gd name="T3" fmla="*/ 0 h 54"/>
                        <a:gd name="T4" fmla="*/ 0 w 244"/>
                        <a:gd name="T5" fmla="*/ 54 h 54"/>
                        <a:gd name="T6" fmla="*/ 217 w 244"/>
                        <a:gd name="T7" fmla="*/ 54 h 54"/>
                        <a:gd name="T8" fmla="*/ 244 w 244"/>
                        <a:gd name="T9" fmla="*/ 27 h 54"/>
                        <a:gd name="T10" fmla="*/ 217 w 244"/>
                        <a:gd name="T11" fmla="*/ 0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4" h="54">
                          <a:moveTo>
                            <a:pt x="217" y="0"/>
                          </a:move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54"/>
                            <a:pt x="0" y="54"/>
                            <a:pt x="0" y="54"/>
                          </a:cubicBezTo>
                          <a:cubicBezTo>
                            <a:pt x="217" y="54"/>
                            <a:pt x="217" y="54"/>
                            <a:pt x="217" y="54"/>
                          </a:cubicBezTo>
                          <a:cubicBezTo>
                            <a:pt x="230" y="54"/>
                            <a:pt x="244" y="41"/>
                            <a:pt x="244" y="27"/>
                          </a:cubicBezTo>
                          <a:cubicBezTo>
                            <a:pt x="244" y="14"/>
                            <a:pt x="230" y="0"/>
                            <a:pt x="217" y="0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652" name="Freeform 99">
                      <a:extLst>
                        <a:ext uri="{FF2B5EF4-FFF2-40B4-BE49-F238E27FC236}">
                          <a16:creationId xmlns:a16="http://schemas.microsoft.com/office/drawing/2014/main" id="{361329B3-9F30-107D-4FE2-184234EC94A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085300" y="2965450"/>
                      <a:ext cx="131763" cy="28575"/>
                    </a:xfrm>
                    <a:custGeom>
                      <a:avLst/>
                      <a:gdLst>
                        <a:gd name="T0" fmla="*/ 217 w 244"/>
                        <a:gd name="T1" fmla="*/ 0 h 54"/>
                        <a:gd name="T2" fmla="*/ 0 w 244"/>
                        <a:gd name="T3" fmla="*/ 0 h 54"/>
                        <a:gd name="T4" fmla="*/ 0 w 244"/>
                        <a:gd name="T5" fmla="*/ 54 h 54"/>
                        <a:gd name="T6" fmla="*/ 217 w 244"/>
                        <a:gd name="T7" fmla="*/ 54 h 54"/>
                        <a:gd name="T8" fmla="*/ 244 w 244"/>
                        <a:gd name="T9" fmla="*/ 27 h 54"/>
                        <a:gd name="T10" fmla="*/ 217 w 244"/>
                        <a:gd name="T11" fmla="*/ 0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4" h="54">
                          <a:moveTo>
                            <a:pt x="217" y="0"/>
                          </a:move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54"/>
                            <a:pt x="0" y="54"/>
                            <a:pt x="0" y="54"/>
                          </a:cubicBezTo>
                          <a:cubicBezTo>
                            <a:pt x="217" y="54"/>
                            <a:pt x="217" y="54"/>
                            <a:pt x="217" y="54"/>
                          </a:cubicBezTo>
                          <a:cubicBezTo>
                            <a:pt x="230" y="54"/>
                            <a:pt x="244" y="47"/>
                            <a:pt x="244" y="27"/>
                          </a:cubicBezTo>
                          <a:cubicBezTo>
                            <a:pt x="244" y="13"/>
                            <a:pt x="230" y="0"/>
                            <a:pt x="217" y="0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653" name="Freeform 100">
                      <a:extLst>
                        <a:ext uri="{FF2B5EF4-FFF2-40B4-BE49-F238E27FC236}">
                          <a16:creationId xmlns:a16="http://schemas.microsoft.com/office/drawing/2014/main" id="{CA60CE6A-4B10-1D5B-1950-B1860C97D8D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240750" y="2620963"/>
                      <a:ext cx="131763" cy="30163"/>
                    </a:xfrm>
                    <a:custGeom>
                      <a:avLst/>
                      <a:gdLst>
                        <a:gd name="T0" fmla="*/ 0 w 243"/>
                        <a:gd name="T1" fmla="*/ 28 h 55"/>
                        <a:gd name="T2" fmla="*/ 27 w 243"/>
                        <a:gd name="T3" fmla="*/ 55 h 55"/>
                        <a:gd name="T4" fmla="*/ 243 w 243"/>
                        <a:gd name="T5" fmla="*/ 55 h 55"/>
                        <a:gd name="T6" fmla="*/ 243 w 243"/>
                        <a:gd name="T7" fmla="*/ 0 h 55"/>
                        <a:gd name="T8" fmla="*/ 27 w 243"/>
                        <a:gd name="T9" fmla="*/ 0 h 55"/>
                        <a:gd name="T10" fmla="*/ 0 w 243"/>
                        <a:gd name="T11" fmla="*/ 28 h 5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3" h="55">
                          <a:moveTo>
                            <a:pt x="0" y="28"/>
                          </a:moveTo>
                          <a:cubicBezTo>
                            <a:pt x="0" y="41"/>
                            <a:pt x="14" y="55"/>
                            <a:pt x="27" y="55"/>
                          </a:cubicBezTo>
                          <a:cubicBezTo>
                            <a:pt x="243" y="55"/>
                            <a:pt x="243" y="55"/>
                            <a:pt x="243" y="55"/>
                          </a:cubicBezTo>
                          <a:cubicBezTo>
                            <a:pt x="243" y="0"/>
                            <a:pt x="243" y="0"/>
                            <a:pt x="243" y="0"/>
                          </a:cubicBezTo>
                          <a:cubicBezTo>
                            <a:pt x="27" y="0"/>
                            <a:pt x="27" y="0"/>
                            <a:pt x="27" y="0"/>
                          </a:cubicBezTo>
                          <a:cubicBezTo>
                            <a:pt x="14" y="0"/>
                            <a:pt x="0" y="14"/>
                            <a:pt x="0" y="28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654" name="Freeform 101">
                      <a:extLst>
                        <a:ext uri="{FF2B5EF4-FFF2-40B4-BE49-F238E27FC236}">
                          <a16:creationId xmlns:a16="http://schemas.microsoft.com/office/drawing/2014/main" id="{8C2B18AF-656A-F04F-A91D-DF054EBDC0B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240750" y="2733675"/>
                      <a:ext cx="131763" cy="30163"/>
                    </a:xfrm>
                    <a:custGeom>
                      <a:avLst/>
                      <a:gdLst>
                        <a:gd name="T0" fmla="*/ 0 w 243"/>
                        <a:gd name="T1" fmla="*/ 27 h 54"/>
                        <a:gd name="T2" fmla="*/ 27 w 243"/>
                        <a:gd name="T3" fmla="*/ 54 h 54"/>
                        <a:gd name="T4" fmla="*/ 243 w 243"/>
                        <a:gd name="T5" fmla="*/ 54 h 54"/>
                        <a:gd name="T6" fmla="*/ 243 w 243"/>
                        <a:gd name="T7" fmla="*/ 0 h 54"/>
                        <a:gd name="T8" fmla="*/ 27 w 243"/>
                        <a:gd name="T9" fmla="*/ 0 h 54"/>
                        <a:gd name="T10" fmla="*/ 0 w 243"/>
                        <a:gd name="T11" fmla="*/ 27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3" h="54">
                          <a:moveTo>
                            <a:pt x="0" y="27"/>
                          </a:moveTo>
                          <a:cubicBezTo>
                            <a:pt x="0" y="47"/>
                            <a:pt x="14" y="54"/>
                            <a:pt x="27" y="54"/>
                          </a:cubicBezTo>
                          <a:cubicBezTo>
                            <a:pt x="243" y="54"/>
                            <a:pt x="243" y="54"/>
                            <a:pt x="243" y="54"/>
                          </a:cubicBezTo>
                          <a:cubicBezTo>
                            <a:pt x="243" y="0"/>
                            <a:pt x="243" y="0"/>
                            <a:pt x="243" y="0"/>
                          </a:cubicBezTo>
                          <a:cubicBezTo>
                            <a:pt x="27" y="0"/>
                            <a:pt x="27" y="0"/>
                            <a:pt x="27" y="0"/>
                          </a:cubicBezTo>
                          <a:cubicBezTo>
                            <a:pt x="14" y="0"/>
                            <a:pt x="0" y="13"/>
                            <a:pt x="0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655" name="Freeform 102">
                      <a:extLst>
                        <a:ext uri="{FF2B5EF4-FFF2-40B4-BE49-F238E27FC236}">
                          <a16:creationId xmlns:a16="http://schemas.microsoft.com/office/drawing/2014/main" id="{D46118C1-3430-EDC8-6FEC-B334079B402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240750" y="2851150"/>
                      <a:ext cx="131763" cy="30163"/>
                    </a:xfrm>
                    <a:custGeom>
                      <a:avLst/>
                      <a:gdLst>
                        <a:gd name="T0" fmla="*/ 0 w 243"/>
                        <a:gd name="T1" fmla="*/ 27 h 54"/>
                        <a:gd name="T2" fmla="*/ 27 w 243"/>
                        <a:gd name="T3" fmla="*/ 54 h 54"/>
                        <a:gd name="T4" fmla="*/ 243 w 243"/>
                        <a:gd name="T5" fmla="*/ 54 h 54"/>
                        <a:gd name="T6" fmla="*/ 243 w 243"/>
                        <a:gd name="T7" fmla="*/ 0 h 54"/>
                        <a:gd name="T8" fmla="*/ 27 w 243"/>
                        <a:gd name="T9" fmla="*/ 0 h 54"/>
                        <a:gd name="T10" fmla="*/ 0 w 243"/>
                        <a:gd name="T11" fmla="*/ 27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3" h="54">
                          <a:moveTo>
                            <a:pt x="0" y="27"/>
                          </a:moveTo>
                          <a:cubicBezTo>
                            <a:pt x="0" y="41"/>
                            <a:pt x="14" y="54"/>
                            <a:pt x="27" y="54"/>
                          </a:cubicBezTo>
                          <a:cubicBezTo>
                            <a:pt x="243" y="54"/>
                            <a:pt x="243" y="54"/>
                            <a:pt x="243" y="54"/>
                          </a:cubicBezTo>
                          <a:cubicBezTo>
                            <a:pt x="243" y="0"/>
                            <a:pt x="243" y="0"/>
                            <a:pt x="243" y="0"/>
                          </a:cubicBezTo>
                          <a:cubicBezTo>
                            <a:pt x="27" y="0"/>
                            <a:pt x="27" y="0"/>
                            <a:pt x="27" y="0"/>
                          </a:cubicBezTo>
                          <a:cubicBezTo>
                            <a:pt x="14" y="0"/>
                            <a:pt x="0" y="14"/>
                            <a:pt x="0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656" name="Freeform 103">
                      <a:extLst>
                        <a:ext uri="{FF2B5EF4-FFF2-40B4-BE49-F238E27FC236}">
                          <a16:creationId xmlns:a16="http://schemas.microsoft.com/office/drawing/2014/main" id="{C3DCEB0B-BABA-652D-CAB6-84D644D9826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240750" y="2965450"/>
                      <a:ext cx="131763" cy="28575"/>
                    </a:xfrm>
                    <a:custGeom>
                      <a:avLst/>
                      <a:gdLst>
                        <a:gd name="T0" fmla="*/ 0 w 243"/>
                        <a:gd name="T1" fmla="*/ 27 h 54"/>
                        <a:gd name="T2" fmla="*/ 27 w 243"/>
                        <a:gd name="T3" fmla="*/ 54 h 54"/>
                        <a:gd name="T4" fmla="*/ 243 w 243"/>
                        <a:gd name="T5" fmla="*/ 54 h 54"/>
                        <a:gd name="T6" fmla="*/ 243 w 243"/>
                        <a:gd name="T7" fmla="*/ 0 h 54"/>
                        <a:gd name="T8" fmla="*/ 27 w 243"/>
                        <a:gd name="T9" fmla="*/ 0 h 54"/>
                        <a:gd name="T10" fmla="*/ 0 w 243"/>
                        <a:gd name="T11" fmla="*/ 27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3" h="54">
                          <a:moveTo>
                            <a:pt x="0" y="27"/>
                          </a:moveTo>
                          <a:cubicBezTo>
                            <a:pt x="0" y="47"/>
                            <a:pt x="14" y="54"/>
                            <a:pt x="27" y="54"/>
                          </a:cubicBezTo>
                          <a:cubicBezTo>
                            <a:pt x="243" y="54"/>
                            <a:pt x="243" y="54"/>
                            <a:pt x="243" y="54"/>
                          </a:cubicBezTo>
                          <a:cubicBezTo>
                            <a:pt x="243" y="0"/>
                            <a:pt x="243" y="0"/>
                            <a:pt x="243" y="0"/>
                          </a:cubicBezTo>
                          <a:cubicBezTo>
                            <a:pt x="27" y="0"/>
                            <a:pt x="27" y="0"/>
                            <a:pt x="27" y="0"/>
                          </a:cubicBezTo>
                          <a:cubicBezTo>
                            <a:pt x="14" y="0"/>
                            <a:pt x="0" y="13"/>
                            <a:pt x="0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657" name="Freeform 104">
                      <a:extLst>
                        <a:ext uri="{FF2B5EF4-FFF2-40B4-BE49-F238E27FC236}">
                          <a16:creationId xmlns:a16="http://schemas.microsoft.com/office/drawing/2014/main" id="{9BFE561E-8653-3A12-A6BD-A0EDDA6ECE4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540788" y="2320925"/>
                      <a:ext cx="28575" cy="128588"/>
                    </a:xfrm>
                    <a:custGeom>
                      <a:avLst/>
                      <a:gdLst>
                        <a:gd name="T0" fmla="*/ 54 w 54"/>
                        <a:gd name="T1" fmla="*/ 27 h 237"/>
                        <a:gd name="T2" fmla="*/ 27 w 54"/>
                        <a:gd name="T3" fmla="*/ 0 h 237"/>
                        <a:gd name="T4" fmla="*/ 0 w 54"/>
                        <a:gd name="T5" fmla="*/ 27 h 237"/>
                        <a:gd name="T6" fmla="*/ 0 w 54"/>
                        <a:gd name="T7" fmla="*/ 237 h 237"/>
                        <a:gd name="T8" fmla="*/ 54 w 54"/>
                        <a:gd name="T9" fmla="*/ 237 h 237"/>
                        <a:gd name="T10" fmla="*/ 54 w 54"/>
                        <a:gd name="T11" fmla="*/ 27 h 237"/>
                        <a:gd name="T12" fmla="*/ 54 w 54"/>
                        <a:gd name="T13" fmla="*/ 27 h 2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7">
                          <a:moveTo>
                            <a:pt x="54" y="27"/>
                          </a:moveTo>
                          <a:cubicBezTo>
                            <a:pt x="54" y="14"/>
                            <a:pt x="40" y="0"/>
                            <a:pt x="27" y="0"/>
                          </a:cubicBezTo>
                          <a:cubicBezTo>
                            <a:pt x="13" y="0"/>
                            <a:pt x="0" y="14"/>
                            <a:pt x="0" y="27"/>
                          </a:cubicBezTo>
                          <a:cubicBezTo>
                            <a:pt x="0" y="237"/>
                            <a:pt x="0" y="237"/>
                            <a:pt x="0" y="237"/>
                          </a:cubicBezTo>
                          <a:cubicBezTo>
                            <a:pt x="54" y="237"/>
                            <a:pt x="54" y="237"/>
                            <a:pt x="54" y="23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658" name="Freeform 105">
                      <a:extLst>
                        <a:ext uri="{FF2B5EF4-FFF2-40B4-BE49-F238E27FC236}">
                          <a16:creationId xmlns:a16="http://schemas.microsoft.com/office/drawing/2014/main" id="{E10BECEF-1000-4CEC-1403-FE582A532F2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658263" y="2320925"/>
                      <a:ext cx="28575" cy="128588"/>
                    </a:xfrm>
                    <a:custGeom>
                      <a:avLst/>
                      <a:gdLst>
                        <a:gd name="T0" fmla="*/ 54 w 54"/>
                        <a:gd name="T1" fmla="*/ 27 h 237"/>
                        <a:gd name="T2" fmla="*/ 27 w 54"/>
                        <a:gd name="T3" fmla="*/ 0 h 237"/>
                        <a:gd name="T4" fmla="*/ 0 w 54"/>
                        <a:gd name="T5" fmla="*/ 27 h 237"/>
                        <a:gd name="T6" fmla="*/ 0 w 54"/>
                        <a:gd name="T7" fmla="*/ 237 h 237"/>
                        <a:gd name="T8" fmla="*/ 54 w 54"/>
                        <a:gd name="T9" fmla="*/ 237 h 237"/>
                        <a:gd name="T10" fmla="*/ 54 w 54"/>
                        <a:gd name="T11" fmla="*/ 27 h 237"/>
                        <a:gd name="T12" fmla="*/ 54 w 54"/>
                        <a:gd name="T13" fmla="*/ 27 h 2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7">
                          <a:moveTo>
                            <a:pt x="54" y="27"/>
                          </a:moveTo>
                          <a:cubicBezTo>
                            <a:pt x="54" y="14"/>
                            <a:pt x="40" y="0"/>
                            <a:pt x="27" y="0"/>
                          </a:cubicBezTo>
                          <a:cubicBezTo>
                            <a:pt x="13" y="0"/>
                            <a:pt x="0" y="14"/>
                            <a:pt x="0" y="27"/>
                          </a:cubicBezTo>
                          <a:cubicBezTo>
                            <a:pt x="0" y="237"/>
                            <a:pt x="0" y="237"/>
                            <a:pt x="0" y="237"/>
                          </a:cubicBezTo>
                          <a:cubicBezTo>
                            <a:pt x="54" y="237"/>
                            <a:pt x="54" y="237"/>
                            <a:pt x="54" y="23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659" name="Freeform 106">
                      <a:extLst>
                        <a:ext uri="{FF2B5EF4-FFF2-40B4-BE49-F238E27FC236}">
                          <a16:creationId xmlns:a16="http://schemas.microsoft.com/office/drawing/2014/main" id="{A678D10B-029E-25BB-8A24-E0A63254A04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770975" y="2320925"/>
                      <a:ext cx="30163" cy="128588"/>
                    </a:xfrm>
                    <a:custGeom>
                      <a:avLst/>
                      <a:gdLst>
                        <a:gd name="T0" fmla="*/ 54 w 54"/>
                        <a:gd name="T1" fmla="*/ 27 h 237"/>
                        <a:gd name="T2" fmla="*/ 27 w 54"/>
                        <a:gd name="T3" fmla="*/ 0 h 237"/>
                        <a:gd name="T4" fmla="*/ 0 w 54"/>
                        <a:gd name="T5" fmla="*/ 27 h 237"/>
                        <a:gd name="T6" fmla="*/ 0 w 54"/>
                        <a:gd name="T7" fmla="*/ 237 h 237"/>
                        <a:gd name="T8" fmla="*/ 54 w 54"/>
                        <a:gd name="T9" fmla="*/ 237 h 237"/>
                        <a:gd name="T10" fmla="*/ 54 w 54"/>
                        <a:gd name="T11" fmla="*/ 27 h 237"/>
                        <a:gd name="T12" fmla="*/ 54 w 54"/>
                        <a:gd name="T13" fmla="*/ 27 h 2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7">
                          <a:moveTo>
                            <a:pt x="54" y="27"/>
                          </a:moveTo>
                          <a:cubicBezTo>
                            <a:pt x="54" y="14"/>
                            <a:pt x="40" y="0"/>
                            <a:pt x="27" y="0"/>
                          </a:cubicBezTo>
                          <a:cubicBezTo>
                            <a:pt x="13" y="0"/>
                            <a:pt x="0" y="14"/>
                            <a:pt x="0" y="27"/>
                          </a:cubicBezTo>
                          <a:cubicBezTo>
                            <a:pt x="0" y="237"/>
                            <a:pt x="0" y="237"/>
                            <a:pt x="0" y="237"/>
                          </a:cubicBezTo>
                          <a:cubicBezTo>
                            <a:pt x="54" y="237"/>
                            <a:pt x="54" y="237"/>
                            <a:pt x="54" y="23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660" name="Freeform 107">
                      <a:extLst>
                        <a:ext uri="{FF2B5EF4-FFF2-40B4-BE49-F238E27FC236}">
                          <a16:creationId xmlns:a16="http://schemas.microsoft.com/office/drawing/2014/main" id="{234ACF63-C8F7-CB3E-D7A8-B00ECFD924A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886863" y="2320925"/>
                      <a:ext cx="30163" cy="128588"/>
                    </a:xfrm>
                    <a:custGeom>
                      <a:avLst/>
                      <a:gdLst>
                        <a:gd name="T0" fmla="*/ 54 w 54"/>
                        <a:gd name="T1" fmla="*/ 27 h 237"/>
                        <a:gd name="T2" fmla="*/ 27 w 54"/>
                        <a:gd name="T3" fmla="*/ 0 h 237"/>
                        <a:gd name="T4" fmla="*/ 0 w 54"/>
                        <a:gd name="T5" fmla="*/ 27 h 237"/>
                        <a:gd name="T6" fmla="*/ 0 w 54"/>
                        <a:gd name="T7" fmla="*/ 237 h 237"/>
                        <a:gd name="T8" fmla="*/ 54 w 54"/>
                        <a:gd name="T9" fmla="*/ 237 h 237"/>
                        <a:gd name="T10" fmla="*/ 54 w 54"/>
                        <a:gd name="T11" fmla="*/ 27 h 237"/>
                        <a:gd name="T12" fmla="*/ 54 w 54"/>
                        <a:gd name="T13" fmla="*/ 27 h 2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7">
                          <a:moveTo>
                            <a:pt x="54" y="27"/>
                          </a:moveTo>
                          <a:cubicBezTo>
                            <a:pt x="54" y="14"/>
                            <a:pt x="40" y="0"/>
                            <a:pt x="27" y="0"/>
                          </a:cubicBezTo>
                          <a:cubicBezTo>
                            <a:pt x="13" y="0"/>
                            <a:pt x="0" y="14"/>
                            <a:pt x="0" y="27"/>
                          </a:cubicBezTo>
                          <a:cubicBezTo>
                            <a:pt x="0" y="237"/>
                            <a:pt x="0" y="237"/>
                            <a:pt x="0" y="237"/>
                          </a:cubicBezTo>
                          <a:cubicBezTo>
                            <a:pt x="54" y="237"/>
                            <a:pt x="54" y="237"/>
                            <a:pt x="54" y="23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661" name="Freeform 108">
                      <a:extLst>
                        <a:ext uri="{FF2B5EF4-FFF2-40B4-BE49-F238E27FC236}">
                          <a16:creationId xmlns:a16="http://schemas.microsoft.com/office/drawing/2014/main" id="{D3AE4187-4185-BCE0-882C-1F2F90EDDC5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540788" y="3165475"/>
                      <a:ext cx="28575" cy="128588"/>
                    </a:xfrm>
                    <a:custGeom>
                      <a:avLst/>
                      <a:gdLst>
                        <a:gd name="T0" fmla="*/ 0 w 54"/>
                        <a:gd name="T1" fmla="*/ 211 h 238"/>
                        <a:gd name="T2" fmla="*/ 27 w 54"/>
                        <a:gd name="T3" fmla="*/ 238 h 238"/>
                        <a:gd name="T4" fmla="*/ 54 w 54"/>
                        <a:gd name="T5" fmla="*/ 211 h 238"/>
                        <a:gd name="T6" fmla="*/ 54 w 54"/>
                        <a:gd name="T7" fmla="*/ 0 h 238"/>
                        <a:gd name="T8" fmla="*/ 0 w 54"/>
                        <a:gd name="T9" fmla="*/ 0 h 238"/>
                        <a:gd name="T10" fmla="*/ 0 w 54"/>
                        <a:gd name="T11" fmla="*/ 211 h 238"/>
                        <a:gd name="T12" fmla="*/ 0 w 54"/>
                        <a:gd name="T13" fmla="*/ 211 h 2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8">
                          <a:moveTo>
                            <a:pt x="0" y="211"/>
                          </a:moveTo>
                          <a:cubicBezTo>
                            <a:pt x="0" y="231"/>
                            <a:pt x="13" y="238"/>
                            <a:pt x="27" y="238"/>
                          </a:cubicBezTo>
                          <a:cubicBezTo>
                            <a:pt x="40" y="238"/>
                            <a:pt x="54" y="231"/>
                            <a:pt x="54" y="211"/>
                          </a:cubicBezTo>
                          <a:cubicBezTo>
                            <a:pt x="54" y="0"/>
                            <a:pt x="54" y="0"/>
                            <a:pt x="54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662" name="Freeform 109">
                      <a:extLst>
                        <a:ext uri="{FF2B5EF4-FFF2-40B4-BE49-F238E27FC236}">
                          <a16:creationId xmlns:a16="http://schemas.microsoft.com/office/drawing/2014/main" id="{2DC977EB-3445-D526-2786-DB645CD1986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658263" y="3165475"/>
                      <a:ext cx="28575" cy="128588"/>
                    </a:xfrm>
                    <a:custGeom>
                      <a:avLst/>
                      <a:gdLst>
                        <a:gd name="T0" fmla="*/ 0 w 54"/>
                        <a:gd name="T1" fmla="*/ 211 h 238"/>
                        <a:gd name="T2" fmla="*/ 27 w 54"/>
                        <a:gd name="T3" fmla="*/ 238 h 238"/>
                        <a:gd name="T4" fmla="*/ 54 w 54"/>
                        <a:gd name="T5" fmla="*/ 211 h 238"/>
                        <a:gd name="T6" fmla="*/ 54 w 54"/>
                        <a:gd name="T7" fmla="*/ 0 h 238"/>
                        <a:gd name="T8" fmla="*/ 0 w 54"/>
                        <a:gd name="T9" fmla="*/ 0 h 238"/>
                        <a:gd name="T10" fmla="*/ 0 w 54"/>
                        <a:gd name="T11" fmla="*/ 211 h 238"/>
                        <a:gd name="T12" fmla="*/ 0 w 54"/>
                        <a:gd name="T13" fmla="*/ 211 h 2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8">
                          <a:moveTo>
                            <a:pt x="0" y="211"/>
                          </a:moveTo>
                          <a:cubicBezTo>
                            <a:pt x="0" y="231"/>
                            <a:pt x="13" y="238"/>
                            <a:pt x="27" y="238"/>
                          </a:cubicBezTo>
                          <a:cubicBezTo>
                            <a:pt x="40" y="238"/>
                            <a:pt x="54" y="231"/>
                            <a:pt x="54" y="211"/>
                          </a:cubicBezTo>
                          <a:cubicBezTo>
                            <a:pt x="54" y="0"/>
                            <a:pt x="54" y="0"/>
                            <a:pt x="54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663" name="Freeform 110">
                      <a:extLst>
                        <a:ext uri="{FF2B5EF4-FFF2-40B4-BE49-F238E27FC236}">
                          <a16:creationId xmlns:a16="http://schemas.microsoft.com/office/drawing/2014/main" id="{F877DF8B-8250-0D83-A189-EA732C88010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770975" y="3165475"/>
                      <a:ext cx="30163" cy="128588"/>
                    </a:xfrm>
                    <a:custGeom>
                      <a:avLst/>
                      <a:gdLst>
                        <a:gd name="T0" fmla="*/ 0 w 54"/>
                        <a:gd name="T1" fmla="*/ 211 h 238"/>
                        <a:gd name="T2" fmla="*/ 27 w 54"/>
                        <a:gd name="T3" fmla="*/ 238 h 238"/>
                        <a:gd name="T4" fmla="*/ 54 w 54"/>
                        <a:gd name="T5" fmla="*/ 211 h 238"/>
                        <a:gd name="T6" fmla="*/ 54 w 54"/>
                        <a:gd name="T7" fmla="*/ 0 h 238"/>
                        <a:gd name="T8" fmla="*/ 0 w 54"/>
                        <a:gd name="T9" fmla="*/ 0 h 238"/>
                        <a:gd name="T10" fmla="*/ 0 w 54"/>
                        <a:gd name="T11" fmla="*/ 211 h 238"/>
                        <a:gd name="T12" fmla="*/ 0 w 54"/>
                        <a:gd name="T13" fmla="*/ 211 h 2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8">
                          <a:moveTo>
                            <a:pt x="0" y="211"/>
                          </a:moveTo>
                          <a:cubicBezTo>
                            <a:pt x="0" y="231"/>
                            <a:pt x="13" y="238"/>
                            <a:pt x="27" y="238"/>
                          </a:cubicBezTo>
                          <a:cubicBezTo>
                            <a:pt x="40" y="238"/>
                            <a:pt x="54" y="231"/>
                            <a:pt x="54" y="211"/>
                          </a:cubicBezTo>
                          <a:cubicBezTo>
                            <a:pt x="54" y="0"/>
                            <a:pt x="54" y="0"/>
                            <a:pt x="54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664" name="Freeform 111">
                      <a:extLst>
                        <a:ext uri="{FF2B5EF4-FFF2-40B4-BE49-F238E27FC236}">
                          <a16:creationId xmlns:a16="http://schemas.microsoft.com/office/drawing/2014/main" id="{FE34760D-425D-1633-485F-67219807DF2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886863" y="3165475"/>
                      <a:ext cx="30163" cy="128588"/>
                    </a:xfrm>
                    <a:custGeom>
                      <a:avLst/>
                      <a:gdLst>
                        <a:gd name="T0" fmla="*/ 0 w 54"/>
                        <a:gd name="T1" fmla="*/ 211 h 238"/>
                        <a:gd name="T2" fmla="*/ 27 w 54"/>
                        <a:gd name="T3" fmla="*/ 238 h 238"/>
                        <a:gd name="T4" fmla="*/ 54 w 54"/>
                        <a:gd name="T5" fmla="*/ 211 h 238"/>
                        <a:gd name="T6" fmla="*/ 54 w 54"/>
                        <a:gd name="T7" fmla="*/ 0 h 238"/>
                        <a:gd name="T8" fmla="*/ 0 w 54"/>
                        <a:gd name="T9" fmla="*/ 0 h 238"/>
                        <a:gd name="T10" fmla="*/ 0 w 54"/>
                        <a:gd name="T11" fmla="*/ 211 h 238"/>
                        <a:gd name="T12" fmla="*/ 0 w 54"/>
                        <a:gd name="T13" fmla="*/ 211 h 2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8">
                          <a:moveTo>
                            <a:pt x="0" y="211"/>
                          </a:moveTo>
                          <a:cubicBezTo>
                            <a:pt x="0" y="231"/>
                            <a:pt x="13" y="238"/>
                            <a:pt x="27" y="238"/>
                          </a:cubicBezTo>
                          <a:cubicBezTo>
                            <a:pt x="40" y="238"/>
                            <a:pt x="54" y="231"/>
                            <a:pt x="54" y="211"/>
                          </a:cubicBezTo>
                          <a:cubicBezTo>
                            <a:pt x="54" y="0"/>
                            <a:pt x="54" y="0"/>
                            <a:pt x="54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665" name="Freeform 112">
                      <a:extLst>
                        <a:ext uri="{FF2B5EF4-FFF2-40B4-BE49-F238E27FC236}">
                          <a16:creationId xmlns:a16="http://schemas.microsoft.com/office/drawing/2014/main" id="{4ED3BB20-1846-4C5A-3A59-BECC823D8E47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21401088" y="2478088"/>
                      <a:ext cx="654050" cy="658813"/>
                    </a:xfrm>
                    <a:custGeom>
                      <a:avLst/>
                      <a:gdLst>
                        <a:gd name="T0" fmla="*/ 952 w 1208"/>
                        <a:gd name="T1" fmla="*/ 0 h 1215"/>
                        <a:gd name="T2" fmla="*/ 736 w 1208"/>
                        <a:gd name="T3" fmla="*/ 0 h 1215"/>
                        <a:gd name="T4" fmla="*/ 526 w 1208"/>
                        <a:gd name="T5" fmla="*/ 0 h 1215"/>
                        <a:gd name="T6" fmla="*/ 310 w 1208"/>
                        <a:gd name="T7" fmla="*/ 0 h 1215"/>
                        <a:gd name="T8" fmla="*/ 128 w 1208"/>
                        <a:gd name="T9" fmla="*/ 0 h 1215"/>
                        <a:gd name="T10" fmla="*/ 0 w 1208"/>
                        <a:gd name="T11" fmla="*/ 264 h 1215"/>
                        <a:gd name="T12" fmla="*/ 0 w 1208"/>
                        <a:gd name="T13" fmla="*/ 473 h 1215"/>
                        <a:gd name="T14" fmla="*/ 0 w 1208"/>
                        <a:gd name="T15" fmla="*/ 689 h 1215"/>
                        <a:gd name="T16" fmla="*/ 0 w 1208"/>
                        <a:gd name="T17" fmla="*/ 898 h 1215"/>
                        <a:gd name="T18" fmla="*/ 0 w 1208"/>
                        <a:gd name="T19" fmla="*/ 1087 h 1215"/>
                        <a:gd name="T20" fmla="*/ 256 w 1208"/>
                        <a:gd name="T21" fmla="*/ 1215 h 1215"/>
                        <a:gd name="T22" fmla="*/ 472 w 1208"/>
                        <a:gd name="T23" fmla="*/ 1215 h 1215"/>
                        <a:gd name="T24" fmla="*/ 682 w 1208"/>
                        <a:gd name="T25" fmla="*/ 1215 h 1215"/>
                        <a:gd name="T26" fmla="*/ 898 w 1208"/>
                        <a:gd name="T27" fmla="*/ 1215 h 1215"/>
                        <a:gd name="T28" fmla="*/ 1080 w 1208"/>
                        <a:gd name="T29" fmla="*/ 1215 h 1215"/>
                        <a:gd name="T30" fmla="*/ 1208 w 1208"/>
                        <a:gd name="T31" fmla="*/ 952 h 1215"/>
                        <a:gd name="T32" fmla="*/ 1208 w 1208"/>
                        <a:gd name="T33" fmla="*/ 743 h 1215"/>
                        <a:gd name="T34" fmla="*/ 1208 w 1208"/>
                        <a:gd name="T35" fmla="*/ 527 h 1215"/>
                        <a:gd name="T36" fmla="*/ 1208 w 1208"/>
                        <a:gd name="T37" fmla="*/ 318 h 1215"/>
                        <a:gd name="T38" fmla="*/ 1208 w 1208"/>
                        <a:gd name="T39" fmla="*/ 129 h 1215"/>
                        <a:gd name="T40" fmla="*/ 1154 w 1208"/>
                        <a:gd name="T41" fmla="*/ 264 h 1215"/>
                        <a:gd name="T42" fmla="*/ 1154 w 1208"/>
                        <a:gd name="T43" fmla="*/ 473 h 1215"/>
                        <a:gd name="T44" fmla="*/ 1154 w 1208"/>
                        <a:gd name="T45" fmla="*/ 689 h 1215"/>
                        <a:gd name="T46" fmla="*/ 1154 w 1208"/>
                        <a:gd name="T47" fmla="*/ 898 h 1215"/>
                        <a:gd name="T48" fmla="*/ 1154 w 1208"/>
                        <a:gd name="T49" fmla="*/ 1087 h 1215"/>
                        <a:gd name="T50" fmla="*/ 952 w 1208"/>
                        <a:gd name="T51" fmla="*/ 1161 h 1215"/>
                        <a:gd name="T52" fmla="*/ 736 w 1208"/>
                        <a:gd name="T53" fmla="*/ 1161 h 1215"/>
                        <a:gd name="T54" fmla="*/ 526 w 1208"/>
                        <a:gd name="T55" fmla="*/ 1161 h 1215"/>
                        <a:gd name="T56" fmla="*/ 310 w 1208"/>
                        <a:gd name="T57" fmla="*/ 1161 h 1215"/>
                        <a:gd name="T58" fmla="*/ 128 w 1208"/>
                        <a:gd name="T59" fmla="*/ 1161 h 1215"/>
                        <a:gd name="T60" fmla="*/ 54 w 1208"/>
                        <a:gd name="T61" fmla="*/ 952 h 1215"/>
                        <a:gd name="T62" fmla="*/ 54 w 1208"/>
                        <a:gd name="T63" fmla="*/ 743 h 1215"/>
                        <a:gd name="T64" fmla="*/ 54 w 1208"/>
                        <a:gd name="T65" fmla="*/ 527 h 1215"/>
                        <a:gd name="T66" fmla="*/ 54 w 1208"/>
                        <a:gd name="T67" fmla="*/ 318 h 1215"/>
                        <a:gd name="T68" fmla="*/ 54 w 1208"/>
                        <a:gd name="T69" fmla="*/ 129 h 1215"/>
                        <a:gd name="T70" fmla="*/ 256 w 1208"/>
                        <a:gd name="T71" fmla="*/ 54 h 1215"/>
                        <a:gd name="T72" fmla="*/ 472 w 1208"/>
                        <a:gd name="T73" fmla="*/ 54 h 1215"/>
                        <a:gd name="T74" fmla="*/ 682 w 1208"/>
                        <a:gd name="T75" fmla="*/ 54 h 1215"/>
                        <a:gd name="T76" fmla="*/ 898 w 1208"/>
                        <a:gd name="T77" fmla="*/ 54 h 1215"/>
                        <a:gd name="T78" fmla="*/ 1080 w 1208"/>
                        <a:gd name="T79" fmla="*/ 54 h 1215"/>
                        <a:gd name="T80" fmla="*/ 1154 w 1208"/>
                        <a:gd name="T81" fmla="*/ 264 h 121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</a:cxnLst>
                      <a:rect l="0" t="0" r="r" b="b"/>
                      <a:pathLst>
                        <a:path w="1208" h="1215">
                          <a:moveTo>
                            <a:pt x="1080" y="0"/>
                          </a:moveTo>
                          <a:cubicBezTo>
                            <a:pt x="952" y="0"/>
                            <a:pt x="952" y="0"/>
                            <a:pt x="952" y="0"/>
                          </a:cubicBezTo>
                          <a:cubicBezTo>
                            <a:pt x="898" y="0"/>
                            <a:pt x="898" y="0"/>
                            <a:pt x="898" y="0"/>
                          </a:cubicBezTo>
                          <a:cubicBezTo>
                            <a:pt x="736" y="0"/>
                            <a:pt x="736" y="0"/>
                            <a:pt x="736" y="0"/>
                          </a:cubicBezTo>
                          <a:cubicBezTo>
                            <a:pt x="682" y="0"/>
                            <a:pt x="682" y="0"/>
                            <a:pt x="682" y="0"/>
                          </a:cubicBezTo>
                          <a:cubicBezTo>
                            <a:pt x="526" y="0"/>
                            <a:pt x="526" y="0"/>
                            <a:pt x="526" y="0"/>
                          </a:cubicBezTo>
                          <a:cubicBezTo>
                            <a:pt x="472" y="0"/>
                            <a:pt x="472" y="0"/>
                            <a:pt x="472" y="0"/>
                          </a:cubicBezTo>
                          <a:cubicBezTo>
                            <a:pt x="310" y="0"/>
                            <a:pt x="310" y="0"/>
                            <a:pt x="310" y="0"/>
                          </a:cubicBezTo>
                          <a:cubicBezTo>
                            <a:pt x="256" y="0"/>
                            <a:pt x="256" y="0"/>
                            <a:pt x="256" y="0"/>
                          </a:cubicBezTo>
                          <a:cubicBezTo>
                            <a:pt x="128" y="0"/>
                            <a:pt x="128" y="0"/>
                            <a:pt x="128" y="0"/>
                          </a:cubicBezTo>
                          <a:cubicBezTo>
                            <a:pt x="54" y="0"/>
                            <a:pt x="0" y="61"/>
                            <a:pt x="0" y="129"/>
                          </a:cubicBezTo>
                          <a:cubicBezTo>
                            <a:pt x="0" y="264"/>
                            <a:pt x="0" y="264"/>
                            <a:pt x="0" y="264"/>
                          </a:cubicBezTo>
                          <a:cubicBezTo>
                            <a:pt x="0" y="318"/>
                            <a:pt x="0" y="318"/>
                            <a:pt x="0" y="318"/>
                          </a:cubicBezTo>
                          <a:cubicBezTo>
                            <a:pt x="0" y="473"/>
                            <a:pt x="0" y="473"/>
                            <a:pt x="0" y="473"/>
                          </a:cubicBezTo>
                          <a:cubicBezTo>
                            <a:pt x="0" y="527"/>
                            <a:pt x="0" y="527"/>
                            <a:pt x="0" y="527"/>
                          </a:cubicBezTo>
                          <a:cubicBezTo>
                            <a:pt x="0" y="689"/>
                            <a:pt x="0" y="689"/>
                            <a:pt x="0" y="689"/>
                          </a:cubicBezTo>
                          <a:cubicBezTo>
                            <a:pt x="0" y="743"/>
                            <a:pt x="0" y="743"/>
                            <a:pt x="0" y="743"/>
                          </a:cubicBezTo>
                          <a:cubicBezTo>
                            <a:pt x="0" y="898"/>
                            <a:pt x="0" y="898"/>
                            <a:pt x="0" y="898"/>
                          </a:cubicBezTo>
                          <a:cubicBezTo>
                            <a:pt x="0" y="952"/>
                            <a:pt x="0" y="952"/>
                            <a:pt x="0" y="952"/>
                          </a:cubicBezTo>
                          <a:cubicBezTo>
                            <a:pt x="0" y="1087"/>
                            <a:pt x="0" y="1087"/>
                            <a:pt x="0" y="1087"/>
                          </a:cubicBezTo>
                          <a:cubicBezTo>
                            <a:pt x="0" y="1161"/>
                            <a:pt x="54" y="1215"/>
                            <a:pt x="128" y="1215"/>
                          </a:cubicBezTo>
                          <a:cubicBezTo>
                            <a:pt x="256" y="1215"/>
                            <a:pt x="256" y="1215"/>
                            <a:pt x="256" y="1215"/>
                          </a:cubicBezTo>
                          <a:cubicBezTo>
                            <a:pt x="310" y="1215"/>
                            <a:pt x="310" y="1215"/>
                            <a:pt x="310" y="1215"/>
                          </a:cubicBezTo>
                          <a:cubicBezTo>
                            <a:pt x="472" y="1215"/>
                            <a:pt x="472" y="1215"/>
                            <a:pt x="472" y="1215"/>
                          </a:cubicBezTo>
                          <a:cubicBezTo>
                            <a:pt x="526" y="1215"/>
                            <a:pt x="526" y="1215"/>
                            <a:pt x="526" y="1215"/>
                          </a:cubicBezTo>
                          <a:cubicBezTo>
                            <a:pt x="682" y="1215"/>
                            <a:pt x="682" y="1215"/>
                            <a:pt x="682" y="1215"/>
                          </a:cubicBezTo>
                          <a:cubicBezTo>
                            <a:pt x="736" y="1215"/>
                            <a:pt x="736" y="1215"/>
                            <a:pt x="736" y="1215"/>
                          </a:cubicBezTo>
                          <a:cubicBezTo>
                            <a:pt x="898" y="1215"/>
                            <a:pt x="898" y="1215"/>
                            <a:pt x="898" y="1215"/>
                          </a:cubicBezTo>
                          <a:cubicBezTo>
                            <a:pt x="952" y="1215"/>
                            <a:pt x="952" y="1215"/>
                            <a:pt x="952" y="1215"/>
                          </a:cubicBezTo>
                          <a:cubicBezTo>
                            <a:pt x="1080" y="1215"/>
                            <a:pt x="1080" y="1215"/>
                            <a:pt x="1080" y="1215"/>
                          </a:cubicBezTo>
                          <a:cubicBezTo>
                            <a:pt x="1154" y="1215"/>
                            <a:pt x="1208" y="1161"/>
                            <a:pt x="1208" y="1087"/>
                          </a:cubicBezTo>
                          <a:cubicBezTo>
                            <a:pt x="1208" y="952"/>
                            <a:pt x="1208" y="952"/>
                            <a:pt x="1208" y="952"/>
                          </a:cubicBezTo>
                          <a:cubicBezTo>
                            <a:pt x="1208" y="898"/>
                            <a:pt x="1208" y="898"/>
                            <a:pt x="1208" y="898"/>
                          </a:cubicBezTo>
                          <a:cubicBezTo>
                            <a:pt x="1208" y="743"/>
                            <a:pt x="1208" y="743"/>
                            <a:pt x="1208" y="743"/>
                          </a:cubicBezTo>
                          <a:cubicBezTo>
                            <a:pt x="1208" y="689"/>
                            <a:pt x="1208" y="689"/>
                            <a:pt x="1208" y="689"/>
                          </a:cubicBezTo>
                          <a:cubicBezTo>
                            <a:pt x="1208" y="527"/>
                            <a:pt x="1208" y="527"/>
                            <a:pt x="1208" y="527"/>
                          </a:cubicBezTo>
                          <a:cubicBezTo>
                            <a:pt x="1208" y="473"/>
                            <a:pt x="1208" y="473"/>
                            <a:pt x="1208" y="473"/>
                          </a:cubicBezTo>
                          <a:cubicBezTo>
                            <a:pt x="1208" y="318"/>
                            <a:pt x="1208" y="318"/>
                            <a:pt x="1208" y="318"/>
                          </a:cubicBezTo>
                          <a:cubicBezTo>
                            <a:pt x="1208" y="264"/>
                            <a:pt x="1208" y="264"/>
                            <a:pt x="1208" y="264"/>
                          </a:cubicBezTo>
                          <a:cubicBezTo>
                            <a:pt x="1208" y="129"/>
                            <a:pt x="1208" y="129"/>
                            <a:pt x="1208" y="129"/>
                          </a:cubicBezTo>
                          <a:cubicBezTo>
                            <a:pt x="1208" y="61"/>
                            <a:pt x="1154" y="0"/>
                            <a:pt x="1080" y="0"/>
                          </a:cubicBezTo>
                          <a:close/>
                          <a:moveTo>
                            <a:pt x="1154" y="264"/>
                          </a:moveTo>
                          <a:cubicBezTo>
                            <a:pt x="1154" y="318"/>
                            <a:pt x="1154" y="318"/>
                            <a:pt x="1154" y="318"/>
                          </a:cubicBezTo>
                          <a:cubicBezTo>
                            <a:pt x="1154" y="473"/>
                            <a:pt x="1154" y="473"/>
                            <a:pt x="1154" y="473"/>
                          </a:cubicBezTo>
                          <a:cubicBezTo>
                            <a:pt x="1154" y="527"/>
                            <a:pt x="1154" y="527"/>
                            <a:pt x="1154" y="527"/>
                          </a:cubicBezTo>
                          <a:cubicBezTo>
                            <a:pt x="1154" y="689"/>
                            <a:pt x="1154" y="689"/>
                            <a:pt x="1154" y="689"/>
                          </a:cubicBezTo>
                          <a:cubicBezTo>
                            <a:pt x="1154" y="743"/>
                            <a:pt x="1154" y="743"/>
                            <a:pt x="1154" y="743"/>
                          </a:cubicBezTo>
                          <a:cubicBezTo>
                            <a:pt x="1154" y="898"/>
                            <a:pt x="1154" y="898"/>
                            <a:pt x="1154" y="898"/>
                          </a:cubicBezTo>
                          <a:cubicBezTo>
                            <a:pt x="1154" y="952"/>
                            <a:pt x="1154" y="952"/>
                            <a:pt x="1154" y="952"/>
                          </a:cubicBezTo>
                          <a:cubicBezTo>
                            <a:pt x="1154" y="1087"/>
                            <a:pt x="1154" y="1087"/>
                            <a:pt x="1154" y="1087"/>
                          </a:cubicBezTo>
                          <a:cubicBezTo>
                            <a:pt x="1154" y="1127"/>
                            <a:pt x="1127" y="1161"/>
                            <a:pt x="1080" y="1161"/>
                          </a:cubicBezTo>
                          <a:cubicBezTo>
                            <a:pt x="952" y="1161"/>
                            <a:pt x="952" y="1161"/>
                            <a:pt x="952" y="1161"/>
                          </a:cubicBezTo>
                          <a:cubicBezTo>
                            <a:pt x="898" y="1161"/>
                            <a:pt x="898" y="1161"/>
                            <a:pt x="898" y="1161"/>
                          </a:cubicBezTo>
                          <a:cubicBezTo>
                            <a:pt x="736" y="1161"/>
                            <a:pt x="736" y="1161"/>
                            <a:pt x="736" y="1161"/>
                          </a:cubicBezTo>
                          <a:cubicBezTo>
                            <a:pt x="682" y="1161"/>
                            <a:pt x="682" y="1161"/>
                            <a:pt x="682" y="1161"/>
                          </a:cubicBezTo>
                          <a:cubicBezTo>
                            <a:pt x="526" y="1161"/>
                            <a:pt x="526" y="1161"/>
                            <a:pt x="526" y="1161"/>
                          </a:cubicBezTo>
                          <a:cubicBezTo>
                            <a:pt x="472" y="1161"/>
                            <a:pt x="472" y="1161"/>
                            <a:pt x="472" y="1161"/>
                          </a:cubicBezTo>
                          <a:cubicBezTo>
                            <a:pt x="310" y="1161"/>
                            <a:pt x="310" y="1161"/>
                            <a:pt x="310" y="1161"/>
                          </a:cubicBezTo>
                          <a:cubicBezTo>
                            <a:pt x="256" y="1161"/>
                            <a:pt x="256" y="1161"/>
                            <a:pt x="256" y="1161"/>
                          </a:cubicBezTo>
                          <a:cubicBezTo>
                            <a:pt x="128" y="1161"/>
                            <a:pt x="128" y="1161"/>
                            <a:pt x="128" y="1161"/>
                          </a:cubicBezTo>
                          <a:cubicBezTo>
                            <a:pt x="81" y="1161"/>
                            <a:pt x="54" y="1127"/>
                            <a:pt x="54" y="1087"/>
                          </a:cubicBezTo>
                          <a:cubicBezTo>
                            <a:pt x="54" y="952"/>
                            <a:pt x="54" y="952"/>
                            <a:pt x="54" y="952"/>
                          </a:cubicBezTo>
                          <a:cubicBezTo>
                            <a:pt x="54" y="898"/>
                            <a:pt x="54" y="898"/>
                            <a:pt x="54" y="898"/>
                          </a:cubicBezTo>
                          <a:cubicBezTo>
                            <a:pt x="54" y="743"/>
                            <a:pt x="54" y="743"/>
                            <a:pt x="54" y="743"/>
                          </a:cubicBezTo>
                          <a:cubicBezTo>
                            <a:pt x="54" y="689"/>
                            <a:pt x="54" y="689"/>
                            <a:pt x="54" y="689"/>
                          </a:cubicBezTo>
                          <a:cubicBezTo>
                            <a:pt x="54" y="527"/>
                            <a:pt x="54" y="527"/>
                            <a:pt x="54" y="527"/>
                          </a:cubicBezTo>
                          <a:cubicBezTo>
                            <a:pt x="54" y="473"/>
                            <a:pt x="54" y="473"/>
                            <a:pt x="54" y="473"/>
                          </a:cubicBezTo>
                          <a:cubicBezTo>
                            <a:pt x="54" y="318"/>
                            <a:pt x="54" y="318"/>
                            <a:pt x="54" y="318"/>
                          </a:cubicBezTo>
                          <a:cubicBezTo>
                            <a:pt x="54" y="264"/>
                            <a:pt x="54" y="264"/>
                            <a:pt x="54" y="264"/>
                          </a:cubicBezTo>
                          <a:cubicBezTo>
                            <a:pt x="54" y="129"/>
                            <a:pt x="54" y="129"/>
                            <a:pt x="54" y="129"/>
                          </a:cubicBezTo>
                          <a:cubicBezTo>
                            <a:pt x="54" y="88"/>
                            <a:pt x="81" y="54"/>
                            <a:pt x="128" y="54"/>
                          </a:cubicBezTo>
                          <a:cubicBezTo>
                            <a:pt x="256" y="54"/>
                            <a:pt x="256" y="54"/>
                            <a:pt x="256" y="54"/>
                          </a:cubicBezTo>
                          <a:cubicBezTo>
                            <a:pt x="310" y="54"/>
                            <a:pt x="310" y="54"/>
                            <a:pt x="310" y="54"/>
                          </a:cubicBezTo>
                          <a:cubicBezTo>
                            <a:pt x="472" y="54"/>
                            <a:pt x="472" y="54"/>
                            <a:pt x="472" y="54"/>
                          </a:cubicBezTo>
                          <a:cubicBezTo>
                            <a:pt x="526" y="54"/>
                            <a:pt x="526" y="54"/>
                            <a:pt x="526" y="54"/>
                          </a:cubicBezTo>
                          <a:cubicBezTo>
                            <a:pt x="682" y="54"/>
                            <a:pt x="682" y="54"/>
                            <a:pt x="682" y="54"/>
                          </a:cubicBezTo>
                          <a:cubicBezTo>
                            <a:pt x="736" y="54"/>
                            <a:pt x="736" y="54"/>
                            <a:pt x="736" y="54"/>
                          </a:cubicBezTo>
                          <a:cubicBezTo>
                            <a:pt x="898" y="54"/>
                            <a:pt x="898" y="54"/>
                            <a:pt x="898" y="54"/>
                          </a:cubicBezTo>
                          <a:cubicBezTo>
                            <a:pt x="952" y="54"/>
                            <a:pt x="952" y="54"/>
                            <a:pt x="952" y="54"/>
                          </a:cubicBezTo>
                          <a:cubicBezTo>
                            <a:pt x="1080" y="54"/>
                            <a:pt x="1080" y="54"/>
                            <a:pt x="1080" y="54"/>
                          </a:cubicBezTo>
                          <a:cubicBezTo>
                            <a:pt x="1127" y="54"/>
                            <a:pt x="1154" y="88"/>
                            <a:pt x="1154" y="129"/>
                          </a:cubicBezTo>
                          <a:cubicBezTo>
                            <a:pt x="1154" y="264"/>
                            <a:pt x="1154" y="264"/>
                            <a:pt x="1154" y="264"/>
                          </a:cubicBezTo>
                          <a:cubicBezTo>
                            <a:pt x="1154" y="264"/>
                            <a:pt x="1154" y="264"/>
                            <a:pt x="1154" y="264"/>
                          </a:cubicBezTo>
                          <a:close/>
                        </a:path>
                      </a:pathLst>
                    </a:custGeom>
                    <a:solidFill>
                      <a:schemeClr val="tx1">
                        <a:lumMod val="85000"/>
                        <a:lumOff val="15000"/>
                      </a:schemeClr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647" name="그림 1646">
                    <a:extLst>
                      <a:ext uri="{FF2B5EF4-FFF2-40B4-BE49-F238E27FC236}">
                        <a16:creationId xmlns:a16="http://schemas.microsoft.com/office/drawing/2014/main" id="{E811FC4D-7226-8E2C-A724-D3AD40FECAC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lum bright="100000"/>
                  </a:blip>
                  <a:stretch>
                    <a:fillRect/>
                  </a:stretch>
                </p:blipFill>
                <p:spPr>
                  <a:xfrm>
                    <a:off x="1124483" y="5707212"/>
                    <a:ext cx="491143" cy="179999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1589" name="그룹 1588">
                <a:extLst>
                  <a:ext uri="{FF2B5EF4-FFF2-40B4-BE49-F238E27FC236}">
                    <a16:creationId xmlns:a16="http://schemas.microsoft.com/office/drawing/2014/main" id="{D5FB5A12-D09F-EF8E-168D-878091D35B95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006044" y="5500774"/>
                <a:ext cx="166212" cy="228600"/>
                <a:chOff x="3493292" y="3693520"/>
                <a:chExt cx="897069" cy="1233786"/>
              </a:xfrm>
            </p:grpSpPr>
            <p:grpSp>
              <p:nvGrpSpPr>
                <p:cNvPr id="1618" name="그룹 1617">
                  <a:extLst>
                    <a:ext uri="{FF2B5EF4-FFF2-40B4-BE49-F238E27FC236}">
                      <a16:creationId xmlns:a16="http://schemas.microsoft.com/office/drawing/2014/main" id="{53A5307E-4CD9-7F26-6DAC-18BAD7C2F291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3493292" y="3693520"/>
                  <a:ext cx="897069" cy="1233786"/>
                  <a:chOff x="11921389" y="4267727"/>
                  <a:chExt cx="916126" cy="1260000"/>
                </a:xfrm>
              </p:grpSpPr>
              <p:sp>
                <p:nvSpPr>
                  <p:cNvPr id="1640" name="사각형: 둥근 모서리 147">
                    <a:extLst>
                      <a:ext uri="{FF2B5EF4-FFF2-40B4-BE49-F238E27FC236}">
                        <a16:creationId xmlns:a16="http://schemas.microsoft.com/office/drawing/2014/main" id="{5DE1FB68-F74F-4720-AFEB-D891D247D710}"/>
                      </a:ext>
                    </a:extLst>
                  </p:cNvPr>
                  <p:cNvSpPr/>
                  <p:nvPr/>
                </p:nvSpPr>
                <p:spPr>
                  <a:xfrm>
                    <a:off x="11923593" y="4271687"/>
                    <a:ext cx="911716" cy="1252078"/>
                  </a:xfrm>
                  <a:prstGeom prst="roundRect">
                    <a:avLst>
                      <a:gd name="adj" fmla="val 7097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-3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grpSp>
                <p:nvGrpSpPr>
                  <p:cNvPr id="1641" name="그룹 1640">
                    <a:extLst>
                      <a:ext uri="{FF2B5EF4-FFF2-40B4-BE49-F238E27FC236}">
                        <a16:creationId xmlns:a16="http://schemas.microsoft.com/office/drawing/2014/main" id="{A001C1C1-ED68-AA86-4E1D-8FF330FA6C9D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11921389" y="4267727"/>
                    <a:ext cx="916126" cy="1260000"/>
                    <a:chOff x="14485938" y="-2571751"/>
                    <a:chExt cx="554038" cy="762000"/>
                  </a:xfrm>
                  <a:solidFill>
                    <a:srgbClr val="262626"/>
                  </a:solidFill>
                </p:grpSpPr>
                <p:sp>
                  <p:nvSpPr>
                    <p:cNvPr id="1642" name="Freeform 230">
                      <a:extLst>
                        <a:ext uri="{FF2B5EF4-FFF2-40B4-BE49-F238E27FC236}">
                          <a16:creationId xmlns:a16="http://schemas.microsoft.com/office/drawing/2014/main" id="{B1DA3E56-1D4A-48EB-BBF0-3874AA6CB3FA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4485938" y="-2571751"/>
                      <a:ext cx="554038" cy="762000"/>
                    </a:xfrm>
                    <a:custGeom>
                      <a:avLst/>
                      <a:gdLst>
                        <a:gd name="T0" fmla="*/ 137 w 147"/>
                        <a:gd name="T1" fmla="*/ 0 h 200"/>
                        <a:gd name="T2" fmla="*/ 10 w 147"/>
                        <a:gd name="T3" fmla="*/ 0 h 200"/>
                        <a:gd name="T4" fmla="*/ 0 w 147"/>
                        <a:gd name="T5" fmla="*/ 10 h 200"/>
                        <a:gd name="T6" fmla="*/ 0 w 147"/>
                        <a:gd name="T7" fmla="*/ 190 h 200"/>
                        <a:gd name="T8" fmla="*/ 10 w 147"/>
                        <a:gd name="T9" fmla="*/ 200 h 200"/>
                        <a:gd name="T10" fmla="*/ 137 w 147"/>
                        <a:gd name="T11" fmla="*/ 200 h 200"/>
                        <a:gd name="T12" fmla="*/ 140 w 147"/>
                        <a:gd name="T13" fmla="*/ 199 h 200"/>
                        <a:gd name="T14" fmla="*/ 146 w 147"/>
                        <a:gd name="T15" fmla="*/ 193 h 200"/>
                        <a:gd name="T16" fmla="*/ 147 w 147"/>
                        <a:gd name="T17" fmla="*/ 190 h 200"/>
                        <a:gd name="T18" fmla="*/ 147 w 147"/>
                        <a:gd name="T19" fmla="*/ 10 h 200"/>
                        <a:gd name="T20" fmla="*/ 137 w 147"/>
                        <a:gd name="T21" fmla="*/ 0 h 200"/>
                        <a:gd name="T22" fmla="*/ 139 w 147"/>
                        <a:gd name="T23" fmla="*/ 189 h 200"/>
                        <a:gd name="T24" fmla="*/ 135 w 147"/>
                        <a:gd name="T25" fmla="*/ 192 h 200"/>
                        <a:gd name="T26" fmla="*/ 10 w 147"/>
                        <a:gd name="T27" fmla="*/ 192 h 200"/>
                        <a:gd name="T28" fmla="*/ 8 w 147"/>
                        <a:gd name="T29" fmla="*/ 190 h 200"/>
                        <a:gd name="T30" fmla="*/ 8 w 147"/>
                        <a:gd name="T31" fmla="*/ 10 h 200"/>
                        <a:gd name="T32" fmla="*/ 10 w 147"/>
                        <a:gd name="T33" fmla="*/ 8 h 200"/>
                        <a:gd name="T34" fmla="*/ 137 w 147"/>
                        <a:gd name="T35" fmla="*/ 8 h 200"/>
                        <a:gd name="T36" fmla="*/ 139 w 147"/>
                        <a:gd name="T37" fmla="*/ 10 h 200"/>
                        <a:gd name="T38" fmla="*/ 139 w 147"/>
                        <a:gd name="T39" fmla="*/ 189 h 2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</a:cxnLst>
                      <a:rect l="0" t="0" r="r" b="b"/>
                      <a:pathLst>
                        <a:path w="147" h="200">
                          <a:moveTo>
                            <a:pt x="137" y="0"/>
                          </a:moveTo>
                          <a:cubicBezTo>
                            <a:pt x="10" y="0"/>
                            <a:pt x="10" y="0"/>
                            <a:pt x="10" y="0"/>
                          </a:cubicBezTo>
                          <a:cubicBezTo>
                            <a:pt x="4" y="0"/>
                            <a:pt x="0" y="5"/>
                            <a:pt x="0" y="10"/>
                          </a:cubicBezTo>
                          <a:cubicBezTo>
                            <a:pt x="0" y="190"/>
                            <a:pt x="0" y="190"/>
                            <a:pt x="0" y="190"/>
                          </a:cubicBezTo>
                          <a:cubicBezTo>
                            <a:pt x="0" y="196"/>
                            <a:pt x="4" y="200"/>
                            <a:pt x="10" y="200"/>
                          </a:cubicBezTo>
                          <a:cubicBezTo>
                            <a:pt x="137" y="200"/>
                            <a:pt x="137" y="200"/>
                            <a:pt x="137" y="200"/>
                          </a:cubicBezTo>
                          <a:cubicBezTo>
                            <a:pt x="138" y="200"/>
                            <a:pt x="139" y="200"/>
                            <a:pt x="140" y="199"/>
                          </a:cubicBezTo>
                          <a:cubicBezTo>
                            <a:pt x="146" y="193"/>
                            <a:pt x="146" y="193"/>
                            <a:pt x="146" y="193"/>
                          </a:cubicBezTo>
                          <a:cubicBezTo>
                            <a:pt x="146" y="192"/>
                            <a:pt x="147" y="191"/>
                            <a:pt x="147" y="190"/>
                          </a:cubicBezTo>
                          <a:cubicBezTo>
                            <a:pt x="147" y="10"/>
                            <a:pt x="147" y="10"/>
                            <a:pt x="147" y="10"/>
                          </a:cubicBezTo>
                          <a:cubicBezTo>
                            <a:pt x="147" y="5"/>
                            <a:pt x="142" y="0"/>
                            <a:pt x="137" y="0"/>
                          </a:cubicBezTo>
                          <a:close/>
                          <a:moveTo>
                            <a:pt x="139" y="189"/>
                          </a:moveTo>
                          <a:cubicBezTo>
                            <a:pt x="135" y="192"/>
                            <a:pt x="135" y="192"/>
                            <a:pt x="135" y="192"/>
                          </a:cubicBezTo>
                          <a:cubicBezTo>
                            <a:pt x="10" y="192"/>
                            <a:pt x="10" y="192"/>
                            <a:pt x="10" y="192"/>
                          </a:cubicBezTo>
                          <a:cubicBezTo>
                            <a:pt x="9" y="192"/>
                            <a:pt x="8" y="191"/>
                            <a:pt x="8" y="190"/>
                          </a:cubicBezTo>
                          <a:cubicBezTo>
                            <a:pt x="8" y="10"/>
                            <a:pt x="8" y="10"/>
                            <a:pt x="8" y="10"/>
                          </a:cubicBezTo>
                          <a:cubicBezTo>
                            <a:pt x="8" y="9"/>
                            <a:pt x="9" y="8"/>
                            <a:pt x="10" y="8"/>
                          </a:cubicBezTo>
                          <a:cubicBezTo>
                            <a:pt x="137" y="8"/>
                            <a:pt x="137" y="8"/>
                            <a:pt x="137" y="8"/>
                          </a:cubicBezTo>
                          <a:cubicBezTo>
                            <a:pt x="138" y="8"/>
                            <a:pt x="139" y="9"/>
                            <a:pt x="139" y="10"/>
                          </a:cubicBezTo>
                          <a:lnTo>
                            <a:pt x="139" y="189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  <p:sp>
                  <p:nvSpPr>
                    <p:cNvPr id="1643" name="Freeform 231">
                      <a:extLst>
                        <a:ext uri="{FF2B5EF4-FFF2-40B4-BE49-F238E27FC236}">
                          <a16:creationId xmlns:a16="http://schemas.microsoft.com/office/drawing/2014/main" id="{8F919524-AE84-8D0A-E6D0-553E85DCA50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4603413" y="-2403476"/>
                      <a:ext cx="315913" cy="30163"/>
                    </a:xfrm>
                    <a:custGeom>
                      <a:avLst/>
                      <a:gdLst>
                        <a:gd name="T0" fmla="*/ 80 w 84"/>
                        <a:gd name="T1" fmla="*/ 0 h 8"/>
                        <a:gd name="T2" fmla="*/ 4 w 84"/>
                        <a:gd name="T3" fmla="*/ 0 h 8"/>
                        <a:gd name="T4" fmla="*/ 0 w 84"/>
                        <a:gd name="T5" fmla="*/ 4 h 8"/>
                        <a:gd name="T6" fmla="*/ 4 w 84"/>
                        <a:gd name="T7" fmla="*/ 8 h 8"/>
                        <a:gd name="T8" fmla="*/ 80 w 84"/>
                        <a:gd name="T9" fmla="*/ 8 h 8"/>
                        <a:gd name="T10" fmla="*/ 84 w 84"/>
                        <a:gd name="T11" fmla="*/ 4 h 8"/>
                        <a:gd name="T12" fmla="*/ 80 w 84"/>
                        <a:gd name="T13" fmla="*/ 0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4" h="8">
                          <a:moveTo>
                            <a:pt x="80" y="0"/>
                          </a:moveTo>
                          <a:cubicBezTo>
                            <a:pt x="4" y="0"/>
                            <a:pt x="4" y="0"/>
                            <a:pt x="4" y="0"/>
                          </a:cubicBezTo>
                          <a:cubicBezTo>
                            <a:pt x="2" y="0"/>
                            <a:pt x="0" y="2"/>
                            <a:pt x="0" y="4"/>
                          </a:cubicBezTo>
                          <a:cubicBezTo>
                            <a:pt x="0" y="6"/>
                            <a:pt x="2" y="8"/>
                            <a:pt x="4" y="8"/>
                          </a:cubicBezTo>
                          <a:cubicBezTo>
                            <a:pt x="80" y="8"/>
                            <a:pt x="80" y="8"/>
                            <a:pt x="80" y="8"/>
                          </a:cubicBezTo>
                          <a:cubicBezTo>
                            <a:pt x="82" y="8"/>
                            <a:pt x="84" y="6"/>
                            <a:pt x="84" y="4"/>
                          </a:cubicBezTo>
                          <a:cubicBezTo>
                            <a:pt x="84" y="2"/>
                            <a:pt x="82" y="0"/>
                            <a:pt x="80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1619" name="그룹 1618">
                  <a:extLst>
                    <a:ext uri="{FF2B5EF4-FFF2-40B4-BE49-F238E27FC236}">
                      <a16:creationId xmlns:a16="http://schemas.microsoft.com/office/drawing/2014/main" id="{053C623C-DA9E-2974-9AE8-7E1E7385EF29}"/>
                    </a:ext>
                  </a:extLst>
                </p:cNvPr>
                <p:cNvGrpSpPr/>
                <p:nvPr/>
              </p:nvGrpSpPr>
              <p:grpSpPr>
                <a:xfrm>
                  <a:off x="3623554" y="4140320"/>
                  <a:ext cx="636537" cy="634466"/>
                  <a:chOff x="881898" y="5310642"/>
                  <a:chExt cx="976313" cy="973138"/>
                </a:xfrm>
              </p:grpSpPr>
              <p:grpSp>
                <p:nvGrpSpPr>
                  <p:cNvPr id="1620" name="그룹 1619">
                    <a:extLst>
                      <a:ext uri="{FF2B5EF4-FFF2-40B4-BE49-F238E27FC236}">
                        <a16:creationId xmlns:a16="http://schemas.microsoft.com/office/drawing/2014/main" id="{741D6540-7F12-0625-7B43-B749B424C275}"/>
                      </a:ext>
                    </a:extLst>
                  </p:cNvPr>
                  <p:cNvGrpSpPr/>
                  <p:nvPr/>
                </p:nvGrpSpPr>
                <p:grpSpPr>
                  <a:xfrm>
                    <a:off x="881898" y="5310642"/>
                    <a:ext cx="976313" cy="973138"/>
                    <a:chOff x="21240750" y="2320925"/>
                    <a:chExt cx="976313" cy="973138"/>
                  </a:xfrm>
                </p:grpSpPr>
                <p:sp>
                  <p:nvSpPr>
                    <p:cNvPr id="1622" name="Freeform 113">
                      <a:extLst>
                        <a:ext uri="{FF2B5EF4-FFF2-40B4-BE49-F238E27FC236}">
                          <a16:creationId xmlns:a16="http://schemas.microsoft.com/office/drawing/2014/main" id="{7E3A280D-EA42-BABC-3B54-C4A92CB4293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410343" y="2487232"/>
                      <a:ext cx="637131" cy="640525"/>
                    </a:xfrm>
                    <a:custGeom>
                      <a:avLst/>
                      <a:gdLst>
                        <a:gd name="T0" fmla="*/ 1100 w 1100"/>
                        <a:gd name="T1" fmla="*/ 210 h 1107"/>
                        <a:gd name="T2" fmla="*/ 1100 w 1100"/>
                        <a:gd name="T3" fmla="*/ 264 h 1107"/>
                        <a:gd name="T4" fmla="*/ 1100 w 1100"/>
                        <a:gd name="T5" fmla="*/ 419 h 1107"/>
                        <a:gd name="T6" fmla="*/ 1100 w 1100"/>
                        <a:gd name="T7" fmla="*/ 473 h 1107"/>
                        <a:gd name="T8" fmla="*/ 1100 w 1100"/>
                        <a:gd name="T9" fmla="*/ 635 h 1107"/>
                        <a:gd name="T10" fmla="*/ 1100 w 1100"/>
                        <a:gd name="T11" fmla="*/ 689 h 1107"/>
                        <a:gd name="T12" fmla="*/ 1100 w 1100"/>
                        <a:gd name="T13" fmla="*/ 844 h 1107"/>
                        <a:gd name="T14" fmla="*/ 1100 w 1100"/>
                        <a:gd name="T15" fmla="*/ 898 h 1107"/>
                        <a:gd name="T16" fmla="*/ 1100 w 1100"/>
                        <a:gd name="T17" fmla="*/ 1033 h 1107"/>
                        <a:gd name="T18" fmla="*/ 1026 w 1100"/>
                        <a:gd name="T19" fmla="*/ 1107 h 1107"/>
                        <a:gd name="T20" fmla="*/ 898 w 1100"/>
                        <a:gd name="T21" fmla="*/ 1107 h 1107"/>
                        <a:gd name="T22" fmla="*/ 844 w 1100"/>
                        <a:gd name="T23" fmla="*/ 1107 h 1107"/>
                        <a:gd name="T24" fmla="*/ 682 w 1100"/>
                        <a:gd name="T25" fmla="*/ 1107 h 1107"/>
                        <a:gd name="T26" fmla="*/ 628 w 1100"/>
                        <a:gd name="T27" fmla="*/ 1107 h 1107"/>
                        <a:gd name="T28" fmla="*/ 472 w 1100"/>
                        <a:gd name="T29" fmla="*/ 1107 h 1107"/>
                        <a:gd name="T30" fmla="*/ 418 w 1100"/>
                        <a:gd name="T31" fmla="*/ 1107 h 1107"/>
                        <a:gd name="T32" fmla="*/ 256 w 1100"/>
                        <a:gd name="T33" fmla="*/ 1107 h 1107"/>
                        <a:gd name="T34" fmla="*/ 202 w 1100"/>
                        <a:gd name="T35" fmla="*/ 1107 h 1107"/>
                        <a:gd name="T36" fmla="*/ 74 w 1100"/>
                        <a:gd name="T37" fmla="*/ 1107 h 1107"/>
                        <a:gd name="T38" fmla="*/ 0 w 1100"/>
                        <a:gd name="T39" fmla="*/ 1033 h 1107"/>
                        <a:gd name="T40" fmla="*/ 0 w 1100"/>
                        <a:gd name="T41" fmla="*/ 898 h 1107"/>
                        <a:gd name="T42" fmla="*/ 0 w 1100"/>
                        <a:gd name="T43" fmla="*/ 844 h 1107"/>
                        <a:gd name="T44" fmla="*/ 0 w 1100"/>
                        <a:gd name="T45" fmla="*/ 689 h 1107"/>
                        <a:gd name="T46" fmla="*/ 0 w 1100"/>
                        <a:gd name="T47" fmla="*/ 635 h 1107"/>
                        <a:gd name="T48" fmla="*/ 0 w 1100"/>
                        <a:gd name="T49" fmla="*/ 473 h 1107"/>
                        <a:gd name="T50" fmla="*/ 0 w 1100"/>
                        <a:gd name="T51" fmla="*/ 419 h 1107"/>
                        <a:gd name="T52" fmla="*/ 0 w 1100"/>
                        <a:gd name="T53" fmla="*/ 264 h 1107"/>
                        <a:gd name="T54" fmla="*/ 0 w 1100"/>
                        <a:gd name="T55" fmla="*/ 210 h 1107"/>
                        <a:gd name="T56" fmla="*/ 0 w 1100"/>
                        <a:gd name="T57" fmla="*/ 75 h 1107"/>
                        <a:gd name="T58" fmla="*/ 74 w 1100"/>
                        <a:gd name="T59" fmla="*/ 0 h 1107"/>
                        <a:gd name="T60" fmla="*/ 202 w 1100"/>
                        <a:gd name="T61" fmla="*/ 0 h 1107"/>
                        <a:gd name="T62" fmla="*/ 256 w 1100"/>
                        <a:gd name="T63" fmla="*/ 0 h 1107"/>
                        <a:gd name="T64" fmla="*/ 418 w 1100"/>
                        <a:gd name="T65" fmla="*/ 0 h 1107"/>
                        <a:gd name="T66" fmla="*/ 472 w 1100"/>
                        <a:gd name="T67" fmla="*/ 0 h 1107"/>
                        <a:gd name="T68" fmla="*/ 628 w 1100"/>
                        <a:gd name="T69" fmla="*/ 0 h 1107"/>
                        <a:gd name="T70" fmla="*/ 682 w 1100"/>
                        <a:gd name="T71" fmla="*/ 0 h 1107"/>
                        <a:gd name="T72" fmla="*/ 844 w 1100"/>
                        <a:gd name="T73" fmla="*/ 0 h 1107"/>
                        <a:gd name="T74" fmla="*/ 898 w 1100"/>
                        <a:gd name="T75" fmla="*/ 0 h 1107"/>
                        <a:gd name="T76" fmla="*/ 1026 w 1100"/>
                        <a:gd name="T77" fmla="*/ 0 h 1107"/>
                        <a:gd name="T78" fmla="*/ 1100 w 1100"/>
                        <a:gd name="T79" fmla="*/ 75 h 1107"/>
                        <a:gd name="T80" fmla="*/ 1100 w 1100"/>
                        <a:gd name="T81" fmla="*/ 210 h 1107"/>
                        <a:gd name="T82" fmla="*/ 1100 w 1100"/>
                        <a:gd name="T83" fmla="*/ 210 h 110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</a:cxnLst>
                      <a:rect l="0" t="0" r="r" b="b"/>
                      <a:pathLst>
                        <a:path w="1100" h="1107">
                          <a:moveTo>
                            <a:pt x="1100" y="210"/>
                          </a:moveTo>
                          <a:cubicBezTo>
                            <a:pt x="1100" y="264"/>
                            <a:pt x="1100" y="264"/>
                            <a:pt x="1100" y="264"/>
                          </a:cubicBezTo>
                          <a:cubicBezTo>
                            <a:pt x="1100" y="419"/>
                            <a:pt x="1100" y="419"/>
                            <a:pt x="1100" y="419"/>
                          </a:cubicBezTo>
                          <a:cubicBezTo>
                            <a:pt x="1100" y="473"/>
                            <a:pt x="1100" y="473"/>
                            <a:pt x="1100" y="473"/>
                          </a:cubicBezTo>
                          <a:cubicBezTo>
                            <a:pt x="1100" y="635"/>
                            <a:pt x="1100" y="635"/>
                            <a:pt x="1100" y="635"/>
                          </a:cubicBezTo>
                          <a:cubicBezTo>
                            <a:pt x="1100" y="689"/>
                            <a:pt x="1100" y="689"/>
                            <a:pt x="1100" y="689"/>
                          </a:cubicBezTo>
                          <a:cubicBezTo>
                            <a:pt x="1100" y="844"/>
                            <a:pt x="1100" y="844"/>
                            <a:pt x="1100" y="844"/>
                          </a:cubicBezTo>
                          <a:cubicBezTo>
                            <a:pt x="1100" y="898"/>
                            <a:pt x="1100" y="898"/>
                            <a:pt x="1100" y="898"/>
                          </a:cubicBezTo>
                          <a:cubicBezTo>
                            <a:pt x="1100" y="1033"/>
                            <a:pt x="1100" y="1033"/>
                            <a:pt x="1100" y="1033"/>
                          </a:cubicBezTo>
                          <a:cubicBezTo>
                            <a:pt x="1100" y="1073"/>
                            <a:pt x="1073" y="1107"/>
                            <a:pt x="1026" y="1107"/>
                          </a:cubicBezTo>
                          <a:cubicBezTo>
                            <a:pt x="898" y="1107"/>
                            <a:pt x="898" y="1107"/>
                            <a:pt x="898" y="1107"/>
                          </a:cubicBezTo>
                          <a:cubicBezTo>
                            <a:pt x="844" y="1107"/>
                            <a:pt x="844" y="1107"/>
                            <a:pt x="844" y="1107"/>
                          </a:cubicBezTo>
                          <a:cubicBezTo>
                            <a:pt x="682" y="1107"/>
                            <a:pt x="682" y="1107"/>
                            <a:pt x="682" y="1107"/>
                          </a:cubicBezTo>
                          <a:cubicBezTo>
                            <a:pt x="628" y="1107"/>
                            <a:pt x="628" y="1107"/>
                            <a:pt x="628" y="1107"/>
                          </a:cubicBezTo>
                          <a:cubicBezTo>
                            <a:pt x="472" y="1107"/>
                            <a:pt x="472" y="1107"/>
                            <a:pt x="472" y="1107"/>
                          </a:cubicBezTo>
                          <a:cubicBezTo>
                            <a:pt x="418" y="1107"/>
                            <a:pt x="418" y="1107"/>
                            <a:pt x="418" y="1107"/>
                          </a:cubicBezTo>
                          <a:cubicBezTo>
                            <a:pt x="256" y="1107"/>
                            <a:pt x="256" y="1107"/>
                            <a:pt x="256" y="1107"/>
                          </a:cubicBezTo>
                          <a:cubicBezTo>
                            <a:pt x="202" y="1107"/>
                            <a:pt x="202" y="1107"/>
                            <a:pt x="202" y="1107"/>
                          </a:cubicBezTo>
                          <a:cubicBezTo>
                            <a:pt x="74" y="1107"/>
                            <a:pt x="74" y="1107"/>
                            <a:pt x="74" y="1107"/>
                          </a:cubicBezTo>
                          <a:cubicBezTo>
                            <a:pt x="27" y="1107"/>
                            <a:pt x="0" y="1073"/>
                            <a:pt x="0" y="1033"/>
                          </a:cubicBezTo>
                          <a:cubicBezTo>
                            <a:pt x="0" y="898"/>
                            <a:pt x="0" y="898"/>
                            <a:pt x="0" y="898"/>
                          </a:cubicBezTo>
                          <a:cubicBezTo>
                            <a:pt x="0" y="844"/>
                            <a:pt x="0" y="844"/>
                            <a:pt x="0" y="844"/>
                          </a:cubicBezTo>
                          <a:cubicBezTo>
                            <a:pt x="0" y="689"/>
                            <a:pt x="0" y="689"/>
                            <a:pt x="0" y="689"/>
                          </a:cubicBezTo>
                          <a:cubicBezTo>
                            <a:pt x="0" y="635"/>
                            <a:pt x="0" y="635"/>
                            <a:pt x="0" y="635"/>
                          </a:cubicBezTo>
                          <a:cubicBezTo>
                            <a:pt x="0" y="473"/>
                            <a:pt x="0" y="473"/>
                            <a:pt x="0" y="473"/>
                          </a:cubicBezTo>
                          <a:cubicBezTo>
                            <a:pt x="0" y="419"/>
                            <a:pt x="0" y="419"/>
                            <a:pt x="0" y="419"/>
                          </a:cubicBezTo>
                          <a:cubicBezTo>
                            <a:pt x="0" y="264"/>
                            <a:pt x="0" y="264"/>
                            <a:pt x="0" y="264"/>
                          </a:cubicBezTo>
                          <a:cubicBezTo>
                            <a:pt x="0" y="210"/>
                            <a:pt x="0" y="210"/>
                            <a:pt x="0" y="210"/>
                          </a:cubicBezTo>
                          <a:cubicBezTo>
                            <a:pt x="0" y="75"/>
                            <a:pt x="0" y="75"/>
                            <a:pt x="0" y="75"/>
                          </a:cubicBezTo>
                          <a:cubicBezTo>
                            <a:pt x="0" y="34"/>
                            <a:pt x="27" y="0"/>
                            <a:pt x="74" y="0"/>
                          </a:cubicBezTo>
                          <a:cubicBezTo>
                            <a:pt x="202" y="0"/>
                            <a:pt x="202" y="0"/>
                            <a:pt x="202" y="0"/>
                          </a:cubicBezTo>
                          <a:cubicBezTo>
                            <a:pt x="256" y="0"/>
                            <a:pt x="256" y="0"/>
                            <a:pt x="256" y="0"/>
                          </a:cubicBezTo>
                          <a:cubicBezTo>
                            <a:pt x="418" y="0"/>
                            <a:pt x="418" y="0"/>
                            <a:pt x="418" y="0"/>
                          </a:cubicBezTo>
                          <a:cubicBezTo>
                            <a:pt x="472" y="0"/>
                            <a:pt x="472" y="0"/>
                            <a:pt x="472" y="0"/>
                          </a:cubicBezTo>
                          <a:cubicBezTo>
                            <a:pt x="628" y="0"/>
                            <a:pt x="628" y="0"/>
                            <a:pt x="628" y="0"/>
                          </a:cubicBezTo>
                          <a:cubicBezTo>
                            <a:pt x="682" y="0"/>
                            <a:pt x="682" y="0"/>
                            <a:pt x="682" y="0"/>
                          </a:cubicBezTo>
                          <a:cubicBezTo>
                            <a:pt x="844" y="0"/>
                            <a:pt x="844" y="0"/>
                            <a:pt x="844" y="0"/>
                          </a:cubicBezTo>
                          <a:cubicBezTo>
                            <a:pt x="898" y="0"/>
                            <a:pt x="898" y="0"/>
                            <a:pt x="898" y="0"/>
                          </a:cubicBezTo>
                          <a:cubicBezTo>
                            <a:pt x="1026" y="0"/>
                            <a:pt x="1026" y="0"/>
                            <a:pt x="1026" y="0"/>
                          </a:cubicBezTo>
                          <a:cubicBezTo>
                            <a:pt x="1073" y="0"/>
                            <a:pt x="1100" y="34"/>
                            <a:pt x="1100" y="75"/>
                          </a:cubicBezTo>
                          <a:cubicBezTo>
                            <a:pt x="1100" y="210"/>
                            <a:pt x="1100" y="210"/>
                            <a:pt x="1100" y="210"/>
                          </a:cubicBezTo>
                          <a:cubicBezTo>
                            <a:pt x="1100" y="210"/>
                            <a:pt x="1100" y="210"/>
                            <a:pt x="1100" y="210"/>
                          </a:cubicBezTo>
                          <a:close/>
                        </a:path>
                      </a:pathLst>
                    </a:custGeom>
                    <a:solidFill>
                      <a:schemeClr val="tx1">
                        <a:lumMod val="85000"/>
                        <a:lumOff val="15000"/>
                      </a:schemeClr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623" name="Freeform 96">
                      <a:extLst>
                        <a:ext uri="{FF2B5EF4-FFF2-40B4-BE49-F238E27FC236}">
                          <a16:creationId xmlns:a16="http://schemas.microsoft.com/office/drawing/2014/main" id="{7FA39A45-37A0-BA35-F030-7103361DEEF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085300" y="2620963"/>
                      <a:ext cx="131763" cy="30163"/>
                    </a:xfrm>
                    <a:custGeom>
                      <a:avLst/>
                      <a:gdLst>
                        <a:gd name="T0" fmla="*/ 244 w 244"/>
                        <a:gd name="T1" fmla="*/ 28 h 55"/>
                        <a:gd name="T2" fmla="*/ 217 w 244"/>
                        <a:gd name="T3" fmla="*/ 0 h 55"/>
                        <a:gd name="T4" fmla="*/ 0 w 244"/>
                        <a:gd name="T5" fmla="*/ 0 h 55"/>
                        <a:gd name="T6" fmla="*/ 0 w 244"/>
                        <a:gd name="T7" fmla="*/ 55 h 55"/>
                        <a:gd name="T8" fmla="*/ 217 w 244"/>
                        <a:gd name="T9" fmla="*/ 55 h 55"/>
                        <a:gd name="T10" fmla="*/ 244 w 244"/>
                        <a:gd name="T11" fmla="*/ 28 h 5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4" h="55">
                          <a:moveTo>
                            <a:pt x="244" y="28"/>
                          </a:moveTo>
                          <a:cubicBezTo>
                            <a:pt x="244" y="14"/>
                            <a:pt x="230" y="0"/>
                            <a:pt x="217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55"/>
                            <a:pt x="0" y="55"/>
                            <a:pt x="0" y="55"/>
                          </a:cubicBezTo>
                          <a:cubicBezTo>
                            <a:pt x="217" y="55"/>
                            <a:pt x="217" y="55"/>
                            <a:pt x="217" y="55"/>
                          </a:cubicBezTo>
                          <a:cubicBezTo>
                            <a:pt x="230" y="55"/>
                            <a:pt x="244" y="41"/>
                            <a:pt x="244" y="28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624" name="Freeform 97">
                      <a:extLst>
                        <a:ext uri="{FF2B5EF4-FFF2-40B4-BE49-F238E27FC236}">
                          <a16:creationId xmlns:a16="http://schemas.microsoft.com/office/drawing/2014/main" id="{A39A8769-4F94-E1F9-8229-A7E8CFCAC6B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085300" y="2733675"/>
                      <a:ext cx="131763" cy="30163"/>
                    </a:xfrm>
                    <a:custGeom>
                      <a:avLst/>
                      <a:gdLst>
                        <a:gd name="T0" fmla="*/ 217 w 244"/>
                        <a:gd name="T1" fmla="*/ 0 h 54"/>
                        <a:gd name="T2" fmla="*/ 0 w 244"/>
                        <a:gd name="T3" fmla="*/ 0 h 54"/>
                        <a:gd name="T4" fmla="*/ 0 w 244"/>
                        <a:gd name="T5" fmla="*/ 54 h 54"/>
                        <a:gd name="T6" fmla="*/ 217 w 244"/>
                        <a:gd name="T7" fmla="*/ 54 h 54"/>
                        <a:gd name="T8" fmla="*/ 244 w 244"/>
                        <a:gd name="T9" fmla="*/ 27 h 54"/>
                        <a:gd name="T10" fmla="*/ 217 w 244"/>
                        <a:gd name="T11" fmla="*/ 0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4" h="54">
                          <a:moveTo>
                            <a:pt x="217" y="0"/>
                          </a:move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54"/>
                            <a:pt x="0" y="54"/>
                            <a:pt x="0" y="54"/>
                          </a:cubicBezTo>
                          <a:cubicBezTo>
                            <a:pt x="217" y="54"/>
                            <a:pt x="217" y="54"/>
                            <a:pt x="217" y="54"/>
                          </a:cubicBezTo>
                          <a:cubicBezTo>
                            <a:pt x="230" y="54"/>
                            <a:pt x="244" y="47"/>
                            <a:pt x="244" y="27"/>
                          </a:cubicBezTo>
                          <a:cubicBezTo>
                            <a:pt x="244" y="13"/>
                            <a:pt x="230" y="0"/>
                            <a:pt x="217" y="0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625" name="Freeform 98">
                      <a:extLst>
                        <a:ext uri="{FF2B5EF4-FFF2-40B4-BE49-F238E27FC236}">
                          <a16:creationId xmlns:a16="http://schemas.microsoft.com/office/drawing/2014/main" id="{F44BBEFB-4F1D-8AB5-C7E3-E18B3F0DF9A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085300" y="2851150"/>
                      <a:ext cx="131763" cy="30163"/>
                    </a:xfrm>
                    <a:custGeom>
                      <a:avLst/>
                      <a:gdLst>
                        <a:gd name="T0" fmla="*/ 217 w 244"/>
                        <a:gd name="T1" fmla="*/ 0 h 54"/>
                        <a:gd name="T2" fmla="*/ 0 w 244"/>
                        <a:gd name="T3" fmla="*/ 0 h 54"/>
                        <a:gd name="T4" fmla="*/ 0 w 244"/>
                        <a:gd name="T5" fmla="*/ 54 h 54"/>
                        <a:gd name="T6" fmla="*/ 217 w 244"/>
                        <a:gd name="T7" fmla="*/ 54 h 54"/>
                        <a:gd name="T8" fmla="*/ 244 w 244"/>
                        <a:gd name="T9" fmla="*/ 27 h 54"/>
                        <a:gd name="T10" fmla="*/ 217 w 244"/>
                        <a:gd name="T11" fmla="*/ 0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4" h="54">
                          <a:moveTo>
                            <a:pt x="217" y="0"/>
                          </a:move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54"/>
                            <a:pt x="0" y="54"/>
                            <a:pt x="0" y="54"/>
                          </a:cubicBezTo>
                          <a:cubicBezTo>
                            <a:pt x="217" y="54"/>
                            <a:pt x="217" y="54"/>
                            <a:pt x="217" y="54"/>
                          </a:cubicBezTo>
                          <a:cubicBezTo>
                            <a:pt x="230" y="54"/>
                            <a:pt x="244" y="41"/>
                            <a:pt x="244" y="27"/>
                          </a:cubicBezTo>
                          <a:cubicBezTo>
                            <a:pt x="244" y="14"/>
                            <a:pt x="230" y="0"/>
                            <a:pt x="217" y="0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626" name="Freeform 99">
                      <a:extLst>
                        <a:ext uri="{FF2B5EF4-FFF2-40B4-BE49-F238E27FC236}">
                          <a16:creationId xmlns:a16="http://schemas.microsoft.com/office/drawing/2014/main" id="{F53C770B-5AF8-2BAC-2BFC-E2E2CC75DC4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085300" y="2965450"/>
                      <a:ext cx="131763" cy="28575"/>
                    </a:xfrm>
                    <a:custGeom>
                      <a:avLst/>
                      <a:gdLst>
                        <a:gd name="T0" fmla="*/ 217 w 244"/>
                        <a:gd name="T1" fmla="*/ 0 h 54"/>
                        <a:gd name="T2" fmla="*/ 0 w 244"/>
                        <a:gd name="T3" fmla="*/ 0 h 54"/>
                        <a:gd name="T4" fmla="*/ 0 w 244"/>
                        <a:gd name="T5" fmla="*/ 54 h 54"/>
                        <a:gd name="T6" fmla="*/ 217 w 244"/>
                        <a:gd name="T7" fmla="*/ 54 h 54"/>
                        <a:gd name="T8" fmla="*/ 244 w 244"/>
                        <a:gd name="T9" fmla="*/ 27 h 54"/>
                        <a:gd name="T10" fmla="*/ 217 w 244"/>
                        <a:gd name="T11" fmla="*/ 0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4" h="54">
                          <a:moveTo>
                            <a:pt x="217" y="0"/>
                          </a:move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54"/>
                            <a:pt x="0" y="54"/>
                            <a:pt x="0" y="54"/>
                          </a:cubicBezTo>
                          <a:cubicBezTo>
                            <a:pt x="217" y="54"/>
                            <a:pt x="217" y="54"/>
                            <a:pt x="217" y="54"/>
                          </a:cubicBezTo>
                          <a:cubicBezTo>
                            <a:pt x="230" y="54"/>
                            <a:pt x="244" y="47"/>
                            <a:pt x="244" y="27"/>
                          </a:cubicBezTo>
                          <a:cubicBezTo>
                            <a:pt x="244" y="13"/>
                            <a:pt x="230" y="0"/>
                            <a:pt x="217" y="0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627" name="Freeform 100">
                      <a:extLst>
                        <a:ext uri="{FF2B5EF4-FFF2-40B4-BE49-F238E27FC236}">
                          <a16:creationId xmlns:a16="http://schemas.microsoft.com/office/drawing/2014/main" id="{5D1CF6D8-18B3-A6DC-07D5-FB677D5F8C9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240750" y="2620963"/>
                      <a:ext cx="131763" cy="30163"/>
                    </a:xfrm>
                    <a:custGeom>
                      <a:avLst/>
                      <a:gdLst>
                        <a:gd name="T0" fmla="*/ 0 w 243"/>
                        <a:gd name="T1" fmla="*/ 28 h 55"/>
                        <a:gd name="T2" fmla="*/ 27 w 243"/>
                        <a:gd name="T3" fmla="*/ 55 h 55"/>
                        <a:gd name="T4" fmla="*/ 243 w 243"/>
                        <a:gd name="T5" fmla="*/ 55 h 55"/>
                        <a:gd name="T6" fmla="*/ 243 w 243"/>
                        <a:gd name="T7" fmla="*/ 0 h 55"/>
                        <a:gd name="T8" fmla="*/ 27 w 243"/>
                        <a:gd name="T9" fmla="*/ 0 h 55"/>
                        <a:gd name="T10" fmla="*/ 0 w 243"/>
                        <a:gd name="T11" fmla="*/ 28 h 5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3" h="55">
                          <a:moveTo>
                            <a:pt x="0" y="28"/>
                          </a:moveTo>
                          <a:cubicBezTo>
                            <a:pt x="0" y="41"/>
                            <a:pt x="14" y="55"/>
                            <a:pt x="27" y="55"/>
                          </a:cubicBezTo>
                          <a:cubicBezTo>
                            <a:pt x="243" y="55"/>
                            <a:pt x="243" y="55"/>
                            <a:pt x="243" y="55"/>
                          </a:cubicBezTo>
                          <a:cubicBezTo>
                            <a:pt x="243" y="0"/>
                            <a:pt x="243" y="0"/>
                            <a:pt x="243" y="0"/>
                          </a:cubicBezTo>
                          <a:cubicBezTo>
                            <a:pt x="27" y="0"/>
                            <a:pt x="27" y="0"/>
                            <a:pt x="27" y="0"/>
                          </a:cubicBezTo>
                          <a:cubicBezTo>
                            <a:pt x="14" y="0"/>
                            <a:pt x="0" y="14"/>
                            <a:pt x="0" y="28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628" name="Freeform 101">
                      <a:extLst>
                        <a:ext uri="{FF2B5EF4-FFF2-40B4-BE49-F238E27FC236}">
                          <a16:creationId xmlns:a16="http://schemas.microsoft.com/office/drawing/2014/main" id="{1A28C5AC-0D69-B9C5-22FF-45323D23AF3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240750" y="2733675"/>
                      <a:ext cx="131763" cy="30163"/>
                    </a:xfrm>
                    <a:custGeom>
                      <a:avLst/>
                      <a:gdLst>
                        <a:gd name="T0" fmla="*/ 0 w 243"/>
                        <a:gd name="T1" fmla="*/ 27 h 54"/>
                        <a:gd name="T2" fmla="*/ 27 w 243"/>
                        <a:gd name="T3" fmla="*/ 54 h 54"/>
                        <a:gd name="T4" fmla="*/ 243 w 243"/>
                        <a:gd name="T5" fmla="*/ 54 h 54"/>
                        <a:gd name="T6" fmla="*/ 243 w 243"/>
                        <a:gd name="T7" fmla="*/ 0 h 54"/>
                        <a:gd name="T8" fmla="*/ 27 w 243"/>
                        <a:gd name="T9" fmla="*/ 0 h 54"/>
                        <a:gd name="T10" fmla="*/ 0 w 243"/>
                        <a:gd name="T11" fmla="*/ 27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3" h="54">
                          <a:moveTo>
                            <a:pt x="0" y="27"/>
                          </a:moveTo>
                          <a:cubicBezTo>
                            <a:pt x="0" y="47"/>
                            <a:pt x="14" y="54"/>
                            <a:pt x="27" y="54"/>
                          </a:cubicBezTo>
                          <a:cubicBezTo>
                            <a:pt x="243" y="54"/>
                            <a:pt x="243" y="54"/>
                            <a:pt x="243" y="54"/>
                          </a:cubicBezTo>
                          <a:cubicBezTo>
                            <a:pt x="243" y="0"/>
                            <a:pt x="243" y="0"/>
                            <a:pt x="243" y="0"/>
                          </a:cubicBezTo>
                          <a:cubicBezTo>
                            <a:pt x="27" y="0"/>
                            <a:pt x="27" y="0"/>
                            <a:pt x="27" y="0"/>
                          </a:cubicBezTo>
                          <a:cubicBezTo>
                            <a:pt x="14" y="0"/>
                            <a:pt x="0" y="13"/>
                            <a:pt x="0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629" name="Freeform 102">
                      <a:extLst>
                        <a:ext uri="{FF2B5EF4-FFF2-40B4-BE49-F238E27FC236}">
                          <a16:creationId xmlns:a16="http://schemas.microsoft.com/office/drawing/2014/main" id="{D2C5E7BE-4C33-60DD-76DE-C3F53A90FC7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240750" y="2851150"/>
                      <a:ext cx="131763" cy="30163"/>
                    </a:xfrm>
                    <a:custGeom>
                      <a:avLst/>
                      <a:gdLst>
                        <a:gd name="T0" fmla="*/ 0 w 243"/>
                        <a:gd name="T1" fmla="*/ 27 h 54"/>
                        <a:gd name="T2" fmla="*/ 27 w 243"/>
                        <a:gd name="T3" fmla="*/ 54 h 54"/>
                        <a:gd name="T4" fmla="*/ 243 w 243"/>
                        <a:gd name="T5" fmla="*/ 54 h 54"/>
                        <a:gd name="T6" fmla="*/ 243 w 243"/>
                        <a:gd name="T7" fmla="*/ 0 h 54"/>
                        <a:gd name="T8" fmla="*/ 27 w 243"/>
                        <a:gd name="T9" fmla="*/ 0 h 54"/>
                        <a:gd name="T10" fmla="*/ 0 w 243"/>
                        <a:gd name="T11" fmla="*/ 27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3" h="54">
                          <a:moveTo>
                            <a:pt x="0" y="27"/>
                          </a:moveTo>
                          <a:cubicBezTo>
                            <a:pt x="0" y="41"/>
                            <a:pt x="14" y="54"/>
                            <a:pt x="27" y="54"/>
                          </a:cubicBezTo>
                          <a:cubicBezTo>
                            <a:pt x="243" y="54"/>
                            <a:pt x="243" y="54"/>
                            <a:pt x="243" y="54"/>
                          </a:cubicBezTo>
                          <a:cubicBezTo>
                            <a:pt x="243" y="0"/>
                            <a:pt x="243" y="0"/>
                            <a:pt x="243" y="0"/>
                          </a:cubicBezTo>
                          <a:cubicBezTo>
                            <a:pt x="27" y="0"/>
                            <a:pt x="27" y="0"/>
                            <a:pt x="27" y="0"/>
                          </a:cubicBezTo>
                          <a:cubicBezTo>
                            <a:pt x="14" y="0"/>
                            <a:pt x="0" y="14"/>
                            <a:pt x="0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630" name="Freeform 103">
                      <a:extLst>
                        <a:ext uri="{FF2B5EF4-FFF2-40B4-BE49-F238E27FC236}">
                          <a16:creationId xmlns:a16="http://schemas.microsoft.com/office/drawing/2014/main" id="{2DC502D5-8D49-C349-0A1D-13A401EF061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240750" y="2965450"/>
                      <a:ext cx="131763" cy="28575"/>
                    </a:xfrm>
                    <a:custGeom>
                      <a:avLst/>
                      <a:gdLst>
                        <a:gd name="T0" fmla="*/ 0 w 243"/>
                        <a:gd name="T1" fmla="*/ 27 h 54"/>
                        <a:gd name="T2" fmla="*/ 27 w 243"/>
                        <a:gd name="T3" fmla="*/ 54 h 54"/>
                        <a:gd name="T4" fmla="*/ 243 w 243"/>
                        <a:gd name="T5" fmla="*/ 54 h 54"/>
                        <a:gd name="T6" fmla="*/ 243 w 243"/>
                        <a:gd name="T7" fmla="*/ 0 h 54"/>
                        <a:gd name="T8" fmla="*/ 27 w 243"/>
                        <a:gd name="T9" fmla="*/ 0 h 54"/>
                        <a:gd name="T10" fmla="*/ 0 w 243"/>
                        <a:gd name="T11" fmla="*/ 27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3" h="54">
                          <a:moveTo>
                            <a:pt x="0" y="27"/>
                          </a:moveTo>
                          <a:cubicBezTo>
                            <a:pt x="0" y="47"/>
                            <a:pt x="14" y="54"/>
                            <a:pt x="27" y="54"/>
                          </a:cubicBezTo>
                          <a:cubicBezTo>
                            <a:pt x="243" y="54"/>
                            <a:pt x="243" y="54"/>
                            <a:pt x="243" y="54"/>
                          </a:cubicBezTo>
                          <a:cubicBezTo>
                            <a:pt x="243" y="0"/>
                            <a:pt x="243" y="0"/>
                            <a:pt x="243" y="0"/>
                          </a:cubicBezTo>
                          <a:cubicBezTo>
                            <a:pt x="27" y="0"/>
                            <a:pt x="27" y="0"/>
                            <a:pt x="27" y="0"/>
                          </a:cubicBezTo>
                          <a:cubicBezTo>
                            <a:pt x="14" y="0"/>
                            <a:pt x="0" y="13"/>
                            <a:pt x="0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631" name="Freeform 104">
                      <a:extLst>
                        <a:ext uri="{FF2B5EF4-FFF2-40B4-BE49-F238E27FC236}">
                          <a16:creationId xmlns:a16="http://schemas.microsoft.com/office/drawing/2014/main" id="{4BCB5CD6-1A7E-8BD1-9CAF-5A5A121CD9C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540788" y="2320925"/>
                      <a:ext cx="28575" cy="128588"/>
                    </a:xfrm>
                    <a:custGeom>
                      <a:avLst/>
                      <a:gdLst>
                        <a:gd name="T0" fmla="*/ 54 w 54"/>
                        <a:gd name="T1" fmla="*/ 27 h 237"/>
                        <a:gd name="T2" fmla="*/ 27 w 54"/>
                        <a:gd name="T3" fmla="*/ 0 h 237"/>
                        <a:gd name="T4" fmla="*/ 0 w 54"/>
                        <a:gd name="T5" fmla="*/ 27 h 237"/>
                        <a:gd name="T6" fmla="*/ 0 w 54"/>
                        <a:gd name="T7" fmla="*/ 237 h 237"/>
                        <a:gd name="T8" fmla="*/ 54 w 54"/>
                        <a:gd name="T9" fmla="*/ 237 h 237"/>
                        <a:gd name="T10" fmla="*/ 54 w 54"/>
                        <a:gd name="T11" fmla="*/ 27 h 237"/>
                        <a:gd name="T12" fmla="*/ 54 w 54"/>
                        <a:gd name="T13" fmla="*/ 27 h 2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7">
                          <a:moveTo>
                            <a:pt x="54" y="27"/>
                          </a:moveTo>
                          <a:cubicBezTo>
                            <a:pt x="54" y="14"/>
                            <a:pt x="40" y="0"/>
                            <a:pt x="27" y="0"/>
                          </a:cubicBezTo>
                          <a:cubicBezTo>
                            <a:pt x="13" y="0"/>
                            <a:pt x="0" y="14"/>
                            <a:pt x="0" y="27"/>
                          </a:cubicBezTo>
                          <a:cubicBezTo>
                            <a:pt x="0" y="237"/>
                            <a:pt x="0" y="237"/>
                            <a:pt x="0" y="237"/>
                          </a:cubicBezTo>
                          <a:cubicBezTo>
                            <a:pt x="54" y="237"/>
                            <a:pt x="54" y="237"/>
                            <a:pt x="54" y="23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632" name="Freeform 105">
                      <a:extLst>
                        <a:ext uri="{FF2B5EF4-FFF2-40B4-BE49-F238E27FC236}">
                          <a16:creationId xmlns:a16="http://schemas.microsoft.com/office/drawing/2014/main" id="{F64D0A58-B0C1-C1B6-A304-C4B214FAF90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658263" y="2320925"/>
                      <a:ext cx="28575" cy="128588"/>
                    </a:xfrm>
                    <a:custGeom>
                      <a:avLst/>
                      <a:gdLst>
                        <a:gd name="T0" fmla="*/ 54 w 54"/>
                        <a:gd name="T1" fmla="*/ 27 h 237"/>
                        <a:gd name="T2" fmla="*/ 27 w 54"/>
                        <a:gd name="T3" fmla="*/ 0 h 237"/>
                        <a:gd name="T4" fmla="*/ 0 w 54"/>
                        <a:gd name="T5" fmla="*/ 27 h 237"/>
                        <a:gd name="T6" fmla="*/ 0 w 54"/>
                        <a:gd name="T7" fmla="*/ 237 h 237"/>
                        <a:gd name="T8" fmla="*/ 54 w 54"/>
                        <a:gd name="T9" fmla="*/ 237 h 237"/>
                        <a:gd name="T10" fmla="*/ 54 w 54"/>
                        <a:gd name="T11" fmla="*/ 27 h 237"/>
                        <a:gd name="T12" fmla="*/ 54 w 54"/>
                        <a:gd name="T13" fmla="*/ 27 h 2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7">
                          <a:moveTo>
                            <a:pt x="54" y="27"/>
                          </a:moveTo>
                          <a:cubicBezTo>
                            <a:pt x="54" y="14"/>
                            <a:pt x="40" y="0"/>
                            <a:pt x="27" y="0"/>
                          </a:cubicBezTo>
                          <a:cubicBezTo>
                            <a:pt x="13" y="0"/>
                            <a:pt x="0" y="14"/>
                            <a:pt x="0" y="27"/>
                          </a:cubicBezTo>
                          <a:cubicBezTo>
                            <a:pt x="0" y="237"/>
                            <a:pt x="0" y="237"/>
                            <a:pt x="0" y="237"/>
                          </a:cubicBezTo>
                          <a:cubicBezTo>
                            <a:pt x="54" y="237"/>
                            <a:pt x="54" y="237"/>
                            <a:pt x="54" y="23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633" name="Freeform 106">
                      <a:extLst>
                        <a:ext uri="{FF2B5EF4-FFF2-40B4-BE49-F238E27FC236}">
                          <a16:creationId xmlns:a16="http://schemas.microsoft.com/office/drawing/2014/main" id="{AE199D71-1E71-CB2D-1471-210783DB698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770975" y="2320925"/>
                      <a:ext cx="30163" cy="128588"/>
                    </a:xfrm>
                    <a:custGeom>
                      <a:avLst/>
                      <a:gdLst>
                        <a:gd name="T0" fmla="*/ 54 w 54"/>
                        <a:gd name="T1" fmla="*/ 27 h 237"/>
                        <a:gd name="T2" fmla="*/ 27 w 54"/>
                        <a:gd name="T3" fmla="*/ 0 h 237"/>
                        <a:gd name="T4" fmla="*/ 0 w 54"/>
                        <a:gd name="T5" fmla="*/ 27 h 237"/>
                        <a:gd name="T6" fmla="*/ 0 w 54"/>
                        <a:gd name="T7" fmla="*/ 237 h 237"/>
                        <a:gd name="T8" fmla="*/ 54 w 54"/>
                        <a:gd name="T9" fmla="*/ 237 h 237"/>
                        <a:gd name="T10" fmla="*/ 54 w 54"/>
                        <a:gd name="T11" fmla="*/ 27 h 237"/>
                        <a:gd name="T12" fmla="*/ 54 w 54"/>
                        <a:gd name="T13" fmla="*/ 27 h 2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7">
                          <a:moveTo>
                            <a:pt x="54" y="27"/>
                          </a:moveTo>
                          <a:cubicBezTo>
                            <a:pt x="54" y="14"/>
                            <a:pt x="40" y="0"/>
                            <a:pt x="27" y="0"/>
                          </a:cubicBezTo>
                          <a:cubicBezTo>
                            <a:pt x="13" y="0"/>
                            <a:pt x="0" y="14"/>
                            <a:pt x="0" y="27"/>
                          </a:cubicBezTo>
                          <a:cubicBezTo>
                            <a:pt x="0" y="237"/>
                            <a:pt x="0" y="237"/>
                            <a:pt x="0" y="237"/>
                          </a:cubicBezTo>
                          <a:cubicBezTo>
                            <a:pt x="54" y="237"/>
                            <a:pt x="54" y="237"/>
                            <a:pt x="54" y="23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634" name="Freeform 107">
                      <a:extLst>
                        <a:ext uri="{FF2B5EF4-FFF2-40B4-BE49-F238E27FC236}">
                          <a16:creationId xmlns:a16="http://schemas.microsoft.com/office/drawing/2014/main" id="{3C4ECB01-60F3-D2E6-8736-0FD7CDD9467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886863" y="2320925"/>
                      <a:ext cx="30163" cy="128588"/>
                    </a:xfrm>
                    <a:custGeom>
                      <a:avLst/>
                      <a:gdLst>
                        <a:gd name="T0" fmla="*/ 54 w 54"/>
                        <a:gd name="T1" fmla="*/ 27 h 237"/>
                        <a:gd name="T2" fmla="*/ 27 w 54"/>
                        <a:gd name="T3" fmla="*/ 0 h 237"/>
                        <a:gd name="T4" fmla="*/ 0 w 54"/>
                        <a:gd name="T5" fmla="*/ 27 h 237"/>
                        <a:gd name="T6" fmla="*/ 0 w 54"/>
                        <a:gd name="T7" fmla="*/ 237 h 237"/>
                        <a:gd name="T8" fmla="*/ 54 w 54"/>
                        <a:gd name="T9" fmla="*/ 237 h 237"/>
                        <a:gd name="T10" fmla="*/ 54 w 54"/>
                        <a:gd name="T11" fmla="*/ 27 h 237"/>
                        <a:gd name="T12" fmla="*/ 54 w 54"/>
                        <a:gd name="T13" fmla="*/ 27 h 2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7">
                          <a:moveTo>
                            <a:pt x="54" y="27"/>
                          </a:moveTo>
                          <a:cubicBezTo>
                            <a:pt x="54" y="14"/>
                            <a:pt x="40" y="0"/>
                            <a:pt x="27" y="0"/>
                          </a:cubicBezTo>
                          <a:cubicBezTo>
                            <a:pt x="13" y="0"/>
                            <a:pt x="0" y="14"/>
                            <a:pt x="0" y="27"/>
                          </a:cubicBezTo>
                          <a:cubicBezTo>
                            <a:pt x="0" y="237"/>
                            <a:pt x="0" y="237"/>
                            <a:pt x="0" y="237"/>
                          </a:cubicBezTo>
                          <a:cubicBezTo>
                            <a:pt x="54" y="237"/>
                            <a:pt x="54" y="237"/>
                            <a:pt x="54" y="23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635" name="Freeform 108">
                      <a:extLst>
                        <a:ext uri="{FF2B5EF4-FFF2-40B4-BE49-F238E27FC236}">
                          <a16:creationId xmlns:a16="http://schemas.microsoft.com/office/drawing/2014/main" id="{137E4E08-FDB6-49D0-12C9-8F2121BE536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540788" y="3165475"/>
                      <a:ext cx="28575" cy="128588"/>
                    </a:xfrm>
                    <a:custGeom>
                      <a:avLst/>
                      <a:gdLst>
                        <a:gd name="T0" fmla="*/ 0 w 54"/>
                        <a:gd name="T1" fmla="*/ 211 h 238"/>
                        <a:gd name="T2" fmla="*/ 27 w 54"/>
                        <a:gd name="T3" fmla="*/ 238 h 238"/>
                        <a:gd name="T4" fmla="*/ 54 w 54"/>
                        <a:gd name="T5" fmla="*/ 211 h 238"/>
                        <a:gd name="T6" fmla="*/ 54 w 54"/>
                        <a:gd name="T7" fmla="*/ 0 h 238"/>
                        <a:gd name="T8" fmla="*/ 0 w 54"/>
                        <a:gd name="T9" fmla="*/ 0 h 238"/>
                        <a:gd name="T10" fmla="*/ 0 w 54"/>
                        <a:gd name="T11" fmla="*/ 211 h 238"/>
                        <a:gd name="T12" fmla="*/ 0 w 54"/>
                        <a:gd name="T13" fmla="*/ 211 h 2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8">
                          <a:moveTo>
                            <a:pt x="0" y="211"/>
                          </a:moveTo>
                          <a:cubicBezTo>
                            <a:pt x="0" y="231"/>
                            <a:pt x="13" y="238"/>
                            <a:pt x="27" y="238"/>
                          </a:cubicBezTo>
                          <a:cubicBezTo>
                            <a:pt x="40" y="238"/>
                            <a:pt x="54" y="231"/>
                            <a:pt x="54" y="211"/>
                          </a:cubicBezTo>
                          <a:cubicBezTo>
                            <a:pt x="54" y="0"/>
                            <a:pt x="54" y="0"/>
                            <a:pt x="54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636" name="Freeform 109">
                      <a:extLst>
                        <a:ext uri="{FF2B5EF4-FFF2-40B4-BE49-F238E27FC236}">
                          <a16:creationId xmlns:a16="http://schemas.microsoft.com/office/drawing/2014/main" id="{B06AE180-569C-793D-70C7-9E7274AF974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658263" y="3165475"/>
                      <a:ext cx="28575" cy="128588"/>
                    </a:xfrm>
                    <a:custGeom>
                      <a:avLst/>
                      <a:gdLst>
                        <a:gd name="T0" fmla="*/ 0 w 54"/>
                        <a:gd name="T1" fmla="*/ 211 h 238"/>
                        <a:gd name="T2" fmla="*/ 27 w 54"/>
                        <a:gd name="T3" fmla="*/ 238 h 238"/>
                        <a:gd name="T4" fmla="*/ 54 w 54"/>
                        <a:gd name="T5" fmla="*/ 211 h 238"/>
                        <a:gd name="T6" fmla="*/ 54 w 54"/>
                        <a:gd name="T7" fmla="*/ 0 h 238"/>
                        <a:gd name="T8" fmla="*/ 0 w 54"/>
                        <a:gd name="T9" fmla="*/ 0 h 238"/>
                        <a:gd name="T10" fmla="*/ 0 w 54"/>
                        <a:gd name="T11" fmla="*/ 211 h 238"/>
                        <a:gd name="T12" fmla="*/ 0 w 54"/>
                        <a:gd name="T13" fmla="*/ 211 h 2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8">
                          <a:moveTo>
                            <a:pt x="0" y="211"/>
                          </a:moveTo>
                          <a:cubicBezTo>
                            <a:pt x="0" y="231"/>
                            <a:pt x="13" y="238"/>
                            <a:pt x="27" y="238"/>
                          </a:cubicBezTo>
                          <a:cubicBezTo>
                            <a:pt x="40" y="238"/>
                            <a:pt x="54" y="231"/>
                            <a:pt x="54" y="211"/>
                          </a:cubicBezTo>
                          <a:cubicBezTo>
                            <a:pt x="54" y="0"/>
                            <a:pt x="54" y="0"/>
                            <a:pt x="54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637" name="Freeform 110">
                      <a:extLst>
                        <a:ext uri="{FF2B5EF4-FFF2-40B4-BE49-F238E27FC236}">
                          <a16:creationId xmlns:a16="http://schemas.microsoft.com/office/drawing/2014/main" id="{35A77ED5-7277-B47F-3A1C-49C76BD2550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770975" y="3165475"/>
                      <a:ext cx="30163" cy="128588"/>
                    </a:xfrm>
                    <a:custGeom>
                      <a:avLst/>
                      <a:gdLst>
                        <a:gd name="T0" fmla="*/ 0 w 54"/>
                        <a:gd name="T1" fmla="*/ 211 h 238"/>
                        <a:gd name="T2" fmla="*/ 27 w 54"/>
                        <a:gd name="T3" fmla="*/ 238 h 238"/>
                        <a:gd name="T4" fmla="*/ 54 w 54"/>
                        <a:gd name="T5" fmla="*/ 211 h 238"/>
                        <a:gd name="T6" fmla="*/ 54 w 54"/>
                        <a:gd name="T7" fmla="*/ 0 h 238"/>
                        <a:gd name="T8" fmla="*/ 0 w 54"/>
                        <a:gd name="T9" fmla="*/ 0 h 238"/>
                        <a:gd name="T10" fmla="*/ 0 w 54"/>
                        <a:gd name="T11" fmla="*/ 211 h 238"/>
                        <a:gd name="T12" fmla="*/ 0 w 54"/>
                        <a:gd name="T13" fmla="*/ 211 h 2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8">
                          <a:moveTo>
                            <a:pt x="0" y="211"/>
                          </a:moveTo>
                          <a:cubicBezTo>
                            <a:pt x="0" y="231"/>
                            <a:pt x="13" y="238"/>
                            <a:pt x="27" y="238"/>
                          </a:cubicBezTo>
                          <a:cubicBezTo>
                            <a:pt x="40" y="238"/>
                            <a:pt x="54" y="231"/>
                            <a:pt x="54" y="211"/>
                          </a:cubicBezTo>
                          <a:cubicBezTo>
                            <a:pt x="54" y="0"/>
                            <a:pt x="54" y="0"/>
                            <a:pt x="54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638" name="Freeform 111">
                      <a:extLst>
                        <a:ext uri="{FF2B5EF4-FFF2-40B4-BE49-F238E27FC236}">
                          <a16:creationId xmlns:a16="http://schemas.microsoft.com/office/drawing/2014/main" id="{D2AFA2FE-B14E-B39B-C69C-5CCBA563F69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886863" y="3165475"/>
                      <a:ext cx="30163" cy="128588"/>
                    </a:xfrm>
                    <a:custGeom>
                      <a:avLst/>
                      <a:gdLst>
                        <a:gd name="T0" fmla="*/ 0 w 54"/>
                        <a:gd name="T1" fmla="*/ 211 h 238"/>
                        <a:gd name="T2" fmla="*/ 27 w 54"/>
                        <a:gd name="T3" fmla="*/ 238 h 238"/>
                        <a:gd name="T4" fmla="*/ 54 w 54"/>
                        <a:gd name="T5" fmla="*/ 211 h 238"/>
                        <a:gd name="T6" fmla="*/ 54 w 54"/>
                        <a:gd name="T7" fmla="*/ 0 h 238"/>
                        <a:gd name="T8" fmla="*/ 0 w 54"/>
                        <a:gd name="T9" fmla="*/ 0 h 238"/>
                        <a:gd name="T10" fmla="*/ 0 w 54"/>
                        <a:gd name="T11" fmla="*/ 211 h 238"/>
                        <a:gd name="T12" fmla="*/ 0 w 54"/>
                        <a:gd name="T13" fmla="*/ 211 h 2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8">
                          <a:moveTo>
                            <a:pt x="0" y="211"/>
                          </a:moveTo>
                          <a:cubicBezTo>
                            <a:pt x="0" y="231"/>
                            <a:pt x="13" y="238"/>
                            <a:pt x="27" y="238"/>
                          </a:cubicBezTo>
                          <a:cubicBezTo>
                            <a:pt x="40" y="238"/>
                            <a:pt x="54" y="231"/>
                            <a:pt x="54" y="211"/>
                          </a:cubicBezTo>
                          <a:cubicBezTo>
                            <a:pt x="54" y="0"/>
                            <a:pt x="54" y="0"/>
                            <a:pt x="54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639" name="Freeform 112">
                      <a:extLst>
                        <a:ext uri="{FF2B5EF4-FFF2-40B4-BE49-F238E27FC236}">
                          <a16:creationId xmlns:a16="http://schemas.microsoft.com/office/drawing/2014/main" id="{C046AE1E-4375-FF6E-BDF7-8AFC7AE39AE7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21401088" y="2478088"/>
                      <a:ext cx="654050" cy="658813"/>
                    </a:xfrm>
                    <a:custGeom>
                      <a:avLst/>
                      <a:gdLst>
                        <a:gd name="T0" fmla="*/ 952 w 1208"/>
                        <a:gd name="T1" fmla="*/ 0 h 1215"/>
                        <a:gd name="T2" fmla="*/ 736 w 1208"/>
                        <a:gd name="T3" fmla="*/ 0 h 1215"/>
                        <a:gd name="T4" fmla="*/ 526 w 1208"/>
                        <a:gd name="T5" fmla="*/ 0 h 1215"/>
                        <a:gd name="T6" fmla="*/ 310 w 1208"/>
                        <a:gd name="T7" fmla="*/ 0 h 1215"/>
                        <a:gd name="T8" fmla="*/ 128 w 1208"/>
                        <a:gd name="T9" fmla="*/ 0 h 1215"/>
                        <a:gd name="T10" fmla="*/ 0 w 1208"/>
                        <a:gd name="T11" fmla="*/ 264 h 1215"/>
                        <a:gd name="T12" fmla="*/ 0 w 1208"/>
                        <a:gd name="T13" fmla="*/ 473 h 1215"/>
                        <a:gd name="T14" fmla="*/ 0 w 1208"/>
                        <a:gd name="T15" fmla="*/ 689 h 1215"/>
                        <a:gd name="T16" fmla="*/ 0 w 1208"/>
                        <a:gd name="T17" fmla="*/ 898 h 1215"/>
                        <a:gd name="T18" fmla="*/ 0 w 1208"/>
                        <a:gd name="T19" fmla="*/ 1087 h 1215"/>
                        <a:gd name="T20" fmla="*/ 256 w 1208"/>
                        <a:gd name="T21" fmla="*/ 1215 h 1215"/>
                        <a:gd name="T22" fmla="*/ 472 w 1208"/>
                        <a:gd name="T23" fmla="*/ 1215 h 1215"/>
                        <a:gd name="T24" fmla="*/ 682 w 1208"/>
                        <a:gd name="T25" fmla="*/ 1215 h 1215"/>
                        <a:gd name="T26" fmla="*/ 898 w 1208"/>
                        <a:gd name="T27" fmla="*/ 1215 h 1215"/>
                        <a:gd name="T28" fmla="*/ 1080 w 1208"/>
                        <a:gd name="T29" fmla="*/ 1215 h 1215"/>
                        <a:gd name="T30" fmla="*/ 1208 w 1208"/>
                        <a:gd name="T31" fmla="*/ 952 h 1215"/>
                        <a:gd name="T32" fmla="*/ 1208 w 1208"/>
                        <a:gd name="T33" fmla="*/ 743 h 1215"/>
                        <a:gd name="T34" fmla="*/ 1208 w 1208"/>
                        <a:gd name="T35" fmla="*/ 527 h 1215"/>
                        <a:gd name="T36" fmla="*/ 1208 w 1208"/>
                        <a:gd name="T37" fmla="*/ 318 h 1215"/>
                        <a:gd name="T38" fmla="*/ 1208 w 1208"/>
                        <a:gd name="T39" fmla="*/ 129 h 1215"/>
                        <a:gd name="T40" fmla="*/ 1154 w 1208"/>
                        <a:gd name="T41" fmla="*/ 264 h 1215"/>
                        <a:gd name="T42" fmla="*/ 1154 w 1208"/>
                        <a:gd name="T43" fmla="*/ 473 h 1215"/>
                        <a:gd name="T44" fmla="*/ 1154 w 1208"/>
                        <a:gd name="T45" fmla="*/ 689 h 1215"/>
                        <a:gd name="T46" fmla="*/ 1154 w 1208"/>
                        <a:gd name="T47" fmla="*/ 898 h 1215"/>
                        <a:gd name="T48" fmla="*/ 1154 w 1208"/>
                        <a:gd name="T49" fmla="*/ 1087 h 1215"/>
                        <a:gd name="T50" fmla="*/ 952 w 1208"/>
                        <a:gd name="T51" fmla="*/ 1161 h 1215"/>
                        <a:gd name="T52" fmla="*/ 736 w 1208"/>
                        <a:gd name="T53" fmla="*/ 1161 h 1215"/>
                        <a:gd name="T54" fmla="*/ 526 w 1208"/>
                        <a:gd name="T55" fmla="*/ 1161 h 1215"/>
                        <a:gd name="T56" fmla="*/ 310 w 1208"/>
                        <a:gd name="T57" fmla="*/ 1161 h 1215"/>
                        <a:gd name="T58" fmla="*/ 128 w 1208"/>
                        <a:gd name="T59" fmla="*/ 1161 h 1215"/>
                        <a:gd name="T60" fmla="*/ 54 w 1208"/>
                        <a:gd name="T61" fmla="*/ 952 h 1215"/>
                        <a:gd name="T62" fmla="*/ 54 w 1208"/>
                        <a:gd name="T63" fmla="*/ 743 h 1215"/>
                        <a:gd name="T64" fmla="*/ 54 w 1208"/>
                        <a:gd name="T65" fmla="*/ 527 h 1215"/>
                        <a:gd name="T66" fmla="*/ 54 w 1208"/>
                        <a:gd name="T67" fmla="*/ 318 h 1215"/>
                        <a:gd name="T68" fmla="*/ 54 w 1208"/>
                        <a:gd name="T69" fmla="*/ 129 h 1215"/>
                        <a:gd name="T70" fmla="*/ 256 w 1208"/>
                        <a:gd name="T71" fmla="*/ 54 h 1215"/>
                        <a:gd name="T72" fmla="*/ 472 w 1208"/>
                        <a:gd name="T73" fmla="*/ 54 h 1215"/>
                        <a:gd name="T74" fmla="*/ 682 w 1208"/>
                        <a:gd name="T75" fmla="*/ 54 h 1215"/>
                        <a:gd name="T76" fmla="*/ 898 w 1208"/>
                        <a:gd name="T77" fmla="*/ 54 h 1215"/>
                        <a:gd name="T78" fmla="*/ 1080 w 1208"/>
                        <a:gd name="T79" fmla="*/ 54 h 1215"/>
                        <a:gd name="T80" fmla="*/ 1154 w 1208"/>
                        <a:gd name="T81" fmla="*/ 264 h 121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</a:cxnLst>
                      <a:rect l="0" t="0" r="r" b="b"/>
                      <a:pathLst>
                        <a:path w="1208" h="1215">
                          <a:moveTo>
                            <a:pt x="1080" y="0"/>
                          </a:moveTo>
                          <a:cubicBezTo>
                            <a:pt x="952" y="0"/>
                            <a:pt x="952" y="0"/>
                            <a:pt x="952" y="0"/>
                          </a:cubicBezTo>
                          <a:cubicBezTo>
                            <a:pt x="898" y="0"/>
                            <a:pt x="898" y="0"/>
                            <a:pt x="898" y="0"/>
                          </a:cubicBezTo>
                          <a:cubicBezTo>
                            <a:pt x="736" y="0"/>
                            <a:pt x="736" y="0"/>
                            <a:pt x="736" y="0"/>
                          </a:cubicBezTo>
                          <a:cubicBezTo>
                            <a:pt x="682" y="0"/>
                            <a:pt x="682" y="0"/>
                            <a:pt x="682" y="0"/>
                          </a:cubicBezTo>
                          <a:cubicBezTo>
                            <a:pt x="526" y="0"/>
                            <a:pt x="526" y="0"/>
                            <a:pt x="526" y="0"/>
                          </a:cubicBezTo>
                          <a:cubicBezTo>
                            <a:pt x="472" y="0"/>
                            <a:pt x="472" y="0"/>
                            <a:pt x="472" y="0"/>
                          </a:cubicBezTo>
                          <a:cubicBezTo>
                            <a:pt x="310" y="0"/>
                            <a:pt x="310" y="0"/>
                            <a:pt x="310" y="0"/>
                          </a:cubicBezTo>
                          <a:cubicBezTo>
                            <a:pt x="256" y="0"/>
                            <a:pt x="256" y="0"/>
                            <a:pt x="256" y="0"/>
                          </a:cubicBezTo>
                          <a:cubicBezTo>
                            <a:pt x="128" y="0"/>
                            <a:pt x="128" y="0"/>
                            <a:pt x="128" y="0"/>
                          </a:cubicBezTo>
                          <a:cubicBezTo>
                            <a:pt x="54" y="0"/>
                            <a:pt x="0" y="61"/>
                            <a:pt x="0" y="129"/>
                          </a:cubicBezTo>
                          <a:cubicBezTo>
                            <a:pt x="0" y="264"/>
                            <a:pt x="0" y="264"/>
                            <a:pt x="0" y="264"/>
                          </a:cubicBezTo>
                          <a:cubicBezTo>
                            <a:pt x="0" y="318"/>
                            <a:pt x="0" y="318"/>
                            <a:pt x="0" y="318"/>
                          </a:cubicBezTo>
                          <a:cubicBezTo>
                            <a:pt x="0" y="473"/>
                            <a:pt x="0" y="473"/>
                            <a:pt x="0" y="473"/>
                          </a:cubicBezTo>
                          <a:cubicBezTo>
                            <a:pt x="0" y="527"/>
                            <a:pt x="0" y="527"/>
                            <a:pt x="0" y="527"/>
                          </a:cubicBezTo>
                          <a:cubicBezTo>
                            <a:pt x="0" y="689"/>
                            <a:pt x="0" y="689"/>
                            <a:pt x="0" y="689"/>
                          </a:cubicBezTo>
                          <a:cubicBezTo>
                            <a:pt x="0" y="743"/>
                            <a:pt x="0" y="743"/>
                            <a:pt x="0" y="743"/>
                          </a:cubicBezTo>
                          <a:cubicBezTo>
                            <a:pt x="0" y="898"/>
                            <a:pt x="0" y="898"/>
                            <a:pt x="0" y="898"/>
                          </a:cubicBezTo>
                          <a:cubicBezTo>
                            <a:pt x="0" y="952"/>
                            <a:pt x="0" y="952"/>
                            <a:pt x="0" y="952"/>
                          </a:cubicBezTo>
                          <a:cubicBezTo>
                            <a:pt x="0" y="1087"/>
                            <a:pt x="0" y="1087"/>
                            <a:pt x="0" y="1087"/>
                          </a:cubicBezTo>
                          <a:cubicBezTo>
                            <a:pt x="0" y="1161"/>
                            <a:pt x="54" y="1215"/>
                            <a:pt x="128" y="1215"/>
                          </a:cubicBezTo>
                          <a:cubicBezTo>
                            <a:pt x="256" y="1215"/>
                            <a:pt x="256" y="1215"/>
                            <a:pt x="256" y="1215"/>
                          </a:cubicBezTo>
                          <a:cubicBezTo>
                            <a:pt x="310" y="1215"/>
                            <a:pt x="310" y="1215"/>
                            <a:pt x="310" y="1215"/>
                          </a:cubicBezTo>
                          <a:cubicBezTo>
                            <a:pt x="472" y="1215"/>
                            <a:pt x="472" y="1215"/>
                            <a:pt x="472" y="1215"/>
                          </a:cubicBezTo>
                          <a:cubicBezTo>
                            <a:pt x="526" y="1215"/>
                            <a:pt x="526" y="1215"/>
                            <a:pt x="526" y="1215"/>
                          </a:cubicBezTo>
                          <a:cubicBezTo>
                            <a:pt x="682" y="1215"/>
                            <a:pt x="682" y="1215"/>
                            <a:pt x="682" y="1215"/>
                          </a:cubicBezTo>
                          <a:cubicBezTo>
                            <a:pt x="736" y="1215"/>
                            <a:pt x="736" y="1215"/>
                            <a:pt x="736" y="1215"/>
                          </a:cubicBezTo>
                          <a:cubicBezTo>
                            <a:pt x="898" y="1215"/>
                            <a:pt x="898" y="1215"/>
                            <a:pt x="898" y="1215"/>
                          </a:cubicBezTo>
                          <a:cubicBezTo>
                            <a:pt x="952" y="1215"/>
                            <a:pt x="952" y="1215"/>
                            <a:pt x="952" y="1215"/>
                          </a:cubicBezTo>
                          <a:cubicBezTo>
                            <a:pt x="1080" y="1215"/>
                            <a:pt x="1080" y="1215"/>
                            <a:pt x="1080" y="1215"/>
                          </a:cubicBezTo>
                          <a:cubicBezTo>
                            <a:pt x="1154" y="1215"/>
                            <a:pt x="1208" y="1161"/>
                            <a:pt x="1208" y="1087"/>
                          </a:cubicBezTo>
                          <a:cubicBezTo>
                            <a:pt x="1208" y="952"/>
                            <a:pt x="1208" y="952"/>
                            <a:pt x="1208" y="952"/>
                          </a:cubicBezTo>
                          <a:cubicBezTo>
                            <a:pt x="1208" y="898"/>
                            <a:pt x="1208" y="898"/>
                            <a:pt x="1208" y="898"/>
                          </a:cubicBezTo>
                          <a:cubicBezTo>
                            <a:pt x="1208" y="743"/>
                            <a:pt x="1208" y="743"/>
                            <a:pt x="1208" y="743"/>
                          </a:cubicBezTo>
                          <a:cubicBezTo>
                            <a:pt x="1208" y="689"/>
                            <a:pt x="1208" y="689"/>
                            <a:pt x="1208" y="689"/>
                          </a:cubicBezTo>
                          <a:cubicBezTo>
                            <a:pt x="1208" y="527"/>
                            <a:pt x="1208" y="527"/>
                            <a:pt x="1208" y="527"/>
                          </a:cubicBezTo>
                          <a:cubicBezTo>
                            <a:pt x="1208" y="473"/>
                            <a:pt x="1208" y="473"/>
                            <a:pt x="1208" y="473"/>
                          </a:cubicBezTo>
                          <a:cubicBezTo>
                            <a:pt x="1208" y="318"/>
                            <a:pt x="1208" y="318"/>
                            <a:pt x="1208" y="318"/>
                          </a:cubicBezTo>
                          <a:cubicBezTo>
                            <a:pt x="1208" y="264"/>
                            <a:pt x="1208" y="264"/>
                            <a:pt x="1208" y="264"/>
                          </a:cubicBezTo>
                          <a:cubicBezTo>
                            <a:pt x="1208" y="129"/>
                            <a:pt x="1208" y="129"/>
                            <a:pt x="1208" y="129"/>
                          </a:cubicBezTo>
                          <a:cubicBezTo>
                            <a:pt x="1208" y="61"/>
                            <a:pt x="1154" y="0"/>
                            <a:pt x="1080" y="0"/>
                          </a:cubicBezTo>
                          <a:close/>
                          <a:moveTo>
                            <a:pt x="1154" y="264"/>
                          </a:moveTo>
                          <a:cubicBezTo>
                            <a:pt x="1154" y="318"/>
                            <a:pt x="1154" y="318"/>
                            <a:pt x="1154" y="318"/>
                          </a:cubicBezTo>
                          <a:cubicBezTo>
                            <a:pt x="1154" y="473"/>
                            <a:pt x="1154" y="473"/>
                            <a:pt x="1154" y="473"/>
                          </a:cubicBezTo>
                          <a:cubicBezTo>
                            <a:pt x="1154" y="527"/>
                            <a:pt x="1154" y="527"/>
                            <a:pt x="1154" y="527"/>
                          </a:cubicBezTo>
                          <a:cubicBezTo>
                            <a:pt x="1154" y="689"/>
                            <a:pt x="1154" y="689"/>
                            <a:pt x="1154" y="689"/>
                          </a:cubicBezTo>
                          <a:cubicBezTo>
                            <a:pt x="1154" y="743"/>
                            <a:pt x="1154" y="743"/>
                            <a:pt x="1154" y="743"/>
                          </a:cubicBezTo>
                          <a:cubicBezTo>
                            <a:pt x="1154" y="898"/>
                            <a:pt x="1154" y="898"/>
                            <a:pt x="1154" y="898"/>
                          </a:cubicBezTo>
                          <a:cubicBezTo>
                            <a:pt x="1154" y="952"/>
                            <a:pt x="1154" y="952"/>
                            <a:pt x="1154" y="952"/>
                          </a:cubicBezTo>
                          <a:cubicBezTo>
                            <a:pt x="1154" y="1087"/>
                            <a:pt x="1154" y="1087"/>
                            <a:pt x="1154" y="1087"/>
                          </a:cubicBezTo>
                          <a:cubicBezTo>
                            <a:pt x="1154" y="1127"/>
                            <a:pt x="1127" y="1161"/>
                            <a:pt x="1080" y="1161"/>
                          </a:cubicBezTo>
                          <a:cubicBezTo>
                            <a:pt x="952" y="1161"/>
                            <a:pt x="952" y="1161"/>
                            <a:pt x="952" y="1161"/>
                          </a:cubicBezTo>
                          <a:cubicBezTo>
                            <a:pt x="898" y="1161"/>
                            <a:pt x="898" y="1161"/>
                            <a:pt x="898" y="1161"/>
                          </a:cubicBezTo>
                          <a:cubicBezTo>
                            <a:pt x="736" y="1161"/>
                            <a:pt x="736" y="1161"/>
                            <a:pt x="736" y="1161"/>
                          </a:cubicBezTo>
                          <a:cubicBezTo>
                            <a:pt x="682" y="1161"/>
                            <a:pt x="682" y="1161"/>
                            <a:pt x="682" y="1161"/>
                          </a:cubicBezTo>
                          <a:cubicBezTo>
                            <a:pt x="526" y="1161"/>
                            <a:pt x="526" y="1161"/>
                            <a:pt x="526" y="1161"/>
                          </a:cubicBezTo>
                          <a:cubicBezTo>
                            <a:pt x="472" y="1161"/>
                            <a:pt x="472" y="1161"/>
                            <a:pt x="472" y="1161"/>
                          </a:cubicBezTo>
                          <a:cubicBezTo>
                            <a:pt x="310" y="1161"/>
                            <a:pt x="310" y="1161"/>
                            <a:pt x="310" y="1161"/>
                          </a:cubicBezTo>
                          <a:cubicBezTo>
                            <a:pt x="256" y="1161"/>
                            <a:pt x="256" y="1161"/>
                            <a:pt x="256" y="1161"/>
                          </a:cubicBezTo>
                          <a:cubicBezTo>
                            <a:pt x="128" y="1161"/>
                            <a:pt x="128" y="1161"/>
                            <a:pt x="128" y="1161"/>
                          </a:cubicBezTo>
                          <a:cubicBezTo>
                            <a:pt x="81" y="1161"/>
                            <a:pt x="54" y="1127"/>
                            <a:pt x="54" y="1087"/>
                          </a:cubicBezTo>
                          <a:cubicBezTo>
                            <a:pt x="54" y="952"/>
                            <a:pt x="54" y="952"/>
                            <a:pt x="54" y="952"/>
                          </a:cubicBezTo>
                          <a:cubicBezTo>
                            <a:pt x="54" y="898"/>
                            <a:pt x="54" y="898"/>
                            <a:pt x="54" y="898"/>
                          </a:cubicBezTo>
                          <a:cubicBezTo>
                            <a:pt x="54" y="743"/>
                            <a:pt x="54" y="743"/>
                            <a:pt x="54" y="743"/>
                          </a:cubicBezTo>
                          <a:cubicBezTo>
                            <a:pt x="54" y="689"/>
                            <a:pt x="54" y="689"/>
                            <a:pt x="54" y="689"/>
                          </a:cubicBezTo>
                          <a:cubicBezTo>
                            <a:pt x="54" y="527"/>
                            <a:pt x="54" y="527"/>
                            <a:pt x="54" y="527"/>
                          </a:cubicBezTo>
                          <a:cubicBezTo>
                            <a:pt x="54" y="473"/>
                            <a:pt x="54" y="473"/>
                            <a:pt x="54" y="473"/>
                          </a:cubicBezTo>
                          <a:cubicBezTo>
                            <a:pt x="54" y="318"/>
                            <a:pt x="54" y="318"/>
                            <a:pt x="54" y="318"/>
                          </a:cubicBezTo>
                          <a:cubicBezTo>
                            <a:pt x="54" y="264"/>
                            <a:pt x="54" y="264"/>
                            <a:pt x="54" y="264"/>
                          </a:cubicBezTo>
                          <a:cubicBezTo>
                            <a:pt x="54" y="129"/>
                            <a:pt x="54" y="129"/>
                            <a:pt x="54" y="129"/>
                          </a:cubicBezTo>
                          <a:cubicBezTo>
                            <a:pt x="54" y="88"/>
                            <a:pt x="81" y="54"/>
                            <a:pt x="128" y="54"/>
                          </a:cubicBezTo>
                          <a:cubicBezTo>
                            <a:pt x="256" y="54"/>
                            <a:pt x="256" y="54"/>
                            <a:pt x="256" y="54"/>
                          </a:cubicBezTo>
                          <a:cubicBezTo>
                            <a:pt x="310" y="54"/>
                            <a:pt x="310" y="54"/>
                            <a:pt x="310" y="54"/>
                          </a:cubicBezTo>
                          <a:cubicBezTo>
                            <a:pt x="472" y="54"/>
                            <a:pt x="472" y="54"/>
                            <a:pt x="472" y="54"/>
                          </a:cubicBezTo>
                          <a:cubicBezTo>
                            <a:pt x="526" y="54"/>
                            <a:pt x="526" y="54"/>
                            <a:pt x="526" y="54"/>
                          </a:cubicBezTo>
                          <a:cubicBezTo>
                            <a:pt x="682" y="54"/>
                            <a:pt x="682" y="54"/>
                            <a:pt x="682" y="54"/>
                          </a:cubicBezTo>
                          <a:cubicBezTo>
                            <a:pt x="736" y="54"/>
                            <a:pt x="736" y="54"/>
                            <a:pt x="736" y="54"/>
                          </a:cubicBezTo>
                          <a:cubicBezTo>
                            <a:pt x="898" y="54"/>
                            <a:pt x="898" y="54"/>
                            <a:pt x="898" y="54"/>
                          </a:cubicBezTo>
                          <a:cubicBezTo>
                            <a:pt x="952" y="54"/>
                            <a:pt x="952" y="54"/>
                            <a:pt x="952" y="54"/>
                          </a:cubicBezTo>
                          <a:cubicBezTo>
                            <a:pt x="1080" y="54"/>
                            <a:pt x="1080" y="54"/>
                            <a:pt x="1080" y="54"/>
                          </a:cubicBezTo>
                          <a:cubicBezTo>
                            <a:pt x="1127" y="54"/>
                            <a:pt x="1154" y="88"/>
                            <a:pt x="1154" y="129"/>
                          </a:cubicBezTo>
                          <a:cubicBezTo>
                            <a:pt x="1154" y="264"/>
                            <a:pt x="1154" y="264"/>
                            <a:pt x="1154" y="264"/>
                          </a:cubicBezTo>
                          <a:cubicBezTo>
                            <a:pt x="1154" y="264"/>
                            <a:pt x="1154" y="264"/>
                            <a:pt x="1154" y="264"/>
                          </a:cubicBezTo>
                          <a:close/>
                        </a:path>
                      </a:pathLst>
                    </a:custGeom>
                    <a:solidFill>
                      <a:schemeClr val="tx1">
                        <a:lumMod val="85000"/>
                        <a:lumOff val="15000"/>
                      </a:schemeClr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621" name="그림 1620">
                    <a:extLst>
                      <a:ext uri="{FF2B5EF4-FFF2-40B4-BE49-F238E27FC236}">
                        <a16:creationId xmlns:a16="http://schemas.microsoft.com/office/drawing/2014/main" id="{B63E4B85-2039-AF5E-29F5-77325A503F2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lum bright="100000"/>
                  </a:blip>
                  <a:stretch>
                    <a:fillRect/>
                  </a:stretch>
                </p:blipFill>
                <p:spPr>
                  <a:xfrm>
                    <a:off x="1124483" y="5707212"/>
                    <a:ext cx="491143" cy="179999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1590" name="그룹 1589">
                <a:extLst>
                  <a:ext uri="{FF2B5EF4-FFF2-40B4-BE49-F238E27FC236}">
                    <a16:creationId xmlns:a16="http://schemas.microsoft.com/office/drawing/2014/main" id="{F1814C2E-B709-63A0-4577-96F1F0AB7D71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496875" y="5500774"/>
                <a:ext cx="166212" cy="228600"/>
                <a:chOff x="3493283" y="3693520"/>
                <a:chExt cx="897069" cy="1233786"/>
              </a:xfrm>
            </p:grpSpPr>
            <p:grpSp>
              <p:nvGrpSpPr>
                <p:cNvPr id="1592" name="그룹 1591">
                  <a:extLst>
                    <a:ext uri="{FF2B5EF4-FFF2-40B4-BE49-F238E27FC236}">
                      <a16:creationId xmlns:a16="http://schemas.microsoft.com/office/drawing/2014/main" id="{06D3F159-BD04-61B4-5AC3-61BF26749725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3493283" y="3693520"/>
                  <a:ext cx="897069" cy="1233786"/>
                  <a:chOff x="11921380" y="4267727"/>
                  <a:chExt cx="916126" cy="1260000"/>
                </a:xfrm>
              </p:grpSpPr>
              <p:sp>
                <p:nvSpPr>
                  <p:cNvPr id="1614" name="사각형: 둥근 모서리 800">
                    <a:extLst>
                      <a:ext uri="{FF2B5EF4-FFF2-40B4-BE49-F238E27FC236}">
                        <a16:creationId xmlns:a16="http://schemas.microsoft.com/office/drawing/2014/main" id="{191D547F-68CE-00B4-DD18-42891798F6B8}"/>
                      </a:ext>
                    </a:extLst>
                  </p:cNvPr>
                  <p:cNvSpPr/>
                  <p:nvPr/>
                </p:nvSpPr>
                <p:spPr>
                  <a:xfrm>
                    <a:off x="11923593" y="4271687"/>
                    <a:ext cx="911716" cy="1252078"/>
                  </a:xfrm>
                  <a:prstGeom prst="roundRect">
                    <a:avLst>
                      <a:gd name="adj" fmla="val 7097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-3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grpSp>
                <p:nvGrpSpPr>
                  <p:cNvPr id="1615" name="그룹 1614">
                    <a:extLst>
                      <a:ext uri="{FF2B5EF4-FFF2-40B4-BE49-F238E27FC236}">
                        <a16:creationId xmlns:a16="http://schemas.microsoft.com/office/drawing/2014/main" id="{7412CFE2-6095-C074-6905-572701FC5E7D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11921380" y="4267727"/>
                    <a:ext cx="916126" cy="1260000"/>
                    <a:chOff x="14485933" y="-2571751"/>
                    <a:chExt cx="554038" cy="762000"/>
                  </a:xfrm>
                  <a:solidFill>
                    <a:srgbClr val="262626"/>
                  </a:solidFill>
                </p:grpSpPr>
                <p:sp>
                  <p:nvSpPr>
                    <p:cNvPr id="1616" name="Freeform 230">
                      <a:extLst>
                        <a:ext uri="{FF2B5EF4-FFF2-40B4-BE49-F238E27FC236}">
                          <a16:creationId xmlns:a16="http://schemas.microsoft.com/office/drawing/2014/main" id="{26444737-A03B-80BD-893D-C8AAA528483F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4485933" y="-2571751"/>
                      <a:ext cx="554038" cy="762000"/>
                    </a:xfrm>
                    <a:custGeom>
                      <a:avLst/>
                      <a:gdLst>
                        <a:gd name="T0" fmla="*/ 137 w 147"/>
                        <a:gd name="T1" fmla="*/ 0 h 200"/>
                        <a:gd name="T2" fmla="*/ 10 w 147"/>
                        <a:gd name="T3" fmla="*/ 0 h 200"/>
                        <a:gd name="T4" fmla="*/ 0 w 147"/>
                        <a:gd name="T5" fmla="*/ 10 h 200"/>
                        <a:gd name="T6" fmla="*/ 0 w 147"/>
                        <a:gd name="T7" fmla="*/ 190 h 200"/>
                        <a:gd name="T8" fmla="*/ 10 w 147"/>
                        <a:gd name="T9" fmla="*/ 200 h 200"/>
                        <a:gd name="T10" fmla="*/ 137 w 147"/>
                        <a:gd name="T11" fmla="*/ 200 h 200"/>
                        <a:gd name="T12" fmla="*/ 140 w 147"/>
                        <a:gd name="T13" fmla="*/ 199 h 200"/>
                        <a:gd name="T14" fmla="*/ 146 w 147"/>
                        <a:gd name="T15" fmla="*/ 193 h 200"/>
                        <a:gd name="T16" fmla="*/ 147 w 147"/>
                        <a:gd name="T17" fmla="*/ 190 h 200"/>
                        <a:gd name="T18" fmla="*/ 147 w 147"/>
                        <a:gd name="T19" fmla="*/ 10 h 200"/>
                        <a:gd name="T20" fmla="*/ 137 w 147"/>
                        <a:gd name="T21" fmla="*/ 0 h 200"/>
                        <a:gd name="T22" fmla="*/ 139 w 147"/>
                        <a:gd name="T23" fmla="*/ 189 h 200"/>
                        <a:gd name="T24" fmla="*/ 135 w 147"/>
                        <a:gd name="T25" fmla="*/ 192 h 200"/>
                        <a:gd name="T26" fmla="*/ 10 w 147"/>
                        <a:gd name="T27" fmla="*/ 192 h 200"/>
                        <a:gd name="T28" fmla="*/ 8 w 147"/>
                        <a:gd name="T29" fmla="*/ 190 h 200"/>
                        <a:gd name="T30" fmla="*/ 8 w 147"/>
                        <a:gd name="T31" fmla="*/ 10 h 200"/>
                        <a:gd name="T32" fmla="*/ 10 w 147"/>
                        <a:gd name="T33" fmla="*/ 8 h 200"/>
                        <a:gd name="T34" fmla="*/ 137 w 147"/>
                        <a:gd name="T35" fmla="*/ 8 h 200"/>
                        <a:gd name="T36" fmla="*/ 139 w 147"/>
                        <a:gd name="T37" fmla="*/ 10 h 200"/>
                        <a:gd name="T38" fmla="*/ 139 w 147"/>
                        <a:gd name="T39" fmla="*/ 189 h 2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</a:cxnLst>
                      <a:rect l="0" t="0" r="r" b="b"/>
                      <a:pathLst>
                        <a:path w="147" h="200">
                          <a:moveTo>
                            <a:pt x="137" y="0"/>
                          </a:moveTo>
                          <a:cubicBezTo>
                            <a:pt x="10" y="0"/>
                            <a:pt x="10" y="0"/>
                            <a:pt x="10" y="0"/>
                          </a:cubicBezTo>
                          <a:cubicBezTo>
                            <a:pt x="4" y="0"/>
                            <a:pt x="0" y="5"/>
                            <a:pt x="0" y="10"/>
                          </a:cubicBezTo>
                          <a:cubicBezTo>
                            <a:pt x="0" y="190"/>
                            <a:pt x="0" y="190"/>
                            <a:pt x="0" y="190"/>
                          </a:cubicBezTo>
                          <a:cubicBezTo>
                            <a:pt x="0" y="196"/>
                            <a:pt x="4" y="200"/>
                            <a:pt x="10" y="200"/>
                          </a:cubicBezTo>
                          <a:cubicBezTo>
                            <a:pt x="137" y="200"/>
                            <a:pt x="137" y="200"/>
                            <a:pt x="137" y="200"/>
                          </a:cubicBezTo>
                          <a:cubicBezTo>
                            <a:pt x="138" y="200"/>
                            <a:pt x="139" y="200"/>
                            <a:pt x="140" y="199"/>
                          </a:cubicBezTo>
                          <a:cubicBezTo>
                            <a:pt x="146" y="193"/>
                            <a:pt x="146" y="193"/>
                            <a:pt x="146" y="193"/>
                          </a:cubicBezTo>
                          <a:cubicBezTo>
                            <a:pt x="146" y="192"/>
                            <a:pt x="147" y="191"/>
                            <a:pt x="147" y="190"/>
                          </a:cubicBezTo>
                          <a:cubicBezTo>
                            <a:pt x="147" y="10"/>
                            <a:pt x="147" y="10"/>
                            <a:pt x="147" y="10"/>
                          </a:cubicBezTo>
                          <a:cubicBezTo>
                            <a:pt x="147" y="5"/>
                            <a:pt x="142" y="0"/>
                            <a:pt x="137" y="0"/>
                          </a:cubicBezTo>
                          <a:close/>
                          <a:moveTo>
                            <a:pt x="139" y="189"/>
                          </a:moveTo>
                          <a:cubicBezTo>
                            <a:pt x="135" y="192"/>
                            <a:pt x="135" y="192"/>
                            <a:pt x="135" y="192"/>
                          </a:cubicBezTo>
                          <a:cubicBezTo>
                            <a:pt x="10" y="192"/>
                            <a:pt x="10" y="192"/>
                            <a:pt x="10" y="192"/>
                          </a:cubicBezTo>
                          <a:cubicBezTo>
                            <a:pt x="9" y="192"/>
                            <a:pt x="8" y="191"/>
                            <a:pt x="8" y="190"/>
                          </a:cubicBezTo>
                          <a:cubicBezTo>
                            <a:pt x="8" y="10"/>
                            <a:pt x="8" y="10"/>
                            <a:pt x="8" y="10"/>
                          </a:cubicBezTo>
                          <a:cubicBezTo>
                            <a:pt x="8" y="9"/>
                            <a:pt x="9" y="8"/>
                            <a:pt x="10" y="8"/>
                          </a:cubicBezTo>
                          <a:cubicBezTo>
                            <a:pt x="137" y="8"/>
                            <a:pt x="137" y="8"/>
                            <a:pt x="137" y="8"/>
                          </a:cubicBezTo>
                          <a:cubicBezTo>
                            <a:pt x="138" y="8"/>
                            <a:pt x="139" y="9"/>
                            <a:pt x="139" y="10"/>
                          </a:cubicBezTo>
                          <a:lnTo>
                            <a:pt x="139" y="189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  <p:sp>
                  <p:nvSpPr>
                    <p:cNvPr id="1617" name="Freeform 231">
                      <a:extLst>
                        <a:ext uri="{FF2B5EF4-FFF2-40B4-BE49-F238E27FC236}">
                          <a16:creationId xmlns:a16="http://schemas.microsoft.com/office/drawing/2014/main" id="{2A450878-5A07-E1F0-4475-CAFE3E3F8E8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4603413" y="-2403476"/>
                      <a:ext cx="315913" cy="30163"/>
                    </a:xfrm>
                    <a:custGeom>
                      <a:avLst/>
                      <a:gdLst>
                        <a:gd name="T0" fmla="*/ 80 w 84"/>
                        <a:gd name="T1" fmla="*/ 0 h 8"/>
                        <a:gd name="T2" fmla="*/ 4 w 84"/>
                        <a:gd name="T3" fmla="*/ 0 h 8"/>
                        <a:gd name="T4" fmla="*/ 0 w 84"/>
                        <a:gd name="T5" fmla="*/ 4 h 8"/>
                        <a:gd name="T6" fmla="*/ 4 w 84"/>
                        <a:gd name="T7" fmla="*/ 8 h 8"/>
                        <a:gd name="T8" fmla="*/ 80 w 84"/>
                        <a:gd name="T9" fmla="*/ 8 h 8"/>
                        <a:gd name="T10" fmla="*/ 84 w 84"/>
                        <a:gd name="T11" fmla="*/ 4 h 8"/>
                        <a:gd name="T12" fmla="*/ 80 w 84"/>
                        <a:gd name="T13" fmla="*/ 0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4" h="8">
                          <a:moveTo>
                            <a:pt x="80" y="0"/>
                          </a:moveTo>
                          <a:cubicBezTo>
                            <a:pt x="4" y="0"/>
                            <a:pt x="4" y="0"/>
                            <a:pt x="4" y="0"/>
                          </a:cubicBezTo>
                          <a:cubicBezTo>
                            <a:pt x="2" y="0"/>
                            <a:pt x="0" y="2"/>
                            <a:pt x="0" y="4"/>
                          </a:cubicBezTo>
                          <a:cubicBezTo>
                            <a:pt x="0" y="6"/>
                            <a:pt x="2" y="8"/>
                            <a:pt x="4" y="8"/>
                          </a:cubicBezTo>
                          <a:cubicBezTo>
                            <a:pt x="80" y="8"/>
                            <a:pt x="80" y="8"/>
                            <a:pt x="80" y="8"/>
                          </a:cubicBezTo>
                          <a:cubicBezTo>
                            <a:pt x="82" y="8"/>
                            <a:pt x="84" y="6"/>
                            <a:pt x="84" y="4"/>
                          </a:cubicBezTo>
                          <a:cubicBezTo>
                            <a:pt x="84" y="2"/>
                            <a:pt x="82" y="0"/>
                            <a:pt x="80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1593" name="그룹 1592">
                  <a:extLst>
                    <a:ext uri="{FF2B5EF4-FFF2-40B4-BE49-F238E27FC236}">
                      <a16:creationId xmlns:a16="http://schemas.microsoft.com/office/drawing/2014/main" id="{A3DF423B-9957-33CD-7AE6-7F5B30D3E213}"/>
                    </a:ext>
                  </a:extLst>
                </p:cNvPr>
                <p:cNvGrpSpPr/>
                <p:nvPr/>
              </p:nvGrpSpPr>
              <p:grpSpPr>
                <a:xfrm>
                  <a:off x="3623554" y="4140320"/>
                  <a:ext cx="636537" cy="634466"/>
                  <a:chOff x="881898" y="5310642"/>
                  <a:chExt cx="976313" cy="973138"/>
                </a:xfrm>
              </p:grpSpPr>
              <p:grpSp>
                <p:nvGrpSpPr>
                  <p:cNvPr id="1594" name="그룹 1593">
                    <a:extLst>
                      <a:ext uri="{FF2B5EF4-FFF2-40B4-BE49-F238E27FC236}">
                        <a16:creationId xmlns:a16="http://schemas.microsoft.com/office/drawing/2014/main" id="{85779A7C-FC58-B846-EF0E-AF27743BDBB3}"/>
                      </a:ext>
                    </a:extLst>
                  </p:cNvPr>
                  <p:cNvGrpSpPr/>
                  <p:nvPr/>
                </p:nvGrpSpPr>
                <p:grpSpPr>
                  <a:xfrm>
                    <a:off x="881898" y="5310642"/>
                    <a:ext cx="976313" cy="973138"/>
                    <a:chOff x="21240750" y="2320925"/>
                    <a:chExt cx="976313" cy="973138"/>
                  </a:xfrm>
                </p:grpSpPr>
                <p:sp>
                  <p:nvSpPr>
                    <p:cNvPr id="1596" name="Freeform 113">
                      <a:extLst>
                        <a:ext uri="{FF2B5EF4-FFF2-40B4-BE49-F238E27FC236}">
                          <a16:creationId xmlns:a16="http://schemas.microsoft.com/office/drawing/2014/main" id="{180B6C0B-C094-EC68-9189-B77D9268F43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410343" y="2487232"/>
                      <a:ext cx="637131" cy="640525"/>
                    </a:xfrm>
                    <a:custGeom>
                      <a:avLst/>
                      <a:gdLst>
                        <a:gd name="T0" fmla="*/ 1100 w 1100"/>
                        <a:gd name="T1" fmla="*/ 210 h 1107"/>
                        <a:gd name="T2" fmla="*/ 1100 w 1100"/>
                        <a:gd name="T3" fmla="*/ 264 h 1107"/>
                        <a:gd name="T4" fmla="*/ 1100 w 1100"/>
                        <a:gd name="T5" fmla="*/ 419 h 1107"/>
                        <a:gd name="T6" fmla="*/ 1100 w 1100"/>
                        <a:gd name="T7" fmla="*/ 473 h 1107"/>
                        <a:gd name="T8" fmla="*/ 1100 w 1100"/>
                        <a:gd name="T9" fmla="*/ 635 h 1107"/>
                        <a:gd name="T10" fmla="*/ 1100 w 1100"/>
                        <a:gd name="T11" fmla="*/ 689 h 1107"/>
                        <a:gd name="T12" fmla="*/ 1100 w 1100"/>
                        <a:gd name="T13" fmla="*/ 844 h 1107"/>
                        <a:gd name="T14" fmla="*/ 1100 w 1100"/>
                        <a:gd name="T15" fmla="*/ 898 h 1107"/>
                        <a:gd name="T16" fmla="*/ 1100 w 1100"/>
                        <a:gd name="T17" fmla="*/ 1033 h 1107"/>
                        <a:gd name="T18" fmla="*/ 1026 w 1100"/>
                        <a:gd name="T19" fmla="*/ 1107 h 1107"/>
                        <a:gd name="T20" fmla="*/ 898 w 1100"/>
                        <a:gd name="T21" fmla="*/ 1107 h 1107"/>
                        <a:gd name="T22" fmla="*/ 844 w 1100"/>
                        <a:gd name="T23" fmla="*/ 1107 h 1107"/>
                        <a:gd name="T24" fmla="*/ 682 w 1100"/>
                        <a:gd name="T25" fmla="*/ 1107 h 1107"/>
                        <a:gd name="T26" fmla="*/ 628 w 1100"/>
                        <a:gd name="T27" fmla="*/ 1107 h 1107"/>
                        <a:gd name="T28" fmla="*/ 472 w 1100"/>
                        <a:gd name="T29" fmla="*/ 1107 h 1107"/>
                        <a:gd name="T30" fmla="*/ 418 w 1100"/>
                        <a:gd name="T31" fmla="*/ 1107 h 1107"/>
                        <a:gd name="T32" fmla="*/ 256 w 1100"/>
                        <a:gd name="T33" fmla="*/ 1107 h 1107"/>
                        <a:gd name="T34" fmla="*/ 202 w 1100"/>
                        <a:gd name="T35" fmla="*/ 1107 h 1107"/>
                        <a:gd name="T36" fmla="*/ 74 w 1100"/>
                        <a:gd name="T37" fmla="*/ 1107 h 1107"/>
                        <a:gd name="T38" fmla="*/ 0 w 1100"/>
                        <a:gd name="T39" fmla="*/ 1033 h 1107"/>
                        <a:gd name="T40" fmla="*/ 0 w 1100"/>
                        <a:gd name="T41" fmla="*/ 898 h 1107"/>
                        <a:gd name="T42" fmla="*/ 0 w 1100"/>
                        <a:gd name="T43" fmla="*/ 844 h 1107"/>
                        <a:gd name="T44" fmla="*/ 0 w 1100"/>
                        <a:gd name="T45" fmla="*/ 689 h 1107"/>
                        <a:gd name="T46" fmla="*/ 0 w 1100"/>
                        <a:gd name="T47" fmla="*/ 635 h 1107"/>
                        <a:gd name="T48" fmla="*/ 0 w 1100"/>
                        <a:gd name="T49" fmla="*/ 473 h 1107"/>
                        <a:gd name="T50" fmla="*/ 0 w 1100"/>
                        <a:gd name="T51" fmla="*/ 419 h 1107"/>
                        <a:gd name="T52" fmla="*/ 0 w 1100"/>
                        <a:gd name="T53" fmla="*/ 264 h 1107"/>
                        <a:gd name="T54" fmla="*/ 0 w 1100"/>
                        <a:gd name="T55" fmla="*/ 210 h 1107"/>
                        <a:gd name="T56" fmla="*/ 0 w 1100"/>
                        <a:gd name="T57" fmla="*/ 75 h 1107"/>
                        <a:gd name="T58" fmla="*/ 74 w 1100"/>
                        <a:gd name="T59" fmla="*/ 0 h 1107"/>
                        <a:gd name="T60" fmla="*/ 202 w 1100"/>
                        <a:gd name="T61" fmla="*/ 0 h 1107"/>
                        <a:gd name="T62" fmla="*/ 256 w 1100"/>
                        <a:gd name="T63" fmla="*/ 0 h 1107"/>
                        <a:gd name="T64" fmla="*/ 418 w 1100"/>
                        <a:gd name="T65" fmla="*/ 0 h 1107"/>
                        <a:gd name="T66" fmla="*/ 472 w 1100"/>
                        <a:gd name="T67" fmla="*/ 0 h 1107"/>
                        <a:gd name="T68" fmla="*/ 628 w 1100"/>
                        <a:gd name="T69" fmla="*/ 0 h 1107"/>
                        <a:gd name="T70" fmla="*/ 682 w 1100"/>
                        <a:gd name="T71" fmla="*/ 0 h 1107"/>
                        <a:gd name="T72" fmla="*/ 844 w 1100"/>
                        <a:gd name="T73" fmla="*/ 0 h 1107"/>
                        <a:gd name="T74" fmla="*/ 898 w 1100"/>
                        <a:gd name="T75" fmla="*/ 0 h 1107"/>
                        <a:gd name="T76" fmla="*/ 1026 w 1100"/>
                        <a:gd name="T77" fmla="*/ 0 h 1107"/>
                        <a:gd name="T78" fmla="*/ 1100 w 1100"/>
                        <a:gd name="T79" fmla="*/ 75 h 1107"/>
                        <a:gd name="T80" fmla="*/ 1100 w 1100"/>
                        <a:gd name="T81" fmla="*/ 210 h 1107"/>
                        <a:gd name="T82" fmla="*/ 1100 w 1100"/>
                        <a:gd name="T83" fmla="*/ 210 h 110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</a:cxnLst>
                      <a:rect l="0" t="0" r="r" b="b"/>
                      <a:pathLst>
                        <a:path w="1100" h="1107">
                          <a:moveTo>
                            <a:pt x="1100" y="210"/>
                          </a:moveTo>
                          <a:cubicBezTo>
                            <a:pt x="1100" y="264"/>
                            <a:pt x="1100" y="264"/>
                            <a:pt x="1100" y="264"/>
                          </a:cubicBezTo>
                          <a:cubicBezTo>
                            <a:pt x="1100" y="419"/>
                            <a:pt x="1100" y="419"/>
                            <a:pt x="1100" y="419"/>
                          </a:cubicBezTo>
                          <a:cubicBezTo>
                            <a:pt x="1100" y="473"/>
                            <a:pt x="1100" y="473"/>
                            <a:pt x="1100" y="473"/>
                          </a:cubicBezTo>
                          <a:cubicBezTo>
                            <a:pt x="1100" y="635"/>
                            <a:pt x="1100" y="635"/>
                            <a:pt x="1100" y="635"/>
                          </a:cubicBezTo>
                          <a:cubicBezTo>
                            <a:pt x="1100" y="689"/>
                            <a:pt x="1100" y="689"/>
                            <a:pt x="1100" y="689"/>
                          </a:cubicBezTo>
                          <a:cubicBezTo>
                            <a:pt x="1100" y="844"/>
                            <a:pt x="1100" y="844"/>
                            <a:pt x="1100" y="844"/>
                          </a:cubicBezTo>
                          <a:cubicBezTo>
                            <a:pt x="1100" y="898"/>
                            <a:pt x="1100" y="898"/>
                            <a:pt x="1100" y="898"/>
                          </a:cubicBezTo>
                          <a:cubicBezTo>
                            <a:pt x="1100" y="1033"/>
                            <a:pt x="1100" y="1033"/>
                            <a:pt x="1100" y="1033"/>
                          </a:cubicBezTo>
                          <a:cubicBezTo>
                            <a:pt x="1100" y="1073"/>
                            <a:pt x="1073" y="1107"/>
                            <a:pt x="1026" y="1107"/>
                          </a:cubicBezTo>
                          <a:cubicBezTo>
                            <a:pt x="898" y="1107"/>
                            <a:pt x="898" y="1107"/>
                            <a:pt x="898" y="1107"/>
                          </a:cubicBezTo>
                          <a:cubicBezTo>
                            <a:pt x="844" y="1107"/>
                            <a:pt x="844" y="1107"/>
                            <a:pt x="844" y="1107"/>
                          </a:cubicBezTo>
                          <a:cubicBezTo>
                            <a:pt x="682" y="1107"/>
                            <a:pt x="682" y="1107"/>
                            <a:pt x="682" y="1107"/>
                          </a:cubicBezTo>
                          <a:cubicBezTo>
                            <a:pt x="628" y="1107"/>
                            <a:pt x="628" y="1107"/>
                            <a:pt x="628" y="1107"/>
                          </a:cubicBezTo>
                          <a:cubicBezTo>
                            <a:pt x="472" y="1107"/>
                            <a:pt x="472" y="1107"/>
                            <a:pt x="472" y="1107"/>
                          </a:cubicBezTo>
                          <a:cubicBezTo>
                            <a:pt x="418" y="1107"/>
                            <a:pt x="418" y="1107"/>
                            <a:pt x="418" y="1107"/>
                          </a:cubicBezTo>
                          <a:cubicBezTo>
                            <a:pt x="256" y="1107"/>
                            <a:pt x="256" y="1107"/>
                            <a:pt x="256" y="1107"/>
                          </a:cubicBezTo>
                          <a:cubicBezTo>
                            <a:pt x="202" y="1107"/>
                            <a:pt x="202" y="1107"/>
                            <a:pt x="202" y="1107"/>
                          </a:cubicBezTo>
                          <a:cubicBezTo>
                            <a:pt x="74" y="1107"/>
                            <a:pt x="74" y="1107"/>
                            <a:pt x="74" y="1107"/>
                          </a:cubicBezTo>
                          <a:cubicBezTo>
                            <a:pt x="27" y="1107"/>
                            <a:pt x="0" y="1073"/>
                            <a:pt x="0" y="1033"/>
                          </a:cubicBezTo>
                          <a:cubicBezTo>
                            <a:pt x="0" y="898"/>
                            <a:pt x="0" y="898"/>
                            <a:pt x="0" y="898"/>
                          </a:cubicBezTo>
                          <a:cubicBezTo>
                            <a:pt x="0" y="844"/>
                            <a:pt x="0" y="844"/>
                            <a:pt x="0" y="844"/>
                          </a:cubicBezTo>
                          <a:cubicBezTo>
                            <a:pt x="0" y="689"/>
                            <a:pt x="0" y="689"/>
                            <a:pt x="0" y="689"/>
                          </a:cubicBezTo>
                          <a:cubicBezTo>
                            <a:pt x="0" y="635"/>
                            <a:pt x="0" y="635"/>
                            <a:pt x="0" y="635"/>
                          </a:cubicBezTo>
                          <a:cubicBezTo>
                            <a:pt x="0" y="473"/>
                            <a:pt x="0" y="473"/>
                            <a:pt x="0" y="473"/>
                          </a:cubicBezTo>
                          <a:cubicBezTo>
                            <a:pt x="0" y="419"/>
                            <a:pt x="0" y="419"/>
                            <a:pt x="0" y="419"/>
                          </a:cubicBezTo>
                          <a:cubicBezTo>
                            <a:pt x="0" y="264"/>
                            <a:pt x="0" y="264"/>
                            <a:pt x="0" y="264"/>
                          </a:cubicBezTo>
                          <a:cubicBezTo>
                            <a:pt x="0" y="210"/>
                            <a:pt x="0" y="210"/>
                            <a:pt x="0" y="210"/>
                          </a:cubicBezTo>
                          <a:cubicBezTo>
                            <a:pt x="0" y="75"/>
                            <a:pt x="0" y="75"/>
                            <a:pt x="0" y="75"/>
                          </a:cubicBezTo>
                          <a:cubicBezTo>
                            <a:pt x="0" y="34"/>
                            <a:pt x="27" y="0"/>
                            <a:pt x="74" y="0"/>
                          </a:cubicBezTo>
                          <a:cubicBezTo>
                            <a:pt x="202" y="0"/>
                            <a:pt x="202" y="0"/>
                            <a:pt x="202" y="0"/>
                          </a:cubicBezTo>
                          <a:cubicBezTo>
                            <a:pt x="256" y="0"/>
                            <a:pt x="256" y="0"/>
                            <a:pt x="256" y="0"/>
                          </a:cubicBezTo>
                          <a:cubicBezTo>
                            <a:pt x="418" y="0"/>
                            <a:pt x="418" y="0"/>
                            <a:pt x="418" y="0"/>
                          </a:cubicBezTo>
                          <a:cubicBezTo>
                            <a:pt x="472" y="0"/>
                            <a:pt x="472" y="0"/>
                            <a:pt x="472" y="0"/>
                          </a:cubicBezTo>
                          <a:cubicBezTo>
                            <a:pt x="628" y="0"/>
                            <a:pt x="628" y="0"/>
                            <a:pt x="628" y="0"/>
                          </a:cubicBezTo>
                          <a:cubicBezTo>
                            <a:pt x="682" y="0"/>
                            <a:pt x="682" y="0"/>
                            <a:pt x="682" y="0"/>
                          </a:cubicBezTo>
                          <a:cubicBezTo>
                            <a:pt x="844" y="0"/>
                            <a:pt x="844" y="0"/>
                            <a:pt x="844" y="0"/>
                          </a:cubicBezTo>
                          <a:cubicBezTo>
                            <a:pt x="898" y="0"/>
                            <a:pt x="898" y="0"/>
                            <a:pt x="898" y="0"/>
                          </a:cubicBezTo>
                          <a:cubicBezTo>
                            <a:pt x="1026" y="0"/>
                            <a:pt x="1026" y="0"/>
                            <a:pt x="1026" y="0"/>
                          </a:cubicBezTo>
                          <a:cubicBezTo>
                            <a:pt x="1073" y="0"/>
                            <a:pt x="1100" y="34"/>
                            <a:pt x="1100" y="75"/>
                          </a:cubicBezTo>
                          <a:cubicBezTo>
                            <a:pt x="1100" y="210"/>
                            <a:pt x="1100" y="210"/>
                            <a:pt x="1100" y="210"/>
                          </a:cubicBezTo>
                          <a:cubicBezTo>
                            <a:pt x="1100" y="210"/>
                            <a:pt x="1100" y="210"/>
                            <a:pt x="1100" y="210"/>
                          </a:cubicBezTo>
                          <a:close/>
                        </a:path>
                      </a:pathLst>
                    </a:custGeom>
                    <a:solidFill>
                      <a:schemeClr val="tx1">
                        <a:lumMod val="85000"/>
                        <a:lumOff val="15000"/>
                      </a:schemeClr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597" name="Freeform 96">
                      <a:extLst>
                        <a:ext uri="{FF2B5EF4-FFF2-40B4-BE49-F238E27FC236}">
                          <a16:creationId xmlns:a16="http://schemas.microsoft.com/office/drawing/2014/main" id="{01C93E94-82E7-16E3-4BFC-07997B294CD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085300" y="2620963"/>
                      <a:ext cx="131763" cy="30163"/>
                    </a:xfrm>
                    <a:custGeom>
                      <a:avLst/>
                      <a:gdLst>
                        <a:gd name="T0" fmla="*/ 244 w 244"/>
                        <a:gd name="T1" fmla="*/ 28 h 55"/>
                        <a:gd name="T2" fmla="*/ 217 w 244"/>
                        <a:gd name="T3" fmla="*/ 0 h 55"/>
                        <a:gd name="T4" fmla="*/ 0 w 244"/>
                        <a:gd name="T5" fmla="*/ 0 h 55"/>
                        <a:gd name="T6" fmla="*/ 0 w 244"/>
                        <a:gd name="T7" fmla="*/ 55 h 55"/>
                        <a:gd name="T8" fmla="*/ 217 w 244"/>
                        <a:gd name="T9" fmla="*/ 55 h 55"/>
                        <a:gd name="T10" fmla="*/ 244 w 244"/>
                        <a:gd name="T11" fmla="*/ 28 h 5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4" h="55">
                          <a:moveTo>
                            <a:pt x="244" y="28"/>
                          </a:moveTo>
                          <a:cubicBezTo>
                            <a:pt x="244" y="14"/>
                            <a:pt x="230" y="0"/>
                            <a:pt x="217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55"/>
                            <a:pt x="0" y="55"/>
                            <a:pt x="0" y="55"/>
                          </a:cubicBezTo>
                          <a:cubicBezTo>
                            <a:pt x="217" y="55"/>
                            <a:pt x="217" y="55"/>
                            <a:pt x="217" y="55"/>
                          </a:cubicBezTo>
                          <a:cubicBezTo>
                            <a:pt x="230" y="55"/>
                            <a:pt x="244" y="41"/>
                            <a:pt x="244" y="28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598" name="Freeform 97">
                      <a:extLst>
                        <a:ext uri="{FF2B5EF4-FFF2-40B4-BE49-F238E27FC236}">
                          <a16:creationId xmlns:a16="http://schemas.microsoft.com/office/drawing/2014/main" id="{30972E83-21CC-D867-43A1-DE51893C282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085300" y="2733675"/>
                      <a:ext cx="131763" cy="30163"/>
                    </a:xfrm>
                    <a:custGeom>
                      <a:avLst/>
                      <a:gdLst>
                        <a:gd name="T0" fmla="*/ 217 w 244"/>
                        <a:gd name="T1" fmla="*/ 0 h 54"/>
                        <a:gd name="T2" fmla="*/ 0 w 244"/>
                        <a:gd name="T3" fmla="*/ 0 h 54"/>
                        <a:gd name="T4" fmla="*/ 0 w 244"/>
                        <a:gd name="T5" fmla="*/ 54 h 54"/>
                        <a:gd name="T6" fmla="*/ 217 w 244"/>
                        <a:gd name="T7" fmla="*/ 54 h 54"/>
                        <a:gd name="T8" fmla="*/ 244 w 244"/>
                        <a:gd name="T9" fmla="*/ 27 h 54"/>
                        <a:gd name="T10" fmla="*/ 217 w 244"/>
                        <a:gd name="T11" fmla="*/ 0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4" h="54">
                          <a:moveTo>
                            <a:pt x="217" y="0"/>
                          </a:move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54"/>
                            <a:pt x="0" y="54"/>
                            <a:pt x="0" y="54"/>
                          </a:cubicBezTo>
                          <a:cubicBezTo>
                            <a:pt x="217" y="54"/>
                            <a:pt x="217" y="54"/>
                            <a:pt x="217" y="54"/>
                          </a:cubicBezTo>
                          <a:cubicBezTo>
                            <a:pt x="230" y="54"/>
                            <a:pt x="244" y="47"/>
                            <a:pt x="244" y="27"/>
                          </a:cubicBezTo>
                          <a:cubicBezTo>
                            <a:pt x="244" y="13"/>
                            <a:pt x="230" y="0"/>
                            <a:pt x="217" y="0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599" name="Freeform 98">
                      <a:extLst>
                        <a:ext uri="{FF2B5EF4-FFF2-40B4-BE49-F238E27FC236}">
                          <a16:creationId xmlns:a16="http://schemas.microsoft.com/office/drawing/2014/main" id="{29DDBB74-A26A-ADBB-5D13-5A340612408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085300" y="2851150"/>
                      <a:ext cx="131763" cy="30163"/>
                    </a:xfrm>
                    <a:custGeom>
                      <a:avLst/>
                      <a:gdLst>
                        <a:gd name="T0" fmla="*/ 217 w 244"/>
                        <a:gd name="T1" fmla="*/ 0 h 54"/>
                        <a:gd name="T2" fmla="*/ 0 w 244"/>
                        <a:gd name="T3" fmla="*/ 0 h 54"/>
                        <a:gd name="T4" fmla="*/ 0 w 244"/>
                        <a:gd name="T5" fmla="*/ 54 h 54"/>
                        <a:gd name="T6" fmla="*/ 217 w 244"/>
                        <a:gd name="T7" fmla="*/ 54 h 54"/>
                        <a:gd name="T8" fmla="*/ 244 w 244"/>
                        <a:gd name="T9" fmla="*/ 27 h 54"/>
                        <a:gd name="T10" fmla="*/ 217 w 244"/>
                        <a:gd name="T11" fmla="*/ 0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4" h="54">
                          <a:moveTo>
                            <a:pt x="217" y="0"/>
                          </a:move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54"/>
                            <a:pt x="0" y="54"/>
                            <a:pt x="0" y="54"/>
                          </a:cubicBezTo>
                          <a:cubicBezTo>
                            <a:pt x="217" y="54"/>
                            <a:pt x="217" y="54"/>
                            <a:pt x="217" y="54"/>
                          </a:cubicBezTo>
                          <a:cubicBezTo>
                            <a:pt x="230" y="54"/>
                            <a:pt x="244" y="41"/>
                            <a:pt x="244" y="27"/>
                          </a:cubicBezTo>
                          <a:cubicBezTo>
                            <a:pt x="244" y="14"/>
                            <a:pt x="230" y="0"/>
                            <a:pt x="217" y="0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600" name="Freeform 99">
                      <a:extLst>
                        <a:ext uri="{FF2B5EF4-FFF2-40B4-BE49-F238E27FC236}">
                          <a16:creationId xmlns:a16="http://schemas.microsoft.com/office/drawing/2014/main" id="{0E9E49B6-ACF1-F419-1440-3F5685B19C9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085300" y="2965450"/>
                      <a:ext cx="131763" cy="28575"/>
                    </a:xfrm>
                    <a:custGeom>
                      <a:avLst/>
                      <a:gdLst>
                        <a:gd name="T0" fmla="*/ 217 w 244"/>
                        <a:gd name="T1" fmla="*/ 0 h 54"/>
                        <a:gd name="T2" fmla="*/ 0 w 244"/>
                        <a:gd name="T3" fmla="*/ 0 h 54"/>
                        <a:gd name="T4" fmla="*/ 0 w 244"/>
                        <a:gd name="T5" fmla="*/ 54 h 54"/>
                        <a:gd name="T6" fmla="*/ 217 w 244"/>
                        <a:gd name="T7" fmla="*/ 54 h 54"/>
                        <a:gd name="T8" fmla="*/ 244 w 244"/>
                        <a:gd name="T9" fmla="*/ 27 h 54"/>
                        <a:gd name="T10" fmla="*/ 217 w 244"/>
                        <a:gd name="T11" fmla="*/ 0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4" h="54">
                          <a:moveTo>
                            <a:pt x="217" y="0"/>
                          </a:move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54"/>
                            <a:pt x="0" y="54"/>
                            <a:pt x="0" y="54"/>
                          </a:cubicBezTo>
                          <a:cubicBezTo>
                            <a:pt x="217" y="54"/>
                            <a:pt x="217" y="54"/>
                            <a:pt x="217" y="54"/>
                          </a:cubicBezTo>
                          <a:cubicBezTo>
                            <a:pt x="230" y="54"/>
                            <a:pt x="244" y="47"/>
                            <a:pt x="244" y="27"/>
                          </a:cubicBezTo>
                          <a:cubicBezTo>
                            <a:pt x="244" y="13"/>
                            <a:pt x="230" y="0"/>
                            <a:pt x="217" y="0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601" name="Freeform 100">
                      <a:extLst>
                        <a:ext uri="{FF2B5EF4-FFF2-40B4-BE49-F238E27FC236}">
                          <a16:creationId xmlns:a16="http://schemas.microsoft.com/office/drawing/2014/main" id="{AB0FA617-7F87-525C-3718-4CB36746074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240750" y="2620963"/>
                      <a:ext cx="131763" cy="30163"/>
                    </a:xfrm>
                    <a:custGeom>
                      <a:avLst/>
                      <a:gdLst>
                        <a:gd name="T0" fmla="*/ 0 w 243"/>
                        <a:gd name="T1" fmla="*/ 28 h 55"/>
                        <a:gd name="T2" fmla="*/ 27 w 243"/>
                        <a:gd name="T3" fmla="*/ 55 h 55"/>
                        <a:gd name="T4" fmla="*/ 243 w 243"/>
                        <a:gd name="T5" fmla="*/ 55 h 55"/>
                        <a:gd name="T6" fmla="*/ 243 w 243"/>
                        <a:gd name="T7" fmla="*/ 0 h 55"/>
                        <a:gd name="T8" fmla="*/ 27 w 243"/>
                        <a:gd name="T9" fmla="*/ 0 h 55"/>
                        <a:gd name="T10" fmla="*/ 0 w 243"/>
                        <a:gd name="T11" fmla="*/ 28 h 5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3" h="55">
                          <a:moveTo>
                            <a:pt x="0" y="28"/>
                          </a:moveTo>
                          <a:cubicBezTo>
                            <a:pt x="0" y="41"/>
                            <a:pt x="14" y="55"/>
                            <a:pt x="27" y="55"/>
                          </a:cubicBezTo>
                          <a:cubicBezTo>
                            <a:pt x="243" y="55"/>
                            <a:pt x="243" y="55"/>
                            <a:pt x="243" y="55"/>
                          </a:cubicBezTo>
                          <a:cubicBezTo>
                            <a:pt x="243" y="0"/>
                            <a:pt x="243" y="0"/>
                            <a:pt x="243" y="0"/>
                          </a:cubicBezTo>
                          <a:cubicBezTo>
                            <a:pt x="27" y="0"/>
                            <a:pt x="27" y="0"/>
                            <a:pt x="27" y="0"/>
                          </a:cubicBezTo>
                          <a:cubicBezTo>
                            <a:pt x="14" y="0"/>
                            <a:pt x="0" y="14"/>
                            <a:pt x="0" y="28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602" name="Freeform 101">
                      <a:extLst>
                        <a:ext uri="{FF2B5EF4-FFF2-40B4-BE49-F238E27FC236}">
                          <a16:creationId xmlns:a16="http://schemas.microsoft.com/office/drawing/2014/main" id="{42E7A117-4C5C-3AB8-803F-E497244B7B9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240750" y="2733675"/>
                      <a:ext cx="131763" cy="30163"/>
                    </a:xfrm>
                    <a:custGeom>
                      <a:avLst/>
                      <a:gdLst>
                        <a:gd name="T0" fmla="*/ 0 w 243"/>
                        <a:gd name="T1" fmla="*/ 27 h 54"/>
                        <a:gd name="T2" fmla="*/ 27 w 243"/>
                        <a:gd name="T3" fmla="*/ 54 h 54"/>
                        <a:gd name="T4" fmla="*/ 243 w 243"/>
                        <a:gd name="T5" fmla="*/ 54 h 54"/>
                        <a:gd name="T6" fmla="*/ 243 w 243"/>
                        <a:gd name="T7" fmla="*/ 0 h 54"/>
                        <a:gd name="T8" fmla="*/ 27 w 243"/>
                        <a:gd name="T9" fmla="*/ 0 h 54"/>
                        <a:gd name="T10" fmla="*/ 0 w 243"/>
                        <a:gd name="T11" fmla="*/ 27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3" h="54">
                          <a:moveTo>
                            <a:pt x="0" y="27"/>
                          </a:moveTo>
                          <a:cubicBezTo>
                            <a:pt x="0" y="47"/>
                            <a:pt x="14" y="54"/>
                            <a:pt x="27" y="54"/>
                          </a:cubicBezTo>
                          <a:cubicBezTo>
                            <a:pt x="243" y="54"/>
                            <a:pt x="243" y="54"/>
                            <a:pt x="243" y="54"/>
                          </a:cubicBezTo>
                          <a:cubicBezTo>
                            <a:pt x="243" y="0"/>
                            <a:pt x="243" y="0"/>
                            <a:pt x="243" y="0"/>
                          </a:cubicBezTo>
                          <a:cubicBezTo>
                            <a:pt x="27" y="0"/>
                            <a:pt x="27" y="0"/>
                            <a:pt x="27" y="0"/>
                          </a:cubicBezTo>
                          <a:cubicBezTo>
                            <a:pt x="14" y="0"/>
                            <a:pt x="0" y="13"/>
                            <a:pt x="0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603" name="Freeform 102">
                      <a:extLst>
                        <a:ext uri="{FF2B5EF4-FFF2-40B4-BE49-F238E27FC236}">
                          <a16:creationId xmlns:a16="http://schemas.microsoft.com/office/drawing/2014/main" id="{45263DE9-BC9A-BCC7-3CEC-A1A6BA3B947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240750" y="2851150"/>
                      <a:ext cx="131763" cy="30163"/>
                    </a:xfrm>
                    <a:custGeom>
                      <a:avLst/>
                      <a:gdLst>
                        <a:gd name="T0" fmla="*/ 0 w 243"/>
                        <a:gd name="T1" fmla="*/ 27 h 54"/>
                        <a:gd name="T2" fmla="*/ 27 w 243"/>
                        <a:gd name="T3" fmla="*/ 54 h 54"/>
                        <a:gd name="T4" fmla="*/ 243 w 243"/>
                        <a:gd name="T5" fmla="*/ 54 h 54"/>
                        <a:gd name="T6" fmla="*/ 243 w 243"/>
                        <a:gd name="T7" fmla="*/ 0 h 54"/>
                        <a:gd name="T8" fmla="*/ 27 w 243"/>
                        <a:gd name="T9" fmla="*/ 0 h 54"/>
                        <a:gd name="T10" fmla="*/ 0 w 243"/>
                        <a:gd name="T11" fmla="*/ 27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3" h="54">
                          <a:moveTo>
                            <a:pt x="0" y="27"/>
                          </a:moveTo>
                          <a:cubicBezTo>
                            <a:pt x="0" y="41"/>
                            <a:pt x="14" y="54"/>
                            <a:pt x="27" y="54"/>
                          </a:cubicBezTo>
                          <a:cubicBezTo>
                            <a:pt x="243" y="54"/>
                            <a:pt x="243" y="54"/>
                            <a:pt x="243" y="54"/>
                          </a:cubicBezTo>
                          <a:cubicBezTo>
                            <a:pt x="243" y="0"/>
                            <a:pt x="243" y="0"/>
                            <a:pt x="243" y="0"/>
                          </a:cubicBezTo>
                          <a:cubicBezTo>
                            <a:pt x="27" y="0"/>
                            <a:pt x="27" y="0"/>
                            <a:pt x="27" y="0"/>
                          </a:cubicBezTo>
                          <a:cubicBezTo>
                            <a:pt x="14" y="0"/>
                            <a:pt x="0" y="14"/>
                            <a:pt x="0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604" name="Freeform 103">
                      <a:extLst>
                        <a:ext uri="{FF2B5EF4-FFF2-40B4-BE49-F238E27FC236}">
                          <a16:creationId xmlns:a16="http://schemas.microsoft.com/office/drawing/2014/main" id="{EAE4E7B7-320B-6002-78E9-77DE7183DC5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240750" y="2965450"/>
                      <a:ext cx="131763" cy="28575"/>
                    </a:xfrm>
                    <a:custGeom>
                      <a:avLst/>
                      <a:gdLst>
                        <a:gd name="T0" fmla="*/ 0 w 243"/>
                        <a:gd name="T1" fmla="*/ 27 h 54"/>
                        <a:gd name="T2" fmla="*/ 27 w 243"/>
                        <a:gd name="T3" fmla="*/ 54 h 54"/>
                        <a:gd name="T4" fmla="*/ 243 w 243"/>
                        <a:gd name="T5" fmla="*/ 54 h 54"/>
                        <a:gd name="T6" fmla="*/ 243 w 243"/>
                        <a:gd name="T7" fmla="*/ 0 h 54"/>
                        <a:gd name="T8" fmla="*/ 27 w 243"/>
                        <a:gd name="T9" fmla="*/ 0 h 54"/>
                        <a:gd name="T10" fmla="*/ 0 w 243"/>
                        <a:gd name="T11" fmla="*/ 27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43" h="54">
                          <a:moveTo>
                            <a:pt x="0" y="27"/>
                          </a:moveTo>
                          <a:cubicBezTo>
                            <a:pt x="0" y="47"/>
                            <a:pt x="14" y="54"/>
                            <a:pt x="27" y="54"/>
                          </a:cubicBezTo>
                          <a:cubicBezTo>
                            <a:pt x="243" y="54"/>
                            <a:pt x="243" y="54"/>
                            <a:pt x="243" y="54"/>
                          </a:cubicBezTo>
                          <a:cubicBezTo>
                            <a:pt x="243" y="0"/>
                            <a:pt x="243" y="0"/>
                            <a:pt x="243" y="0"/>
                          </a:cubicBezTo>
                          <a:cubicBezTo>
                            <a:pt x="27" y="0"/>
                            <a:pt x="27" y="0"/>
                            <a:pt x="27" y="0"/>
                          </a:cubicBezTo>
                          <a:cubicBezTo>
                            <a:pt x="14" y="0"/>
                            <a:pt x="0" y="13"/>
                            <a:pt x="0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605" name="Freeform 104">
                      <a:extLst>
                        <a:ext uri="{FF2B5EF4-FFF2-40B4-BE49-F238E27FC236}">
                          <a16:creationId xmlns:a16="http://schemas.microsoft.com/office/drawing/2014/main" id="{71A70D24-E0E9-1CAF-4C29-72184D7C260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540788" y="2320925"/>
                      <a:ext cx="28575" cy="128588"/>
                    </a:xfrm>
                    <a:custGeom>
                      <a:avLst/>
                      <a:gdLst>
                        <a:gd name="T0" fmla="*/ 54 w 54"/>
                        <a:gd name="T1" fmla="*/ 27 h 237"/>
                        <a:gd name="T2" fmla="*/ 27 w 54"/>
                        <a:gd name="T3" fmla="*/ 0 h 237"/>
                        <a:gd name="T4" fmla="*/ 0 w 54"/>
                        <a:gd name="T5" fmla="*/ 27 h 237"/>
                        <a:gd name="T6" fmla="*/ 0 w 54"/>
                        <a:gd name="T7" fmla="*/ 237 h 237"/>
                        <a:gd name="T8" fmla="*/ 54 w 54"/>
                        <a:gd name="T9" fmla="*/ 237 h 237"/>
                        <a:gd name="T10" fmla="*/ 54 w 54"/>
                        <a:gd name="T11" fmla="*/ 27 h 237"/>
                        <a:gd name="T12" fmla="*/ 54 w 54"/>
                        <a:gd name="T13" fmla="*/ 27 h 2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7">
                          <a:moveTo>
                            <a:pt x="54" y="27"/>
                          </a:moveTo>
                          <a:cubicBezTo>
                            <a:pt x="54" y="14"/>
                            <a:pt x="40" y="0"/>
                            <a:pt x="27" y="0"/>
                          </a:cubicBezTo>
                          <a:cubicBezTo>
                            <a:pt x="13" y="0"/>
                            <a:pt x="0" y="14"/>
                            <a:pt x="0" y="27"/>
                          </a:cubicBezTo>
                          <a:cubicBezTo>
                            <a:pt x="0" y="237"/>
                            <a:pt x="0" y="237"/>
                            <a:pt x="0" y="237"/>
                          </a:cubicBezTo>
                          <a:cubicBezTo>
                            <a:pt x="54" y="237"/>
                            <a:pt x="54" y="237"/>
                            <a:pt x="54" y="23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606" name="Freeform 105">
                      <a:extLst>
                        <a:ext uri="{FF2B5EF4-FFF2-40B4-BE49-F238E27FC236}">
                          <a16:creationId xmlns:a16="http://schemas.microsoft.com/office/drawing/2014/main" id="{0E893A1D-41CA-1734-4875-FE47239BD74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658263" y="2320925"/>
                      <a:ext cx="28575" cy="128588"/>
                    </a:xfrm>
                    <a:custGeom>
                      <a:avLst/>
                      <a:gdLst>
                        <a:gd name="T0" fmla="*/ 54 w 54"/>
                        <a:gd name="T1" fmla="*/ 27 h 237"/>
                        <a:gd name="T2" fmla="*/ 27 w 54"/>
                        <a:gd name="T3" fmla="*/ 0 h 237"/>
                        <a:gd name="T4" fmla="*/ 0 w 54"/>
                        <a:gd name="T5" fmla="*/ 27 h 237"/>
                        <a:gd name="T6" fmla="*/ 0 w 54"/>
                        <a:gd name="T7" fmla="*/ 237 h 237"/>
                        <a:gd name="T8" fmla="*/ 54 w 54"/>
                        <a:gd name="T9" fmla="*/ 237 h 237"/>
                        <a:gd name="T10" fmla="*/ 54 w 54"/>
                        <a:gd name="T11" fmla="*/ 27 h 237"/>
                        <a:gd name="T12" fmla="*/ 54 w 54"/>
                        <a:gd name="T13" fmla="*/ 27 h 2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7">
                          <a:moveTo>
                            <a:pt x="54" y="27"/>
                          </a:moveTo>
                          <a:cubicBezTo>
                            <a:pt x="54" y="14"/>
                            <a:pt x="40" y="0"/>
                            <a:pt x="27" y="0"/>
                          </a:cubicBezTo>
                          <a:cubicBezTo>
                            <a:pt x="13" y="0"/>
                            <a:pt x="0" y="14"/>
                            <a:pt x="0" y="27"/>
                          </a:cubicBezTo>
                          <a:cubicBezTo>
                            <a:pt x="0" y="237"/>
                            <a:pt x="0" y="237"/>
                            <a:pt x="0" y="237"/>
                          </a:cubicBezTo>
                          <a:cubicBezTo>
                            <a:pt x="54" y="237"/>
                            <a:pt x="54" y="237"/>
                            <a:pt x="54" y="23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607" name="Freeform 106">
                      <a:extLst>
                        <a:ext uri="{FF2B5EF4-FFF2-40B4-BE49-F238E27FC236}">
                          <a16:creationId xmlns:a16="http://schemas.microsoft.com/office/drawing/2014/main" id="{CBDB7FF4-7BD4-BFEE-B98B-F2AA410E3B3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770975" y="2320925"/>
                      <a:ext cx="30163" cy="128588"/>
                    </a:xfrm>
                    <a:custGeom>
                      <a:avLst/>
                      <a:gdLst>
                        <a:gd name="T0" fmla="*/ 54 w 54"/>
                        <a:gd name="T1" fmla="*/ 27 h 237"/>
                        <a:gd name="T2" fmla="*/ 27 w 54"/>
                        <a:gd name="T3" fmla="*/ 0 h 237"/>
                        <a:gd name="T4" fmla="*/ 0 w 54"/>
                        <a:gd name="T5" fmla="*/ 27 h 237"/>
                        <a:gd name="T6" fmla="*/ 0 w 54"/>
                        <a:gd name="T7" fmla="*/ 237 h 237"/>
                        <a:gd name="T8" fmla="*/ 54 w 54"/>
                        <a:gd name="T9" fmla="*/ 237 h 237"/>
                        <a:gd name="T10" fmla="*/ 54 w 54"/>
                        <a:gd name="T11" fmla="*/ 27 h 237"/>
                        <a:gd name="T12" fmla="*/ 54 w 54"/>
                        <a:gd name="T13" fmla="*/ 27 h 2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7">
                          <a:moveTo>
                            <a:pt x="54" y="27"/>
                          </a:moveTo>
                          <a:cubicBezTo>
                            <a:pt x="54" y="14"/>
                            <a:pt x="40" y="0"/>
                            <a:pt x="27" y="0"/>
                          </a:cubicBezTo>
                          <a:cubicBezTo>
                            <a:pt x="13" y="0"/>
                            <a:pt x="0" y="14"/>
                            <a:pt x="0" y="27"/>
                          </a:cubicBezTo>
                          <a:cubicBezTo>
                            <a:pt x="0" y="237"/>
                            <a:pt x="0" y="237"/>
                            <a:pt x="0" y="237"/>
                          </a:cubicBezTo>
                          <a:cubicBezTo>
                            <a:pt x="54" y="237"/>
                            <a:pt x="54" y="237"/>
                            <a:pt x="54" y="23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608" name="Freeform 107">
                      <a:extLst>
                        <a:ext uri="{FF2B5EF4-FFF2-40B4-BE49-F238E27FC236}">
                          <a16:creationId xmlns:a16="http://schemas.microsoft.com/office/drawing/2014/main" id="{C84AEC97-9A94-FAFA-DA20-304D86D94DA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886863" y="2320925"/>
                      <a:ext cx="30163" cy="128588"/>
                    </a:xfrm>
                    <a:custGeom>
                      <a:avLst/>
                      <a:gdLst>
                        <a:gd name="T0" fmla="*/ 54 w 54"/>
                        <a:gd name="T1" fmla="*/ 27 h 237"/>
                        <a:gd name="T2" fmla="*/ 27 w 54"/>
                        <a:gd name="T3" fmla="*/ 0 h 237"/>
                        <a:gd name="T4" fmla="*/ 0 w 54"/>
                        <a:gd name="T5" fmla="*/ 27 h 237"/>
                        <a:gd name="T6" fmla="*/ 0 w 54"/>
                        <a:gd name="T7" fmla="*/ 237 h 237"/>
                        <a:gd name="T8" fmla="*/ 54 w 54"/>
                        <a:gd name="T9" fmla="*/ 237 h 237"/>
                        <a:gd name="T10" fmla="*/ 54 w 54"/>
                        <a:gd name="T11" fmla="*/ 27 h 237"/>
                        <a:gd name="T12" fmla="*/ 54 w 54"/>
                        <a:gd name="T13" fmla="*/ 27 h 2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7">
                          <a:moveTo>
                            <a:pt x="54" y="27"/>
                          </a:moveTo>
                          <a:cubicBezTo>
                            <a:pt x="54" y="14"/>
                            <a:pt x="40" y="0"/>
                            <a:pt x="27" y="0"/>
                          </a:cubicBezTo>
                          <a:cubicBezTo>
                            <a:pt x="13" y="0"/>
                            <a:pt x="0" y="14"/>
                            <a:pt x="0" y="27"/>
                          </a:cubicBezTo>
                          <a:cubicBezTo>
                            <a:pt x="0" y="237"/>
                            <a:pt x="0" y="237"/>
                            <a:pt x="0" y="237"/>
                          </a:cubicBezTo>
                          <a:cubicBezTo>
                            <a:pt x="54" y="237"/>
                            <a:pt x="54" y="237"/>
                            <a:pt x="54" y="23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ubicBezTo>
                            <a:pt x="54" y="27"/>
                            <a:pt x="54" y="27"/>
                            <a:pt x="54" y="27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609" name="Freeform 108">
                      <a:extLst>
                        <a:ext uri="{FF2B5EF4-FFF2-40B4-BE49-F238E27FC236}">
                          <a16:creationId xmlns:a16="http://schemas.microsoft.com/office/drawing/2014/main" id="{CDD3E20C-21AF-60C3-6E62-227864A3D25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540788" y="3165475"/>
                      <a:ext cx="28575" cy="128588"/>
                    </a:xfrm>
                    <a:custGeom>
                      <a:avLst/>
                      <a:gdLst>
                        <a:gd name="T0" fmla="*/ 0 w 54"/>
                        <a:gd name="T1" fmla="*/ 211 h 238"/>
                        <a:gd name="T2" fmla="*/ 27 w 54"/>
                        <a:gd name="T3" fmla="*/ 238 h 238"/>
                        <a:gd name="T4" fmla="*/ 54 w 54"/>
                        <a:gd name="T5" fmla="*/ 211 h 238"/>
                        <a:gd name="T6" fmla="*/ 54 w 54"/>
                        <a:gd name="T7" fmla="*/ 0 h 238"/>
                        <a:gd name="T8" fmla="*/ 0 w 54"/>
                        <a:gd name="T9" fmla="*/ 0 h 238"/>
                        <a:gd name="T10" fmla="*/ 0 w 54"/>
                        <a:gd name="T11" fmla="*/ 211 h 238"/>
                        <a:gd name="T12" fmla="*/ 0 w 54"/>
                        <a:gd name="T13" fmla="*/ 211 h 2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8">
                          <a:moveTo>
                            <a:pt x="0" y="211"/>
                          </a:moveTo>
                          <a:cubicBezTo>
                            <a:pt x="0" y="231"/>
                            <a:pt x="13" y="238"/>
                            <a:pt x="27" y="238"/>
                          </a:cubicBezTo>
                          <a:cubicBezTo>
                            <a:pt x="40" y="238"/>
                            <a:pt x="54" y="231"/>
                            <a:pt x="54" y="211"/>
                          </a:cubicBezTo>
                          <a:cubicBezTo>
                            <a:pt x="54" y="0"/>
                            <a:pt x="54" y="0"/>
                            <a:pt x="54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610" name="Freeform 109">
                      <a:extLst>
                        <a:ext uri="{FF2B5EF4-FFF2-40B4-BE49-F238E27FC236}">
                          <a16:creationId xmlns:a16="http://schemas.microsoft.com/office/drawing/2014/main" id="{36DEA8F4-D313-B57D-0542-57EA8A095E5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658263" y="3165475"/>
                      <a:ext cx="28575" cy="128588"/>
                    </a:xfrm>
                    <a:custGeom>
                      <a:avLst/>
                      <a:gdLst>
                        <a:gd name="T0" fmla="*/ 0 w 54"/>
                        <a:gd name="T1" fmla="*/ 211 h 238"/>
                        <a:gd name="T2" fmla="*/ 27 w 54"/>
                        <a:gd name="T3" fmla="*/ 238 h 238"/>
                        <a:gd name="T4" fmla="*/ 54 w 54"/>
                        <a:gd name="T5" fmla="*/ 211 h 238"/>
                        <a:gd name="T6" fmla="*/ 54 w 54"/>
                        <a:gd name="T7" fmla="*/ 0 h 238"/>
                        <a:gd name="T8" fmla="*/ 0 w 54"/>
                        <a:gd name="T9" fmla="*/ 0 h 238"/>
                        <a:gd name="T10" fmla="*/ 0 w 54"/>
                        <a:gd name="T11" fmla="*/ 211 h 238"/>
                        <a:gd name="T12" fmla="*/ 0 w 54"/>
                        <a:gd name="T13" fmla="*/ 211 h 2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8">
                          <a:moveTo>
                            <a:pt x="0" y="211"/>
                          </a:moveTo>
                          <a:cubicBezTo>
                            <a:pt x="0" y="231"/>
                            <a:pt x="13" y="238"/>
                            <a:pt x="27" y="238"/>
                          </a:cubicBezTo>
                          <a:cubicBezTo>
                            <a:pt x="40" y="238"/>
                            <a:pt x="54" y="231"/>
                            <a:pt x="54" y="211"/>
                          </a:cubicBezTo>
                          <a:cubicBezTo>
                            <a:pt x="54" y="0"/>
                            <a:pt x="54" y="0"/>
                            <a:pt x="54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611" name="Freeform 110">
                      <a:extLst>
                        <a:ext uri="{FF2B5EF4-FFF2-40B4-BE49-F238E27FC236}">
                          <a16:creationId xmlns:a16="http://schemas.microsoft.com/office/drawing/2014/main" id="{9F8AD0FE-8F2F-4133-A832-9A05E2A567C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770975" y="3165475"/>
                      <a:ext cx="30163" cy="128588"/>
                    </a:xfrm>
                    <a:custGeom>
                      <a:avLst/>
                      <a:gdLst>
                        <a:gd name="T0" fmla="*/ 0 w 54"/>
                        <a:gd name="T1" fmla="*/ 211 h 238"/>
                        <a:gd name="T2" fmla="*/ 27 w 54"/>
                        <a:gd name="T3" fmla="*/ 238 h 238"/>
                        <a:gd name="T4" fmla="*/ 54 w 54"/>
                        <a:gd name="T5" fmla="*/ 211 h 238"/>
                        <a:gd name="T6" fmla="*/ 54 w 54"/>
                        <a:gd name="T7" fmla="*/ 0 h 238"/>
                        <a:gd name="T8" fmla="*/ 0 w 54"/>
                        <a:gd name="T9" fmla="*/ 0 h 238"/>
                        <a:gd name="T10" fmla="*/ 0 w 54"/>
                        <a:gd name="T11" fmla="*/ 211 h 238"/>
                        <a:gd name="T12" fmla="*/ 0 w 54"/>
                        <a:gd name="T13" fmla="*/ 211 h 2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8">
                          <a:moveTo>
                            <a:pt x="0" y="211"/>
                          </a:moveTo>
                          <a:cubicBezTo>
                            <a:pt x="0" y="231"/>
                            <a:pt x="13" y="238"/>
                            <a:pt x="27" y="238"/>
                          </a:cubicBezTo>
                          <a:cubicBezTo>
                            <a:pt x="40" y="238"/>
                            <a:pt x="54" y="231"/>
                            <a:pt x="54" y="211"/>
                          </a:cubicBezTo>
                          <a:cubicBezTo>
                            <a:pt x="54" y="0"/>
                            <a:pt x="54" y="0"/>
                            <a:pt x="54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612" name="Freeform 111">
                      <a:extLst>
                        <a:ext uri="{FF2B5EF4-FFF2-40B4-BE49-F238E27FC236}">
                          <a16:creationId xmlns:a16="http://schemas.microsoft.com/office/drawing/2014/main" id="{7E768F03-ADD0-6576-B190-D7784A2F20A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1886863" y="3165475"/>
                      <a:ext cx="30163" cy="128588"/>
                    </a:xfrm>
                    <a:custGeom>
                      <a:avLst/>
                      <a:gdLst>
                        <a:gd name="T0" fmla="*/ 0 w 54"/>
                        <a:gd name="T1" fmla="*/ 211 h 238"/>
                        <a:gd name="T2" fmla="*/ 27 w 54"/>
                        <a:gd name="T3" fmla="*/ 238 h 238"/>
                        <a:gd name="T4" fmla="*/ 54 w 54"/>
                        <a:gd name="T5" fmla="*/ 211 h 238"/>
                        <a:gd name="T6" fmla="*/ 54 w 54"/>
                        <a:gd name="T7" fmla="*/ 0 h 238"/>
                        <a:gd name="T8" fmla="*/ 0 w 54"/>
                        <a:gd name="T9" fmla="*/ 0 h 238"/>
                        <a:gd name="T10" fmla="*/ 0 w 54"/>
                        <a:gd name="T11" fmla="*/ 211 h 238"/>
                        <a:gd name="T12" fmla="*/ 0 w 54"/>
                        <a:gd name="T13" fmla="*/ 211 h 2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4" h="238">
                          <a:moveTo>
                            <a:pt x="0" y="211"/>
                          </a:moveTo>
                          <a:cubicBezTo>
                            <a:pt x="0" y="231"/>
                            <a:pt x="13" y="238"/>
                            <a:pt x="27" y="238"/>
                          </a:cubicBezTo>
                          <a:cubicBezTo>
                            <a:pt x="40" y="238"/>
                            <a:pt x="54" y="231"/>
                            <a:pt x="54" y="211"/>
                          </a:cubicBezTo>
                          <a:cubicBezTo>
                            <a:pt x="54" y="0"/>
                            <a:pt x="54" y="0"/>
                            <a:pt x="54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ubicBezTo>
                            <a:pt x="0" y="211"/>
                            <a:pt x="0" y="211"/>
                            <a:pt x="0" y="211"/>
                          </a:cubicBez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613" name="Freeform 112">
                      <a:extLst>
                        <a:ext uri="{FF2B5EF4-FFF2-40B4-BE49-F238E27FC236}">
                          <a16:creationId xmlns:a16="http://schemas.microsoft.com/office/drawing/2014/main" id="{4D12DEBA-F8CF-8806-8FC2-CDF0B897B4FF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21401088" y="2478088"/>
                      <a:ext cx="654050" cy="658813"/>
                    </a:xfrm>
                    <a:custGeom>
                      <a:avLst/>
                      <a:gdLst>
                        <a:gd name="T0" fmla="*/ 952 w 1208"/>
                        <a:gd name="T1" fmla="*/ 0 h 1215"/>
                        <a:gd name="T2" fmla="*/ 736 w 1208"/>
                        <a:gd name="T3" fmla="*/ 0 h 1215"/>
                        <a:gd name="T4" fmla="*/ 526 w 1208"/>
                        <a:gd name="T5" fmla="*/ 0 h 1215"/>
                        <a:gd name="T6" fmla="*/ 310 w 1208"/>
                        <a:gd name="T7" fmla="*/ 0 h 1215"/>
                        <a:gd name="T8" fmla="*/ 128 w 1208"/>
                        <a:gd name="T9" fmla="*/ 0 h 1215"/>
                        <a:gd name="T10" fmla="*/ 0 w 1208"/>
                        <a:gd name="T11" fmla="*/ 264 h 1215"/>
                        <a:gd name="T12" fmla="*/ 0 w 1208"/>
                        <a:gd name="T13" fmla="*/ 473 h 1215"/>
                        <a:gd name="T14" fmla="*/ 0 w 1208"/>
                        <a:gd name="T15" fmla="*/ 689 h 1215"/>
                        <a:gd name="T16" fmla="*/ 0 w 1208"/>
                        <a:gd name="T17" fmla="*/ 898 h 1215"/>
                        <a:gd name="T18" fmla="*/ 0 w 1208"/>
                        <a:gd name="T19" fmla="*/ 1087 h 1215"/>
                        <a:gd name="T20" fmla="*/ 256 w 1208"/>
                        <a:gd name="T21" fmla="*/ 1215 h 1215"/>
                        <a:gd name="T22" fmla="*/ 472 w 1208"/>
                        <a:gd name="T23" fmla="*/ 1215 h 1215"/>
                        <a:gd name="T24" fmla="*/ 682 w 1208"/>
                        <a:gd name="T25" fmla="*/ 1215 h 1215"/>
                        <a:gd name="T26" fmla="*/ 898 w 1208"/>
                        <a:gd name="T27" fmla="*/ 1215 h 1215"/>
                        <a:gd name="T28" fmla="*/ 1080 w 1208"/>
                        <a:gd name="T29" fmla="*/ 1215 h 1215"/>
                        <a:gd name="T30" fmla="*/ 1208 w 1208"/>
                        <a:gd name="T31" fmla="*/ 952 h 1215"/>
                        <a:gd name="T32" fmla="*/ 1208 w 1208"/>
                        <a:gd name="T33" fmla="*/ 743 h 1215"/>
                        <a:gd name="T34" fmla="*/ 1208 w 1208"/>
                        <a:gd name="T35" fmla="*/ 527 h 1215"/>
                        <a:gd name="T36" fmla="*/ 1208 w 1208"/>
                        <a:gd name="T37" fmla="*/ 318 h 1215"/>
                        <a:gd name="T38" fmla="*/ 1208 w 1208"/>
                        <a:gd name="T39" fmla="*/ 129 h 1215"/>
                        <a:gd name="T40" fmla="*/ 1154 w 1208"/>
                        <a:gd name="T41" fmla="*/ 264 h 1215"/>
                        <a:gd name="T42" fmla="*/ 1154 w 1208"/>
                        <a:gd name="T43" fmla="*/ 473 h 1215"/>
                        <a:gd name="T44" fmla="*/ 1154 w 1208"/>
                        <a:gd name="T45" fmla="*/ 689 h 1215"/>
                        <a:gd name="T46" fmla="*/ 1154 w 1208"/>
                        <a:gd name="T47" fmla="*/ 898 h 1215"/>
                        <a:gd name="T48" fmla="*/ 1154 w 1208"/>
                        <a:gd name="T49" fmla="*/ 1087 h 1215"/>
                        <a:gd name="T50" fmla="*/ 952 w 1208"/>
                        <a:gd name="T51" fmla="*/ 1161 h 1215"/>
                        <a:gd name="T52" fmla="*/ 736 w 1208"/>
                        <a:gd name="T53" fmla="*/ 1161 h 1215"/>
                        <a:gd name="T54" fmla="*/ 526 w 1208"/>
                        <a:gd name="T55" fmla="*/ 1161 h 1215"/>
                        <a:gd name="T56" fmla="*/ 310 w 1208"/>
                        <a:gd name="T57" fmla="*/ 1161 h 1215"/>
                        <a:gd name="T58" fmla="*/ 128 w 1208"/>
                        <a:gd name="T59" fmla="*/ 1161 h 1215"/>
                        <a:gd name="T60" fmla="*/ 54 w 1208"/>
                        <a:gd name="T61" fmla="*/ 952 h 1215"/>
                        <a:gd name="T62" fmla="*/ 54 w 1208"/>
                        <a:gd name="T63" fmla="*/ 743 h 1215"/>
                        <a:gd name="T64" fmla="*/ 54 w 1208"/>
                        <a:gd name="T65" fmla="*/ 527 h 1215"/>
                        <a:gd name="T66" fmla="*/ 54 w 1208"/>
                        <a:gd name="T67" fmla="*/ 318 h 1215"/>
                        <a:gd name="T68" fmla="*/ 54 w 1208"/>
                        <a:gd name="T69" fmla="*/ 129 h 1215"/>
                        <a:gd name="T70" fmla="*/ 256 w 1208"/>
                        <a:gd name="T71" fmla="*/ 54 h 1215"/>
                        <a:gd name="T72" fmla="*/ 472 w 1208"/>
                        <a:gd name="T73" fmla="*/ 54 h 1215"/>
                        <a:gd name="T74" fmla="*/ 682 w 1208"/>
                        <a:gd name="T75" fmla="*/ 54 h 1215"/>
                        <a:gd name="T76" fmla="*/ 898 w 1208"/>
                        <a:gd name="T77" fmla="*/ 54 h 1215"/>
                        <a:gd name="T78" fmla="*/ 1080 w 1208"/>
                        <a:gd name="T79" fmla="*/ 54 h 1215"/>
                        <a:gd name="T80" fmla="*/ 1154 w 1208"/>
                        <a:gd name="T81" fmla="*/ 264 h 121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</a:cxnLst>
                      <a:rect l="0" t="0" r="r" b="b"/>
                      <a:pathLst>
                        <a:path w="1208" h="1215">
                          <a:moveTo>
                            <a:pt x="1080" y="0"/>
                          </a:moveTo>
                          <a:cubicBezTo>
                            <a:pt x="952" y="0"/>
                            <a:pt x="952" y="0"/>
                            <a:pt x="952" y="0"/>
                          </a:cubicBezTo>
                          <a:cubicBezTo>
                            <a:pt x="898" y="0"/>
                            <a:pt x="898" y="0"/>
                            <a:pt x="898" y="0"/>
                          </a:cubicBezTo>
                          <a:cubicBezTo>
                            <a:pt x="736" y="0"/>
                            <a:pt x="736" y="0"/>
                            <a:pt x="736" y="0"/>
                          </a:cubicBezTo>
                          <a:cubicBezTo>
                            <a:pt x="682" y="0"/>
                            <a:pt x="682" y="0"/>
                            <a:pt x="682" y="0"/>
                          </a:cubicBezTo>
                          <a:cubicBezTo>
                            <a:pt x="526" y="0"/>
                            <a:pt x="526" y="0"/>
                            <a:pt x="526" y="0"/>
                          </a:cubicBezTo>
                          <a:cubicBezTo>
                            <a:pt x="472" y="0"/>
                            <a:pt x="472" y="0"/>
                            <a:pt x="472" y="0"/>
                          </a:cubicBezTo>
                          <a:cubicBezTo>
                            <a:pt x="310" y="0"/>
                            <a:pt x="310" y="0"/>
                            <a:pt x="310" y="0"/>
                          </a:cubicBezTo>
                          <a:cubicBezTo>
                            <a:pt x="256" y="0"/>
                            <a:pt x="256" y="0"/>
                            <a:pt x="256" y="0"/>
                          </a:cubicBezTo>
                          <a:cubicBezTo>
                            <a:pt x="128" y="0"/>
                            <a:pt x="128" y="0"/>
                            <a:pt x="128" y="0"/>
                          </a:cubicBezTo>
                          <a:cubicBezTo>
                            <a:pt x="54" y="0"/>
                            <a:pt x="0" y="61"/>
                            <a:pt x="0" y="129"/>
                          </a:cubicBezTo>
                          <a:cubicBezTo>
                            <a:pt x="0" y="264"/>
                            <a:pt x="0" y="264"/>
                            <a:pt x="0" y="264"/>
                          </a:cubicBezTo>
                          <a:cubicBezTo>
                            <a:pt x="0" y="318"/>
                            <a:pt x="0" y="318"/>
                            <a:pt x="0" y="318"/>
                          </a:cubicBezTo>
                          <a:cubicBezTo>
                            <a:pt x="0" y="473"/>
                            <a:pt x="0" y="473"/>
                            <a:pt x="0" y="473"/>
                          </a:cubicBezTo>
                          <a:cubicBezTo>
                            <a:pt x="0" y="527"/>
                            <a:pt x="0" y="527"/>
                            <a:pt x="0" y="527"/>
                          </a:cubicBezTo>
                          <a:cubicBezTo>
                            <a:pt x="0" y="689"/>
                            <a:pt x="0" y="689"/>
                            <a:pt x="0" y="689"/>
                          </a:cubicBezTo>
                          <a:cubicBezTo>
                            <a:pt x="0" y="743"/>
                            <a:pt x="0" y="743"/>
                            <a:pt x="0" y="743"/>
                          </a:cubicBezTo>
                          <a:cubicBezTo>
                            <a:pt x="0" y="898"/>
                            <a:pt x="0" y="898"/>
                            <a:pt x="0" y="898"/>
                          </a:cubicBezTo>
                          <a:cubicBezTo>
                            <a:pt x="0" y="952"/>
                            <a:pt x="0" y="952"/>
                            <a:pt x="0" y="952"/>
                          </a:cubicBezTo>
                          <a:cubicBezTo>
                            <a:pt x="0" y="1087"/>
                            <a:pt x="0" y="1087"/>
                            <a:pt x="0" y="1087"/>
                          </a:cubicBezTo>
                          <a:cubicBezTo>
                            <a:pt x="0" y="1161"/>
                            <a:pt x="54" y="1215"/>
                            <a:pt x="128" y="1215"/>
                          </a:cubicBezTo>
                          <a:cubicBezTo>
                            <a:pt x="256" y="1215"/>
                            <a:pt x="256" y="1215"/>
                            <a:pt x="256" y="1215"/>
                          </a:cubicBezTo>
                          <a:cubicBezTo>
                            <a:pt x="310" y="1215"/>
                            <a:pt x="310" y="1215"/>
                            <a:pt x="310" y="1215"/>
                          </a:cubicBezTo>
                          <a:cubicBezTo>
                            <a:pt x="472" y="1215"/>
                            <a:pt x="472" y="1215"/>
                            <a:pt x="472" y="1215"/>
                          </a:cubicBezTo>
                          <a:cubicBezTo>
                            <a:pt x="526" y="1215"/>
                            <a:pt x="526" y="1215"/>
                            <a:pt x="526" y="1215"/>
                          </a:cubicBezTo>
                          <a:cubicBezTo>
                            <a:pt x="682" y="1215"/>
                            <a:pt x="682" y="1215"/>
                            <a:pt x="682" y="1215"/>
                          </a:cubicBezTo>
                          <a:cubicBezTo>
                            <a:pt x="736" y="1215"/>
                            <a:pt x="736" y="1215"/>
                            <a:pt x="736" y="1215"/>
                          </a:cubicBezTo>
                          <a:cubicBezTo>
                            <a:pt x="898" y="1215"/>
                            <a:pt x="898" y="1215"/>
                            <a:pt x="898" y="1215"/>
                          </a:cubicBezTo>
                          <a:cubicBezTo>
                            <a:pt x="952" y="1215"/>
                            <a:pt x="952" y="1215"/>
                            <a:pt x="952" y="1215"/>
                          </a:cubicBezTo>
                          <a:cubicBezTo>
                            <a:pt x="1080" y="1215"/>
                            <a:pt x="1080" y="1215"/>
                            <a:pt x="1080" y="1215"/>
                          </a:cubicBezTo>
                          <a:cubicBezTo>
                            <a:pt x="1154" y="1215"/>
                            <a:pt x="1208" y="1161"/>
                            <a:pt x="1208" y="1087"/>
                          </a:cubicBezTo>
                          <a:cubicBezTo>
                            <a:pt x="1208" y="952"/>
                            <a:pt x="1208" y="952"/>
                            <a:pt x="1208" y="952"/>
                          </a:cubicBezTo>
                          <a:cubicBezTo>
                            <a:pt x="1208" y="898"/>
                            <a:pt x="1208" y="898"/>
                            <a:pt x="1208" y="898"/>
                          </a:cubicBezTo>
                          <a:cubicBezTo>
                            <a:pt x="1208" y="743"/>
                            <a:pt x="1208" y="743"/>
                            <a:pt x="1208" y="743"/>
                          </a:cubicBezTo>
                          <a:cubicBezTo>
                            <a:pt x="1208" y="689"/>
                            <a:pt x="1208" y="689"/>
                            <a:pt x="1208" y="689"/>
                          </a:cubicBezTo>
                          <a:cubicBezTo>
                            <a:pt x="1208" y="527"/>
                            <a:pt x="1208" y="527"/>
                            <a:pt x="1208" y="527"/>
                          </a:cubicBezTo>
                          <a:cubicBezTo>
                            <a:pt x="1208" y="473"/>
                            <a:pt x="1208" y="473"/>
                            <a:pt x="1208" y="473"/>
                          </a:cubicBezTo>
                          <a:cubicBezTo>
                            <a:pt x="1208" y="318"/>
                            <a:pt x="1208" y="318"/>
                            <a:pt x="1208" y="318"/>
                          </a:cubicBezTo>
                          <a:cubicBezTo>
                            <a:pt x="1208" y="264"/>
                            <a:pt x="1208" y="264"/>
                            <a:pt x="1208" y="264"/>
                          </a:cubicBezTo>
                          <a:cubicBezTo>
                            <a:pt x="1208" y="129"/>
                            <a:pt x="1208" y="129"/>
                            <a:pt x="1208" y="129"/>
                          </a:cubicBezTo>
                          <a:cubicBezTo>
                            <a:pt x="1208" y="61"/>
                            <a:pt x="1154" y="0"/>
                            <a:pt x="1080" y="0"/>
                          </a:cubicBezTo>
                          <a:close/>
                          <a:moveTo>
                            <a:pt x="1154" y="264"/>
                          </a:moveTo>
                          <a:cubicBezTo>
                            <a:pt x="1154" y="318"/>
                            <a:pt x="1154" y="318"/>
                            <a:pt x="1154" y="318"/>
                          </a:cubicBezTo>
                          <a:cubicBezTo>
                            <a:pt x="1154" y="473"/>
                            <a:pt x="1154" y="473"/>
                            <a:pt x="1154" y="473"/>
                          </a:cubicBezTo>
                          <a:cubicBezTo>
                            <a:pt x="1154" y="527"/>
                            <a:pt x="1154" y="527"/>
                            <a:pt x="1154" y="527"/>
                          </a:cubicBezTo>
                          <a:cubicBezTo>
                            <a:pt x="1154" y="689"/>
                            <a:pt x="1154" y="689"/>
                            <a:pt x="1154" y="689"/>
                          </a:cubicBezTo>
                          <a:cubicBezTo>
                            <a:pt x="1154" y="743"/>
                            <a:pt x="1154" y="743"/>
                            <a:pt x="1154" y="743"/>
                          </a:cubicBezTo>
                          <a:cubicBezTo>
                            <a:pt x="1154" y="898"/>
                            <a:pt x="1154" y="898"/>
                            <a:pt x="1154" y="898"/>
                          </a:cubicBezTo>
                          <a:cubicBezTo>
                            <a:pt x="1154" y="952"/>
                            <a:pt x="1154" y="952"/>
                            <a:pt x="1154" y="952"/>
                          </a:cubicBezTo>
                          <a:cubicBezTo>
                            <a:pt x="1154" y="1087"/>
                            <a:pt x="1154" y="1087"/>
                            <a:pt x="1154" y="1087"/>
                          </a:cubicBezTo>
                          <a:cubicBezTo>
                            <a:pt x="1154" y="1127"/>
                            <a:pt x="1127" y="1161"/>
                            <a:pt x="1080" y="1161"/>
                          </a:cubicBezTo>
                          <a:cubicBezTo>
                            <a:pt x="952" y="1161"/>
                            <a:pt x="952" y="1161"/>
                            <a:pt x="952" y="1161"/>
                          </a:cubicBezTo>
                          <a:cubicBezTo>
                            <a:pt x="898" y="1161"/>
                            <a:pt x="898" y="1161"/>
                            <a:pt x="898" y="1161"/>
                          </a:cubicBezTo>
                          <a:cubicBezTo>
                            <a:pt x="736" y="1161"/>
                            <a:pt x="736" y="1161"/>
                            <a:pt x="736" y="1161"/>
                          </a:cubicBezTo>
                          <a:cubicBezTo>
                            <a:pt x="682" y="1161"/>
                            <a:pt x="682" y="1161"/>
                            <a:pt x="682" y="1161"/>
                          </a:cubicBezTo>
                          <a:cubicBezTo>
                            <a:pt x="526" y="1161"/>
                            <a:pt x="526" y="1161"/>
                            <a:pt x="526" y="1161"/>
                          </a:cubicBezTo>
                          <a:cubicBezTo>
                            <a:pt x="472" y="1161"/>
                            <a:pt x="472" y="1161"/>
                            <a:pt x="472" y="1161"/>
                          </a:cubicBezTo>
                          <a:cubicBezTo>
                            <a:pt x="310" y="1161"/>
                            <a:pt x="310" y="1161"/>
                            <a:pt x="310" y="1161"/>
                          </a:cubicBezTo>
                          <a:cubicBezTo>
                            <a:pt x="256" y="1161"/>
                            <a:pt x="256" y="1161"/>
                            <a:pt x="256" y="1161"/>
                          </a:cubicBezTo>
                          <a:cubicBezTo>
                            <a:pt x="128" y="1161"/>
                            <a:pt x="128" y="1161"/>
                            <a:pt x="128" y="1161"/>
                          </a:cubicBezTo>
                          <a:cubicBezTo>
                            <a:pt x="81" y="1161"/>
                            <a:pt x="54" y="1127"/>
                            <a:pt x="54" y="1087"/>
                          </a:cubicBezTo>
                          <a:cubicBezTo>
                            <a:pt x="54" y="952"/>
                            <a:pt x="54" y="952"/>
                            <a:pt x="54" y="952"/>
                          </a:cubicBezTo>
                          <a:cubicBezTo>
                            <a:pt x="54" y="898"/>
                            <a:pt x="54" y="898"/>
                            <a:pt x="54" y="898"/>
                          </a:cubicBezTo>
                          <a:cubicBezTo>
                            <a:pt x="54" y="743"/>
                            <a:pt x="54" y="743"/>
                            <a:pt x="54" y="743"/>
                          </a:cubicBezTo>
                          <a:cubicBezTo>
                            <a:pt x="54" y="689"/>
                            <a:pt x="54" y="689"/>
                            <a:pt x="54" y="689"/>
                          </a:cubicBezTo>
                          <a:cubicBezTo>
                            <a:pt x="54" y="527"/>
                            <a:pt x="54" y="527"/>
                            <a:pt x="54" y="527"/>
                          </a:cubicBezTo>
                          <a:cubicBezTo>
                            <a:pt x="54" y="473"/>
                            <a:pt x="54" y="473"/>
                            <a:pt x="54" y="473"/>
                          </a:cubicBezTo>
                          <a:cubicBezTo>
                            <a:pt x="54" y="318"/>
                            <a:pt x="54" y="318"/>
                            <a:pt x="54" y="318"/>
                          </a:cubicBezTo>
                          <a:cubicBezTo>
                            <a:pt x="54" y="264"/>
                            <a:pt x="54" y="264"/>
                            <a:pt x="54" y="264"/>
                          </a:cubicBezTo>
                          <a:cubicBezTo>
                            <a:pt x="54" y="129"/>
                            <a:pt x="54" y="129"/>
                            <a:pt x="54" y="129"/>
                          </a:cubicBezTo>
                          <a:cubicBezTo>
                            <a:pt x="54" y="88"/>
                            <a:pt x="81" y="54"/>
                            <a:pt x="128" y="54"/>
                          </a:cubicBezTo>
                          <a:cubicBezTo>
                            <a:pt x="256" y="54"/>
                            <a:pt x="256" y="54"/>
                            <a:pt x="256" y="54"/>
                          </a:cubicBezTo>
                          <a:cubicBezTo>
                            <a:pt x="310" y="54"/>
                            <a:pt x="310" y="54"/>
                            <a:pt x="310" y="54"/>
                          </a:cubicBezTo>
                          <a:cubicBezTo>
                            <a:pt x="472" y="54"/>
                            <a:pt x="472" y="54"/>
                            <a:pt x="472" y="54"/>
                          </a:cubicBezTo>
                          <a:cubicBezTo>
                            <a:pt x="526" y="54"/>
                            <a:pt x="526" y="54"/>
                            <a:pt x="526" y="54"/>
                          </a:cubicBezTo>
                          <a:cubicBezTo>
                            <a:pt x="682" y="54"/>
                            <a:pt x="682" y="54"/>
                            <a:pt x="682" y="54"/>
                          </a:cubicBezTo>
                          <a:cubicBezTo>
                            <a:pt x="736" y="54"/>
                            <a:pt x="736" y="54"/>
                            <a:pt x="736" y="54"/>
                          </a:cubicBezTo>
                          <a:cubicBezTo>
                            <a:pt x="898" y="54"/>
                            <a:pt x="898" y="54"/>
                            <a:pt x="898" y="54"/>
                          </a:cubicBezTo>
                          <a:cubicBezTo>
                            <a:pt x="952" y="54"/>
                            <a:pt x="952" y="54"/>
                            <a:pt x="952" y="54"/>
                          </a:cubicBezTo>
                          <a:cubicBezTo>
                            <a:pt x="1080" y="54"/>
                            <a:pt x="1080" y="54"/>
                            <a:pt x="1080" y="54"/>
                          </a:cubicBezTo>
                          <a:cubicBezTo>
                            <a:pt x="1127" y="54"/>
                            <a:pt x="1154" y="88"/>
                            <a:pt x="1154" y="129"/>
                          </a:cubicBezTo>
                          <a:cubicBezTo>
                            <a:pt x="1154" y="264"/>
                            <a:pt x="1154" y="264"/>
                            <a:pt x="1154" y="264"/>
                          </a:cubicBezTo>
                          <a:cubicBezTo>
                            <a:pt x="1154" y="264"/>
                            <a:pt x="1154" y="264"/>
                            <a:pt x="1154" y="264"/>
                          </a:cubicBezTo>
                          <a:close/>
                        </a:path>
                      </a:pathLst>
                    </a:custGeom>
                    <a:solidFill>
                      <a:schemeClr val="tx1">
                        <a:lumMod val="85000"/>
                        <a:lumOff val="15000"/>
                      </a:schemeClr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595" name="그림 1594">
                    <a:extLst>
                      <a:ext uri="{FF2B5EF4-FFF2-40B4-BE49-F238E27FC236}">
                        <a16:creationId xmlns:a16="http://schemas.microsoft.com/office/drawing/2014/main" id="{3C04B1A1-69B3-C8BD-2075-30B065A0489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lum bright="100000"/>
                  </a:blip>
                  <a:stretch>
                    <a:fillRect/>
                  </a:stretch>
                </p:blipFill>
                <p:spPr>
                  <a:xfrm>
                    <a:off x="1124483" y="5707212"/>
                    <a:ext cx="491143" cy="179999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1591" name="직사각형 1590">
                <a:extLst>
                  <a:ext uri="{FF2B5EF4-FFF2-40B4-BE49-F238E27FC236}">
                    <a16:creationId xmlns:a16="http://schemas.microsoft.com/office/drawing/2014/main" id="{E11DE0E6-B803-1560-BDDD-4743D87A7306}"/>
                  </a:ext>
                </a:extLst>
              </p:cNvPr>
              <p:cNvSpPr/>
              <p:nvPr/>
            </p:nvSpPr>
            <p:spPr>
              <a:xfrm>
                <a:off x="4365128" y="5454956"/>
                <a:ext cx="130004" cy="350704"/>
              </a:xfrm>
              <a:prstGeom prst="rect">
                <a:avLst/>
              </a:prstGeom>
              <a:noFill/>
              <a:ln w="254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1" indent="0" algn="ctr" defTabSz="147490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prstClr val="black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0" lang="en-US" altLang="ko-KR" sz="1050" b="0" i="0" u="none" strike="noStrike" kern="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ea typeface="KoPub돋움체 Bold" panose="02020603020101020101" pitchFamily="18" charset="-127"/>
                    <a:cs typeface="Arial"/>
                  </a:rPr>
                  <a:t>…</a:t>
                </a:r>
                <a:endParaRPr kumimoji="0" lang="ko-KR" altLang="en-US" sz="1050" b="0" i="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ea typeface="KoPub돋움체 Bold" panose="02020603020101020101" pitchFamily="18" charset="-127"/>
                  <a:cs typeface="Arial"/>
                </a:endParaRPr>
              </a:p>
            </p:txBody>
          </p:sp>
        </p:grpSp>
        <p:grpSp>
          <p:nvGrpSpPr>
            <p:cNvPr id="1670" name="그룹 1669">
              <a:extLst>
                <a:ext uri="{FF2B5EF4-FFF2-40B4-BE49-F238E27FC236}">
                  <a16:creationId xmlns:a16="http://schemas.microsoft.com/office/drawing/2014/main" id="{F7D7BFE1-6C02-8A8E-7E83-222F66284674}"/>
                </a:ext>
              </a:extLst>
            </p:cNvPr>
            <p:cNvGrpSpPr/>
            <p:nvPr/>
          </p:nvGrpSpPr>
          <p:grpSpPr>
            <a:xfrm>
              <a:off x="751525" y="1912078"/>
              <a:ext cx="409097" cy="104848"/>
              <a:chOff x="7753857" y="6369399"/>
              <a:chExt cx="556675" cy="227564"/>
            </a:xfrm>
          </p:grpSpPr>
          <p:grpSp>
            <p:nvGrpSpPr>
              <p:cNvPr id="1671" name="그룹 1670">
                <a:extLst>
                  <a:ext uri="{FF2B5EF4-FFF2-40B4-BE49-F238E27FC236}">
                    <a16:creationId xmlns:a16="http://schemas.microsoft.com/office/drawing/2014/main" id="{63BC4066-5D2A-8DB1-E7AB-1B9DE422774C}"/>
                  </a:ext>
                </a:extLst>
              </p:cNvPr>
              <p:cNvGrpSpPr/>
              <p:nvPr/>
            </p:nvGrpSpPr>
            <p:grpSpPr>
              <a:xfrm>
                <a:off x="7753857" y="6369399"/>
                <a:ext cx="360560" cy="227564"/>
                <a:chOff x="-1249711" y="5207925"/>
                <a:chExt cx="723475" cy="456614"/>
              </a:xfrm>
            </p:grpSpPr>
            <p:grpSp>
              <p:nvGrpSpPr>
                <p:cNvPr id="1677" name="그룹 1676">
                  <a:extLst>
                    <a:ext uri="{FF2B5EF4-FFF2-40B4-BE49-F238E27FC236}">
                      <a16:creationId xmlns:a16="http://schemas.microsoft.com/office/drawing/2014/main" id="{BB421A8D-D713-3905-C9E4-570C7C3109F8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-1249711" y="5207925"/>
                  <a:ext cx="331998" cy="456614"/>
                  <a:chOff x="11921385" y="4267725"/>
                  <a:chExt cx="916126" cy="1260000"/>
                </a:xfrm>
              </p:grpSpPr>
              <p:sp>
                <p:nvSpPr>
                  <p:cNvPr id="1683" name="사각형: 둥근 모서리 288">
                    <a:extLst>
                      <a:ext uri="{FF2B5EF4-FFF2-40B4-BE49-F238E27FC236}">
                        <a16:creationId xmlns:a16="http://schemas.microsoft.com/office/drawing/2014/main" id="{E4B523AD-B798-A39E-E014-647F5553B298}"/>
                      </a:ext>
                    </a:extLst>
                  </p:cNvPr>
                  <p:cNvSpPr/>
                  <p:nvPr/>
                </p:nvSpPr>
                <p:spPr>
                  <a:xfrm>
                    <a:off x="11923596" y="4271687"/>
                    <a:ext cx="911716" cy="1252078"/>
                  </a:xfrm>
                  <a:prstGeom prst="roundRect">
                    <a:avLst>
                      <a:gd name="adj" fmla="val 7097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-3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grpSp>
                <p:nvGrpSpPr>
                  <p:cNvPr id="1684" name="그룹 1683">
                    <a:extLst>
                      <a:ext uri="{FF2B5EF4-FFF2-40B4-BE49-F238E27FC236}">
                        <a16:creationId xmlns:a16="http://schemas.microsoft.com/office/drawing/2014/main" id="{CC054C12-8EA3-9B42-DDFD-95D747187537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11921389" y="4267727"/>
                    <a:ext cx="916126" cy="1260000"/>
                    <a:chOff x="14485938" y="-2571751"/>
                    <a:chExt cx="554038" cy="762000"/>
                  </a:xfrm>
                  <a:solidFill>
                    <a:srgbClr val="262626"/>
                  </a:solidFill>
                </p:grpSpPr>
                <p:sp>
                  <p:nvSpPr>
                    <p:cNvPr id="1685" name="Freeform 230">
                      <a:extLst>
                        <a:ext uri="{FF2B5EF4-FFF2-40B4-BE49-F238E27FC236}">
                          <a16:creationId xmlns:a16="http://schemas.microsoft.com/office/drawing/2014/main" id="{BF13F45B-CCD9-9326-F39A-94B3837EBEFE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4485938" y="-2571751"/>
                      <a:ext cx="554038" cy="762000"/>
                    </a:xfrm>
                    <a:custGeom>
                      <a:avLst/>
                      <a:gdLst>
                        <a:gd name="T0" fmla="*/ 137 w 147"/>
                        <a:gd name="T1" fmla="*/ 0 h 200"/>
                        <a:gd name="T2" fmla="*/ 10 w 147"/>
                        <a:gd name="T3" fmla="*/ 0 h 200"/>
                        <a:gd name="T4" fmla="*/ 0 w 147"/>
                        <a:gd name="T5" fmla="*/ 10 h 200"/>
                        <a:gd name="T6" fmla="*/ 0 w 147"/>
                        <a:gd name="T7" fmla="*/ 190 h 200"/>
                        <a:gd name="T8" fmla="*/ 10 w 147"/>
                        <a:gd name="T9" fmla="*/ 200 h 200"/>
                        <a:gd name="T10" fmla="*/ 137 w 147"/>
                        <a:gd name="T11" fmla="*/ 200 h 200"/>
                        <a:gd name="T12" fmla="*/ 140 w 147"/>
                        <a:gd name="T13" fmla="*/ 199 h 200"/>
                        <a:gd name="T14" fmla="*/ 146 w 147"/>
                        <a:gd name="T15" fmla="*/ 193 h 200"/>
                        <a:gd name="T16" fmla="*/ 147 w 147"/>
                        <a:gd name="T17" fmla="*/ 190 h 200"/>
                        <a:gd name="T18" fmla="*/ 147 w 147"/>
                        <a:gd name="T19" fmla="*/ 10 h 200"/>
                        <a:gd name="T20" fmla="*/ 137 w 147"/>
                        <a:gd name="T21" fmla="*/ 0 h 200"/>
                        <a:gd name="T22" fmla="*/ 139 w 147"/>
                        <a:gd name="T23" fmla="*/ 189 h 200"/>
                        <a:gd name="T24" fmla="*/ 135 w 147"/>
                        <a:gd name="T25" fmla="*/ 192 h 200"/>
                        <a:gd name="T26" fmla="*/ 10 w 147"/>
                        <a:gd name="T27" fmla="*/ 192 h 200"/>
                        <a:gd name="T28" fmla="*/ 8 w 147"/>
                        <a:gd name="T29" fmla="*/ 190 h 200"/>
                        <a:gd name="T30" fmla="*/ 8 w 147"/>
                        <a:gd name="T31" fmla="*/ 10 h 200"/>
                        <a:gd name="T32" fmla="*/ 10 w 147"/>
                        <a:gd name="T33" fmla="*/ 8 h 200"/>
                        <a:gd name="T34" fmla="*/ 137 w 147"/>
                        <a:gd name="T35" fmla="*/ 8 h 200"/>
                        <a:gd name="T36" fmla="*/ 139 w 147"/>
                        <a:gd name="T37" fmla="*/ 10 h 200"/>
                        <a:gd name="T38" fmla="*/ 139 w 147"/>
                        <a:gd name="T39" fmla="*/ 189 h 2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</a:cxnLst>
                      <a:rect l="0" t="0" r="r" b="b"/>
                      <a:pathLst>
                        <a:path w="147" h="200">
                          <a:moveTo>
                            <a:pt x="137" y="0"/>
                          </a:moveTo>
                          <a:cubicBezTo>
                            <a:pt x="10" y="0"/>
                            <a:pt x="10" y="0"/>
                            <a:pt x="10" y="0"/>
                          </a:cubicBezTo>
                          <a:cubicBezTo>
                            <a:pt x="4" y="0"/>
                            <a:pt x="0" y="5"/>
                            <a:pt x="0" y="10"/>
                          </a:cubicBezTo>
                          <a:cubicBezTo>
                            <a:pt x="0" y="190"/>
                            <a:pt x="0" y="190"/>
                            <a:pt x="0" y="190"/>
                          </a:cubicBezTo>
                          <a:cubicBezTo>
                            <a:pt x="0" y="196"/>
                            <a:pt x="4" y="200"/>
                            <a:pt x="10" y="200"/>
                          </a:cubicBezTo>
                          <a:cubicBezTo>
                            <a:pt x="137" y="200"/>
                            <a:pt x="137" y="200"/>
                            <a:pt x="137" y="200"/>
                          </a:cubicBezTo>
                          <a:cubicBezTo>
                            <a:pt x="138" y="200"/>
                            <a:pt x="139" y="200"/>
                            <a:pt x="140" y="199"/>
                          </a:cubicBezTo>
                          <a:cubicBezTo>
                            <a:pt x="146" y="193"/>
                            <a:pt x="146" y="193"/>
                            <a:pt x="146" y="193"/>
                          </a:cubicBezTo>
                          <a:cubicBezTo>
                            <a:pt x="146" y="192"/>
                            <a:pt x="147" y="191"/>
                            <a:pt x="147" y="190"/>
                          </a:cubicBezTo>
                          <a:cubicBezTo>
                            <a:pt x="147" y="10"/>
                            <a:pt x="147" y="10"/>
                            <a:pt x="147" y="10"/>
                          </a:cubicBezTo>
                          <a:cubicBezTo>
                            <a:pt x="147" y="5"/>
                            <a:pt x="142" y="0"/>
                            <a:pt x="137" y="0"/>
                          </a:cubicBezTo>
                          <a:close/>
                          <a:moveTo>
                            <a:pt x="139" y="189"/>
                          </a:moveTo>
                          <a:cubicBezTo>
                            <a:pt x="135" y="192"/>
                            <a:pt x="135" y="192"/>
                            <a:pt x="135" y="192"/>
                          </a:cubicBezTo>
                          <a:cubicBezTo>
                            <a:pt x="10" y="192"/>
                            <a:pt x="10" y="192"/>
                            <a:pt x="10" y="192"/>
                          </a:cubicBezTo>
                          <a:cubicBezTo>
                            <a:pt x="9" y="192"/>
                            <a:pt x="8" y="191"/>
                            <a:pt x="8" y="190"/>
                          </a:cubicBezTo>
                          <a:cubicBezTo>
                            <a:pt x="8" y="10"/>
                            <a:pt x="8" y="10"/>
                            <a:pt x="8" y="10"/>
                          </a:cubicBezTo>
                          <a:cubicBezTo>
                            <a:pt x="8" y="9"/>
                            <a:pt x="9" y="8"/>
                            <a:pt x="10" y="8"/>
                          </a:cubicBezTo>
                          <a:cubicBezTo>
                            <a:pt x="137" y="8"/>
                            <a:pt x="137" y="8"/>
                            <a:pt x="137" y="8"/>
                          </a:cubicBezTo>
                          <a:cubicBezTo>
                            <a:pt x="138" y="8"/>
                            <a:pt x="139" y="9"/>
                            <a:pt x="139" y="10"/>
                          </a:cubicBezTo>
                          <a:lnTo>
                            <a:pt x="139" y="189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  <p:sp>
                  <p:nvSpPr>
                    <p:cNvPr id="1686" name="Freeform 231">
                      <a:extLst>
                        <a:ext uri="{FF2B5EF4-FFF2-40B4-BE49-F238E27FC236}">
                          <a16:creationId xmlns:a16="http://schemas.microsoft.com/office/drawing/2014/main" id="{F51C2CD3-0454-31FA-D045-E23D53CBC7C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4603413" y="-2403476"/>
                      <a:ext cx="315913" cy="30163"/>
                    </a:xfrm>
                    <a:custGeom>
                      <a:avLst/>
                      <a:gdLst>
                        <a:gd name="T0" fmla="*/ 80 w 84"/>
                        <a:gd name="T1" fmla="*/ 0 h 8"/>
                        <a:gd name="T2" fmla="*/ 4 w 84"/>
                        <a:gd name="T3" fmla="*/ 0 h 8"/>
                        <a:gd name="T4" fmla="*/ 0 w 84"/>
                        <a:gd name="T5" fmla="*/ 4 h 8"/>
                        <a:gd name="T6" fmla="*/ 4 w 84"/>
                        <a:gd name="T7" fmla="*/ 8 h 8"/>
                        <a:gd name="T8" fmla="*/ 80 w 84"/>
                        <a:gd name="T9" fmla="*/ 8 h 8"/>
                        <a:gd name="T10" fmla="*/ 84 w 84"/>
                        <a:gd name="T11" fmla="*/ 4 h 8"/>
                        <a:gd name="T12" fmla="*/ 80 w 84"/>
                        <a:gd name="T13" fmla="*/ 0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4" h="8">
                          <a:moveTo>
                            <a:pt x="80" y="0"/>
                          </a:moveTo>
                          <a:cubicBezTo>
                            <a:pt x="4" y="0"/>
                            <a:pt x="4" y="0"/>
                            <a:pt x="4" y="0"/>
                          </a:cubicBezTo>
                          <a:cubicBezTo>
                            <a:pt x="2" y="0"/>
                            <a:pt x="0" y="2"/>
                            <a:pt x="0" y="4"/>
                          </a:cubicBezTo>
                          <a:cubicBezTo>
                            <a:pt x="0" y="6"/>
                            <a:pt x="2" y="8"/>
                            <a:pt x="4" y="8"/>
                          </a:cubicBezTo>
                          <a:cubicBezTo>
                            <a:pt x="80" y="8"/>
                            <a:pt x="80" y="8"/>
                            <a:pt x="80" y="8"/>
                          </a:cubicBezTo>
                          <a:cubicBezTo>
                            <a:pt x="82" y="8"/>
                            <a:pt x="84" y="6"/>
                            <a:pt x="84" y="4"/>
                          </a:cubicBezTo>
                          <a:cubicBezTo>
                            <a:pt x="84" y="2"/>
                            <a:pt x="82" y="0"/>
                            <a:pt x="80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1678" name="그룹 1677">
                  <a:extLst>
                    <a:ext uri="{FF2B5EF4-FFF2-40B4-BE49-F238E27FC236}">
                      <a16:creationId xmlns:a16="http://schemas.microsoft.com/office/drawing/2014/main" id="{5CA8F3A2-35C8-1199-DA00-623354CC65F6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-858234" y="5207925"/>
                  <a:ext cx="331998" cy="456614"/>
                  <a:chOff x="11921385" y="4267725"/>
                  <a:chExt cx="916126" cy="1260000"/>
                </a:xfrm>
              </p:grpSpPr>
              <p:sp>
                <p:nvSpPr>
                  <p:cNvPr id="1679" name="사각형: 둥근 모서리 284">
                    <a:extLst>
                      <a:ext uri="{FF2B5EF4-FFF2-40B4-BE49-F238E27FC236}">
                        <a16:creationId xmlns:a16="http://schemas.microsoft.com/office/drawing/2014/main" id="{894C0008-2025-B365-CB42-BCF4794842F3}"/>
                      </a:ext>
                    </a:extLst>
                  </p:cNvPr>
                  <p:cNvSpPr/>
                  <p:nvPr/>
                </p:nvSpPr>
                <p:spPr>
                  <a:xfrm>
                    <a:off x="11923596" y="4271687"/>
                    <a:ext cx="911716" cy="1252078"/>
                  </a:xfrm>
                  <a:prstGeom prst="roundRect">
                    <a:avLst>
                      <a:gd name="adj" fmla="val 7097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-3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grpSp>
                <p:nvGrpSpPr>
                  <p:cNvPr id="1680" name="그룹 1679">
                    <a:extLst>
                      <a:ext uri="{FF2B5EF4-FFF2-40B4-BE49-F238E27FC236}">
                        <a16:creationId xmlns:a16="http://schemas.microsoft.com/office/drawing/2014/main" id="{568CF94F-BCF2-D03E-E312-696785FD829E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11921389" y="4267727"/>
                    <a:ext cx="916126" cy="1260000"/>
                    <a:chOff x="14485938" y="-2571751"/>
                    <a:chExt cx="554038" cy="762000"/>
                  </a:xfrm>
                  <a:solidFill>
                    <a:srgbClr val="262626"/>
                  </a:solidFill>
                </p:grpSpPr>
                <p:sp>
                  <p:nvSpPr>
                    <p:cNvPr id="1681" name="Freeform 230">
                      <a:extLst>
                        <a:ext uri="{FF2B5EF4-FFF2-40B4-BE49-F238E27FC236}">
                          <a16:creationId xmlns:a16="http://schemas.microsoft.com/office/drawing/2014/main" id="{78B38DCD-A46E-A615-7AF6-10F8C60DF320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4485938" y="-2571751"/>
                      <a:ext cx="554038" cy="762000"/>
                    </a:xfrm>
                    <a:custGeom>
                      <a:avLst/>
                      <a:gdLst>
                        <a:gd name="T0" fmla="*/ 137 w 147"/>
                        <a:gd name="T1" fmla="*/ 0 h 200"/>
                        <a:gd name="T2" fmla="*/ 10 w 147"/>
                        <a:gd name="T3" fmla="*/ 0 h 200"/>
                        <a:gd name="T4" fmla="*/ 0 w 147"/>
                        <a:gd name="T5" fmla="*/ 10 h 200"/>
                        <a:gd name="T6" fmla="*/ 0 w 147"/>
                        <a:gd name="T7" fmla="*/ 190 h 200"/>
                        <a:gd name="T8" fmla="*/ 10 w 147"/>
                        <a:gd name="T9" fmla="*/ 200 h 200"/>
                        <a:gd name="T10" fmla="*/ 137 w 147"/>
                        <a:gd name="T11" fmla="*/ 200 h 200"/>
                        <a:gd name="T12" fmla="*/ 140 w 147"/>
                        <a:gd name="T13" fmla="*/ 199 h 200"/>
                        <a:gd name="T14" fmla="*/ 146 w 147"/>
                        <a:gd name="T15" fmla="*/ 193 h 200"/>
                        <a:gd name="T16" fmla="*/ 147 w 147"/>
                        <a:gd name="T17" fmla="*/ 190 h 200"/>
                        <a:gd name="T18" fmla="*/ 147 w 147"/>
                        <a:gd name="T19" fmla="*/ 10 h 200"/>
                        <a:gd name="T20" fmla="*/ 137 w 147"/>
                        <a:gd name="T21" fmla="*/ 0 h 200"/>
                        <a:gd name="T22" fmla="*/ 139 w 147"/>
                        <a:gd name="T23" fmla="*/ 189 h 200"/>
                        <a:gd name="T24" fmla="*/ 135 w 147"/>
                        <a:gd name="T25" fmla="*/ 192 h 200"/>
                        <a:gd name="T26" fmla="*/ 10 w 147"/>
                        <a:gd name="T27" fmla="*/ 192 h 200"/>
                        <a:gd name="T28" fmla="*/ 8 w 147"/>
                        <a:gd name="T29" fmla="*/ 190 h 200"/>
                        <a:gd name="T30" fmla="*/ 8 w 147"/>
                        <a:gd name="T31" fmla="*/ 10 h 200"/>
                        <a:gd name="T32" fmla="*/ 10 w 147"/>
                        <a:gd name="T33" fmla="*/ 8 h 200"/>
                        <a:gd name="T34" fmla="*/ 137 w 147"/>
                        <a:gd name="T35" fmla="*/ 8 h 200"/>
                        <a:gd name="T36" fmla="*/ 139 w 147"/>
                        <a:gd name="T37" fmla="*/ 10 h 200"/>
                        <a:gd name="T38" fmla="*/ 139 w 147"/>
                        <a:gd name="T39" fmla="*/ 189 h 2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</a:cxnLst>
                      <a:rect l="0" t="0" r="r" b="b"/>
                      <a:pathLst>
                        <a:path w="147" h="200">
                          <a:moveTo>
                            <a:pt x="137" y="0"/>
                          </a:moveTo>
                          <a:cubicBezTo>
                            <a:pt x="10" y="0"/>
                            <a:pt x="10" y="0"/>
                            <a:pt x="10" y="0"/>
                          </a:cubicBezTo>
                          <a:cubicBezTo>
                            <a:pt x="4" y="0"/>
                            <a:pt x="0" y="5"/>
                            <a:pt x="0" y="10"/>
                          </a:cubicBezTo>
                          <a:cubicBezTo>
                            <a:pt x="0" y="190"/>
                            <a:pt x="0" y="190"/>
                            <a:pt x="0" y="190"/>
                          </a:cubicBezTo>
                          <a:cubicBezTo>
                            <a:pt x="0" y="196"/>
                            <a:pt x="4" y="200"/>
                            <a:pt x="10" y="200"/>
                          </a:cubicBezTo>
                          <a:cubicBezTo>
                            <a:pt x="137" y="200"/>
                            <a:pt x="137" y="200"/>
                            <a:pt x="137" y="200"/>
                          </a:cubicBezTo>
                          <a:cubicBezTo>
                            <a:pt x="138" y="200"/>
                            <a:pt x="139" y="200"/>
                            <a:pt x="140" y="199"/>
                          </a:cubicBezTo>
                          <a:cubicBezTo>
                            <a:pt x="146" y="193"/>
                            <a:pt x="146" y="193"/>
                            <a:pt x="146" y="193"/>
                          </a:cubicBezTo>
                          <a:cubicBezTo>
                            <a:pt x="146" y="192"/>
                            <a:pt x="147" y="191"/>
                            <a:pt x="147" y="190"/>
                          </a:cubicBezTo>
                          <a:cubicBezTo>
                            <a:pt x="147" y="10"/>
                            <a:pt x="147" y="10"/>
                            <a:pt x="147" y="10"/>
                          </a:cubicBezTo>
                          <a:cubicBezTo>
                            <a:pt x="147" y="5"/>
                            <a:pt x="142" y="0"/>
                            <a:pt x="137" y="0"/>
                          </a:cubicBezTo>
                          <a:close/>
                          <a:moveTo>
                            <a:pt x="139" y="189"/>
                          </a:moveTo>
                          <a:cubicBezTo>
                            <a:pt x="135" y="192"/>
                            <a:pt x="135" y="192"/>
                            <a:pt x="135" y="192"/>
                          </a:cubicBezTo>
                          <a:cubicBezTo>
                            <a:pt x="10" y="192"/>
                            <a:pt x="10" y="192"/>
                            <a:pt x="10" y="192"/>
                          </a:cubicBezTo>
                          <a:cubicBezTo>
                            <a:pt x="9" y="192"/>
                            <a:pt x="8" y="191"/>
                            <a:pt x="8" y="190"/>
                          </a:cubicBezTo>
                          <a:cubicBezTo>
                            <a:pt x="8" y="10"/>
                            <a:pt x="8" y="10"/>
                            <a:pt x="8" y="10"/>
                          </a:cubicBezTo>
                          <a:cubicBezTo>
                            <a:pt x="8" y="9"/>
                            <a:pt x="9" y="8"/>
                            <a:pt x="10" y="8"/>
                          </a:cubicBezTo>
                          <a:cubicBezTo>
                            <a:pt x="137" y="8"/>
                            <a:pt x="137" y="8"/>
                            <a:pt x="137" y="8"/>
                          </a:cubicBezTo>
                          <a:cubicBezTo>
                            <a:pt x="138" y="8"/>
                            <a:pt x="139" y="9"/>
                            <a:pt x="139" y="10"/>
                          </a:cubicBezTo>
                          <a:lnTo>
                            <a:pt x="139" y="189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  <p:sp>
                  <p:nvSpPr>
                    <p:cNvPr id="1682" name="Freeform 231">
                      <a:extLst>
                        <a:ext uri="{FF2B5EF4-FFF2-40B4-BE49-F238E27FC236}">
                          <a16:creationId xmlns:a16="http://schemas.microsoft.com/office/drawing/2014/main" id="{63EF1272-27E0-831A-7651-4A0EECCCAC5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4603413" y="-2403476"/>
                      <a:ext cx="315913" cy="30163"/>
                    </a:xfrm>
                    <a:custGeom>
                      <a:avLst/>
                      <a:gdLst>
                        <a:gd name="T0" fmla="*/ 80 w 84"/>
                        <a:gd name="T1" fmla="*/ 0 h 8"/>
                        <a:gd name="T2" fmla="*/ 4 w 84"/>
                        <a:gd name="T3" fmla="*/ 0 h 8"/>
                        <a:gd name="T4" fmla="*/ 0 w 84"/>
                        <a:gd name="T5" fmla="*/ 4 h 8"/>
                        <a:gd name="T6" fmla="*/ 4 w 84"/>
                        <a:gd name="T7" fmla="*/ 8 h 8"/>
                        <a:gd name="T8" fmla="*/ 80 w 84"/>
                        <a:gd name="T9" fmla="*/ 8 h 8"/>
                        <a:gd name="T10" fmla="*/ 84 w 84"/>
                        <a:gd name="T11" fmla="*/ 4 h 8"/>
                        <a:gd name="T12" fmla="*/ 80 w 84"/>
                        <a:gd name="T13" fmla="*/ 0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4" h="8">
                          <a:moveTo>
                            <a:pt x="80" y="0"/>
                          </a:moveTo>
                          <a:cubicBezTo>
                            <a:pt x="4" y="0"/>
                            <a:pt x="4" y="0"/>
                            <a:pt x="4" y="0"/>
                          </a:cubicBezTo>
                          <a:cubicBezTo>
                            <a:pt x="2" y="0"/>
                            <a:pt x="0" y="2"/>
                            <a:pt x="0" y="4"/>
                          </a:cubicBezTo>
                          <a:cubicBezTo>
                            <a:pt x="0" y="6"/>
                            <a:pt x="2" y="8"/>
                            <a:pt x="4" y="8"/>
                          </a:cubicBezTo>
                          <a:cubicBezTo>
                            <a:pt x="80" y="8"/>
                            <a:pt x="80" y="8"/>
                            <a:pt x="80" y="8"/>
                          </a:cubicBezTo>
                          <a:cubicBezTo>
                            <a:pt x="82" y="8"/>
                            <a:pt x="84" y="6"/>
                            <a:pt x="84" y="4"/>
                          </a:cubicBezTo>
                          <a:cubicBezTo>
                            <a:pt x="84" y="2"/>
                            <a:pt x="82" y="0"/>
                            <a:pt x="80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ea typeface="KoPub돋움체 Medium"/>
                        <a:cs typeface="Arial"/>
                      </a:endParaRPr>
                    </a:p>
                  </p:txBody>
                </p:sp>
              </p:grpSp>
            </p:grpSp>
          </p:grpSp>
          <p:grpSp>
            <p:nvGrpSpPr>
              <p:cNvPr id="1672" name="그룹 1671">
                <a:extLst>
                  <a:ext uri="{FF2B5EF4-FFF2-40B4-BE49-F238E27FC236}">
                    <a16:creationId xmlns:a16="http://schemas.microsoft.com/office/drawing/2014/main" id="{50AB9CFF-56E4-EF21-A5F8-C87FD224BD3B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8114466" y="6369399"/>
                <a:ext cx="196066" cy="227564"/>
                <a:chOff x="11751920" y="4267727"/>
                <a:chExt cx="1085595" cy="1260000"/>
              </a:xfrm>
            </p:grpSpPr>
            <p:sp>
              <p:nvSpPr>
                <p:cNvPr id="1673" name="사각형: 둥근 모서리 226">
                  <a:extLst>
                    <a:ext uri="{FF2B5EF4-FFF2-40B4-BE49-F238E27FC236}">
                      <a16:creationId xmlns:a16="http://schemas.microsoft.com/office/drawing/2014/main" id="{3E7A06C4-AF7B-1B51-0495-754183FAC78E}"/>
                    </a:ext>
                  </a:extLst>
                </p:cNvPr>
                <p:cNvSpPr/>
                <p:nvPr/>
              </p:nvSpPr>
              <p:spPr>
                <a:xfrm>
                  <a:off x="11751920" y="4271687"/>
                  <a:ext cx="911715" cy="1252078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  <p:grpSp>
              <p:nvGrpSpPr>
                <p:cNvPr id="1674" name="그룹 1673">
                  <a:extLst>
                    <a:ext uri="{FF2B5EF4-FFF2-40B4-BE49-F238E27FC236}">
                      <a16:creationId xmlns:a16="http://schemas.microsoft.com/office/drawing/2014/main" id="{80F45C30-E3B4-8086-CFA8-3B6A314C6121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1675" name="Freeform 230">
                    <a:extLst>
                      <a:ext uri="{FF2B5EF4-FFF2-40B4-BE49-F238E27FC236}">
                        <a16:creationId xmlns:a16="http://schemas.microsoft.com/office/drawing/2014/main" id="{448E0870-6426-CA8B-CE48-7833379FA34A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sp>
                <p:nvSpPr>
                  <p:cNvPr id="1676" name="Freeform 231">
                    <a:extLst>
                      <a:ext uri="{FF2B5EF4-FFF2-40B4-BE49-F238E27FC236}">
                        <a16:creationId xmlns:a16="http://schemas.microsoft.com/office/drawing/2014/main" id="{48EE2158-9200-A95A-CC3A-E35E3B011AF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</p:grpSp>
          </p:grpSp>
        </p:grpSp>
        <p:grpSp>
          <p:nvGrpSpPr>
            <p:cNvPr id="1687" name="그룹 1686">
              <a:extLst>
                <a:ext uri="{FF2B5EF4-FFF2-40B4-BE49-F238E27FC236}">
                  <a16:creationId xmlns:a16="http://schemas.microsoft.com/office/drawing/2014/main" id="{38730CE3-EDF5-7F15-D663-C1898C870F1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05437" y="2378083"/>
              <a:ext cx="121595" cy="104848"/>
              <a:chOff x="11921385" y="4267725"/>
              <a:chExt cx="916126" cy="1260000"/>
            </a:xfrm>
          </p:grpSpPr>
          <p:sp>
            <p:nvSpPr>
              <p:cNvPr id="1688" name="사각형: 둥근 모서리 284">
                <a:extLst>
                  <a:ext uri="{FF2B5EF4-FFF2-40B4-BE49-F238E27FC236}">
                    <a16:creationId xmlns:a16="http://schemas.microsoft.com/office/drawing/2014/main" id="{D457D5C2-8C3D-D7D8-47E0-48743CD43E0B}"/>
                  </a:ext>
                </a:extLst>
              </p:cNvPr>
              <p:cNvSpPr/>
              <p:nvPr/>
            </p:nvSpPr>
            <p:spPr>
              <a:xfrm>
                <a:off x="11923596" y="4271687"/>
                <a:ext cx="911716" cy="1252078"/>
              </a:xfrm>
              <a:prstGeom prst="roundRect">
                <a:avLst>
                  <a:gd name="adj" fmla="val 7097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b="0" i="0" u="none" strike="noStrike" kern="1200" cap="none" spc="-30" normalizeH="0" baseline="0" noProof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ea typeface="KoPub돋움체 Medium"/>
                  <a:cs typeface="Arial"/>
                </a:endParaRPr>
              </a:p>
            </p:txBody>
          </p:sp>
          <p:grpSp>
            <p:nvGrpSpPr>
              <p:cNvPr id="1689" name="그룹 1688">
                <a:extLst>
                  <a:ext uri="{FF2B5EF4-FFF2-40B4-BE49-F238E27FC236}">
                    <a16:creationId xmlns:a16="http://schemas.microsoft.com/office/drawing/2014/main" id="{44F735DB-70BE-D79E-8921-A9879E2C2644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1921389" y="4267727"/>
                <a:ext cx="916126" cy="1260000"/>
                <a:chOff x="14485938" y="-2571751"/>
                <a:chExt cx="554038" cy="762000"/>
              </a:xfrm>
              <a:solidFill>
                <a:srgbClr val="262626"/>
              </a:solidFill>
            </p:grpSpPr>
            <p:sp>
              <p:nvSpPr>
                <p:cNvPr id="1690" name="Freeform 230">
                  <a:extLst>
                    <a:ext uri="{FF2B5EF4-FFF2-40B4-BE49-F238E27FC236}">
                      <a16:creationId xmlns:a16="http://schemas.microsoft.com/office/drawing/2014/main" id="{9C6D3062-73BF-1F49-CB6D-BD530279962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4485938" y="-2571751"/>
                  <a:ext cx="554038" cy="762000"/>
                </a:xfrm>
                <a:custGeom>
                  <a:avLst/>
                  <a:gdLst>
                    <a:gd name="T0" fmla="*/ 137 w 147"/>
                    <a:gd name="T1" fmla="*/ 0 h 200"/>
                    <a:gd name="T2" fmla="*/ 10 w 147"/>
                    <a:gd name="T3" fmla="*/ 0 h 200"/>
                    <a:gd name="T4" fmla="*/ 0 w 147"/>
                    <a:gd name="T5" fmla="*/ 10 h 200"/>
                    <a:gd name="T6" fmla="*/ 0 w 147"/>
                    <a:gd name="T7" fmla="*/ 190 h 200"/>
                    <a:gd name="T8" fmla="*/ 10 w 147"/>
                    <a:gd name="T9" fmla="*/ 200 h 200"/>
                    <a:gd name="T10" fmla="*/ 137 w 147"/>
                    <a:gd name="T11" fmla="*/ 200 h 200"/>
                    <a:gd name="T12" fmla="*/ 140 w 147"/>
                    <a:gd name="T13" fmla="*/ 199 h 200"/>
                    <a:gd name="T14" fmla="*/ 146 w 147"/>
                    <a:gd name="T15" fmla="*/ 193 h 200"/>
                    <a:gd name="T16" fmla="*/ 147 w 147"/>
                    <a:gd name="T17" fmla="*/ 190 h 200"/>
                    <a:gd name="T18" fmla="*/ 147 w 147"/>
                    <a:gd name="T19" fmla="*/ 10 h 200"/>
                    <a:gd name="T20" fmla="*/ 137 w 147"/>
                    <a:gd name="T21" fmla="*/ 0 h 200"/>
                    <a:gd name="T22" fmla="*/ 139 w 147"/>
                    <a:gd name="T23" fmla="*/ 189 h 200"/>
                    <a:gd name="T24" fmla="*/ 135 w 147"/>
                    <a:gd name="T25" fmla="*/ 192 h 200"/>
                    <a:gd name="T26" fmla="*/ 10 w 147"/>
                    <a:gd name="T27" fmla="*/ 192 h 200"/>
                    <a:gd name="T28" fmla="*/ 8 w 147"/>
                    <a:gd name="T29" fmla="*/ 190 h 200"/>
                    <a:gd name="T30" fmla="*/ 8 w 147"/>
                    <a:gd name="T31" fmla="*/ 10 h 200"/>
                    <a:gd name="T32" fmla="*/ 10 w 147"/>
                    <a:gd name="T33" fmla="*/ 8 h 200"/>
                    <a:gd name="T34" fmla="*/ 137 w 147"/>
                    <a:gd name="T35" fmla="*/ 8 h 200"/>
                    <a:gd name="T36" fmla="*/ 139 w 147"/>
                    <a:gd name="T37" fmla="*/ 10 h 200"/>
                    <a:gd name="T38" fmla="*/ 139 w 147"/>
                    <a:gd name="T39" fmla="*/ 189 h 2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147" h="200">
                      <a:moveTo>
                        <a:pt x="137" y="0"/>
                      </a:moveTo>
                      <a:cubicBezTo>
                        <a:pt x="10" y="0"/>
                        <a:pt x="10" y="0"/>
                        <a:pt x="10" y="0"/>
                      </a:cubicBezTo>
                      <a:cubicBezTo>
                        <a:pt x="4" y="0"/>
                        <a:pt x="0" y="5"/>
                        <a:pt x="0" y="10"/>
                      </a:cubicBezTo>
                      <a:cubicBezTo>
                        <a:pt x="0" y="190"/>
                        <a:pt x="0" y="190"/>
                        <a:pt x="0" y="190"/>
                      </a:cubicBezTo>
                      <a:cubicBezTo>
                        <a:pt x="0" y="196"/>
                        <a:pt x="4" y="200"/>
                        <a:pt x="10" y="200"/>
                      </a:cubicBezTo>
                      <a:cubicBezTo>
                        <a:pt x="137" y="200"/>
                        <a:pt x="137" y="200"/>
                        <a:pt x="137" y="200"/>
                      </a:cubicBezTo>
                      <a:cubicBezTo>
                        <a:pt x="138" y="200"/>
                        <a:pt x="139" y="200"/>
                        <a:pt x="140" y="199"/>
                      </a:cubicBezTo>
                      <a:cubicBezTo>
                        <a:pt x="146" y="193"/>
                        <a:pt x="146" y="193"/>
                        <a:pt x="146" y="193"/>
                      </a:cubicBezTo>
                      <a:cubicBezTo>
                        <a:pt x="146" y="192"/>
                        <a:pt x="147" y="191"/>
                        <a:pt x="147" y="190"/>
                      </a:cubicBezTo>
                      <a:cubicBezTo>
                        <a:pt x="147" y="10"/>
                        <a:pt x="147" y="10"/>
                        <a:pt x="147" y="10"/>
                      </a:cubicBezTo>
                      <a:cubicBezTo>
                        <a:pt x="147" y="5"/>
                        <a:pt x="142" y="0"/>
                        <a:pt x="137" y="0"/>
                      </a:cubicBezTo>
                      <a:close/>
                      <a:moveTo>
                        <a:pt x="139" y="189"/>
                      </a:moveTo>
                      <a:cubicBezTo>
                        <a:pt x="135" y="192"/>
                        <a:pt x="135" y="192"/>
                        <a:pt x="135" y="192"/>
                      </a:cubicBezTo>
                      <a:cubicBezTo>
                        <a:pt x="10" y="192"/>
                        <a:pt x="10" y="192"/>
                        <a:pt x="10" y="192"/>
                      </a:cubicBezTo>
                      <a:cubicBezTo>
                        <a:pt x="9" y="192"/>
                        <a:pt x="8" y="191"/>
                        <a:pt x="8" y="190"/>
                      </a:cubicBezTo>
                      <a:cubicBezTo>
                        <a:pt x="8" y="10"/>
                        <a:pt x="8" y="10"/>
                        <a:pt x="8" y="10"/>
                      </a:cubicBezTo>
                      <a:cubicBezTo>
                        <a:pt x="8" y="9"/>
                        <a:pt x="9" y="8"/>
                        <a:pt x="10" y="8"/>
                      </a:cubicBezTo>
                      <a:cubicBezTo>
                        <a:pt x="137" y="8"/>
                        <a:pt x="137" y="8"/>
                        <a:pt x="137" y="8"/>
                      </a:cubicBezTo>
                      <a:cubicBezTo>
                        <a:pt x="138" y="8"/>
                        <a:pt x="139" y="9"/>
                        <a:pt x="139" y="10"/>
                      </a:cubicBezTo>
                      <a:lnTo>
                        <a:pt x="139" y="189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  <p:sp>
              <p:nvSpPr>
                <p:cNvPr id="1691" name="Freeform 231">
                  <a:extLst>
                    <a:ext uri="{FF2B5EF4-FFF2-40B4-BE49-F238E27FC236}">
                      <a16:creationId xmlns:a16="http://schemas.microsoft.com/office/drawing/2014/main" id="{1B975E91-A2B8-1505-93A3-9678FA0C4A5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603413" y="-2403476"/>
                  <a:ext cx="315913" cy="30163"/>
                </a:xfrm>
                <a:custGeom>
                  <a:avLst/>
                  <a:gdLst>
                    <a:gd name="T0" fmla="*/ 80 w 84"/>
                    <a:gd name="T1" fmla="*/ 0 h 8"/>
                    <a:gd name="T2" fmla="*/ 4 w 84"/>
                    <a:gd name="T3" fmla="*/ 0 h 8"/>
                    <a:gd name="T4" fmla="*/ 0 w 84"/>
                    <a:gd name="T5" fmla="*/ 4 h 8"/>
                    <a:gd name="T6" fmla="*/ 4 w 84"/>
                    <a:gd name="T7" fmla="*/ 8 h 8"/>
                    <a:gd name="T8" fmla="*/ 80 w 84"/>
                    <a:gd name="T9" fmla="*/ 8 h 8"/>
                    <a:gd name="T10" fmla="*/ 84 w 84"/>
                    <a:gd name="T11" fmla="*/ 4 h 8"/>
                    <a:gd name="T12" fmla="*/ 80 w 84"/>
                    <a:gd name="T13" fmla="*/ 0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4" h="8">
                      <a:moveTo>
                        <a:pt x="80" y="0"/>
                      </a:move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2"/>
                        <a:pt x="0" y="4"/>
                      </a:cubicBezTo>
                      <a:cubicBezTo>
                        <a:pt x="0" y="6"/>
                        <a:pt x="2" y="8"/>
                        <a:pt x="4" y="8"/>
                      </a:cubicBezTo>
                      <a:cubicBezTo>
                        <a:pt x="80" y="8"/>
                        <a:pt x="80" y="8"/>
                        <a:pt x="80" y="8"/>
                      </a:cubicBezTo>
                      <a:cubicBezTo>
                        <a:pt x="82" y="8"/>
                        <a:pt x="84" y="6"/>
                        <a:pt x="84" y="4"/>
                      </a:cubicBezTo>
                      <a:cubicBezTo>
                        <a:pt x="84" y="2"/>
                        <a:pt x="82" y="0"/>
                        <a:pt x="8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</p:grpSp>
        </p:grpSp>
        <p:grpSp>
          <p:nvGrpSpPr>
            <p:cNvPr id="1692" name="그룹 1691">
              <a:extLst>
                <a:ext uri="{FF2B5EF4-FFF2-40B4-BE49-F238E27FC236}">
                  <a16:creationId xmlns:a16="http://schemas.microsoft.com/office/drawing/2014/main" id="{A44565C4-D269-8427-1EC2-C09FB6BBFEF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906097" y="2378083"/>
              <a:ext cx="121595" cy="104848"/>
              <a:chOff x="11921385" y="4267725"/>
              <a:chExt cx="916126" cy="1260000"/>
            </a:xfrm>
          </p:grpSpPr>
          <p:sp>
            <p:nvSpPr>
              <p:cNvPr id="1693" name="사각형: 둥근 모서리 284">
                <a:extLst>
                  <a:ext uri="{FF2B5EF4-FFF2-40B4-BE49-F238E27FC236}">
                    <a16:creationId xmlns:a16="http://schemas.microsoft.com/office/drawing/2014/main" id="{6247C936-00EF-53FF-5FB8-52A7BB7454AD}"/>
                  </a:ext>
                </a:extLst>
              </p:cNvPr>
              <p:cNvSpPr/>
              <p:nvPr/>
            </p:nvSpPr>
            <p:spPr>
              <a:xfrm>
                <a:off x="11923596" y="4271687"/>
                <a:ext cx="911716" cy="1252078"/>
              </a:xfrm>
              <a:prstGeom prst="roundRect">
                <a:avLst>
                  <a:gd name="adj" fmla="val 7097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b="0" i="0" u="none" strike="noStrike" kern="1200" cap="none" spc="-30" normalizeH="0" baseline="0" noProof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ea typeface="KoPub돋움체 Medium"/>
                  <a:cs typeface="Arial"/>
                </a:endParaRPr>
              </a:p>
            </p:txBody>
          </p:sp>
          <p:grpSp>
            <p:nvGrpSpPr>
              <p:cNvPr id="1694" name="그룹 1693">
                <a:extLst>
                  <a:ext uri="{FF2B5EF4-FFF2-40B4-BE49-F238E27FC236}">
                    <a16:creationId xmlns:a16="http://schemas.microsoft.com/office/drawing/2014/main" id="{06373841-503A-EC04-EF2B-928C5BDE68DB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1921389" y="4267727"/>
                <a:ext cx="916126" cy="1260000"/>
                <a:chOff x="14485938" y="-2571751"/>
                <a:chExt cx="554038" cy="762000"/>
              </a:xfrm>
              <a:solidFill>
                <a:srgbClr val="262626"/>
              </a:solidFill>
            </p:grpSpPr>
            <p:sp>
              <p:nvSpPr>
                <p:cNvPr id="1695" name="Freeform 230">
                  <a:extLst>
                    <a:ext uri="{FF2B5EF4-FFF2-40B4-BE49-F238E27FC236}">
                      <a16:creationId xmlns:a16="http://schemas.microsoft.com/office/drawing/2014/main" id="{AD322351-D562-4900-F8BE-66667026F56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4485938" y="-2571751"/>
                  <a:ext cx="554038" cy="762000"/>
                </a:xfrm>
                <a:custGeom>
                  <a:avLst/>
                  <a:gdLst>
                    <a:gd name="T0" fmla="*/ 137 w 147"/>
                    <a:gd name="T1" fmla="*/ 0 h 200"/>
                    <a:gd name="T2" fmla="*/ 10 w 147"/>
                    <a:gd name="T3" fmla="*/ 0 h 200"/>
                    <a:gd name="T4" fmla="*/ 0 w 147"/>
                    <a:gd name="T5" fmla="*/ 10 h 200"/>
                    <a:gd name="T6" fmla="*/ 0 w 147"/>
                    <a:gd name="T7" fmla="*/ 190 h 200"/>
                    <a:gd name="T8" fmla="*/ 10 w 147"/>
                    <a:gd name="T9" fmla="*/ 200 h 200"/>
                    <a:gd name="T10" fmla="*/ 137 w 147"/>
                    <a:gd name="T11" fmla="*/ 200 h 200"/>
                    <a:gd name="T12" fmla="*/ 140 w 147"/>
                    <a:gd name="T13" fmla="*/ 199 h 200"/>
                    <a:gd name="T14" fmla="*/ 146 w 147"/>
                    <a:gd name="T15" fmla="*/ 193 h 200"/>
                    <a:gd name="T16" fmla="*/ 147 w 147"/>
                    <a:gd name="T17" fmla="*/ 190 h 200"/>
                    <a:gd name="T18" fmla="*/ 147 w 147"/>
                    <a:gd name="T19" fmla="*/ 10 h 200"/>
                    <a:gd name="T20" fmla="*/ 137 w 147"/>
                    <a:gd name="T21" fmla="*/ 0 h 200"/>
                    <a:gd name="T22" fmla="*/ 139 w 147"/>
                    <a:gd name="T23" fmla="*/ 189 h 200"/>
                    <a:gd name="T24" fmla="*/ 135 w 147"/>
                    <a:gd name="T25" fmla="*/ 192 h 200"/>
                    <a:gd name="T26" fmla="*/ 10 w 147"/>
                    <a:gd name="T27" fmla="*/ 192 h 200"/>
                    <a:gd name="T28" fmla="*/ 8 w 147"/>
                    <a:gd name="T29" fmla="*/ 190 h 200"/>
                    <a:gd name="T30" fmla="*/ 8 w 147"/>
                    <a:gd name="T31" fmla="*/ 10 h 200"/>
                    <a:gd name="T32" fmla="*/ 10 w 147"/>
                    <a:gd name="T33" fmla="*/ 8 h 200"/>
                    <a:gd name="T34" fmla="*/ 137 w 147"/>
                    <a:gd name="T35" fmla="*/ 8 h 200"/>
                    <a:gd name="T36" fmla="*/ 139 w 147"/>
                    <a:gd name="T37" fmla="*/ 10 h 200"/>
                    <a:gd name="T38" fmla="*/ 139 w 147"/>
                    <a:gd name="T39" fmla="*/ 189 h 2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147" h="200">
                      <a:moveTo>
                        <a:pt x="137" y="0"/>
                      </a:moveTo>
                      <a:cubicBezTo>
                        <a:pt x="10" y="0"/>
                        <a:pt x="10" y="0"/>
                        <a:pt x="10" y="0"/>
                      </a:cubicBezTo>
                      <a:cubicBezTo>
                        <a:pt x="4" y="0"/>
                        <a:pt x="0" y="5"/>
                        <a:pt x="0" y="10"/>
                      </a:cubicBezTo>
                      <a:cubicBezTo>
                        <a:pt x="0" y="190"/>
                        <a:pt x="0" y="190"/>
                        <a:pt x="0" y="190"/>
                      </a:cubicBezTo>
                      <a:cubicBezTo>
                        <a:pt x="0" y="196"/>
                        <a:pt x="4" y="200"/>
                        <a:pt x="10" y="200"/>
                      </a:cubicBezTo>
                      <a:cubicBezTo>
                        <a:pt x="137" y="200"/>
                        <a:pt x="137" y="200"/>
                        <a:pt x="137" y="200"/>
                      </a:cubicBezTo>
                      <a:cubicBezTo>
                        <a:pt x="138" y="200"/>
                        <a:pt x="139" y="200"/>
                        <a:pt x="140" y="199"/>
                      </a:cubicBezTo>
                      <a:cubicBezTo>
                        <a:pt x="146" y="193"/>
                        <a:pt x="146" y="193"/>
                        <a:pt x="146" y="193"/>
                      </a:cubicBezTo>
                      <a:cubicBezTo>
                        <a:pt x="146" y="192"/>
                        <a:pt x="147" y="191"/>
                        <a:pt x="147" y="190"/>
                      </a:cubicBezTo>
                      <a:cubicBezTo>
                        <a:pt x="147" y="10"/>
                        <a:pt x="147" y="10"/>
                        <a:pt x="147" y="10"/>
                      </a:cubicBezTo>
                      <a:cubicBezTo>
                        <a:pt x="147" y="5"/>
                        <a:pt x="142" y="0"/>
                        <a:pt x="137" y="0"/>
                      </a:cubicBezTo>
                      <a:close/>
                      <a:moveTo>
                        <a:pt x="139" y="189"/>
                      </a:moveTo>
                      <a:cubicBezTo>
                        <a:pt x="135" y="192"/>
                        <a:pt x="135" y="192"/>
                        <a:pt x="135" y="192"/>
                      </a:cubicBezTo>
                      <a:cubicBezTo>
                        <a:pt x="10" y="192"/>
                        <a:pt x="10" y="192"/>
                        <a:pt x="10" y="192"/>
                      </a:cubicBezTo>
                      <a:cubicBezTo>
                        <a:pt x="9" y="192"/>
                        <a:pt x="8" y="191"/>
                        <a:pt x="8" y="190"/>
                      </a:cubicBezTo>
                      <a:cubicBezTo>
                        <a:pt x="8" y="10"/>
                        <a:pt x="8" y="10"/>
                        <a:pt x="8" y="10"/>
                      </a:cubicBezTo>
                      <a:cubicBezTo>
                        <a:pt x="8" y="9"/>
                        <a:pt x="9" y="8"/>
                        <a:pt x="10" y="8"/>
                      </a:cubicBezTo>
                      <a:cubicBezTo>
                        <a:pt x="137" y="8"/>
                        <a:pt x="137" y="8"/>
                        <a:pt x="137" y="8"/>
                      </a:cubicBezTo>
                      <a:cubicBezTo>
                        <a:pt x="138" y="8"/>
                        <a:pt x="139" y="9"/>
                        <a:pt x="139" y="10"/>
                      </a:cubicBezTo>
                      <a:lnTo>
                        <a:pt x="139" y="189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  <p:sp>
              <p:nvSpPr>
                <p:cNvPr id="1696" name="Freeform 231">
                  <a:extLst>
                    <a:ext uri="{FF2B5EF4-FFF2-40B4-BE49-F238E27FC236}">
                      <a16:creationId xmlns:a16="http://schemas.microsoft.com/office/drawing/2014/main" id="{B8480C7E-6094-107D-6342-47628ADEB1C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603413" y="-2403476"/>
                  <a:ext cx="315913" cy="30163"/>
                </a:xfrm>
                <a:custGeom>
                  <a:avLst/>
                  <a:gdLst>
                    <a:gd name="T0" fmla="*/ 80 w 84"/>
                    <a:gd name="T1" fmla="*/ 0 h 8"/>
                    <a:gd name="T2" fmla="*/ 4 w 84"/>
                    <a:gd name="T3" fmla="*/ 0 h 8"/>
                    <a:gd name="T4" fmla="*/ 0 w 84"/>
                    <a:gd name="T5" fmla="*/ 4 h 8"/>
                    <a:gd name="T6" fmla="*/ 4 w 84"/>
                    <a:gd name="T7" fmla="*/ 8 h 8"/>
                    <a:gd name="T8" fmla="*/ 80 w 84"/>
                    <a:gd name="T9" fmla="*/ 8 h 8"/>
                    <a:gd name="T10" fmla="*/ 84 w 84"/>
                    <a:gd name="T11" fmla="*/ 4 h 8"/>
                    <a:gd name="T12" fmla="*/ 80 w 84"/>
                    <a:gd name="T13" fmla="*/ 0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4" h="8">
                      <a:moveTo>
                        <a:pt x="80" y="0"/>
                      </a:move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2"/>
                        <a:pt x="0" y="4"/>
                      </a:cubicBezTo>
                      <a:cubicBezTo>
                        <a:pt x="0" y="6"/>
                        <a:pt x="2" y="8"/>
                        <a:pt x="4" y="8"/>
                      </a:cubicBezTo>
                      <a:cubicBezTo>
                        <a:pt x="80" y="8"/>
                        <a:pt x="80" y="8"/>
                        <a:pt x="80" y="8"/>
                      </a:cubicBezTo>
                      <a:cubicBezTo>
                        <a:pt x="82" y="8"/>
                        <a:pt x="84" y="6"/>
                        <a:pt x="84" y="4"/>
                      </a:cubicBezTo>
                      <a:cubicBezTo>
                        <a:pt x="84" y="2"/>
                        <a:pt x="82" y="0"/>
                        <a:pt x="8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</p:grpSp>
        </p:grpSp>
        <p:grpSp>
          <p:nvGrpSpPr>
            <p:cNvPr id="1697" name="그룹 1696">
              <a:extLst>
                <a:ext uri="{FF2B5EF4-FFF2-40B4-BE49-F238E27FC236}">
                  <a16:creationId xmlns:a16="http://schemas.microsoft.com/office/drawing/2014/main" id="{D7181C40-FCF1-4DF1-F440-8B384FD9F31A}"/>
                </a:ext>
              </a:extLst>
            </p:cNvPr>
            <p:cNvGrpSpPr/>
            <p:nvPr/>
          </p:nvGrpSpPr>
          <p:grpSpPr>
            <a:xfrm>
              <a:off x="713342" y="2621697"/>
              <a:ext cx="353844" cy="161583"/>
              <a:chOff x="-541225" y="3248945"/>
              <a:chExt cx="481489" cy="350705"/>
            </a:xfrm>
          </p:grpSpPr>
          <p:sp>
            <p:nvSpPr>
              <p:cNvPr id="1698" name="직사각형 1697">
                <a:extLst>
                  <a:ext uri="{FF2B5EF4-FFF2-40B4-BE49-F238E27FC236}">
                    <a16:creationId xmlns:a16="http://schemas.microsoft.com/office/drawing/2014/main" id="{969B0941-8FAA-C78D-234A-232A073DD802}"/>
                  </a:ext>
                </a:extLst>
              </p:cNvPr>
              <p:cNvSpPr/>
              <p:nvPr/>
            </p:nvSpPr>
            <p:spPr>
              <a:xfrm>
                <a:off x="-373236" y="3248945"/>
                <a:ext cx="130004" cy="350705"/>
              </a:xfrm>
              <a:prstGeom prst="rect">
                <a:avLst/>
              </a:prstGeom>
              <a:noFill/>
              <a:ln w="254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1" indent="0" algn="ctr" defTabSz="147490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prstClr val="black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0" lang="en-US" altLang="ko-KR" sz="1050" b="0" i="0" u="none" strike="noStrike" kern="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ea typeface="KoPub돋움체 Bold" panose="02020603020101020101" pitchFamily="18" charset="-127"/>
                    <a:cs typeface="Arial"/>
                  </a:rPr>
                  <a:t>…</a:t>
                </a:r>
                <a:endParaRPr kumimoji="0" lang="ko-KR" altLang="en-US" sz="1050" b="0" i="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ea typeface="KoPub돋움체 Bold" panose="02020603020101020101" pitchFamily="18" charset="-127"/>
                  <a:cs typeface="Arial"/>
                </a:endParaRPr>
              </a:p>
            </p:txBody>
          </p:sp>
          <p:grpSp>
            <p:nvGrpSpPr>
              <p:cNvPr id="1699" name="그룹 1698">
                <a:extLst>
                  <a:ext uri="{FF2B5EF4-FFF2-40B4-BE49-F238E27FC236}">
                    <a16:creationId xmlns:a16="http://schemas.microsoft.com/office/drawing/2014/main" id="{81269C3A-F580-3FAA-FDEB-0067DF4234F5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-225195" y="3316860"/>
                <a:ext cx="165459" cy="227564"/>
                <a:chOff x="11921385" y="4267725"/>
                <a:chExt cx="916126" cy="1260000"/>
              </a:xfrm>
            </p:grpSpPr>
            <p:sp>
              <p:nvSpPr>
                <p:cNvPr id="1705" name="사각형: 둥근 모서리 288">
                  <a:extLst>
                    <a:ext uri="{FF2B5EF4-FFF2-40B4-BE49-F238E27FC236}">
                      <a16:creationId xmlns:a16="http://schemas.microsoft.com/office/drawing/2014/main" id="{EFFF1D13-C632-84E7-5B1E-28137198DCA2}"/>
                    </a:ext>
                  </a:extLst>
                </p:cNvPr>
                <p:cNvSpPr/>
                <p:nvPr/>
              </p:nvSpPr>
              <p:spPr>
                <a:xfrm>
                  <a:off x="11923596" y="4271687"/>
                  <a:ext cx="911716" cy="1252078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-3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  <p:grpSp>
              <p:nvGrpSpPr>
                <p:cNvPr id="1706" name="그룹 1705">
                  <a:extLst>
                    <a:ext uri="{FF2B5EF4-FFF2-40B4-BE49-F238E27FC236}">
                      <a16:creationId xmlns:a16="http://schemas.microsoft.com/office/drawing/2014/main" id="{7FB3F034-43F5-5C51-EE5C-E337F1000B29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1707" name="Freeform 230">
                    <a:extLst>
                      <a:ext uri="{FF2B5EF4-FFF2-40B4-BE49-F238E27FC236}">
                        <a16:creationId xmlns:a16="http://schemas.microsoft.com/office/drawing/2014/main" id="{CB0EB8F8-0A3C-4810-3D69-716B50A01389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sp>
                <p:nvSpPr>
                  <p:cNvPr id="1708" name="Freeform 231">
                    <a:extLst>
                      <a:ext uri="{FF2B5EF4-FFF2-40B4-BE49-F238E27FC236}">
                        <a16:creationId xmlns:a16="http://schemas.microsoft.com/office/drawing/2014/main" id="{F99A71A3-99F9-22DA-8439-F9CE6D39543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</p:grpSp>
          </p:grpSp>
          <p:grpSp>
            <p:nvGrpSpPr>
              <p:cNvPr id="1700" name="그룹 1699">
                <a:extLst>
                  <a:ext uri="{FF2B5EF4-FFF2-40B4-BE49-F238E27FC236}">
                    <a16:creationId xmlns:a16="http://schemas.microsoft.com/office/drawing/2014/main" id="{0DF66FEF-C5B4-E0D7-4FB9-E434163A6E69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-541225" y="3316860"/>
                <a:ext cx="165459" cy="227564"/>
                <a:chOff x="11921385" y="4267725"/>
                <a:chExt cx="916126" cy="1260000"/>
              </a:xfrm>
            </p:grpSpPr>
            <p:sp>
              <p:nvSpPr>
                <p:cNvPr id="1701" name="사각형: 둥근 모서리 288">
                  <a:extLst>
                    <a:ext uri="{FF2B5EF4-FFF2-40B4-BE49-F238E27FC236}">
                      <a16:creationId xmlns:a16="http://schemas.microsoft.com/office/drawing/2014/main" id="{3543BE73-598B-1CFB-7B7A-DF90D7B8BBAC}"/>
                    </a:ext>
                  </a:extLst>
                </p:cNvPr>
                <p:cNvSpPr/>
                <p:nvPr/>
              </p:nvSpPr>
              <p:spPr>
                <a:xfrm>
                  <a:off x="11923596" y="4271687"/>
                  <a:ext cx="911716" cy="1252078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-3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  <p:grpSp>
              <p:nvGrpSpPr>
                <p:cNvPr id="1702" name="그룹 1701">
                  <a:extLst>
                    <a:ext uri="{FF2B5EF4-FFF2-40B4-BE49-F238E27FC236}">
                      <a16:creationId xmlns:a16="http://schemas.microsoft.com/office/drawing/2014/main" id="{38F24A2E-6755-83A9-5A63-DDB6BA4E1F14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1703" name="Freeform 230">
                    <a:extLst>
                      <a:ext uri="{FF2B5EF4-FFF2-40B4-BE49-F238E27FC236}">
                        <a16:creationId xmlns:a16="http://schemas.microsoft.com/office/drawing/2014/main" id="{F941EB92-B1FA-FA51-BB81-71ADD01EA40E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sp>
                <p:nvSpPr>
                  <p:cNvPr id="1704" name="Freeform 231">
                    <a:extLst>
                      <a:ext uri="{FF2B5EF4-FFF2-40B4-BE49-F238E27FC236}">
                        <a16:creationId xmlns:a16="http://schemas.microsoft.com/office/drawing/2014/main" id="{68B92AAE-582C-E380-ED81-7A057833CA3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</p:grpSp>
          </p:grpSp>
        </p:grpSp>
        <p:grpSp>
          <p:nvGrpSpPr>
            <p:cNvPr id="1709" name="그룹 1708">
              <a:extLst>
                <a:ext uri="{FF2B5EF4-FFF2-40B4-BE49-F238E27FC236}">
                  <a16:creationId xmlns:a16="http://schemas.microsoft.com/office/drawing/2014/main" id="{0323C2E4-F4A5-8A05-9E53-63C374A482C3}"/>
                </a:ext>
              </a:extLst>
            </p:cNvPr>
            <p:cNvGrpSpPr/>
            <p:nvPr/>
          </p:nvGrpSpPr>
          <p:grpSpPr>
            <a:xfrm>
              <a:off x="1074866" y="2621697"/>
              <a:ext cx="353844" cy="161583"/>
              <a:chOff x="-541225" y="3248945"/>
              <a:chExt cx="481489" cy="350705"/>
            </a:xfrm>
          </p:grpSpPr>
          <p:sp>
            <p:nvSpPr>
              <p:cNvPr id="1710" name="직사각형 1709">
                <a:extLst>
                  <a:ext uri="{FF2B5EF4-FFF2-40B4-BE49-F238E27FC236}">
                    <a16:creationId xmlns:a16="http://schemas.microsoft.com/office/drawing/2014/main" id="{70BDF6A4-A222-5C54-A23F-0F45BA119E81}"/>
                  </a:ext>
                </a:extLst>
              </p:cNvPr>
              <p:cNvSpPr/>
              <p:nvPr/>
            </p:nvSpPr>
            <p:spPr>
              <a:xfrm>
                <a:off x="-373236" y="3248945"/>
                <a:ext cx="130004" cy="350705"/>
              </a:xfrm>
              <a:prstGeom prst="rect">
                <a:avLst/>
              </a:prstGeom>
              <a:noFill/>
              <a:ln w="254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1" indent="0" algn="ctr" defTabSz="147490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prstClr val="black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0" lang="en-US" altLang="ko-KR" sz="1050" b="0" i="0" u="none" strike="noStrike" kern="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ea typeface="KoPub돋움체 Bold" panose="02020603020101020101" pitchFamily="18" charset="-127"/>
                    <a:cs typeface="Arial"/>
                  </a:rPr>
                  <a:t>…</a:t>
                </a:r>
                <a:endParaRPr kumimoji="0" lang="ko-KR" altLang="en-US" sz="1050" b="0" i="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ea typeface="KoPub돋움체 Bold" panose="02020603020101020101" pitchFamily="18" charset="-127"/>
                  <a:cs typeface="Arial"/>
                </a:endParaRPr>
              </a:p>
            </p:txBody>
          </p:sp>
          <p:grpSp>
            <p:nvGrpSpPr>
              <p:cNvPr id="1711" name="그룹 1710">
                <a:extLst>
                  <a:ext uri="{FF2B5EF4-FFF2-40B4-BE49-F238E27FC236}">
                    <a16:creationId xmlns:a16="http://schemas.microsoft.com/office/drawing/2014/main" id="{3A0FA177-EC91-60B8-993B-347FD3291825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-225195" y="3316860"/>
                <a:ext cx="165459" cy="227564"/>
                <a:chOff x="11921385" y="4267725"/>
                <a:chExt cx="916126" cy="1260000"/>
              </a:xfrm>
            </p:grpSpPr>
            <p:sp>
              <p:nvSpPr>
                <p:cNvPr id="1717" name="사각형: 둥근 모서리 288">
                  <a:extLst>
                    <a:ext uri="{FF2B5EF4-FFF2-40B4-BE49-F238E27FC236}">
                      <a16:creationId xmlns:a16="http://schemas.microsoft.com/office/drawing/2014/main" id="{F942F5C8-1518-CE41-A125-371DC63C8E1C}"/>
                    </a:ext>
                  </a:extLst>
                </p:cNvPr>
                <p:cNvSpPr/>
                <p:nvPr/>
              </p:nvSpPr>
              <p:spPr>
                <a:xfrm>
                  <a:off x="11923596" y="4271687"/>
                  <a:ext cx="911716" cy="1252078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-3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  <p:grpSp>
              <p:nvGrpSpPr>
                <p:cNvPr id="1718" name="그룹 1717">
                  <a:extLst>
                    <a:ext uri="{FF2B5EF4-FFF2-40B4-BE49-F238E27FC236}">
                      <a16:creationId xmlns:a16="http://schemas.microsoft.com/office/drawing/2014/main" id="{9409BF36-C081-C54C-F1F0-B2B77A002371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1719" name="Freeform 230">
                    <a:extLst>
                      <a:ext uri="{FF2B5EF4-FFF2-40B4-BE49-F238E27FC236}">
                        <a16:creationId xmlns:a16="http://schemas.microsoft.com/office/drawing/2014/main" id="{8D567E31-255D-003A-0D18-6848FFC65A18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sp>
                <p:nvSpPr>
                  <p:cNvPr id="1720" name="Freeform 231">
                    <a:extLst>
                      <a:ext uri="{FF2B5EF4-FFF2-40B4-BE49-F238E27FC236}">
                        <a16:creationId xmlns:a16="http://schemas.microsoft.com/office/drawing/2014/main" id="{A60F6E1A-5CC3-F8B4-0FB5-69BAFDA1C04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</p:grpSp>
          </p:grpSp>
          <p:grpSp>
            <p:nvGrpSpPr>
              <p:cNvPr id="1712" name="그룹 1711">
                <a:extLst>
                  <a:ext uri="{FF2B5EF4-FFF2-40B4-BE49-F238E27FC236}">
                    <a16:creationId xmlns:a16="http://schemas.microsoft.com/office/drawing/2014/main" id="{7A6F11DE-3547-1ACB-938B-4E70AEAA6B21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-541225" y="3316860"/>
                <a:ext cx="165459" cy="227564"/>
                <a:chOff x="11921385" y="4267725"/>
                <a:chExt cx="916126" cy="1260000"/>
              </a:xfrm>
            </p:grpSpPr>
            <p:sp>
              <p:nvSpPr>
                <p:cNvPr id="1713" name="사각형: 둥근 모서리 288">
                  <a:extLst>
                    <a:ext uri="{FF2B5EF4-FFF2-40B4-BE49-F238E27FC236}">
                      <a16:creationId xmlns:a16="http://schemas.microsoft.com/office/drawing/2014/main" id="{AC2C3E9D-46A8-4E03-2FAA-7BA696D33EE1}"/>
                    </a:ext>
                  </a:extLst>
                </p:cNvPr>
                <p:cNvSpPr/>
                <p:nvPr/>
              </p:nvSpPr>
              <p:spPr>
                <a:xfrm>
                  <a:off x="11923596" y="4271687"/>
                  <a:ext cx="911716" cy="1252078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-3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  <p:grpSp>
              <p:nvGrpSpPr>
                <p:cNvPr id="1714" name="그룹 1713">
                  <a:extLst>
                    <a:ext uri="{FF2B5EF4-FFF2-40B4-BE49-F238E27FC236}">
                      <a16:creationId xmlns:a16="http://schemas.microsoft.com/office/drawing/2014/main" id="{53DDA506-4408-5892-A5DE-8E56FF6DEF8F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1715" name="Freeform 230">
                    <a:extLst>
                      <a:ext uri="{FF2B5EF4-FFF2-40B4-BE49-F238E27FC236}">
                        <a16:creationId xmlns:a16="http://schemas.microsoft.com/office/drawing/2014/main" id="{2D1871A3-FE34-243B-5D80-16BEC93437A4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sp>
                <p:nvSpPr>
                  <p:cNvPr id="1716" name="Freeform 231">
                    <a:extLst>
                      <a:ext uri="{FF2B5EF4-FFF2-40B4-BE49-F238E27FC236}">
                        <a16:creationId xmlns:a16="http://schemas.microsoft.com/office/drawing/2014/main" id="{EC3F7C39-FC6D-B0D8-1E69-0DD2F6ADFE4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</p:grpSp>
          </p:grpSp>
        </p:grpSp>
        <p:grpSp>
          <p:nvGrpSpPr>
            <p:cNvPr id="1721" name="그룹 1720">
              <a:extLst>
                <a:ext uri="{FF2B5EF4-FFF2-40B4-BE49-F238E27FC236}">
                  <a16:creationId xmlns:a16="http://schemas.microsoft.com/office/drawing/2014/main" id="{2CBB3B28-AD2E-E136-3421-02647913554F}"/>
                </a:ext>
              </a:extLst>
            </p:cNvPr>
            <p:cNvGrpSpPr/>
            <p:nvPr/>
          </p:nvGrpSpPr>
          <p:grpSpPr>
            <a:xfrm>
              <a:off x="1436390" y="2621697"/>
              <a:ext cx="353844" cy="161583"/>
              <a:chOff x="-541225" y="3248945"/>
              <a:chExt cx="481489" cy="350705"/>
            </a:xfrm>
          </p:grpSpPr>
          <p:sp>
            <p:nvSpPr>
              <p:cNvPr id="1722" name="직사각형 1721">
                <a:extLst>
                  <a:ext uri="{FF2B5EF4-FFF2-40B4-BE49-F238E27FC236}">
                    <a16:creationId xmlns:a16="http://schemas.microsoft.com/office/drawing/2014/main" id="{5024D2D1-A52B-6B49-B1A2-E38454BF4100}"/>
                  </a:ext>
                </a:extLst>
              </p:cNvPr>
              <p:cNvSpPr/>
              <p:nvPr/>
            </p:nvSpPr>
            <p:spPr>
              <a:xfrm>
                <a:off x="-373236" y="3248945"/>
                <a:ext cx="130004" cy="350705"/>
              </a:xfrm>
              <a:prstGeom prst="rect">
                <a:avLst/>
              </a:prstGeom>
              <a:noFill/>
              <a:ln w="254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1" indent="0" algn="ctr" defTabSz="147490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prstClr val="black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0" lang="en-US" altLang="ko-KR" sz="1050" b="0" i="0" u="none" strike="noStrike" kern="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ea typeface="KoPub돋움체 Bold" panose="02020603020101020101" pitchFamily="18" charset="-127"/>
                    <a:cs typeface="Arial"/>
                  </a:rPr>
                  <a:t>…</a:t>
                </a:r>
                <a:endParaRPr kumimoji="0" lang="ko-KR" altLang="en-US" sz="1050" b="0" i="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ea typeface="KoPub돋움체 Bold" panose="02020603020101020101" pitchFamily="18" charset="-127"/>
                  <a:cs typeface="Arial"/>
                </a:endParaRPr>
              </a:p>
            </p:txBody>
          </p:sp>
          <p:grpSp>
            <p:nvGrpSpPr>
              <p:cNvPr id="1723" name="그룹 1722">
                <a:extLst>
                  <a:ext uri="{FF2B5EF4-FFF2-40B4-BE49-F238E27FC236}">
                    <a16:creationId xmlns:a16="http://schemas.microsoft.com/office/drawing/2014/main" id="{4B822616-D2B4-6FC8-F4BE-7F8761BE9D4A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-225195" y="3316860"/>
                <a:ext cx="165459" cy="227564"/>
                <a:chOff x="11921385" y="4267725"/>
                <a:chExt cx="916126" cy="1260000"/>
              </a:xfrm>
            </p:grpSpPr>
            <p:sp>
              <p:nvSpPr>
                <p:cNvPr id="1729" name="사각형: 둥근 모서리 288">
                  <a:extLst>
                    <a:ext uri="{FF2B5EF4-FFF2-40B4-BE49-F238E27FC236}">
                      <a16:creationId xmlns:a16="http://schemas.microsoft.com/office/drawing/2014/main" id="{02F97032-1275-CA82-4071-842D0D58D215}"/>
                    </a:ext>
                  </a:extLst>
                </p:cNvPr>
                <p:cNvSpPr/>
                <p:nvPr/>
              </p:nvSpPr>
              <p:spPr>
                <a:xfrm>
                  <a:off x="11923596" y="4271687"/>
                  <a:ext cx="911716" cy="1252078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-3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  <p:grpSp>
              <p:nvGrpSpPr>
                <p:cNvPr id="1730" name="그룹 1729">
                  <a:extLst>
                    <a:ext uri="{FF2B5EF4-FFF2-40B4-BE49-F238E27FC236}">
                      <a16:creationId xmlns:a16="http://schemas.microsoft.com/office/drawing/2014/main" id="{F78FEABA-FAA7-C8F9-2903-6B77F983BF1C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1731" name="Freeform 230">
                    <a:extLst>
                      <a:ext uri="{FF2B5EF4-FFF2-40B4-BE49-F238E27FC236}">
                        <a16:creationId xmlns:a16="http://schemas.microsoft.com/office/drawing/2014/main" id="{C762E118-9EA2-FBF5-168E-C8F39A2BFFBA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sp>
                <p:nvSpPr>
                  <p:cNvPr id="1732" name="Freeform 231">
                    <a:extLst>
                      <a:ext uri="{FF2B5EF4-FFF2-40B4-BE49-F238E27FC236}">
                        <a16:creationId xmlns:a16="http://schemas.microsoft.com/office/drawing/2014/main" id="{542CD3F3-0BDC-0BDF-91AB-008EAE64B49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</p:grpSp>
          </p:grpSp>
          <p:grpSp>
            <p:nvGrpSpPr>
              <p:cNvPr id="1724" name="그룹 1723">
                <a:extLst>
                  <a:ext uri="{FF2B5EF4-FFF2-40B4-BE49-F238E27FC236}">
                    <a16:creationId xmlns:a16="http://schemas.microsoft.com/office/drawing/2014/main" id="{81D52DE2-89A7-1F29-39EF-50CD4F663ECD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-541225" y="3316860"/>
                <a:ext cx="165459" cy="227564"/>
                <a:chOff x="11921385" y="4267725"/>
                <a:chExt cx="916126" cy="1260000"/>
              </a:xfrm>
            </p:grpSpPr>
            <p:sp>
              <p:nvSpPr>
                <p:cNvPr id="1725" name="사각형: 둥근 모서리 288">
                  <a:extLst>
                    <a:ext uri="{FF2B5EF4-FFF2-40B4-BE49-F238E27FC236}">
                      <a16:creationId xmlns:a16="http://schemas.microsoft.com/office/drawing/2014/main" id="{DF50256B-985B-2955-9DDC-86C97B67799B}"/>
                    </a:ext>
                  </a:extLst>
                </p:cNvPr>
                <p:cNvSpPr/>
                <p:nvPr/>
              </p:nvSpPr>
              <p:spPr>
                <a:xfrm>
                  <a:off x="11923596" y="4271687"/>
                  <a:ext cx="911716" cy="1252078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-3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  <p:grpSp>
              <p:nvGrpSpPr>
                <p:cNvPr id="1726" name="그룹 1725">
                  <a:extLst>
                    <a:ext uri="{FF2B5EF4-FFF2-40B4-BE49-F238E27FC236}">
                      <a16:creationId xmlns:a16="http://schemas.microsoft.com/office/drawing/2014/main" id="{DE93946F-9FE3-010E-AAF1-5740F04C35A6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1727" name="Freeform 230">
                    <a:extLst>
                      <a:ext uri="{FF2B5EF4-FFF2-40B4-BE49-F238E27FC236}">
                        <a16:creationId xmlns:a16="http://schemas.microsoft.com/office/drawing/2014/main" id="{F124DB3A-7BC9-BCF5-915A-B9715E7B305B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sp>
                <p:nvSpPr>
                  <p:cNvPr id="1728" name="Freeform 231">
                    <a:extLst>
                      <a:ext uri="{FF2B5EF4-FFF2-40B4-BE49-F238E27FC236}">
                        <a16:creationId xmlns:a16="http://schemas.microsoft.com/office/drawing/2014/main" id="{52589F78-1324-ADC4-F49B-4334793A5A0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</p:grpSp>
          </p:grpSp>
        </p:grpSp>
        <p:grpSp>
          <p:nvGrpSpPr>
            <p:cNvPr id="1733" name="그룹 1732">
              <a:extLst>
                <a:ext uri="{FF2B5EF4-FFF2-40B4-BE49-F238E27FC236}">
                  <a16:creationId xmlns:a16="http://schemas.microsoft.com/office/drawing/2014/main" id="{2B3D78D4-3DEC-A48D-0690-2EA88F810895}"/>
                </a:ext>
              </a:extLst>
            </p:cNvPr>
            <p:cNvGrpSpPr/>
            <p:nvPr/>
          </p:nvGrpSpPr>
          <p:grpSpPr>
            <a:xfrm>
              <a:off x="1797914" y="2621697"/>
              <a:ext cx="353844" cy="161583"/>
              <a:chOff x="-541225" y="3248945"/>
              <a:chExt cx="481489" cy="350705"/>
            </a:xfrm>
          </p:grpSpPr>
          <p:sp>
            <p:nvSpPr>
              <p:cNvPr id="1734" name="직사각형 1733">
                <a:extLst>
                  <a:ext uri="{FF2B5EF4-FFF2-40B4-BE49-F238E27FC236}">
                    <a16:creationId xmlns:a16="http://schemas.microsoft.com/office/drawing/2014/main" id="{EC130356-57C9-E9F7-4E9E-ADA93C850095}"/>
                  </a:ext>
                </a:extLst>
              </p:cNvPr>
              <p:cNvSpPr/>
              <p:nvPr/>
            </p:nvSpPr>
            <p:spPr>
              <a:xfrm>
                <a:off x="-373236" y="3248945"/>
                <a:ext cx="130004" cy="350705"/>
              </a:xfrm>
              <a:prstGeom prst="rect">
                <a:avLst/>
              </a:prstGeom>
              <a:noFill/>
              <a:ln w="254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1" indent="0" algn="ctr" defTabSz="147490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prstClr val="black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0" lang="en-US" altLang="ko-KR" sz="1050" b="0" i="0" u="none" strike="noStrike" kern="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ea typeface="KoPub돋움체 Bold" panose="02020603020101020101" pitchFamily="18" charset="-127"/>
                    <a:cs typeface="Arial"/>
                  </a:rPr>
                  <a:t>…</a:t>
                </a:r>
                <a:endParaRPr kumimoji="0" lang="ko-KR" altLang="en-US" sz="1050" b="0" i="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ea typeface="KoPub돋움체 Bold" panose="02020603020101020101" pitchFamily="18" charset="-127"/>
                  <a:cs typeface="Arial"/>
                </a:endParaRPr>
              </a:p>
            </p:txBody>
          </p:sp>
          <p:grpSp>
            <p:nvGrpSpPr>
              <p:cNvPr id="1735" name="그룹 1734">
                <a:extLst>
                  <a:ext uri="{FF2B5EF4-FFF2-40B4-BE49-F238E27FC236}">
                    <a16:creationId xmlns:a16="http://schemas.microsoft.com/office/drawing/2014/main" id="{27376CE6-B7FD-DBB6-1C3D-381CE8F6012E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-225195" y="3316860"/>
                <a:ext cx="165459" cy="227564"/>
                <a:chOff x="11921385" y="4267725"/>
                <a:chExt cx="916126" cy="1260000"/>
              </a:xfrm>
            </p:grpSpPr>
            <p:sp>
              <p:nvSpPr>
                <p:cNvPr id="1741" name="사각형: 둥근 모서리 288">
                  <a:extLst>
                    <a:ext uri="{FF2B5EF4-FFF2-40B4-BE49-F238E27FC236}">
                      <a16:creationId xmlns:a16="http://schemas.microsoft.com/office/drawing/2014/main" id="{3B044902-D4B3-CA62-39F3-51C1CCF8952D}"/>
                    </a:ext>
                  </a:extLst>
                </p:cNvPr>
                <p:cNvSpPr/>
                <p:nvPr/>
              </p:nvSpPr>
              <p:spPr>
                <a:xfrm>
                  <a:off x="11923596" y="4271687"/>
                  <a:ext cx="911716" cy="1252078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-3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  <p:grpSp>
              <p:nvGrpSpPr>
                <p:cNvPr id="1742" name="그룹 1741">
                  <a:extLst>
                    <a:ext uri="{FF2B5EF4-FFF2-40B4-BE49-F238E27FC236}">
                      <a16:creationId xmlns:a16="http://schemas.microsoft.com/office/drawing/2014/main" id="{502C0BFC-BA13-8205-6AFB-51BE4E5B682B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1743" name="Freeform 230">
                    <a:extLst>
                      <a:ext uri="{FF2B5EF4-FFF2-40B4-BE49-F238E27FC236}">
                        <a16:creationId xmlns:a16="http://schemas.microsoft.com/office/drawing/2014/main" id="{1D84DB8B-045B-AD1A-1CB6-9FB8C2166D36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sp>
                <p:nvSpPr>
                  <p:cNvPr id="1744" name="Freeform 231">
                    <a:extLst>
                      <a:ext uri="{FF2B5EF4-FFF2-40B4-BE49-F238E27FC236}">
                        <a16:creationId xmlns:a16="http://schemas.microsoft.com/office/drawing/2014/main" id="{80E43F1D-73A0-4070-0B74-04E4BEA6448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</p:grpSp>
          </p:grpSp>
          <p:grpSp>
            <p:nvGrpSpPr>
              <p:cNvPr id="1736" name="그룹 1735">
                <a:extLst>
                  <a:ext uri="{FF2B5EF4-FFF2-40B4-BE49-F238E27FC236}">
                    <a16:creationId xmlns:a16="http://schemas.microsoft.com/office/drawing/2014/main" id="{DF67432B-C5B1-50AC-9695-2D88DD4591CA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-541225" y="3316860"/>
                <a:ext cx="165459" cy="227564"/>
                <a:chOff x="11921385" y="4267725"/>
                <a:chExt cx="916126" cy="1260000"/>
              </a:xfrm>
            </p:grpSpPr>
            <p:sp>
              <p:nvSpPr>
                <p:cNvPr id="1737" name="사각형: 둥근 모서리 288">
                  <a:extLst>
                    <a:ext uri="{FF2B5EF4-FFF2-40B4-BE49-F238E27FC236}">
                      <a16:creationId xmlns:a16="http://schemas.microsoft.com/office/drawing/2014/main" id="{EFC47097-CDDB-6B0D-0D37-904EDA984342}"/>
                    </a:ext>
                  </a:extLst>
                </p:cNvPr>
                <p:cNvSpPr/>
                <p:nvPr/>
              </p:nvSpPr>
              <p:spPr>
                <a:xfrm>
                  <a:off x="11923596" y="4271687"/>
                  <a:ext cx="911716" cy="1252078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-3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  <p:grpSp>
              <p:nvGrpSpPr>
                <p:cNvPr id="1738" name="그룹 1737">
                  <a:extLst>
                    <a:ext uri="{FF2B5EF4-FFF2-40B4-BE49-F238E27FC236}">
                      <a16:creationId xmlns:a16="http://schemas.microsoft.com/office/drawing/2014/main" id="{B80C379A-3F15-5D3D-9631-8C8AB83F2AF8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1739" name="Freeform 230">
                    <a:extLst>
                      <a:ext uri="{FF2B5EF4-FFF2-40B4-BE49-F238E27FC236}">
                        <a16:creationId xmlns:a16="http://schemas.microsoft.com/office/drawing/2014/main" id="{6DEBC3B4-6D27-95CF-3629-AA19DC328AA0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sp>
                <p:nvSpPr>
                  <p:cNvPr id="1740" name="Freeform 231">
                    <a:extLst>
                      <a:ext uri="{FF2B5EF4-FFF2-40B4-BE49-F238E27FC236}">
                        <a16:creationId xmlns:a16="http://schemas.microsoft.com/office/drawing/2014/main" id="{45265B08-5108-B75F-DEC8-9A87D674166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</p:grpSp>
          </p:grpSp>
        </p:grpSp>
        <p:grpSp>
          <p:nvGrpSpPr>
            <p:cNvPr id="1745" name="그룹 1744">
              <a:extLst>
                <a:ext uri="{FF2B5EF4-FFF2-40B4-BE49-F238E27FC236}">
                  <a16:creationId xmlns:a16="http://schemas.microsoft.com/office/drawing/2014/main" id="{6573DEBC-A001-9B36-9AB8-E58372E4157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003456" y="2873776"/>
              <a:ext cx="121595" cy="104848"/>
              <a:chOff x="11921385" y="4267725"/>
              <a:chExt cx="916126" cy="1260000"/>
            </a:xfrm>
          </p:grpSpPr>
          <p:sp>
            <p:nvSpPr>
              <p:cNvPr id="1746" name="사각형: 둥근 모서리 284">
                <a:extLst>
                  <a:ext uri="{FF2B5EF4-FFF2-40B4-BE49-F238E27FC236}">
                    <a16:creationId xmlns:a16="http://schemas.microsoft.com/office/drawing/2014/main" id="{744D251D-7A8A-8AB9-0D6D-CA16FB1D4ECF}"/>
                  </a:ext>
                </a:extLst>
              </p:cNvPr>
              <p:cNvSpPr/>
              <p:nvPr/>
            </p:nvSpPr>
            <p:spPr>
              <a:xfrm>
                <a:off x="11923596" y="4271687"/>
                <a:ext cx="911716" cy="1252078"/>
              </a:xfrm>
              <a:prstGeom prst="roundRect">
                <a:avLst>
                  <a:gd name="adj" fmla="val 7097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b="0" i="0" u="none" strike="noStrike" kern="1200" cap="none" spc="-30" normalizeH="0" baseline="0" noProof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ea typeface="KoPub돋움체 Medium"/>
                  <a:cs typeface="Arial"/>
                </a:endParaRPr>
              </a:p>
            </p:txBody>
          </p:sp>
          <p:grpSp>
            <p:nvGrpSpPr>
              <p:cNvPr id="1747" name="그룹 1746">
                <a:extLst>
                  <a:ext uri="{FF2B5EF4-FFF2-40B4-BE49-F238E27FC236}">
                    <a16:creationId xmlns:a16="http://schemas.microsoft.com/office/drawing/2014/main" id="{EA9532A2-A6BD-2AD0-82BA-7BB85929EF40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1921389" y="4267727"/>
                <a:ext cx="916126" cy="1260000"/>
                <a:chOff x="14485938" y="-2571751"/>
                <a:chExt cx="554038" cy="762000"/>
              </a:xfrm>
              <a:solidFill>
                <a:srgbClr val="262626"/>
              </a:solidFill>
            </p:grpSpPr>
            <p:sp>
              <p:nvSpPr>
                <p:cNvPr id="1748" name="Freeform 230">
                  <a:extLst>
                    <a:ext uri="{FF2B5EF4-FFF2-40B4-BE49-F238E27FC236}">
                      <a16:creationId xmlns:a16="http://schemas.microsoft.com/office/drawing/2014/main" id="{B9009F81-E8C6-A5BB-716F-12705A12A3C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4485938" y="-2571751"/>
                  <a:ext cx="554038" cy="762000"/>
                </a:xfrm>
                <a:custGeom>
                  <a:avLst/>
                  <a:gdLst>
                    <a:gd name="T0" fmla="*/ 137 w 147"/>
                    <a:gd name="T1" fmla="*/ 0 h 200"/>
                    <a:gd name="T2" fmla="*/ 10 w 147"/>
                    <a:gd name="T3" fmla="*/ 0 h 200"/>
                    <a:gd name="T4" fmla="*/ 0 w 147"/>
                    <a:gd name="T5" fmla="*/ 10 h 200"/>
                    <a:gd name="T6" fmla="*/ 0 w 147"/>
                    <a:gd name="T7" fmla="*/ 190 h 200"/>
                    <a:gd name="T8" fmla="*/ 10 w 147"/>
                    <a:gd name="T9" fmla="*/ 200 h 200"/>
                    <a:gd name="T10" fmla="*/ 137 w 147"/>
                    <a:gd name="T11" fmla="*/ 200 h 200"/>
                    <a:gd name="T12" fmla="*/ 140 w 147"/>
                    <a:gd name="T13" fmla="*/ 199 h 200"/>
                    <a:gd name="T14" fmla="*/ 146 w 147"/>
                    <a:gd name="T15" fmla="*/ 193 h 200"/>
                    <a:gd name="T16" fmla="*/ 147 w 147"/>
                    <a:gd name="T17" fmla="*/ 190 h 200"/>
                    <a:gd name="T18" fmla="*/ 147 w 147"/>
                    <a:gd name="T19" fmla="*/ 10 h 200"/>
                    <a:gd name="T20" fmla="*/ 137 w 147"/>
                    <a:gd name="T21" fmla="*/ 0 h 200"/>
                    <a:gd name="T22" fmla="*/ 139 w 147"/>
                    <a:gd name="T23" fmla="*/ 189 h 200"/>
                    <a:gd name="T24" fmla="*/ 135 w 147"/>
                    <a:gd name="T25" fmla="*/ 192 h 200"/>
                    <a:gd name="T26" fmla="*/ 10 w 147"/>
                    <a:gd name="T27" fmla="*/ 192 h 200"/>
                    <a:gd name="T28" fmla="*/ 8 w 147"/>
                    <a:gd name="T29" fmla="*/ 190 h 200"/>
                    <a:gd name="T30" fmla="*/ 8 w 147"/>
                    <a:gd name="T31" fmla="*/ 10 h 200"/>
                    <a:gd name="T32" fmla="*/ 10 w 147"/>
                    <a:gd name="T33" fmla="*/ 8 h 200"/>
                    <a:gd name="T34" fmla="*/ 137 w 147"/>
                    <a:gd name="T35" fmla="*/ 8 h 200"/>
                    <a:gd name="T36" fmla="*/ 139 w 147"/>
                    <a:gd name="T37" fmla="*/ 10 h 200"/>
                    <a:gd name="T38" fmla="*/ 139 w 147"/>
                    <a:gd name="T39" fmla="*/ 189 h 2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147" h="200">
                      <a:moveTo>
                        <a:pt x="137" y="0"/>
                      </a:moveTo>
                      <a:cubicBezTo>
                        <a:pt x="10" y="0"/>
                        <a:pt x="10" y="0"/>
                        <a:pt x="10" y="0"/>
                      </a:cubicBezTo>
                      <a:cubicBezTo>
                        <a:pt x="4" y="0"/>
                        <a:pt x="0" y="5"/>
                        <a:pt x="0" y="10"/>
                      </a:cubicBezTo>
                      <a:cubicBezTo>
                        <a:pt x="0" y="190"/>
                        <a:pt x="0" y="190"/>
                        <a:pt x="0" y="190"/>
                      </a:cubicBezTo>
                      <a:cubicBezTo>
                        <a:pt x="0" y="196"/>
                        <a:pt x="4" y="200"/>
                        <a:pt x="10" y="200"/>
                      </a:cubicBezTo>
                      <a:cubicBezTo>
                        <a:pt x="137" y="200"/>
                        <a:pt x="137" y="200"/>
                        <a:pt x="137" y="200"/>
                      </a:cubicBezTo>
                      <a:cubicBezTo>
                        <a:pt x="138" y="200"/>
                        <a:pt x="139" y="200"/>
                        <a:pt x="140" y="199"/>
                      </a:cubicBezTo>
                      <a:cubicBezTo>
                        <a:pt x="146" y="193"/>
                        <a:pt x="146" y="193"/>
                        <a:pt x="146" y="193"/>
                      </a:cubicBezTo>
                      <a:cubicBezTo>
                        <a:pt x="146" y="192"/>
                        <a:pt x="147" y="191"/>
                        <a:pt x="147" y="190"/>
                      </a:cubicBezTo>
                      <a:cubicBezTo>
                        <a:pt x="147" y="10"/>
                        <a:pt x="147" y="10"/>
                        <a:pt x="147" y="10"/>
                      </a:cubicBezTo>
                      <a:cubicBezTo>
                        <a:pt x="147" y="5"/>
                        <a:pt x="142" y="0"/>
                        <a:pt x="137" y="0"/>
                      </a:cubicBezTo>
                      <a:close/>
                      <a:moveTo>
                        <a:pt x="139" y="189"/>
                      </a:moveTo>
                      <a:cubicBezTo>
                        <a:pt x="135" y="192"/>
                        <a:pt x="135" y="192"/>
                        <a:pt x="135" y="192"/>
                      </a:cubicBezTo>
                      <a:cubicBezTo>
                        <a:pt x="10" y="192"/>
                        <a:pt x="10" y="192"/>
                        <a:pt x="10" y="192"/>
                      </a:cubicBezTo>
                      <a:cubicBezTo>
                        <a:pt x="9" y="192"/>
                        <a:pt x="8" y="191"/>
                        <a:pt x="8" y="190"/>
                      </a:cubicBezTo>
                      <a:cubicBezTo>
                        <a:pt x="8" y="10"/>
                        <a:pt x="8" y="10"/>
                        <a:pt x="8" y="10"/>
                      </a:cubicBezTo>
                      <a:cubicBezTo>
                        <a:pt x="8" y="9"/>
                        <a:pt x="9" y="8"/>
                        <a:pt x="10" y="8"/>
                      </a:cubicBezTo>
                      <a:cubicBezTo>
                        <a:pt x="137" y="8"/>
                        <a:pt x="137" y="8"/>
                        <a:pt x="137" y="8"/>
                      </a:cubicBezTo>
                      <a:cubicBezTo>
                        <a:pt x="138" y="8"/>
                        <a:pt x="139" y="9"/>
                        <a:pt x="139" y="10"/>
                      </a:cubicBezTo>
                      <a:lnTo>
                        <a:pt x="139" y="189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  <p:sp>
              <p:nvSpPr>
                <p:cNvPr id="1749" name="Freeform 231">
                  <a:extLst>
                    <a:ext uri="{FF2B5EF4-FFF2-40B4-BE49-F238E27FC236}">
                      <a16:creationId xmlns:a16="http://schemas.microsoft.com/office/drawing/2014/main" id="{0BE35C47-D480-517E-7C1E-9118B58864A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603413" y="-2403476"/>
                  <a:ext cx="315913" cy="30163"/>
                </a:xfrm>
                <a:custGeom>
                  <a:avLst/>
                  <a:gdLst>
                    <a:gd name="T0" fmla="*/ 80 w 84"/>
                    <a:gd name="T1" fmla="*/ 0 h 8"/>
                    <a:gd name="T2" fmla="*/ 4 w 84"/>
                    <a:gd name="T3" fmla="*/ 0 h 8"/>
                    <a:gd name="T4" fmla="*/ 0 w 84"/>
                    <a:gd name="T5" fmla="*/ 4 h 8"/>
                    <a:gd name="T6" fmla="*/ 4 w 84"/>
                    <a:gd name="T7" fmla="*/ 8 h 8"/>
                    <a:gd name="T8" fmla="*/ 80 w 84"/>
                    <a:gd name="T9" fmla="*/ 8 h 8"/>
                    <a:gd name="T10" fmla="*/ 84 w 84"/>
                    <a:gd name="T11" fmla="*/ 4 h 8"/>
                    <a:gd name="T12" fmla="*/ 80 w 84"/>
                    <a:gd name="T13" fmla="*/ 0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4" h="8">
                      <a:moveTo>
                        <a:pt x="80" y="0"/>
                      </a:move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2"/>
                        <a:pt x="0" y="4"/>
                      </a:cubicBezTo>
                      <a:cubicBezTo>
                        <a:pt x="0" y="6"/>
                        <a:pt x="2" y="8"/>
                        <a:pt x="4" y="8"/>
                      </a:cubicBezTo>
                      <a:cubicBezTo>
                        <a:pt x="80" y="8"/>
                        <a:pt x="80" y="8"/>
                        <a:pt x="80" y="8"/>
                      </a:cubicBezTo>
                      <a:cubicBezTo>
                        <a:pt x="82" y="8"/>
                        <a:pt x="84" y="6"/>
                        <a:pt x="84" y="4"/>
                      </a:cubicBezTo>
                      <a:cubicBezTo>
                        <a:pt x="84" y="2"/>
                        <a:pt x="82" y="0"/>
                        <a:pt x="8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</p:grpSp>
        </p:grpSp>
        <p:grpSp>
          <p:nvGrpSpPr>
            <p:cNvPr id="1750" name="그룹 1749">
              <a:extLst>
                <a:ext uri="{FF2B5EF4-FFF2-40B4-BE49-F238E27FC236}">
                  <a16:creationId xmlns:a16="http://schemas.microsoft.com/office/drawing/2014/main" id="{FEBA35B2-A801-CA7A-12DA-721B011B9B6F}"/>
                </a:ext>
              </a:extLst>
            </p:cNvPr>
            <p:cNvGrpSpPr/>
            <p:nvPr/>
          </p:nvGrpSpPr>
          <p:grpSpPr>
            <a:xfrm>
              <a:off x="966208" y="2105528"/>
              <a:ext cx="260143" cy="104848"/>
              <a:chOff x="-253193" y="4720078"/>
              <a:chExt cx="353987" cy="227564"/>
            </a:xfrm>
          </p:grpSpPr>
          <p:grpSp>
            <p:nvGrpSpPr>
              <p:cNvPr id="1751" name="그룹 1750">
                <a:extLst>
                  <a:ext uri="{FF2B5EF4-FFF2-40B4-BE49-F238E27FC236}">
                    <a16:creationId xmlns:a16="http://schemas.microsoft.com/office/drawing/2014/main" id="{4107DA99-B3BC-8F0F-59EF-118A2675E699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-253193" y="4720078"/>
                <a:ext cx="165459" cy="227564"/>
                <a:chOff x="11921385" y="4267725"/>
                <a:chExt cx="916126" cy="1260000"/>
              </a:xfrm>
            </p:grpSpPr>
            <p:sp>
              <p:nvSpPr>
                <p:cNvPr id="1757" name="사각형: 둥근 모서리 288">
                  <a:extLst>
                    <a:ext uri="{FF2B5EF4-FFF2-40B4-BE49-F238E27FC236}">
                      <a16:creationId xmlns:a16="http://schemas.microsoft.com/office/drawing/2014/main" id="{A95ED7D4-68D4-4683-B4E1-71EEA23A9EA3}"/>
                    </a:ext>
                  </a:extLst>
                </p:cNvPr>
                <p:cNvSpPr/>
                <p:nvPr/>
              </p:nvSpPr>
              <p:spPr>
                <a:xfrm>
                  <a:off x="11923596" y="4271687"/>
                  <a:ext cx="911716" cy="1252078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-3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  <p:grpSp>
              <p:nvGrpSpPr>
                <p:cNvPr id="1758" name="그룹 1757">
                  <a:extLst>
                    <a:ext uri="{FF2B5EF4-FFF2-40B4-BE49-F238E27FC236}">
                      <a16:creationId xmlns:a16="http://schemas.microsoft.com/office/drawing/2014/main" id="{CA6DCEA7-D1A8-4AAC-E0E0-CCC5C5C7E8CA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1759" name="Freeform 230">
                    <a:extLst>
                      <a:ext uri="{FF2B5EF4-FFF2-40B4-BE49-F238E27FC236}">
                        <a16:creationId xmlns:a16="http://schemas.microsoft.com/office/drawing/2014/main" id="{12E3C141-435F-B9E4-DCEF-FBC0DBD3F362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sp>
                <p:nvSpPr>
                  <p:cNvPr id="1760" name="Freeform 231">
                    <a:extLst>
                      <a:ext uri="{FF2B5EF4-FFF2-40B4-BE49-F238E27FC236}">
                        <a16:creationId xmlns:a16="http://schemas.microsoft.com/office/drawing/2014/main" id="{A0534D8B-D687-AD5C-8382-AD2FF86F2EA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</p:grpSp>
          </p:grpSp>
          <p:grpSp>
            <p:nvGrpSpPr>
              <p:cNvPr id="1752" name="그룹 1751">
                <a:extLst>
                  <a:ext uri="{FF2B5EF4-FFF2-40B4-BE49-F238E27FC236}">
                    <a16:creationId xmlns:a16="http://schemas.microsoft.com/office/drawing/2014/main" id="{46706B51-5130-78F7-1D69-2CFC3B6DB761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-64665" y="4720078"/>
                <a:ext cx="165459" cy="227564"/>
                <a:chOff x="11921385" y="4267725"/>
                <a:chExt cx="916126" cy="1260000"/>
              </a:xfrm>
            </p:grpSpPr>
            <p:sp>
              <p:nvSpPr>
                <p:cNvPr id="1753" name="사각형: 둥근 모서리 284">
                  <a:extLst>
                    <a:ext uri="{FF2B5EF4-FFF2-40B4-BE49-F238E27FC236}">
                      <a16:creationId xmlns:a16="http://schemas.microsoft.com/office/drawing/2014/main" id="{096F8505-A77F-562B-120E-CF5EE567FF2F}"/>
                    </a:ext>
                  </a:extLst>
                </p:cNvPr>
                <p:cNvSpPr/>
                <p:nvPr/>
              </p:nvSpPr>
              <p:spPr>
                <a:xfrm>
                  <a:off x="11923596" y="4271687"/>
                  <a:ext cx="911716" cy="1252078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-3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  <p:grpSp>
              <p:nvGrpSpPr>
                <p:cNvPr id="1754" name="그룹 1753">
                  <a:extLst>
                    <a:ext uri="{FF2B5EF4-FFF2-40B4-BE49-F238E27FC236}">
                      <a16:creationId xmlns:a16="http://schemas.microsoft.com/office/drawing/2014/main" id="{44302A38-F0DE-EF35-4CFD-6A2C3040F194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1755" name="Freeform 230">
                    <a:extLst>
                      <a:ext uri="{FF2B5EF4-FFF2-40B4-BE49-F238E27FC236}">
                        <a16:creationId xmlns:a16="http://schemas.microsoft.com/office/drawing/2014/main" id="{912E7886-E479-56EE-DC62-BF2AE795A920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sp>
                <p:nvSpPr>
                  <p:cNvPr id="1756" name="Freeform 231">
                    <a:extLst>
                      <a:ext uri="{FF2B5EF4-FFF2-40B4-BE49-F238E27FC236}">
                        <a16:creationId xmlns:a16="http://schemas.microsoft.com/office/drawing/2014/main" id="{2EB7FCAF-054A-03F4-3C89-C7B1F77FF96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</p:grpSp>
          </p:grpSp>
        </p:grpSp>
        <p:grpSp>
          <p:nvGrpSpPr>
            <p:cNvPr id="1761" name="그룹 1760">
              <a:extLst>
                <a:ext uri="{FF2B5EF4-FFF2-40B4-BE49-F238E27FC236}">
                  <a16:creationId xmlns:a16="http://schemas.microsoft.com/office/drawing/2014/main" id="{B309E911-F179-CF1F-0AC3-A421579D859A}"/>
                </a:ext>
              </a:extLst>
            </p:cNvPr>
            <p:cNvGrpSpPr/>
            <p:nvPr/>
          </p:nvGrpSpPr>
          <p:grpSpPr>
            <a:xfrm>
              <a:off x="1557693" y="2105528"/>
              <a:ext cx="260143" cy="104848"/>
              <a:chOff x="-253193" y="4720078"/>
              <a:chExt cx="353987" cy="227564"/>
            </a:xfrm>
          </p:grpSpPr>
          <p:grpSp>
            <p:nvGrpSpPr>
              <p:cNvPr id="1762" name="그룹 1761">
                <a:extLst>
                  <a:ext uri="{FF2B5EF4-FFF2-40B4-BE49-F238E27FC236}">
                    <a16:creationId xmlns:a16="http://schemas.microsoft.com/office/drawing/2014/main" id="{0D2A7600-D0F8-4320-CFBA-EFA2193B7491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-253193" y="4720078"/>
                <a:ext cx="165459" cy="227564"/>
                <a:chOff x="11921385" y="4267725"/>
                <a:chExt cx="916126" cy="1260000"/>
              </a:xfrm>
            </p:grpSpPr>
            <p:sp>
              <p:nvSpPr>
                <p:cNvPr id="1768" name="사각형: 둥근 모서리 288">
                  <a:extLst>
                    <a:ext uri="{FF2B5EF4-FFF2-40B4-BE49-F238E27FC236}">
                      <a16:creationId xmlns:a16="http://schemas.microsoft.com/office/drawing/2014/main" id="{2034D9B0-DDE5-9C9B-46E4-1018B2E4CC1C}"/>
                    </a:ext>
                  </a:extLst>
                </p:cNvPr>
                <p:cNvSpPr/>
                <p:nvPr/>
              </p:nvSpPr>
              <p:spPr>
                <a:xfrm>
                  <a:off x="11923596" y="4271687"/>
                  <a:ext cx="911716" cy="1252078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-3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  <p:grpSp>
              <p:nvGrpSpPr>
                <p:cNvPr id="1769" name="그룹 1768">
                  <a:extLst>
                    <a:ext uri="{FF2B5EF4-FFF2-40B4-BE49-F238E27FC236}">
                      <a16:creationId xmlns:a16="http://schemas.microsoft.com/office/drawing/2014/main" id="{931A1EEE-B79F-B00E-BD71-C3257EBCC37C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1770" name="Freeform 230">
                    <a:extLst>
                      <a:ext uri="{FF2B5EF4-FFF2-40B4-BE49-F238E27FC236}">
                        <a16:creationId xmlns:a16="http://schemas.microsoft.com/office/drawing/2014/main" id="{5ED4B4F6-A184-AA31-A50C-D8EBD49C2B43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sp>
                <p:nvSpPr>
                  <p:cNvPr id="1771" name="Freeform 231">
                    <a:extLst>
                      <a:ext uri="{FF2B5EF4-FFF2-40B4-BE49-F238E27FC236}">
                        <a16:creationId xmlns:a16="http://schemas.microsoft.com/office/drawing/2014/main" id="{F2CBF187-93F1-68FC-2424-459EFB53C51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</p:grpSp>
          </p:grpSp>
          <p:grpSp>
            <p:nvGrpSpPr>
              <p:cNvPr id="1763" name="그룹 1762">
                <a:extLst>
                  <a:ext uri="{FF2B5EF4-FFF2-40B4-BE49-F238E27FC236}">
                    <a16:creationId xmlns:a16="http://schemas.microsoft.com/office/drawing/2014/main" id="{C10BA3AD-6DFE-1811-B6D5-B8752DBAF943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-64665" y="4720078"/>
                <a:ext cx="165459" cy="227564"/>
                <a:chOff x="11921385" y="4267725"/>
                <a:chExt cx="916126" cy="1260000"/>
              </a:xfrm>
            </p:grpSpPr>
            <p:sp>
              <p:nvSpPr>
                <p:cNvPr id="1764" name="사각형: 둥근 모서리 284">
                  <a:extLst>
                    <a:ext uri="{FF2B5EF4-FFF2-40B4-BE49-F238E27FC236}">
                      <a16:creationId xmlns:a16="http://schemas.microsoft.com/office/drawing/2014/main" id="{82165AB7-9128-69E2-10AC-2021081BCBEF}"/>
                    </a:ext>
                  </a:extLst>
                </p:cNvPr>
                <p:cNvSpPr/>
                <p:nvPr/>
              </p:nvSpPr>
              <p:spPr>
                <a:xfrm>
                  <a:off x="11923596" y="4271687"/>
                  <a:ext cx="911716" cy="1252078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-3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  <p:grpSp>
              <p:nvGrpSpPr>
                <p:cNvPr id="1765" name="그룹 1764">
                  <a:extLst>
                    <a:ext uri="{FF2B5EF4-FFF2-40B4-BE49-F238E27FC236}">
                      <a16:creationId xmlns:a16="http://schemas.microsoft.com/office/drawing/2014/main" id="{FBC2C27B-3A00-07D8-F394-AB2DED6A0705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1766" name="Freeform 230">
                    <a:extLst>
                      <a:ext uri="{FF2B5EF4-FFF2-40B4-BE49-F238E27FC236}">
                        <a16:creationId xmlns:a16="http://schemas.microsoft.com/office/drawing/2014/main" id="{090FC26A-A944-DAB4-A562-C1D5954D7A11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sp>
                <p:nvSpPr>
                  <p:cNvPr id="1767" name="Freeform 231">
                    <a:extLst>
                      <a:ext uri="{FF2B5EF4-FFF2-40B4-BE49-F238E27FC236}">
                        <a16:creationId xmlns:a16="http://schemas.microsoft.com/office/drawing/2014/main" id="{7B0227F2-0BA7-4100-2029-DA9220EB3B7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</p:grpSp>
          </p:grpSp>
        </p:grpSp>
        <p:grpSp>
          <p:nvGrpSpPr>
            <p:cNvPr id="1772" name="그룹 1771">
              <a:extLst>
                <a:ext uri="{FF2B5EF4-FFF2-40B4-BE49-F238E27FC236}">
                  <a16:creationId xmlns:a16="http://schemas.microsoft.com/office/drawing/2014/main" id="{29D7F63D-E2B3-FB7A-7E01-4EA90322629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81421" y="3093391"/>
              <a:ext cx="121595" cy="104848"/>
              <a:chOff x="11921385" y="4267725"/>
              <a:chExt cx="916126" cy="1260000"/>
            </a:xfrm>
          </p:grpSpPr>
          <p:sp>
            <p:nvSpPr>
              <p:cNvPr id="1773" name="사각형: 둥근 모서리 288">
                <a:extLst>
                  <a:ext uri="{FF2B5EF4-FFF2-40B4-BE49-F238E27FC236}">
                    <a16:creationId xmlns:a16="http://schemas.microsoft.com/office/drawing/2014/main" id="{F7B97B33-D588-239A-1642-6D62876E36CA}"/>
                  </a:ext>
                </a:extLst>
              </p:cNvPr>
              <p:cNvSpPr/>
              <p:nvPr/>
            </p:nvSpPr>
            <p:spPr>
              <a:xfrm>
                <a:off x="11923596" y="4271687"/>
                <a:ext cx="911716" cy="1252078"/>
              </a:xfrm>
              <a:prstGeom prst="roundRect">
                <a:avLst>
                  <a:gd name="adj" fmla="val 7097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b="0" i="0" u="none" strike="noStrike" kern="1200" cap="none" spc="-30" normalizeH="0" baseline="0" noProof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ea typeface="KoPub돋움체 Medium"/>
                  <a:cs typeface="Arial"/>
                </a:endParaRPr>
              </a:p>
            </p:txBody>
          </p:sp>
          <p:grpSp>
            <p:nvGrpSpPr>
              <p:cNvPr id="1774" name="그룹 1773">
                <a:extLst>
                  <a:ext uri="{FF2B5EF4-FFF2-40B4-BE49-F238E27FC236}">
                    <a16:creationId xmlns:a16="http://schemas.microsoft.com/office/drawing/2014/main" id="{96D21580-4D36-5EFA-E32A-FF2E3D78B5AF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1921389" y="4267727"/>
                <a:ext cx="916126" cy="1260000"/>
                <a:chOff x="14485938" y="-2571751"/>
                <a:chExt cx="554038" cy="762000"/>
              </a:xfrm>
              <a:solidFill>
                <a:srgbClr val="262626"/>
              </a:solidFill>
            </p:grpSpPr>
            <p:sp>
              <p:nvSpPr>
                <p:cNvPr id="1775" name="Freeform 230">
                  <a:extLst>
                    <a:ext uri="{FF2B5EF4-FFF2-40B4-BE49-F238E27FC236}">
                      <a16:creationId xmlns:a16="http://schemas.microsoft.com/office/drawing/2014/main" id="{73E85900-3415-FE12-793A-0DD5B10F79C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4485938" y="-2571751"/>
                  <a:ext cx="554038" cy="762000"/>
                </a:xfrm>
                <a:custGeom>
                  <a:avLst/>
                  <a:gdLst>
                    <a:gd name="T0" fmla="*/ 137 w 147"/>
                    <a:gd name="T1" fmla="*/ 0 h 200"/>
                    <a:gd name="T2" fmla="*/ 10 w 147"/>
                    <a:gd name="T3" fmla="*/ 0 h 200"/>
                    <a:gd name="T4" fmla="*/ 0 w 147"/>
                    <a:gd name="T5" fmla="*/ 10 h 200"/>
                    <a:gd name="T6" fmla="*/ 0 w 147"/>
                    <a:gd name="T7" fmla="*/ 190 h 200"/>
                    <a:gd name="T8" fmla="*/ 10 w 147"/>
                    <a:gd name="T9" fmla="*/ 200 h 200"/>
                    <a:gd name="T10" fmla="*/ 137 w 147"/>
                    <a:gd name="T11" fmla="*/ 200 h 200"/>
                    <a:gd name="T12" fmla="*/ 140 w 147"/>
                    <a:gd name="T13" fmla="*/ 199 h 200"/>
                    <a:gd name="T14" fmla="*/ 146 w 147"/>
                    <a:gd name="T15" fmla="*/ 193 h 200"/>
                    <a:gd name="T16" fmla="*/ 147 w 147"/>
                    <a:gd name="T17" fmla="*/ 190 h 200"/>
                    <a:gd name="T18" fmla="*/ 147 w 147"/>
                    <a:gd name="T19" fmla="*/ 10 h 200"/>
                    <a:gd name="T20" fmla="*/ 137 w 147"/>
                    <a:gd name="T21" fmla="*/ 0 h 200"/>
                    <a:gd name="T22" fmla="*/ 139 w 147"/>
                    <a:gd name="T23" fmla="*/ 189 h 200"/>
                    <a:gd name="T24" fmla="*/ 135 w 147"/>
                    <a:gd name="T25" fmla="*/ 192 h 200"/>
                    <a:gd name="T26" fmla="*/ 10 w 147"/>
                    <a:gd name="T27" fmla="*/ 192 h 200"/>
                    <a:gd name="T28" fmla="*/ 8 w 147"/>
                    <a:gd name="T29" fmla="*/ 190 h 200"/>
                    <a:gd name="T30" fmla="*/ 8 w 147"/>
                    <a:gd name="T31" fmla="*/ 10 h 200"/>
                    <a:gd name="T32" fmla="*/ 10 w 147"/>
                    <a:gd name="T33" fmla="*/ 8 h 200"/>
                    <a:gd name="T34" fmla="*/ 137 w 147"/>
                    <a:gd name="T35" fmla="*/ 8 h 200"/>
                    <a:gd name="T36" fmla="*/ 139 w 147"/>
                    <a:gd name="T37" fmla="*/ 10 h 200"/>
                    <a:gd name="T38" fmla="*/ 139 w 147"/>
                    <a:gd name="T39" fmla="*/ 189 h 2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147" h="200">
                      <a:moveTo>
                        <a:pt x="137" y="0"/>
                      </a:moveTo>
                      <a:cubicBezTo>
                        <a:pt x="10" y="0"/>
                        <a:pt x="10" y="0"/>
                        <a:pt x="10" y="0"/>
                      </a:cubicBezTo>
                      <a:cubicBezTo>
                        <a:pt x="4" y="0"/>
                        <a:pt x="0" y="5"/>
                        <a:pt x="0" y="10"/>
                      </a:cubicBezTo>
                      <a:cubicBezTo>
                        <a:pt x="0" y="190"/>
                        <a:pt x="0" y="190"/>
                        <a:pt x="0" y="190"/>
                      </a:cubicBezTo>
                      <a:cubicBezTo>
                        <a:pt x="0" y="196"/>
                        <a:pt x="4" y="200"/>
                        <a:pt x="10" y="200"/>
                      </a:cubicBezTo>
                      <a:cubicBezTo>
                        <a:pt x="137" y="200"/>
                        <a:pt x="137" y="200"/>
                        <a:pt x="137" y="200"/>
                      </a:cubicBezTo>
                      <a:cubicBezTo>
                        <a:pt x="138" y="200"/>
                        <a:pt x="139" y="200"/>
                        <a:pt x="140" y="199"/>
                      </a:cubicBezTo>
                      <a:cubicBezTo>
                        <a:pt x="146" y="193"/>
                        <a:pt x="146" y="193"/>
                        <a:pt x="146" y="193"/>
                      </a:cubicBezTo>
                      <a:cubicBezTo>
                        <a:pt x="146" y="192"/>
                        <a:pt x="147" y="191"/>
                        <a:pt x="147" y="190"/>
                      </a:cubicBezTo>
                      <a:cubicBezTo>
                        <a:pt x="147" y="10"/>
                        <a:pt x="147" y="10"/>
                        <a:pt x="147" y="10"/>
                      </a:cubicBezTo>
                      <a:cubicBezTo>
                        <a:pt x="147" y="5"/>
                        <a:pt x="142" y="0"/>
                        <a:pt x="137" y="0"/>
                      </a:cubicBezTo>
                      <a:close/>
                      <a:moveTo>
                        <a:pt x="139" y="189"/>
                      </a:moveTo>
                      <a:cubicBezTo>
                        <a:pt x="135" y="192"/>
                        <a:pt x="135" y="192"/>
                        <a:pt x="135" y="192"/>
                      </a:cubicBezTo>
                      <a:cubicBezTo>
                        <a:pt x="10" y="192"/>
                        <a:pt x="10" y="192"/>
                        <a:pt x="10" y="192"/>
                      </a:cubicBezTo>
                      <a:cubicBezTo>
                        <a:pt x="9" y="192"/>
                        <a:pt x="8" y="191"/>
                        <a:pt x="8" y="190"/>
                      </a:cubicBezTo>
                      <a:cubicBezTo>
                        <a:pt x="8" y="10"/>
                        <a:pt x="8" y="10"/>
                        <a:pt x="8" y="10"/>
                      </a:cubicBezTo>
                      <a:cubicBezTo>
                        <a:pt x="8" y="9"/>
                        <a:pt x="9" y="8"/>
                        <a:pt x="10" y="8"/>
                      </a:cubicBezTo>
                      <a:cubicBezTo>
                        <a:pt x="137" y="8"/>
                        <a:pt x="137" y="8"/>
                        <a:pt x="137" y="8"/>
                      </a:cubicBezTo>
                      <a:cubicBezTo>
                        <a:pt x="138" y="8"/>
                        <a:pt x="139" y="9"/>
                        <a:pt x="139" y="10"/>
                      </a:cubicBezTo>
                      <a:lnTo>
                        <a:pt x="139" y="189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  <p:sp>
              <p:nvSpPr>
                <p:cNvPr id="1776" name="Freeform 231">
                  <a:extLst>
                    <a:ext uri="{FF2B5EF4-FFF2-40B4-BE49-F238E27FC236}">
                      <a16:creationId xmlns:a16="http://schemas.microsoft.com/office/drawing/2014/main" id="{0080B127-21E3-2AA1-4759-EC9460CB1EB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603413" y="-2403476"/>
                  <a:ext cx="315913" cy="30163"/>
                </a:xfrm>
                <a:custGeom>
                  <a:avLst/>
                  <a:gdLst>
                    <a:gd name="T0" fmla="*/ 80 w 84"/>
                    <a:gd name="T1" fmla="*/ 0 h 8"/>
                    <a:gd name="T2" fmla="*/ 4 w 84"/>
                    <a:gd name="T3" fmla="*/ 0 h 8"/>
                    <a:gd name="T4" fmla="*/ 0 w 84"/>
                    <a:gd name="T5" fmla="*/ 4 h 8"/>
                    <a:gd name="T6" fmla="*/ 4 w 84"/>
                    <a:gd name="T7" fmla="*/ 8 h 8"/>
                    <a:gd name="T8" fmla="*/ 80 w 84"/>
                    <a:gd name="T9" fmla="*/ 8 h 8"/>
                    <a:gd name="T10" fmla="*/ 84 w 84"/>
                    <a:gd name="T11" fmla="*/ 4 h 8"/>
                    <a:gd name="T12" fmla="*/ 80 w 84"/>
                    <a:gd name="T13" fmla="*/ 0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4" h="8">
                      <a:moveTo>
                        <a:pt x="80" y="0"/>
                      </a:move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2"/>
                        <a:pt x="0" y="4"/>
                      </a:cubicBezTo>
                      <a:cubicBezTo>
                        <a:pt x="0" y="6"/>
                        <a:pt x="2" y="8"/>
                        <a:pt x="4" y="8"/>
                      </a:cubicBezTo>
                      <a:cubicBezTo>
                        <a:pt x="80" y="8"/>
                        <a:pt x="80" y="8"/>
                        <a:pt x="80" y="8"/>
                      </a:cubicBezTo>
                      <a:cubicBezTo>
                        <a:pt x="82" y="8"/>
                        <a:pt x="84" y="6"/>
                        <a:pt x="84" y="4"/>
                      </a:cubicBezTo>
                      <a:cubicBezTo>
                        <a:pt x="84" y="2"/>
                        <a:pt x="82" y="0"/>
                        <a:pt x="8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</p:grpSp>
        </p:grpSp>
        <p:grpSp>
          <p:nvGrpSpPr>
            <p:cNvPr id="1777" name="그룹 1776">
              <a:extLst>
                <a:ext uri="{FF2B5EF4-FFF2-40B4-BE49-F238E27FC236}">
                  <a16:creationId xmlns:a16="http://schemas.microsoft.com/office/drawing/2014/main" id="{75D1BC1C-87BB-1EB7-1E4C-A7C4955A3C9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029898" y="3093391"/>
              <a:ext cx="121595" cy="104848"/>
              <a:chOff x="11921385" y="4267725"/>
              <a:chExt cx="916126" cy="1260000"/>
            </a:xfrm>
          </p:grpSpPr>
          <p:sp>
            <p:nvSpPr>
              <p:cNvPr id="1778" name="사각형: 둥근 모서리 284">
                <a:extLst>
                  <a:ext uri="{FF2B5EF4-FFF2-40B4-BE49-F238E27FC236}">
                    <a16:creationId xmlns:a16="http://schemas.microsoft.com/office/drawing/2014/main" id="{3808CA83-74ED-AA03-4DBD-F8ECD7D1D15B}"/>
                  </a:ext>
                </a:extLst>
              </p:cNvPr>
              <p:cNvSpPr/>
              <p:nvPr/>
            </p:nvSpPr>
            <p:spPr>
              <a:xfrm>
                <a:off x="11923596" y="4271687"/>
                <a:ext cx="911716" cy="1252078"/>
              </a:xfrm>
              <a:prstGeom prst="roundRect">
                <a:avLst>
                  <a:gd name="adj" fmla="val 7097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b="0" i="0" u="none" strike="noStrike" kern="1200" cap="none" spc="-30" normalizeH="0" baseline="0" noProof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ea typeface="KoPub돋움체 Medium"/>
                  <a:cs typeface="Arial"/>
                </a:endParaRPr>
              </a:p>
            </p:txBody>
          </p:sp>
          <p:grpSp>
            <p:nvGrpSpPr>
              <p:cNvPr id="1779" name="그룹 1778">
                <a:extLst>
                  <a:ext uri="{FF2B5EF4-FFF2-40B4-BE49-F238E27FC236}">
                    <a16:creationId xmlns:a16="http://schemas.microsoft.com/office/drawing/2014/main" id="{B12EB615-CCCF-14DD-024E-06FE87BEB72B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1921389" y="4267727"/>
                <a:ext cx="916126" cy="1260000"/>
                <a:chOff x="14485938" y="-2571751"/>
                <a:chExt cx="554038" cy="762000"/>
              </a:xfrm>
              <a:solidFill>
                <a:srgbClr val="262626"/>
              </a:solidFill>
            </p:grpSpPr>
            <p:sp>
              <p:nvSpPr>
                <p:cNvPr id="1780" name="Freeform 230">
                  <a:extLst>
                    <a:ext uri="{FF2B5EF4-FFF2-40B4-BE49-F238E27FC236}">
                      <a16:creationId xmlns:a16="http://schemas.microsoft.com/office/drawing/2014/main" id="{691A0446-A041-F7B1-37CC-2BC9825BB60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4485938" y="-2571751"/>
                  <a:ext cx="554038" cy="762000"/>
                </a:xfrm>
                <a:custGeom>
                  <a:avLst/>
                  <a:gdLst>
                    <a:gd name="T0" fmla="*/ 137 w 147"/>
                    <a:gd name="T1" fmla="*/ 0 h 200"/>
                    <a:gd name="T2" fmla="*/ 10 w 147"/>
                    <a:gd name="T3" fmla="*/ 0 h 200"/>
                    <a:gd name="T4" fmla="*/ 0 w 147"/>
                    <a:gd name="T5" fmla="*/ 10 h 200"/>
                    <a:gd name="T6" fmla="*/ 0 w 147"/>
                    <a:gd name="T7" fmla="*/ 190 h 200"/>
                    <a:gd name="T8" fmla="*/ 10 w 147"/>
                    <a:gd name="T9" fmla="*/ 200 h 200"/>
                    <a:gd name="T10" fmla="*/ 137 w 147"/>
                    <a:gd name="T11" fmla="*/ 200 h 200"/>
                    <a:gd name="T12" fmla="*/ 140 w 147"/>
                    <a:gd name="T13" fmla="*/ 199 h 200"/>
                    <a:gd name="T14" fmla="*/ 146 w 147"/>
                    <a:gd name="T15" fmla="*/ 193 h 200"/>
                    <a:gd name="T16" fmla="*/ 147 w 147"/>
                    <a:gd name="T17" fmla="*/ 190 h 200"/>
                    <a:gd name="T18" fmla="*/ 147 w 147"/>
                    <a:gd name="T19" fmla="*/ 10 h 200"/>
                    <a:gd name="T20" fmla="*/ 137 w 147"/>
                    <a:gd name="T21" fmla="*/ 0 h 200"/>
                    <a:gd name="T22" fmla="*/ 139 w 147"/>
                    <a:gd name="T23" fmla="*/ 189 h 200"/>
                    <a:gd name="T24" fmla="*/ 135 w 147"/>
                    <a:gd name="T25" fmla="*/ 192 h 200"/>
                    <a:gd name="T26" fmla="*/ 10 w 147"/>
                    <a:gd name="T27" fmla="*/ 192 h 200"/>
                    <a:gd name="T28" fmla="*/ 8 w 147"/>
                    <a:gd name="T29" fmla="*/ 190 h 200"/>
                    <a:gd name="T30" fmla="*/ 8 w 147"/>
                    <a:gd name="T31" fmla="*/ 10 h 200"/>
                    <a:gd name="T32" fmla="*/ 10 w 147"/>
                    <a:gd name="T33" fmla="*/ 8 h 200"/>
                    <a:gd name="T34" fmla="*/ 137 w 147"/>
                    <a:gd name="T35" fmla="*/ 8 h 200"/>
                    <a:gd name="T36" fmla="*/ 139 w 147"/>
                    <a:gd name="T37" fmla="*/ 10 h 200"/>
                    <a:gd name="T38" fmla="*/ 139 w 147"/>
                    <a:gd name="T39" fmla="*/ 189 h 2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147" h="200">
                      <a:moveTo>
                        <a:pt x="137" y="0"/>
                      </a:moveTo>
                      <a:cubicBezTo>
                        <a:pt x="10" y="0"/>
                        <a:pt x="10" y="0"/>
                        <a:pt x="10" y="0"/>
                      </a:cubicBezTo>
                      <a:cubicBezTo>
                        <a:pt x="4" y="0"/>
                        <a:pt x="0" y="5"/>
                        <a:pt x="0" y="10"/>
                      </a:cubicBezTo>
                      <a:cubicBezTo>
                        <a:pt x="0" y="190"/>
                        <a:pt x="0" y="190"/>
                        <a:pt x="0" y="190"/>
                      </a:cubicBezTo>
                      <a:cubicBezTo>
                        <a:pt x="0" y="196"/>
                        <a:pt x="4" y="200"/>
                        <a:pt x="10" y="200"/>
                      </a:cubicBezTo>
                      <a:cubicBezTo>
                        <a:pt x="137" y="200"/>
                        <a:pt x="137" y="200"/>
                        <a:pt x="137" y="200"/>
                      </a:cubicBezTo>
                      <a:cubicBezTo>
                        <a:pt x="138" y="200"/>
                        <a:pt x="139" y="200"/>
                        <a:pt x="140" y="199"/>
                      </a:cubicBezTo>
                      <a:cubicBezTo>
                        <a:pt x="146" y="193"/>
                        <a:pt x="146" y="193"/>
                        <a:pt x="146" y="193"/>
                      </a:cubicBezTo>
                      <a:cubicBezTo>
                        <a:pt x="146" y="192"/>
                        <a:pt x="147" y="191"/>
                        <a:pt x="147" y="190"/>
                      </a:cubicBezTo>
                      <a:cubicBezTo>
                        <a:pt x="147" y="10"/>
                        <a:pt x="147" y="10"/>
                        <a:pt x="147" y="10"/>
                      </a:cubicBezTo>
                      <a:cubicBezTo>
                        <a:pt x="147" y="5"/>
                        <a:pt x="142" y="0"/>
                        <a:pt x="137" y="0"/>
                      </a:cubicBezTo>
                      <a:close/>
                      <a:moveTo>
                        <a:pt x="139" y="189"/>
                      </a:moveTo>
                      <a:cubicBezTo>
                        <a:pt x="135" y="192"/>
                        <a:pt x="135" y="192"/>
                        <a:pt x="135" y="192"/>
                      </a:cubicBezTo>
                      <a:cubicBezTo>
                        <a:pt x="10" y="192"/>
                        <a:pt x="10" y="192"/>
                        <a:pt x="10" y="192"/>
                      </a:cubicBezTo>
                      <a:cubicBezTo>
                        <a:pt x="9" y="192"/>
                        <a:pt x="8" y="191"/>
                        <a:pt x="8" y="190"/>
                      </a:cubicBezTo>
                      <a:cubicBezTo>
                        <a:pt x="8" y="10"/>
                        <a:pt x="8" y="10"/>
                        <a:pt x="8" y="10"/>
                      </a:cubicBezTo>
                      <a:cubicBezTo>
                        <a:pt x="8" y="9"/>
                        <a:pt x="9" y="8"/>
                        <a:pt x="10" y="8"/>
                      </a:cubicBezTo>
                      <a:cubicBezTo>
                        <a:pt x="137" y="8"/>
                        <a:pt x="137" y="8"/>
                        <a:pt x="137" y="8"/>
                      </a:cubicBezTo>
                      <a:cubicBezTo>
                        <a:pt x="138" y="8"/>
                        <a:pt x="139" y="9"/>
                        <a:pt x="139" y="10"/>
                      </a:cubicBezTo>
                      <a:lnTo>
                        <a:pt x="139" y="189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  <p:sp>
              <p:nvSpPr>
                <p:cNvPr id="1781" name="Freeform 231">
                  <a:extLst>
                    <a:ext uri="{FF2B5EF4-FFF2-40B4-BE49-F238E27FC236}">
                      <a16:creationId xmlns:a16="http://schemas.microsoft.com/office/drawing/2014/main" id="{2B76A45A-3141-7AD7-F786-7CF78310163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603413" y="-2403476"/>
                  <a:ext cx="315913" cy="30163"/>
                </a:xfrm>
                <a:custGeom>
                  <a:avLst/>
                  <a:gdLst>
                    <a:gd name="T0" fmla="*/ 80 w 84"/>
                    <a:gd name="T1" fmla="*/ 0 h 8"/>
                    <a:gd name="T2" fmla="*/ 4 w 84"/>
                    <a:gd name="T3" fmla="*/ 0 h 8"/>
                    <a:gd name="T4" fmla="*/ 0 w 84"/>
                    <a:gd name="T5" fmla="*/ 4 h 8"/>
                    <a:gd name="T6" fmla="*/ 4 w 84"/>
                    <a:gd name="T7" fmla="*/ 8 h 8"/>
                    <a:gd name="T8" fmla="*/ 80 w 84"/>
                    <a:gd name="T9" fmla="*/ 8 h 8"/>
                    <a:gd name="T10" fmla="*/ 84 w 84"/>
                    <a:gd name="T11" fmla="*/ 4 h 8"/>
                    <a:gd name="T12" fmla="*/ 80 w 84"/>
                    <a:gd name="T13" fmla="*/ 0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4" h="8">
                      <a:moveTo>
                        <a:pt x="80" y="0"/>
                      </a:move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2"/>
                        <a:pt x="0" y="4"/>
                      </a:cubicBezTo>
                      <a:cubicBezTo>
                        <a:pt x="0" y="6"/>
                        <a:pt x="2" y="8"/>
                        <a:pt x="4" y="8"/>
                      </a:cubicBezTo>
                      <a:cubicBezTo>
                        <a:pt x="80" y="8"/>
                        <a:pt x="80" y="8"/>
                        <a:pt x="80" y="8"/>
                      </a:cubicBezTo>
                      <a:cubicBezTo>
                        <a:pt x="82" y="8"/>
                        <a:pt x="84" y="6"/>
                        <a:pt x="84" y="4"/>
                      </a:cubicBezTo>
                      <a:cubicBezTo>
                        <a:pt x="84" y="2"/>
                        <a:pt x="82" y="0"/>
                        <a:pt x="8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</p:grpSp>
        </p:grpSp>
        <p:grpSp>
          <p:nvGrpSpPr>
            <p:cNvPr id="1782" name="그룹 1781">
              <a:extLst>
                <a:ext uri="{FF2B5EF4-FFF2-40B4-BE49-F238E27FC236}">
                  <a16:creationId xmlns:a16="http://schemas.microsoft.com/office/drawing/2014/main" id="{36E6FFFA-C514-31AC-F8BA-A9E02A43159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280628" y="3093391"/>
              <a:ext cx="121595" cy="104848"/>
              <a:chOff x="11921385" y="4267725"/>
              <a:chExt cx="916126" cy="1260000"/>
            </a:xfrm>
          </p:grpSpPr>
          <p:sp>
            <p:nvSpPr>
              <p:cNvPr id="1783" name="사각형: 둥근 모서리 288">
                <a:extLst>
                  <a:ext uri="{FF2B5EF4-FFF2-40B4-BE49-F238E27FC236}">
                    <a16:creationId xmlns:a16="http://schemas.microsoft.com/office/drawing/2014/main" id="{98AE185F-1177-634A-8C66-6050867F7540}"/>
                  </a:ext>
                </a:extLst>
              </p:cNvPr>
              <p:cNvSpPr/>
              <p:nvPr/>
            </p:nvSpPr>
            <p:spPr>
              <a:xfrm>
                <a:off x="11923596" y="4271687"/>
                <a:ext cx="911716" cy="1252078"/>
              </a:xfrm>
              <a:prstGeom prst="roundRect">
                <a:avLst>
                  <a:gd name="adj" fmla="val 7097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b="0" i="0" u="none" strike="noStrike" kern="1200" cap="none" spc="-30" normalizeH="0" baseline="0" noProof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ea typeface="KoPub돋움체 Medium"/>
                  <a:cs typeface="Arial"/>
                </a:endParaRPr>
              </a:p>
            </p:txBody>
          </p:sp>
          <p:grpSp>
            <p:nvGrpSpPr>
              <p:cNvPr id="1784" name="그룹 1783">
                <a:extLst>
                  <a:ext uri="{FF2B5EF4-FFF2-40B4-BE49-F238E27FC236}">
                    <a16:creationId xmlns:a16="http://schemas.microsoft.com/office/drawing/2014/main" id="{71D3CE29-8AEF-BF9A-CB1F-27449BCA7DF6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1921389" y="4267727"/>
                <a:ext cx="916126" cy="1260000"/>
                <a:chOff x="14485938" y="-2571751"/>
                <a:chExt cx="554038" cy="762000"/>
              </a:xfrm>
              <a:solidFill>
                <a:srgbClr val="262626"/>
              </a:solidFill>
            </p:grpSpPr>
            <p:sp>
              <p:nvSpPr>
                <p:cNvPr id="1785" name="Freeform 230">
                  <a:extLst>
                    <a:ext uri="{FF2B5EF4-FFF2-40B4-BE49-F238E27FC236}">
                      <a16:creationId xmlns:a16="http://schemas.microsoft.com/office/drawing/2014/main" id="{1CD67451-56EC-81F9-D5B2-63CE988DC3C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4485938" y="-2571751"/>
                  <a:ext cx="554038" cy="762000"/>
                </a:xfrm>
                <a:custGeom>
                  <a:avLst/>
                  <a:gdLst>
                    <a:gd name="T0" fmla="*/ 137 w 147"/>
                    <a:gd name="T1" fmla="*/ 0 h 200"/>
                    <a:gd name="T2" fmla="*/ 10 w 147"/>
                    <a:gd name="T3" fmla="*/ 0 h 200"/>
                    <a:gd name="T4" fmla="*/ 0 w 147"/>
                    <a:gd name="T5" fmla="*/ 10 h 200"/>
                    <a:gd name="T6" fmla="*/ 0 w 147"/>
                    <a:gd name="T7" fmla="*/ 190 h 200"/>
                    <a:gd name="T8" fmla="*/ 10 w 147"/>
                    <a:gd name="T9" fmla="*/ 200 h 200"/>
                    <a:gd name="T10" fmla="*/ 137 w 147"/>
                    <a:gd name="T11" fmla="*/ 200 h 200"/>
                    <a:gd name="T12" fmla="*/ 140 w 147"/>
                    <a:gd name="T13" fmla="*/ 199 h 200"/>
                    <a:gd name="T14" fmla="*/ 146 w 147"/>
                    <a:gd name="T15" fmla="*/ 193 h 200"/>
                    <a:gd name="T16" fmla="*/ 147 w 147"/>
                    <a:gd name="T17" fmla="*/ 190 h 200"/>
                    <a:gd name="T18" fmla="*/ 147 w 147"/>
                    <a:gd name="T19" fmla="*/ 10 h 200"/>
                    <a:gd name="T20" fmla="*/ 137 w 147"/>
                    <a:gd name="T21" fmla="*/ 0 h 200"/>
                    <a:gd name="T22" fmla="*/ 139 w 147"/>
                    <a:gd name="T23" fmla="*/ 189 h 200"/>
                    <a:gd name="T24" fmla="*/ 135 w 147"/>
                    <a:gd name="T25" fmla="*/ 192 h 200"/>
                    <a:gd name="T26" fmla="*/ 10 w 147"/>
                    <a:gd name="T27" fmla="*/ 192 h 200"/>
                    <a:gd name="T28" fmla="*/ 8 w 147"/>
                    <a:gd name="T29" fmla="*/ 190 h 200"/>
                    <a:gd name="T30" fmla="*/ 8 w 147"/>
                    <a:gd name="T31" fmla="*/ 10 h 200"/>
                    <a:gd name="T32" fmla="*/ 10 w 147"/>
                    <a:gd name="T33" fmla="*/ 8 h 200"/>
                    <a:gd name="T34" fmla="*/ 137 w 147"/>
                    <a:gd name="T35" fmla="*/ 8 h 200"/>
                    <a:gd name="T36" fmla="*/ 139 w 147"/>
                    <a:gd name="T37" fmla="*/ 10 h 200"/>
                    <a:gd name="T38" fmla="*/ 139 w 147"/>
                    <a:gd name="T39" fmla="*/ 189 h 2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147" h="200">
                      <a:moveTo>
                        <a:pt x="137" y="0"/>
                      </a:moveTo>
                      <a:cubicBezTo>
                        <a:pt x="10" y="0"/>
                        <a:pt x="10" y="0"/>
                        <a:pt x="10" y="0"/>
                      </a:cubicBezTo>
                      <a:cubicBezTo>
                        <a:pt x="4" y="0"/>
                        <a:pt x="0" y="5"/>
                        <a:pt x="0" y="10"/>
                      </a:cubicBezTo>
                      <a:cubicBezTo>
                        <a:pt x="0" y="190"/>
                        <a:pt x="0" y="190"/>
                        <a:pt x="0" y="190"/>
                      </a:cubicBezTo>
                      <a:cubicBezTo>
                        <a:pt x="0" y="196"/>
                        <a:pt x="4" y="200"/>
                        <a:pt x="10" y="200"/>
                      </a:cubicBezTo>
                      <a:cubicBezTo>
                        <a:pt x="137" y="200"/>
                        <a:pt x="137" y="200"/>
                        <a:pt x="137" y="200"/>
                      </a:cubicBezTo>
                      <a:cubicBezTo>
                        <a:pt x="138" y="200"/>
                        <a:pt x="139" y="200"/>
                        <a:pt x="140" y="199"/>
                      </a:cubicBezTo>
                      <a:cubicBezTo>
                        <a:pt x="146" y="193"/>
                        <a:pt x="146" y="193"/>
                        <a:pt x="146" y="193"/>
                      </a:cubicBezTo>
                      <a:cubicBezTo>
                        <a:pt x="146" y="192"/>
                        <a:pt x="147" y="191"/>
                        <a:pt x="147" y="190"/>
                      </a:cubicBezTo>
                      <a:cubicBezTo>
                        <a:pt x="147" y="10"/>
                        <a:pt x="147" y="10"/>
                        <a:pt x="147" y="10"/>
                      </a:cubicBezTo>
                      <a:cubicBezTo>
                        <a:pt x="147" y="5"/>
                        <a:pt x="142" y="0"/>
                        <a:pt x="137" y="0"/>
                      </a:cubicBezTo>
                      <a:close/>
                      <a:moveTo>
                        <a:pt x="139" y="189"/>
                      </a:moveTo>
                      <a:cubicBezTo>
                        <a:pt x="135" y="192"/>
                        <a:pt x="135" y="192"/>
                        <a:pt x="135" y="192"/>
                      </a:cubicBezTo>
                      <a:cubicBezTo>
                        <a:pt x="10" y="192"/>
                        <a:pt x="10" y="192"/>
                        <a:pt x="10" y="192"/>
                      </a:cubicBezTo>
                      <a:cubicBezTo>
                        <a:pt x="9" y="192"/>
                        <a:pt x="8" y="191"/>
                        <a:pt x="8" y="190"/>
                      </a:cubicBezTo>
                      <a:cubicBezTo>
                        <a:pt x="8" y="10"/>
                        <a:pt x="8" y="10"/>
                        <a:pt x="8" y="10"/>
                      </a:cubicBezTo>
                      <a:cubicBezTo>
                        <a:pt x="8" y="9"/>
                        <a:pt x="9" y="8"/>
                        <a:pt x="10" y="8"/>
                      </a:cubicBezTo>
                      <a:cubicBezTo>
                        <a:pt x="137" y="8"/>
                        <a:pt x="137" y="8"/>
                        <a:pt x="137" y="8"/>
                      </a:cubicBezTo>
                      <a:cubicBezTo>
                        <a:pt x="138" y="8"/>
                        <a:pt x="139" y="9"/>
                        <a:pt x="139" y="10"/>
                      </a:cubicBezTo>
                      <a:lnTo>
                        <a:pt x="139" y="189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  <p:sp>
              <p:nvSpPr>
                <p:cNvPr id="1786" name="Freeform 231">
                  <a:extLst>
                    <a:ext uri="{FF2B5EF4-FFF2-40B4-BE49-F238E27FC236}">
                      <a16:creationId xmlns:a16="http://schemas.microsoft.com/office/drawing/2014/main" id="{9C8275D3-F1B8-9040-0BEB-A8E8A25ED75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603413" y="-2403476"/>
                  <a:ext cx="315913" cy="30163"/>
                </a:xfrm>
                <a:custGeom>
                  <a:avLst/>
                  <a:gdLst>
                    <a:gd name="T0" fmla="*/ 80 w 84"/>
                    <a:gd name="T1" fmla="*/ 0 h 8"/>
                    <a:gd name="T2" fmla="*/ 4 w 84"/>
                    <a:gd name="T3" fmla="*/ 0 h 8"/>
                    <a:gd name="T4" fmla="*/ 0 w 84"/>
                    <a:gd name="T5" fmla="*/ 4 h 8"/>
                    <a:gd name="T6" fmla="*/ 4 w 84"/>
                    <a:gd name="T7" fmla="*/ 8 h 8"/>
                    <a:gd name="T8" fmla="*/ 80 w 84"/>
                    <a:gd name="T9" fmla="*/ 8 h 8"/>
                    <a:gd name="T10" fmla="*/ 84 w 84"/>
                    <a:gd name="T11" fmla="*/ 4 h 8"/>
                    <a:gd name="T12" fmla="*/ 80 w 84"/>
                    <a:gd name="T13" fmla="*/ 0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4" h="8">
                      <a:moveTo>
                        <a:pt x="80" y="0"/>
                      </a:move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2"/>
                        <a:pt x="0" y="4"/>
                      </a:cubicBezTo>
                      <a:cubicBezTo>
                        <a:pt x="0" y="6"/>
                        <a:pt x="2" y="8"/>
                        <a:pt x="4" y="8"/>
                      </a:cubicBezTo>
                      <a:cubicBezTo>
                        <a:pt x="80" y="8"/>
                        <a:pt x="80" y="8"/>
                        <a:pt x="80" y="8"/>
                      </a:cubicBezTo>
                      <a:cubicBezTo>
                        <a:pt x="82" y="8"/>
                        <a:pt x="84" y="6"/>
                        <a:pt x="84" y="4"/>
                      </a:cubicBezTo>
                      <a:cubicBezTo>
                        <a:pt x="84" y="2"/>
                        <a:pt x="82" y="0"/>
                        <a:pt x="8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</p:grpSp>
        </p:grpSp>
        <p:grpSp>
          <p:nvGrpSpPr>
            <p:cNvPr id="1787" name="그룹 1786">
              <a:extLst>
                <a:ext uri="{FF2B5EF4-FFF2-40B4-BE49-F238E27FC236}">
                  <a16:creationId xmlns:a16="http://schemas.microsoft.com/office/drawing/2014/main" id="{1F7DAD9A-9202-C201-F36E-43D23569229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429106" y="3093391"/>
              <a:ext cx="121595" cy="104848"/>
              <a:chOff x="11921385" y="4267725"/>
              <a:chExt cx="916126" cy="1260000"/>
            </a:xfrm>
          </p:grpSpPr>
          <p:sp>
            <p:nvSpPr>
              <p:cNvPr id="1788" name="사각형: 둥근 모서리 284">
                <a:extLst>
                  <a:ext uri="{FF2B5EF4-FFF2-40B4-BE49-F238E27FC236}">
                    <a16:creationId xmlns:a16="http://schemas.microsoft.com/office/drawing/2014/main" id="{C8A20BED-24F9-BACD-E835-B07D410B9505}"/>
                  </a:ext>
                </a:extLst>
              </p:cNvPr>
              <p:cNvSpPr/>
              <p:nvPr/>
            </p:nvSpPr>
            <p:spPr>
              <a:xfrm>
                <a:off x="11923596" y="4271687"/>
                <a:ext cx="911716" cy="1252078"/>
              </a:xfrm>
              <a:prstGeom prst="roundRect">
                <a:avLst>
                  <a:gd name="adj" fmla="val 7097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b="0" i="0" u="none" strike="noStrike" kern="1200" cap="none" spc="-30" normalizeH="0" baseline="0" noProof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ea typeface="KoPub돋움체 Medium"/>
                  <a:cs typeface="Arial"/>
                </a:endParaRPr>
              </a:p>
            </p:txBody>
          </p:sp>
          <p:grpSp>
            <p:nvGrpSpPr>
              <p:cNvPr id="1789" name="그룹 1788">
                <a:extLst>
                  <a:ext uri="{FF2B5EF4-FFF2-40B4-BE49-F238E27FC236}">
                    <a16:creationId xmlns:a16="http://schemas.microsoft.com/office/drawing/2014/main" id="{0D7C4537-5039-D29F-B4DE-B699CCDC010E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1921389" y="4267727"/>
                <a:ext cx="916126" cy="1260000"/>
                <a:chOff x="14485938" y="-2571751"/>
                <a:chExt cx="554038" cy="762000"/>
              </a:xfrm>
              <a:solidFill>
                <a:srgbClr val="262626"/>
              </a:solidFill>
            </p:grpSpPr>
            <p:sp>
              <p:nvSpPr>
                <p:cNvPr id="1790" name="Freeform 230">
                  <a:extLst>
                    <a:ext uri="{FF2B5EF4-FFF2-40B4-BE49-F238E27FC236}">
                      <a16:creationId xmlns:a16="http://schemas.microsoft.com/office/drawing/2014/main" id="{42F40BDB-5102-F9FB-BE81-D64C285AD6BE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4485938" y="-2571751"/>
                  <a:ext cx="554038" cy="762000"/>
                </a:xfrm>
                <a:custGeom>
                  <a:avLst/>
                  <a:gdLst>
                    <a:gd name="T0" fmla="*/ 137 w 147"/>
                    <a:gd name="T1" fmla="*/ 0 h 200"/>
                    <a:gd name="T2" fmla="*/ 10 w 147"/>
                    <a:gd name="T3" fmla="*/ 0 h 200"/>
                    <a:gd name="T4" fmla="*/ 0 w 147"/>
                    <a:gd name="T5" fmla="*/ 10 h 200"/>
                    <a:gd name="T6" fmla="*/ 0 w 147"/>
                    <a:gd name="T7" fmla="*/ 190 h 200"/>
                    <a:gd name="T8" fmla="*/ 10 w 147"/>
                    <a:gd name="T9" fmla="*/ 200 h 200"/>
                    <a:gd name="T10" fmla="*/ 137 w 147"/>
                    <a:gd name="T11" fmla="*/ 200 h 200"/>
                    <a:gd name="T12" fmla="*/ 140 w 147"/>
                    <a:gd name="T13" fmla="*/ 199 h 200"/>
                    <a:gd name="T14" fmla="*/ 146 w 147"/>
                    <a:gd name="T15" fmla="*/ 193 h 200"/>
                    <a:gd name="T16" fmla="*/ 147 w 147"/>
                    <a:gd name="T17" fmla="*/ 190 h 200"/>
                    <a:gd name="T18" fmla="*/ 147 w 147"/>
                    <a:gd name="T19" fmla="*/ 10 h 200"/>
                    <a:gd name="T20" fmla="*/ 137 w 147"/>
                    <a:gd name="T21" fmla="*/ 0 h 200"/>
                    <a:gd name="T22" fmla="*/ 139 w 147"/>
                    <a:gd name="T23" fmla="*/ 189 h 200"/>
                    <a:gd name="T24" fmla="*/ 135 w 147"/>
                    <a:gd name="T25" fmla="*/ 192 h 200"/>
                    <a:gd name="T26" fmla="*/ 10 w 147"/>
                    <a:gd name="T27" fmla="*/ 192 h 200"/>
                    <a:gd name="T28" fmla="*/ 8 w 147"/>
                    <a:gd name="T29" fmla="*/ 190 h 200"/>
                    <a:gd name="T30" fmla="*/ 8 w 147"/>
                    <a:gd name="T31" fmla="*/ 10 h 200"/>
                    <a:gd name="T32" fmla="*/ 10 w 147"/>
                    <a:gd name="T33" fmla="*/ 8 h 200"/>
                    <a:gd name="T34" fmla="*/ 137 w 147"/>
                    <a:gd name="T35" fmla="*/ 8 h 200"/>
                    <a:gd name="T36" fmla="*/ 139 w 147"/>
                    <a:gd name="T37" fmla="*/ 10 h 200"/>
                    <a:gd name="T38" fmla="*/ 139 w 147"/>
                    <a:gd name="T39" fmla="*/ 189 h 2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147" h="200">
                      <a:moveTo>
                        <a:pt x="137" y="0"/>
                      </a:moveTo>
                      <a:cubicBezTo>
                        <a:pt x="10" y="0"/>
                        <a:pt x="10" y="0"/>
                        <a:pt x="10" y="0"/>
                      </a:cubicBezTo>
                      <a:cubicBezTo>
                        <a:pt x="4" y="0"/>
                        <a:pt x="0" y="5"/>
                        <a:pt x="0" y="10"/>
                      </a:cubicBezTo>
                      <a:cubicBezTo>
                        <a:pt x="0" y="190"/>
                        <a:pt x="0" y="190"/>
                        <a:pt x="0" y="190"/>
                      </a:cubicBezTo>
                      <a:cubicBezTo>
                        <a:pt x="0" y="196"/>
                        <a:pt x="4" y="200"/>
                        <a:pt x="10" y="200"/>
                      </a:cubicBezTo>
                      <a:cubicBezTo>
                        <a:pt x="137" y="200"/>
                        <a:pt x="137" y="200"/>
                        <a:pt x="137" y="200"/>
                      </a:cubicBezTo>
                      <a:cubicBezTo>
                        <a:pt x="138" y="200"/>
                        <a:pt x="139" y="200"/>
                        <a:pt x="140" y="199"/>
                      </a:cubicBezTo>
                      <a:cubicBezTo>
                        <a:pt x="146" y="193"/>
                        <a:pt x="146" y="193"/>
                        <a:pt x="146" y="193"/>
                      </a:cubicBezTo>
                      <a:cubicBezTo>
                        <a:pt x="146" y="192"/>
                        <a:pt x="147" y="191"/>
                        <a:pt x="147" y="190"/>
                      </a:cubicBezTo>
                      <a:cubicBezTo>
                        <a:pt x="147" y="10"/>
                        <a:pt x="147" y="10"/>
                        <a:pt x="147" y="10"/>
                      </a:cubicBezTo>
                      <a:cubicBezTo>
                        <a:pt x="147" y="5"/>
                        <a:pt x="142" y="0"/>
                        <a:pt x="137" y="0"/>
                      </a:cubicBezTo>
                      <a:close/>
                      <a:moveTo>
                        <a:pt x="139" y="189"/>
                      </a:moveTo>
                      <a:cubicBezTo>
                        <a:pt x="135" y="192"/>
                        <a:pt x="135" y="192"/>
                        <a:pt x="135" y="192"/>
                      </a:cubicBezTo>
                      <a:cubicBezTo>
                        <a:pt x="10" y="192"/>
                        <a:pt x="10" y="192"/>
                        <a:pt x="10" y="192"/>
                      </a:cubicBezTo>
                      <a:cubicBezTo>
                        <a:pt x="9" y="192"/>
                        <a:pt x="8" y="191"/>
                        <a:pt x="8" y="190"/>
                      </a:cubicBezTo>
                      <a:cubicBezTo>
                        <a:pt x="8" y="10"/>
                        <a:pt x="8" y="10"/>
                        <a:pt x="8" y="10"/>
                      </a:cubicBezTo>
                      <a:cubicBezTo>
                        <a:pt x="8" y="9"/>
                        <a:pt x="9" y="8"/>
                        <a:pt x="10" y="8"/>
                      </a:cubicBezTo>
                      <a:cubicBezTo>
                        <a:pt x="137" y="8"/>
                        <a:pt x="137" y="8"/>
                        <a:pt x="137" y="8"/>
                      </a:cubicBezTo>
                      <a:cubicBezTo>
                        <a:pt x="138" y="8"/>
                        <a:pt x="139" y="9"/>
                        <a:pt x="139" y="10"/>
                      </a:cubicBezTo>
                      <a:lnTo>
                        <a:pt x="139" y="189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  <p:sp>
              <p:nvSpPr>
                <p:cNvPr id="1791" name="Freeform 231">
                  <a:extLst>
                    <a:ext uri="{FF2B5EF4-FFF2-40B4-BE49-F238E27FC236}">
                      <a16:creationId xmlns:a16="http://schemas.microsoft.com/office/drawing/2014/main" id="{703A3086-A81F-C2D6-1D2E-3C5038D063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603413" y="-2403476"/>
                  <a:ext cx="315913" cy="30163"/>
                </a:xfrm>
                <a:custGeom>
                  <a:avLst/>
                  <a:gdLst>
                    <a:gd name="T0" fmla="*/ 80 w 84"/>
                    <a:gd name="T1" fmla="*/ 0 h 8"/>
                    <a:gd name="T2" fmla="*/ 4 w 84"/>
                    <a:gd name="T3" fmla="*/ 0 h 8"/>
                    <a:gd name="T4" fmla="*/ 0 w 84"/>
                    <a:gd name="T5" fmla="*/ 4 h 8"/>
                    <a:gd name="T6" fmla="*/ 4 w 84"/>
                    <a:gd name="T7" fmla="*/ 8 h 8"/>
                    <a:gd name="T8" fmla="*/ 80 w 84"/>
                    <a:gd name="T9" fmla="*/ 8 h 8"/>
                    <a:gd name="T10" fmla="*/ 84 w 84"/>
                    <a:gd name="T11" fmla="*/ 4 h 8"/>
                    <a:gd name="T12" fmla="*/ 80 w 84"/>
                    <a:gd name="T13" fmla="*/ 0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4" h="8">
                      <a:moveTo>
                        <a:pt x="80" y="0"/>
                      </a:move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2"/>
                        <a:pt x="0" y="4"/>
                      </a:cubicBezTo>
                      <a:cubicBezTo>
                        <a:pt x="0" y="6"/>
                        <a:pt x="2" y="8"/>
                        <a:pt x="4" y="8"/>
                      </a:cubicBezTo>
                      <a:cubicBezTo>
                        <a:pt x="80" y="8"/>
                        <a:pt x="80" y="8"/>
                        <a:pt x="80" y="8"/>
                      </a:cubicBezTo>
                      <a:cubicBezTo>
                        <a:pt x="82" y="8"/>
                        <a:pt x="84" y="6"/>
                        <a:pt x="84" y="4"/>
                      </a:cubicBezTo>
                      <a:cubicBezTo>
                        <a:pt x="84" y="2"/>
                        <a:pt x="82" y="0"/>
                        <a:pt x="8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</p:grpSp>
        </p:grpSp>
        <p:grpSp>
          <p:nvGrpSpPr>
            <p:cNvPr id="1792" name="그룹 1791">
              <a:extLst>
                <a:ext uri="{FF2B5EF4-FFF2-40B4-BE49-F238E27FC236}">
                  <a16:creationId xmlns:a16="http://schemas.microsoft.com/office/drawing/2014/main" id="{520E374D-814C-4BAA-663C-E295BB54A92C}"/>
                </a:ext>
              </a:extLst>
            </p:cNvPr>
            <p:cNvGrpSpPr/>
            <p:nvPr/>
          </p:nvGrpSpPr>
          <p:grpSpPr>
            <a:xfrm>
              <a:off x="732944" y="3093391"/>
              <a:ext cx="121595" cy="104848"/>
              <a:chOff x="-829161" y="5742087"/>
              <a:chExt cx="165459" cy="227564"/>
            </a:xfrm>
          </p:grpSpPr>
          <p:sp>
            <p:nvSpPr>
              <p:cNvPr id="1793" name="사각형: 둥근 모서리 284">
                <a:extLst>
                  <a:ext uri="{FF2B5EF4-FFF2-40B4-BE49-F238E27FC236}">
                    <a16:creationId xmlns:a16="http://schemas.microsoft.com/office/drawing/2014/main" id="{BEB265FD-B762-ACBD-2859-41EC375FC6C5}"/>
                  </a:ext>
                </a:extLst>
              </p:cNvPr>
              <p:cNvSpPr/>
              <p:nvPr/>
            </p:nvSpPr>
            <p:spPr>
              <a:xfrm>
                <a:off x="-828763" y="5742087"/>
                <a:ext cx="164663" cy="226133"/>
              </a:xfrm>
              <a:prstGeom prst="roundRect">
                <a:avLst>
                  <a:gd name="adj" fmla="val 7097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b="0" i="0" u="none" strike="noStrike" kern="1200" cap="none" spc="-30" normalizeH="0" baseline="0" noProof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ea typeface="KoPub돋움체 Medium"/>
                  <a:cs typeface="Arial"/>
                </a:endParaRPr>
              </a:p>
            </p:txBody>
          </p:sp>
          <p:grpSp>
            <p:nvGrpSpPr>
              <p:cNvPr id="1794" name="그룹 1793">
                <a:extLst>
                  <a:ext uri="{FF2B5EF4-FFF2-40B4-BE49-F238E27FC236}">
                    <a16:creationId xmlns:a16="http://schemas.microsoft.com/office/drawing/2014/main" id="{E0158D73-8504-0E15-5139-8BBD836D453D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-829161" y="5742087"/>
                <a:ext cx="165459" cy="227564"/>
                <a:chOff x="14485938" y="-2571751"/>
                <a:chExt cx="554038" cy="762000"/>
              </a:xfrm>
              <a:solidFill>
                <a:srgbClr val="262626"/>
              </a:solidFill>
            </p:grpSpPr>
            <p:sp>
              <p:nvSpPr>
                <p:cNvPr id="1795" name="Freeform 230">
                  <a:extLst>
                    <a:ext uri="{FF2B5EF4-FFF2-40B4-BE49-F238E27FC236}">
                      <a16:creationId xmlns:a16="http://schemas.microsoft.com/office/drawing/2014/main" id="{CA71CBA4-AC8F-6712-745D-71E7E1D3B0D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4485938" y="-2571751"/>
                  <a:ext cx="554038" cy="762000"/>
                </a:xfrm>
                <a:custGeom>
                  <a:avLst/>
                  <a:gdLst>
                    <a:gd name="T0" fmla="*/ 137 w 147"/>
                    <a:gd name="T1" fmla="*/ 0 h 200"/>
                    <a:gd name="T2" fmla="*/ 10 w 147"/>
                    <a:gd name="T3" fmla="*/ 0 h 200"/>
                    <a:gd name="T4" fmla="*/ 0 w 147"/>
                    <a:gd name="T5" fmla="*/ 10 h 200"/>
                    <a:gd name="T6" fmla="*/ 0 w 147"/>
                    <a:gd name="T7" fmla="*/ 190 h 200"/>
                    <a:gd name="T8" fmla="*/ 10 w 147"/>
                    <a:gd name="T9" fmla="*/ 200 h 200"/>
                    <a:gd name="T10" fmla="*/ 137 w 147"/>
                    <a:gd name="T11" fmla="*/ 200 h 200"/>
                    <a:gd name="T12" fmla="*/ 140 w 147"/>
                    <a:gd name="T13" fmla="*/ 199 h 200"/>
                    <a:gd name="T14" fmla="*/ 146 w 147"/>
                    <a:gd name="T15" fmla="*/ 193 h 200"/>
                    <a:gd name="T16" fmla="*/ 147 w 147"/>
                    <a:gd name="T17" fmla="*/ 190 h 200"/>
                    <a:gd name="T18" fmla="*/ 147 w 147"/>
                    <a:gd name="T19" fmla="*/ 10 h 200"/>
                    <a:gd name="T20" fmla="*/ 137 w 147"/>
                    <a:gd name="T21" fmla="*/ 0 h 200"/>
                    <a:gd name="T22" fmla="*/ 139 w 147"/>
                    <a:gd name="T23" fmla="*/ 189 h 200"/>
                    <a:gd name="T24" fmla="*/ 135 w 147"/>
                    <a:gd name="T25" fmla="*/ 192 h 200"/>
                    <a:gd name="T26" fmla="*/ 10 w 147"/>
                    <a:gd name="T27" fmla="*/ 192 h 200"/>
                    <a:gd name="T28" fmla="*/ 8 w 147"/>
                    <a:gd name="T29" fmla="*/ 190 h 200"/>
                    <a:gd name="T30" fmla="*/ 8 w 147"/>
                    <a:gd name="T31" fmla="*/ 10 h 200"/>
                    <a:gd name="T32" fmla="*/ 10 w 147"/>
                    <a:gd name="T33" fmla="*/ 8 h 200"/>
                    <a:gd name="T34" fmla="*/ 137 w 147"/>
                    <a:gd name="T35" fmla="*/ 8 h 200"/>
                    <a:gd name="T36" fmla="*/ 139 w 147"/>
                    <a:gd name="T37" fmla="*/ 10 h 200"/>
                    <a:gd name="T38" fmla="*/ 139 w 147"/>
                    <a:gd name="T39" fmla="*/ 189 h 2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147" h="200">
                      <a:moveTo>
                        <a:pt x="137" y="0"/>
                      </a:moveTo>
                      <a:cubicBezTo>
                        <a:pt x="10" y="0"/>
                        <a:pt x="10" y="0"/>
                        <a:pt x="10" y="0"/>
                      </a:cubicBezTo>
                      <a:cubicBezTo>
                        <a:pt x="4" y="0"/>
                        <a:pt x="0" y="5"/>
                        <a:pt x="0" y="10"/>
                      </a:cubicBezTo>
                      <a:cubicBezTo>
                        <a:pt x="0" y="190"/>
                        <a:pt x="0" y="190"/>
                        <a:pt x="0" y="190"/>
                      </a:cubicBezTo>
                      <a:cubicBezTo>
                        <a:pt x="0" y="196"/>
                        <a:pt x="4" y="200"/>
                        <a:pt x="10" y="200"/>
                      </a:cubicBezTo>
                      <a:cubicBezTo>
                        <a:pt x="137" y="200"/>
                        <a:pt x="137" y="200"/>
                        <a:pt x="137" y="200"/>
                      </a:cubicBezTo>
                      <a:cubicBezTo>
                        <a:pt x="138" y="200"/>
                        <a:pt x="139" y="200"/>
                        <a:pt x="140" y="199"/>
                      </a:cubicBezTo>
                      <a:cubicBezTo>
                        <a:pt x="146" y="193"/>
                        <a:pt x="146" y="193"/>
                        <a:pt x="146" y="193"/>
                      </a:cubicBezTo>
                      <a:cubicBezTo>
                        <a:pt x="146" y="192"/>
                        <a:pt x="147" y="191"/>
                        <a:pt x="147" y="190"/>
                      </a:cubicBezTo>
                      <a:cubicBezTo>
                        <a:pt x="147" y="10"/>
                        <a:pt x="147" y="10"/>
                        <a:pt x="147" y="10"/>
                      </a:cubicBezTo>
                      <a:cubicBezTo>
                        <a:pt x="147" y="5"/>
                        <a:pt x="142" y="0"/>
                        <a:pt x="137" y="0"/>
                      </a:cubicBezTo>
                      <a:close/>
                      <a:moveTo>
                        <a:pt x="139" y="189"/>
                      </a:moveTo>
                      <a:cubicBezTo>
                        <a:pt x="135" y="192"/>
                        <a:pt x="135" y="192"/>
                        <a:pt x="135" y="192"/>
                      </a:cubicBezTo>
                      <a:cubicBezTo>
                        <a:pt x="10" y="192"/>
                        <a:pt x="10" y="192"/>
                        <a:pt x="10" y="192"/>
                      </a:cubicBezTo>
                      <a:cubicBezTo>
                        <a:pt x="9" y="192"/>
                        <a:pt x="8" y="191"/>
                        <a:pt x="8" y="190"/>
                      </a:cubicBezTo>
                      <a:cubicBezTo>
                        <a:pt x="8" y="10"/>
                        <a:pt x="8" y="10"/>
                        <a:pt x="8" y="10"/>
                      </a:cubicBezTo>
                      <a:cubicBezTo>
                        <a:pt x="8" y="9"/>
                        <a:pt x="9" y="8"/>
                        <a:pt x="10" y="8"/>
                      </a:cubicBezTo>
                      <a:cubicBezTo>
                        <a:pt x="137" y="8"/>
                        <a:pt x="137" y="8"/>
                        <a:pt x="137" y="8"/>
                      </a:cubicBezTo>
                      <a:cubicBezTo>
                        <a:pt x="138" y="8"/>
                        <a:pt x="139" y="9"/>
                        <a:pt x="139" y="10"/>
                      </a:cubicBezTo>
                      <a:lnTo>
                        <a:pt x="139" y="189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  <p:sp>
              <p:nvSpPr>
                <p:cNvPr id="1796" name="Freeform 231">
                  <a:extLst>
                    <a:ext uri="{FF2B5EF4-FFF2-40B4-BE49-F238E27FC236}">
                      <a16:creationId xmlns:a16="http://schemas.microsoft.com/office/drawing/2014/main" id="{B6B5A1A5-D809-53C4-87D1-15B1848EEAC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603413" y="-2403476"/>
                  <a:ext cx="315913" cy="30163"/>
                </a:xfrm>
                <a:custGeom>
                  <a:avLst/>
                  <a:gdLst>
                    <a:gd name="T0" fmla="*/ 80 w 84"/>
                    <a:gd name="T1" fmla="*/ 0 h 8"/>
                    <a:gd name="T2" fmla="*/ 4 w 84"/>
                    <a:gd name="T3" fmla="*/ 0 h 8"/>
                    <a:gd name="T4" fmla="*/ 0 w 84"/>
                    <a:gd name="T5" fmla="*/ 4 h 8"/>
                    <a:gd name="T6" fmla="*/ 4 w 84"/>
                    <a:gd name="T7" fmla="*/ 8 h 8"/>
                    <a:gd name="T8" fmla="*/ 80 w 84"/>
                    <a:gd name="T9" fmla="*/ 8 h 8"/>
                    <a:gd name="T10" fmla="*/ 84 w 84"/>
                    <a:gd name="T11" fmla="*/ 4 h 8"/>
                    <a:gd name="T12" fmla="*/ 80 w 84"/>
                    <a:gd name="T13" fmla="*/ 0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4" h="8">
                      <a:moveTo>
                        <a:pt x="80" y="0"/>
                      </a:move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2"/>
                        <a:pt x="0" y="4"/>
                      </a:cubicBezTo>
                      <a:cubicBezTo>
                        <a:pt x="0" y="6"/>
                        <a:pt x="2" y="8"/>
                        <a:pt x="4" y="8"/>
                      </a:cubicBezTo>
                      <a:cubicBezTo>
                        <a:pt x="80" y="8"/>
                        <a:pt x="80" y="8"/>
                        <a:pt x="80" y="8"/>
                      </a:cubicBezTo>
                      <a:cubicBezTo>
                        <a:pt x="82" y="8"/>
                        <a:pt x="84" y="6"/>
                        <a:pt x="84" y="4"/>
                      </a:cubicBezTo>
                      <a:cubicBezTo>
                        <a:pt x="84" y="2"/>
                        <a:pt x="82" y="0"/>
                        <a:pt x="8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</p:grpSp>
        </p:grpSp>
        <p:sp>
          <p:nvSpPr>
            <p:cNvPr id="1797" name="모서리가 둥근 직사각형 432">
              <a:extLst>
                <a:ext uri="{FF2B5EF4-FFF2-40B4-BE49-F238E27FC236}">
                  <a16:creationId xmlns:a16="http://schemas.microsoft.com/office/drawing/2014/main" id="{2DC8BAEB-88C2-98BE-6A84-5E9001F498B5}"/>
                </a:ext>
              </a:extLst>
            </p:cNvPr>
            <p:cNvSpPr/>
            <p:nvPr/>
          </p:nvSpPr>
          <p:spPr>
            <a:xfrm>
              <a:off x="1503242" y="3189015"/>
              <a:ext cx="517383" cy="153888"/>
            </a:xfrm>
            <a:prstGeom prst="roundRect">
              <a:avLst>
                <a:gd name="adj" fmla="val 0"/>
              </a:avLst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t">
              <a:spAutoFit/>
            </a:bodyPr>
            <a:lstStyle/>
            <a:p>
              <a:pPr algn="ctr" defTabSz="1042988" eaLnBrk="0" latin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kumimoji="0" lang="ko-KR" altLang="en-US" sz="5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0000600000000000000" pitchFamily="2" charset="-127"/>
                </a:rPr>
                <a:t>데이터레이크</a:t>
              </a:r>
              <a:endParaRPr kumimoji="0" lang="en-US" altLang="ko-KR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0000600000000000000" pitchFamily="2" charset="-127"/>
              </a:endParaRPr>
            </a:p>
            <a:p>
              <a:pPr algn="ctr" defTabSz="1042988" eaLnBrk="0" latin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0000600000000000000" pitchFamily="2" charset="-127"/>
                </a:rPr>
                <a:t>Compute Node</a:t>
              </a:r>
            </a:p>
          </p:txBody>
        </p:sp>
        <p:grpSp>
          <p:nvGrpSpPr>
            <p:cNvPr id="1798" name="그룹 1797">
              <a:extLst>
                <a:ext uri="{FF2B5EF4-FFF2-40B4-BE49-F238E27FC236}">
                  <a16:creationId xmlns:a16="http://schemas.microsoft.com/office/drawing/2014/main" id="{620FD561-6E13-B3D0-0ECC-5FDA9CCF9237}"/>
                </a:ext>
              </a:extLst>
            </p:cNvPr>
            <p:cNvGrpSpPr/>
            <p:nvPr/>
          </p:nvGrpSpPr>
          <p:grpSpPr>
            <a:xfrm>
              <a:off x="1595575" y="3057103"/>
              <a:ext cx="353844" cy="161583"/>
              <a:chOff x="-541225" y="3248945"/>
              <a:chExt cx="481489" cy="350705"/>
            </a:xfrm>
          </p:grpSpPr>
          <p:sp>
            <p:nvSpPr>
              <p:cNvPr id="1799" name="직사각형 1798">
                <a:extLst>
                  <a:ext uri="{FF2B5EF4-FFF2-40B4-BE49-F238E27FC236}">
                    <a16:creationId xmlns:a16="http://schemas.microsoft.com/office/drawing/2014/main" id="{CAE3614F-DB46-C3DC-36D6-DCFD81F161EA}"/>
                  </a:ext>
                </a:extLst>
              </p:cNvPr>
              <p:cNvSpPr/>
              <p:nvPr/>
            </p:nvSpPr>
            <p:spPr>
              <a:xfrm>
                <a:off x="-373236" y="3248945"/>
                <a:ext cx="130004" cy="350705"/>
              </a:xfrm>
              <a:prstGeom prst="rect">
                <a:avLst/>
              </a:prstGeom>
              <a:noFill/>
              <a:ln w="254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1" indent="0" algn="ctr" defTabSz="147490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prstClr val="black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0" lang="en-US" altLang="ko-KR" sz="1050" b="0" i="0" u="none" strike="noStrike" kern="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ea typeface="KoPub돋움체 Bold" panose="02020603020101020101" pitchFamily="18" charset="-127"/>
                    <a:cs typeface="Arial"/>
                  </a:rPr>
                  <a:t>…</a:t>
                </a:r>
                <a:endParaRPr kumimoji="0" lang="ko-KR" altLang="en-US" sz="1050" b="0" i="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ea typeface="KoPub돋움체 Bold" panose="02020603020101020101" pitchFamily="18" charset="-127"/>
                  <a:cs typeface="Arial"/>
                </a:endParaRPr>
              </a:p>
            </p:txBody>
          </p:sp>
          <p:grpSp>
            <p:nvGrpSpPr>
              <p:cNvPr id="1800" name="그룹 1799">
                <a:extLst>
                  <a:ext uri="{FF2B5EF4-FFF2-40B4-BE49-F238E27FC236}">
                    <a16:creationId xmlns:a16="http://schemas.microsoft.com/office/drawing/2014/main" id="{D26BCA3A-CA2D-32F0-9C43-24A846176DBF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-225195" y="3316860"/>
                <a:ext cx="165459" cy="227564"/>
                <a:chOff x="11921385" y="4267725"/>
                <a:chExt cx="916126" cy="1260000"/>
              </a:xfrm>
            </p:grpSpPr>
            <p:sp>
              <p:nvSpPr>
                <p:cNvPr id="1806" name="사각형: 둥근 모서리 288">
                  <a:extLst>
                    <a:ext uri="{FF2B5EF4-FFF2-40B4-BE49-F238E27FC236}">
                      <a16:creationId xmlns:a16="http://schemas.microsoft.com/office/drawing/2014/main" id="{8CFAE8CE-9D0E-6DB2-486F-47FDB3D46F11}"/>
                    </a:ext>
                  </a:extLst>
                </p:cNvPr>
                <p:cNvSpPr/>
                <p:nvPr/>
              </p:nvSpPr>
              <p:spPr>
                <a:xfrm>
                  <a:off x="11923596" y="4271687"/>
                  <a:ext cx="911716" cy="1252078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-3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  <p:grpSp>
              <p:nvGrpSpPr>
                <p:cNvPr id="1807" name="그룹 1806">
                  <a:extLst>
                    <a:ext uri="{FF2B5EF4-FFF2-40B4-BE49-F238E27FC236}">
                      <a16:creationId xmlns:a16="http://schemas.microsoft.com/office/drawing/2014/main" id="{84FFCA6D-863E-BB9D-934F-7645404E4F5A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1808" name="Freeform 230">
                    <a:extLst>
                      <a:ext uri="{FF2B5EF4-FFF2-40B4-BE49-F238E27FC236}">
                        <a16:creationId xmlns:a16="http://schemas.microsoft.com/office/drawing/2014/main" id="{5A2B107C-DBA8-D518-1FEA-E62A67A1B27E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sp>
                <p:nvSpPr>
                  <p:cNvPr id="1809" name="Freeform 231">
                    <a:extLst>
                      <a:ext uri="{FF2B5EF4-FFF2-40B4-BE49-F238E27FC236}">
                        <a16:creationId xmlns:a16="http://schemas.microsoft.com/office/drawing/2014/main" id="{607B7364-D242-DADC-2CFB-4E16396ABA7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</p:grpSp>
          </p:grpSp>
          <p:grpSp>
            <p:nvGrpSpPr>
              <p:cNvPr id="1801" name="그룹 1800">
                <a:extLst>
                  <a:ext uri="{FF2B5EF4-FFF2-40B4-BE49-F238E27FC236}">
                    <a16:creationId xmlns:a16="http://schemas.microsoft.com/office/drawing/2014/main" id="{5BDC4218-ACE0-2A3F-F6AF-7243D065E048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-541225" y="3316860"/>
                <a:ext cx="165459" cy="227564"/>
                <a:chOff x="11921385" y="4267725"/>
                <a:chExt cx="916126" cy="1260000"/>
              </a:xfrm>
            </p:grpSpPr>
            <p:sp>
              <p:nvSpPr>
                <p:cNvPr id="1802" name="사각형: 둥근 모서리 288">
                  <a:extLst>
                    <a:ext uri="{FF2B5EF4-FFF2-40B4-BE49-F238E27FC236}">
                      <a16:creationId xmlns:a16="http://schemas.microsoft.com/office/drawing/2014/main" id="{195C35C5-8501-7373-44FF-8C6E33C029A0}"/>
                    </a:ext>
                  </a:extLst>
                </p:cNvPr>
                <p:cNvSpPr/>
                <p:nvPr/>
              </p:nvSpPr>
              <p:spPr>
                <a:xfrm>
                  <a:off x="11923596" y="4271687"/>
                  <a:ext cx="911716" cy="1252078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-3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  <p:grpSp>
              <p:nvGrpSpPr>
                <p:cNvPr id="1803" name="그룹 1802">
                  <a:extLst>
                    <a:ext uri="{FF2B5EF4-FFF2-40B4-BE49-F238E27FC236}">
                      <a16:creationId xmlns:a16="http://schemas.microsoft.com/office/drawing/2014/main" id="{914BE8B1-2ACC-285A-6B87-E2091BD9E5F1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1804" name="Freeform 230">
                    <a:extLst>
                      <a:ext uri="{FF2B5EF4-FFF2-40B4-BE49-F238E27FC236}">
                        <a16:creationId xmlns:a16="http://schemas.microsoft.com/office/drawing/2014/main" id="{2E89BD58-EEB0-3836-A557-6083D56E3FAE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sp>
                <p:nvSpPr>
                  <p:cNvPr id="1805" name="Freeform 231">
                    <a:extLst>
                      <a:ext uri="{FF2B5EF4-FFF2-40B4-BE49-F238E27FC236}">
                        <a16:creationId xmlns:a16="http://schemas.microsoft.com/office/drawing/2014/main" id="{362005F1-D228-05AB-2057-550DFB4C58C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</p:grpSp>
          </p:grpSp>
        </p:grpSp>
        <p:sp>
          <p:nvSpPr>
            <p:cNvPr id="1810" name="직사각형 1809">
              <a:extLst>
                <a:ext uri="{FF2B5EF4-FFF2-40B4-BE49-F238E27FC236}">
                  <a16:creationId xmlns:a16="http://schemas.microsoft.com/office/drawing/2014/main" id="{FC6C6413-CA49-D565-1771-864F29668856}"/>
                </a:ext>
              </a:extLst>
            </p:cNvPr>
            <p:cNvSpPr/>
            <p:nvPr/>
          </p:nvSpPr>
          <p:spPr>
            <a:xfrm>
              <a:off x="1176925" y="3066601"/>
              <a:ext cx="95539" cy="161583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marL="0" marR="0" lvl="1" indent="0" algn="ctr" defTabSz="14749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r>
                <a:rPr kumimoji="0" lang="en-US" altLang="ko-KR" sz="1050" b="0" i="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ea typeface="KoPub돋움체 Bold" panose="02020603020101020101" pitchFamily="18" charset="-127"/>
                  <a:cs typeface="Arial"/>
                </a:rPr>
                <a:t>…</a:t>
              </a:r>
              <a:endParaRPr kumimoji="0" lang="ko-KR" altLang="en-US" sz="1050" b="0" i="0" u="none" strike="noStrike" kern="0" cap="none" spc="-3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ea typeface="KoPub돋움체 Bold" panose="02020603020101020101" pitchFamily="18" charset="-127"/>
                <a:cs typeface="Arial"/>
              </a:endParaRPr>
            </a:p>
          </p:txBody>
        </p:sp>
        <p:grpSp>
          <p:nvGrpSpPr>
            <p:cNvPr id="1811" name="그룹 1810">
              <a:extLst>
                <a:ext uri="{FF2B5EF4-FFF2-40B4-BE49-F238E27FC236}">
                  <a16:creationId xmlns:a16="http://schemas.microsoft.com/office/drawing/2014/main" id="{749A14C6-CDB4-D3E5-B9EA-6F6E6A1E417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986528" y="3087106"/>
              <a:ext cx="122148" cy="105325"/>
              <a:chOff x="3493283" y="3693520"/>
              <a:chExt cx="897069" cy="1233786"/>
            </a:xfrm>
          </p:grpSpPr>
          <p:grpSp>
            <p:nvGrpSpPr>
              <p:cNvPr id="1812" name="그룹 1811">
                <a:extLst>
                  <a:ext uri="{FF2B5EF4-FFF2-40B4-BE49-F238E27FC236}">
                    <a16:creationId xmlns:a16="http://schemas.microsoft.com/office/drawing/2014/main" id="{BDBDC411-90FA-86C3-6A64-9991FC26D7CF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493283" y="3693520"/>
                <a:ext cx="897069" cy="1233786"/>
                <a:chOff x="11921380" y="4267727"/>
                <a:chExt cx="916126" cy="1260000"/>
              </a:xfrm>
            </p:grpSpPr>
            <p:sp>
              <p:nvSpPr>
                <p:cNvPr id="1834" name="사각형: 둥근 모서리 800">
                  <a:extLst>
                    <a:ext uri="{FF2B5EF4-FFF2-40B4-BE49-F238E27FC236}">
                      <a16:creationId xmlns:a16="http://schemas.microsoft.com/office/drawing/2014/main" id="{32032116-9983-0D34-42BF-76E69E70E9C4}"/>
                    </a:ext>
                  </a:extLst>
                </p:cNvPr>
                <p:cNvSpPr/>
                <p:nvPr/>
              </p:nvSpPr>
              <p:spPr>
                <a:xfrm>
                  <a:off x="11923593" y="4271687"/>
                  <a:ext cx="911716" cy="1252078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-3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  <p:grpSp>
              <p:nvGrpSpPr>
                <p:cNvPr id="1835" name="그룹 1834">
                  <a:extLst>
                    <a:ext uri="{FF2B5EF4-FFF2-40B4-BE49-F238E27FC236}">
                      <a16:creationId xmlns:a16="http://schemas.microsoft.com/office/drawing/2014/main" id="{BD728554-9F33-DA9C-ED40-26C2E309F88A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0" y="4267727"/>
                  <a:ext cx="916126" cy="1260000"/>
                  <a:chOff x="14485933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1836" name="Freeform 230">
                    <a:extLst>
                      <a:ext uri="{FF2B5EF4-FFF2-40B4-BE49-F238E27FC236}">
                        <a16:creationId xmlns:a16="http://schemas.microsoft.com/office/drawing/2014/main" id="{003243D7-1841-E195-8000-74134D6267CA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3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sp>
                <p:nvSpPr>
                  <p:cNvPr id="1837" name="Freeform 231">
                    <a:extLst>
                      <a:ext uri="{FF2B5EF4-FFF2-40B4-BE49-F238E27FC236}">
                        <a16:creationId xmlns:a16="http://schemas.microsoft.com/office/drawing/2014/main" id="{9278BA82-5C2F-409D-B946-BA012EEF1F4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</p:grpSp>
          </p:grpSp>
          <p:grpSp>
            <p:nvGrpSpPr>
              <p:cNvPr id="1813" name="그룹 1812">
                <a:extLst>
                  <a:ext uri="{FF2B5EF4-FFF2-40B4-BE49-F238E27FC236}">
                    <a16:creationId xmlns:a16="http://schemas.microsoft.com/office/drawing/2014/main" id="{A5B44C84-4484-F2D8-F3A4-5BC764C45DDE}"/>
                  </a:ext>
                </a:extLst>
              </p:cNvPr>
              <p:cNvGrpSpPr/>
              <p:nvPr/>
            </p:nvGrpSpPr>
            <p:grpSpPr>
              <a:xfrm>
                <a:off x="3623554" y="4140320"/>
                <a:ext cx="636537" cy="634466"/>
                <a:chOff x="881898" y="5310642"/>
                <a:chExt cx="976313" cy="973138"/>
              </a:xfrm>
            </p:grpSpPr>
            <p:grpSp>
              <p:nvGrpSpPr>
                <p:cNvPr id="1814" name="그룹 1813">
                  <a:extLst>
                    <a:ext uri="{FF2B5EF4-FFF2-40B4-BE49-F238E27FC236}">
                      <a16:creationId xmlns:a16="http://schemas.microsoft.com/office/drawing/2014/main" id="{DD3EFBDC-B275-B6AB-39AF-6994469D5845}"/>
                    </a:ext>
                  </a:extLst>
                </p:cNvPr>
                <p:cNvGrpSpPr/>
                <p:nvPr/>
              </p:nvGrpSpPr>
              <p:grpSpPr>
                <a:xfrm>
                  <a:off x="881898" y="5310642"/>
                  <a:ext cx="976313" cy="973138"/>
                  <a:chOff x="21240750" y="2320925"/>
                  <a:chExt cx="976313" cy="973138"/>
                </a:xfrm>
              </p:grpSpPr>
              <p:sp>
                <p:nvSpPr>
                  <p:cNvPr id="1816" name="Freeform 113">
                    <a:extLst>
                      <a:ext uri="{FF2B5EF4-FFF2-40B4-BE49-F238E27FC236}">
                        <a16:creationId xmlns:a16="http://schemas.microsoft.com/office/drawing/2014/main" id="{C2C78055-81A4-1660-778A-83518DAA6E9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410343" y="2487232"/>
                    <a:ext cx="637131" cy="640525"/>
                  </a:xfrm>
                  <a:custGeom>
                    <a:avLst/>
                    <a:gdLst>
                      <a:gd name="T0" fmla="*/ 1100 w 1100"/>
                      <a:gd name="T1" fmla="*/ 210 h 1107"/>
                      <a:gd name="T2" fmla="*/ 1100 w 1100"/>
                      <a:gd name="T3" fmla="*/ 264 h 1107"/>
                      <a:gd name="T4" fmla="*/ 1100 w 1100"/>
                      <a:gd name="T5" fmla="*/ 419 h 1107"/>
                      <a:gd name="T6" fmla="*/ 1100 w 1100"/>
                      <a:gd name="T7" fmla="*/ 473 h 1107"/>
                      <a:gd name="T8" fmla="*/ 1100 w 1100"/>
                      <a:gd name="T9" fmla="*/ 635 h 1107"/>
                      <a:gd name="T10" fmla="*/ 1100 w 1100"/>
                      <a:gd name="T11" fmla="*/ 689 h 1107"/>
                      <a:gd name="T12" fmla="*/ 1100 w 1100"/>
                      <a:gd name="T13" fmla="*/ 844 h 1107"/>
                      <a:gd name="T14" fmla="*/ 1100 w 1100"/>
                      <a:gd name="T15" fmla="*/ 898 h 1107"/>
                      <a:gd name="T16" fmla="*/ 1100 w 1100"/>
                      <a:gd name="T17" fmla="*/ 1033 h 1107"/>
                      <a:gd name="T18" fmla="*/ 1026 w 1100"/>
                      <a:gd name="T19" fmla="*/ 1107 h 1107"/>
                      <a:gd name="T20" fmla="*/ 898 w 1100"/>
                      <a:gd name="T21" fmla="*/ 1107 h 1107"/>
                      <a:gd name="T22" fmla="*/ 844 w 1100"/>
                      <a:gd name="T23" fmla="*/ 1107 h 1107"/>
                      <a:gd name="T24" fmla="*/ 682 w 1100"/>
                      <a:gd name="T25" fmla="*/ 1107 h 1107"/>
                      <a:gd name="T26" fmla="*/ 628 w 1100"/>
                      <a:gd name="T27" fmla="*/ 1107 h 1107"/>
                      <a:gd name="T28" fmla="*/ 472 w 1100"/>
                      <a:gd name="T29" fmla="*/ 1107 h 1107"/>
                      <a:gd name="T30" fmla="*/ 418 w 1100"/>
                      <a:gd name="T31" fmla="*/ 1107 h 1107"/>
                      <a:gd name="T32" fmla="*/ 256 w 1100"/>
                      <a:gd name="T33" fmla="*/ 1107 h 1107"/>
                      <a:gd name="T34" fmla="*/ 202 w 1100"/>
                      <a:gd name="T35" fmla="*/ 1107 h 1107"/>
                      <a:gd name="T36" fmla="*/ 74 w 1100"/>
                      <a:gd name="T37" fmla="*/ 1107 h 1107"/>
                      <a:gd name="T38" fmla="*/ 0 w 1100"/>
                      <a:gd name="T39" fmla="*/ 1033 h 1107"/>
                      <a:gd name="T40" fmla="*/ 0 w 1100"/>
                      <a:gd name="T41" fmla="*/ 898 h 1107"/>
                      <a:gd name="T42" fmla="*/ 0 w 1100"/>
                      <a:gd name="T43" fmla="*/ 844 h 1107"/>
                      <a:gd name="T44" fmla="*/ 0 w 1100"/>
                      <a:gd name="T45" fmla="*/ 689 h 1107"/>
                      <a:gd name="T46" fmla="*/ 0 w 1100"/>
                      <a:gd name="T47" fmla="*/ 635 h 1107"/>
                      <a:gd name="T48" fmla="*/ 0 w 1100"/>
                      <a:gd name="T49" fmla="*/ 473 h 1107"/>
                      <a:gd name="T50" fmla="*/ 0 w 1100"/>
                      <a:gd name="T51" fmla="*/ 419 h 1107"/>
                      <a:gd name="T52" fmla="*/ 0 w 1100"/>
                      <a:gd name="T53" fmla="*/ 264 h 1107"/>
                      <a:gd name="T54" fmla="*/ 0 w 1100"/>
                      <a:gd name="T55" fmla="*/ 210 h 1107"/>
                      <a:gd name="T56" fmla="*/ 0 w 1100"/>
                      <a:gd name="T57" fmla="*/ 75 h 1107"/>
                      <a:gd name="T58" fmla="*/ 74 w 1100"/>
                      <a:gd name="T59" fmla="*/ 0 h 1107"/>
                      <a:gd name="T60" fmla="*/ 202 w 1100"/>
                      <a:gd name="T61" fmla="*/ 0 h 1107"/>
                      <a:gd name="T62" fmla="*/ 256 w 1100"/>
                      <a:gd name="T63" fmla="*/ 0 h 1107"/>
                      <a:gd name="T64" fmla="*/ 418 w 1100"/>
                      <a:gd name="T65" fmla="*/ 0 h 1107"/>
                      <a:gd name="T66" fmla="*/ 472 w 1100"/>
                      <a:gd name="T67" fmla="*/ 0 h 1107"/>
                      <a:gd name="T68" fmla="*/ 628 w 1100"/>
                      <a:gd name="T69" fmla="*/ 0 h 1107"/>
                      <a:gd name="T70" fmla="*/ 682 w 1100"/>
                      <a:gd name="T71" fmla="*/ 0 h 1107"/>
                      <a:gd name="T72" fmla="*/ 844 w 1100"/>
                      <a:gd name="T73" fmla="*/ 0 h 1107"/>
                      <a:gd name="T74" fmla="*/ 898 w 1100"/>
                      <a:gd name="T75" fmla="*/ 0 h 1107"/>
                      <a:gd name="T76" fmla="*/ 1026 w 1100"/>
                      <a:gd name="T77" fmla="*/ 0 h 1107"/>
                      <a:gd name="T78" fmla="*/ 1100 w 1100"/>
                      <a:gd name="T79" fmla="*/ 75 h 1107"/>
                      <a:gd name="T80" fmla="*/ 1100 w 1100"/>
                      <a:gd name="T81" fmla="*/ 210 h 1107"/>
                      <a:gd name="T82" fmla="*/ 1100 w 1100"/>
                      <a:gd name="T83" fmla="*/ 210 h 110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1100" h="1107">
                        <a:moveTo>
                          <a:pt x="1100" y="210"/>
                        </a:moveTo>
                        <a:cubicBezTo>
                          <a:pt x="1100" y="264"/>
                          <a:pt x="1100" y="264"/>
                          <a:pt x="1100" y="264"/>
                        </a:cubicBezTo>
                        <a:cubicBezTo>
                          <a:pt x="1100" y="419"/>
                          <a:pt x="1100" y="419"/>
                          <a:pt x="1100" y="419"/>
                        </a:cubicBezTo>
                        <a:cubicBezTo>
                          <a:pt x="1100" y="473"/>
                          <a:pt x="1100" y="473"/>
                          <a:pt x="1100" y="473"/>
                        </a:cubicBezTo>
                        <a:cubicBezTo>
                          <a:pt x="1100" y="635"/>
                          <a:pt x="1100" y="635"/>
                          <a:pt x="1100" y="635"/>
                        </a:cubicBezTo>
                        <a:cubicBezTo>
                          <a:pt x="1100" y="689"/>
                          <a:pt x="1100" y="689"/>
                          <a:pt x="1100" y="689"/>
                        </a:cubicBezTo>
                        <a:cubicBezTo>
                          <a:pt x="1100" y="844"/>
                          <a:pt x="1100" y="844"/>
                          <a:pt x="1100" y="844"/>
                        </a:cubicBezTo>
                        <a:cubicBezTo>
                          <a:pt x="1100" y="898"/>
                          <a:pt x="1100" y="898"/>
                          <a:pt x="1100" y="898"/>
                        </a:cubicBezTo>
                        <a:cubicBezTo>
                          <a:pt x="1100" y="1033"/>
                          <a:pt x="1100" y="1033"/>
                          <a:pt x="1100" y="1033"/>
                        </a:cubicBezTo>
                        <a:cubicBezTo>
                          <a:pt x="1100" y="1073"/>
                          <a:pt x="1073" y="1107"/>
                          <a:pt x="1026" y="1107"/>
                        </a:cubicBezTo>
                        <a:cubicBezTo>
                          <a:pt x="898" y="1107"/>
                          <a:pt x="898" y="1107"/>
                          <a:pt x="898" y="1107"/>
                        </a:cubicBezTo>
                        <a:cubicBezTo>
                          <a:pt x="844" y="1107"/>
                          <a:pt x="844" y="1107"/>
                          <a:pt x="844" y="1107"/>
                        </a:cubicBezTo>
                        <a:cubicBezTo>
                          <a:pt x="682" y="1107"/>
                          <a:pt x="682" y="1107"/>
                          <a:pt x="682" y="1107"/>
                        </a:cubicBezTo>
                        <a:cubicBezTo>
                          <a:pt x="628" y="1107"/>
                          <a:pt x="628" y="1107"/>
                          <a:pt x="628" y="1107"/>
                        </a:cubicBezTo>
                        <a:cubicBezTo>
                          <a:pt x="472" y="1107"/>
                          <a:pt x="472" y="1107"/>
                          <a:pt x="472" y="1107"/>
                        </a:cubicBezTo>
                        <a:cubicBezTo>
                          <a:pt x="418" y="1107"/>
                          <a:pt x="418" y="1107"/>
                          <a:pt x="418" y="1107"/>
                        </a:cubicBezTo>
                        <a:cubicBezTo>
                          <a:pt x="256" y="1107"/>
                          <a:pt x="256" y="1107"/>
                          <a:pt x="256" y="1107"/>
                        </a:cubicBezTo>
                        <a:cubicBezTo>
                          <a:pt x="202" y="1107"/>
                          <a:pt x="202" y="1107"/>
                          <a:pt x="202" y="1107"/>
                        </a:cubicBezTo>
                        <a:cubicBezTo>
                          <a:pt x="74" y="1107"/>
                          <a:pt x="74" y="1107"/>
                          <a:pt x="74" y="1107"/>
                        </a:cubicBezTo>
                        <a:cubicBezTo>
                          <a:pt x="27" y="1107"/>
                          <a:pt x="0" y="1073"/>
                          <a:pt x="0" y="1033"/>
                        </a:cubicBezTo>
                        <a:cubicBezTo>
                          <a:pt x="0" y="898"/>
                          <a:pt x="0" y="898"/>
                          <a:pt x="0" y="898"/>
                        </a:cubicBezTo>
                        <a:cubicBezTo>
                          <a:pt x="0" y="844"/>
                          <a:pt x="0" y="844"/>
                          <a:pt x="0" y="844"/>
                        </a:cubicBezTo>
                        <a:cubicBezTo>
                          <a:pt x="0" y="689"/>
                          <a:pt x="0" y="689"/>
                          <a:pt x="0" y="689"/>
                        </a:cubicBezTo>
                        <a:cubicBezTo>
                          <a:pt x="0" y="635"/>
                          <a:pt x="0" y="635"/>
                          <a:pt x="0" y="635"/>
                        </a:cubicBezTo>
                        <a:cubicBezTo>
                          <a:pt x="0" y="473"/>
                          <a:pt x="0" y="473"/>
                          <a:pt x="0" y="473"/>
                        </a:cubicBezTo>
                        <a:cubicBezTo>
                          <a:pt x="0" y="419"/>
                          <a:pt x="0" y="419"/>
                          <a:pt x="0" y="419"/>
                        </a:cubicBezTo>
                        <a:cubicBezTo>
                          <a:pt x="0" y="264"/>
                          <a:pt x="0" y="264"/>
                          <a:pt x="0" y="264"/>
                        </a:cubicBezTo>
                        <a:cubicBezTo>
                          <a:pt x="0" y="210"/>
                          <a:pt x="0" y="210"/>
                          <a:pt x="0" y="210"/>
                        </a:cubicBezTo>
                        <a:cubicBezTo>
                          <a:pt x="0" y="75"/>
                          <a:pt x="0" y="75"/>
                          <a:pt x="0" y="75"/>
                        </a:cubicBezTo>
                        <a:cubicBezTo>
                          <a:pt x="0" y="34"/>
                          <a:pt x="27" y="0"/>
                          <a:pt x="74" y="0"/>
                        </a:cubicBezTo>
                        <a:cubicBezTo>
                          <a:pt x="202" y="0"/>
                          <a:pt x="202" y="0"/>
                          <a:pt x="202" y="0"/>
                        </a:cubicBezTo>
                        <a:cubicBezTo>
                          <a:pt x="256" y="0"/>
                          <a:pt x="256" y="0"/>
                          <a:pt x="256" y="0"/>
                        </a:cubicBezTo>
                        <a:cubicBezTo>
                          <a:pt x="418" y="0"/>
                          <a:pt x="418" y="0"/>
                          <a:pt x="418" y="0"/>
                        </a:cubicBezTo>
                        <a:cubicBezTo>
                          <a:pt x="472" y="0"/>
                          <a:pt x="472" y="0"/>
                          <a:pt x="472" y="0"/>
                        </a:cubicBezTo>
                        <a:cubicBezTo>
                          <a:pt x="628" y="0"/>
                          <a:pt x="628" y="0"/>
                          <a:pt x="628" y="0"/>
                        </a:cubicBezTo>
                        <a:cubicBezTo>
                          <a:pt x="682" y="0"/>
                          <a:pt x="682" y="0"/>
                          <a:pt x="682" y="0"/>
                        </a:cubicBezTo>
                        <a:cubicBezTo>
                          <a:pt x="844" y="0"/>
                          <a:pt x="844" y="0"/>
                          <a:pt x="844" y="0"/>
                        </a:cubicBezTo>
                        <a:cubicBezTo>
                          <a:pt x="898" y="0"/>
                          <a:pt x="898" y="0"/>
                          <a:pt x="898" y="0"/>
                        </a:cubicBezTo>
                        <a:cubicBezTo>
                          <a:pt x="1026" y="0"/>
                          <a:pt x="1026" y="0"/>
                          <a:pt x="1026" y="0"/>
                        </a:cubicBezTo>
                        <a:cubicBezTo>
                          <a:pt x="1073" y="0"/>
                          <a:pt x="1100" y="34"/>
                          <a:pt x="1100" y="75"/>
                        </a:cubicBezTo>
                        <a:cubicBezTo>
                          <a:pt x="1100" y="210"/>
                          <a:pt x="1100" y="210"/>
                          <a:pt x="1100" y="210"/>
                        </a:cubicBezTo>
                        <a:cubicBezTo>
                          <a:pt x="1100" y="210"/>
                          <a:pt x="1100" y="210"/>
                          <a:pt x="1100" y="210"/>
                        </a:cubicBezTo>
                        <a:close/>
                      </a:path>
                    </a:pathLst>
                  </a:custGeom>
                  <a:solidFill>
                    <a:schemeClr val="tx1">
                      <a:lumMod val="85000"/>
                      <a:lumOff val="15000"/>
                    </a:scheme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817" name="Freeform 96">
                    <a:extLst>
                      <a:ext uri="{FF2B5EF4-FFF2-40B4-BE49-F238E27FC236}">
                        <a16:creationId xmlns:a16="http://schemas.microsoft.com/office/drawing/2014/main" id="{04D66107-1321-3CA4-834C-FAA31C550F0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085300" y="2620963"/>
                    <a:ext cx="131763" cy="30163"/>
                  </a:xfrm>
                  <a:custGeom>
                    <a:avLst/>
                    <a:gdLst>
                      <a:gd name="T0" fmla="*/ 244 w 244"/>
                      <a:gd name="T1" fmla="*/ 28 h 55"/>
                      <a:gd name="T2" fmla="*/ 217 w 244"/>
                      <a:gd name="T3" fmla="*/ 0 h 55"/>
                      <a:gd name="T4" fmla="*/ 0 w 244"/>
                      <a:gd name="T5" fmla="*/ 0 h 55"/>
                      <a:gd name="T6" fmla="*/ 0 w 244"/>
                      <a:gd name="T7" fmla="*/ 55 h 55"/>
                      <a:gd name="T8" fmla="*/ 217 w 244"/>
                      <a:gd name="T9" fmla="*/ 55 h 55"/>
                      <a:gd name="T10" fmla="*/ 244 w 244"/>
                      <a:gd name="T11" fmla="*/ 28 h 5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4" h="55">
                        <a:moveTo>
                          <a:pt x="244" y="28"/>
                        </a:moveTo>
                        <a:cubicBezTo>
                          <a:pt x="244" y="14"/>
                          <a:pt x="230" y="0"/>
                          <a:pt x="217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55"/>
                          <a:pt x="0" y="55"/>
                          <a:pt x="0" y="55"/>
                        </a:cubicBezTo>
                        <a:cubicBezTo>
                          <a:pt x="217" y="55"/>
                          <a:pt x="217" y="55"/>
                          <a:pt x="217" y="55"/>
                        </a:cubicBezTo>
                        <a:cubicBezTo>
                          <a:pt x="230" y="55"/>
                          <a:pt x="244" y="41"/>
                          <a:pt x="244" y="28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818" name="Freeform 97">
                    <a:extLst>
                      <a:ext uri="{FF2B5EF4-FFF2-40B4-BE49-F238E27FC236}">
                        <a16:creationId xmlns:a16="http://schemas.microsoft.com/office/drawing/2014/main" id="{A63069BC-7633-45E2-B32D-01BCC5959E2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085300" y="2733675"/>
                    <a:ext cx="131763" cy="30163"/>
                  </a:xfrm>
                  <a:custGeom>
                    <a:avLst/>
                    <a:gdLst>
                      <a:gd name="T0" fmla="*/ 217 w 244"/>
                      <a:gd name="T1" fmla="*/ 0 h 54"/>
                      <a:gd name="T2" fmla="*/ 0 w 244"/>
                      <a:gd name="T3" fmla="*/ 0 h 54"/>
                      <a:gd name="T4" fmla="*/ 0 w 244"/>
                      <a:gd name="T5" fmla="*/ 54 h 54"/>
                      <a:gd name="T6" fmla="*/ 217 w 244"/>
                      <a:gd name="T7" fmla="*/ 54 h 54"/>
                      <a:gd name="T8" fmla="*/ 244 w 244"/>
                      <a:gd name="T9" fmla="*/ 27 h 54"/>
                      <a:gd name="T10" fmla="*/ 217 w 244"/>
                      <a:gd name="T11" fmla="*/ 0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4" h="54">
                        <a:moveTo>
                          <a:pt x="217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54"/>
                          <a:pt x="0" y="54"/>
                          <a:pt x="0" y="54"/>
                        </a:cubicBezTo>
                        <a:cubicBezTo>
                          <a:pt x="217" y="54"/>
                          <a:pt x="217" y="54"/>
                          <a:pt x="217" y="54"/>
                        </a:cubicBezTo>
                        <a:cubicBezTo>
                          <a:pt x="230" y="54"/>
                          <a:pt x="244" y="47"/>
                          <a:pt x="244" y="27"/>
                        </a:cubicBezTo>
                        <a:cubicBezTo>
                          <a:pt x="244" y="13"/>
                          <a:pt x="230" y="0"/>
                          <a:pt x="217" y="0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819" name="Freeform 98">
                    <a:extLst>
                      <a:ext uri="{FF2B5EF4-FFF2-40B4-BE49-F238E27FC236}">
                        <a16:creationId xmlns:a16="http://schemas.microsoft.com/office/drawing/2014/main" id="{7BE4B9C5-E8E4-FB12-2D23-13907D41119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085300" y="2851150"/>
                    <a:ext cx="131763" cy="30163"/>
                  </a:xfrm>
                  <a:custGeom>
                    <a:avLst/>
                    <a:gdLst>
                      <a:gd name="T0" fmla="*/ 217 w 244"/>
                      <a:gd name="T1" fmla="*/ 0 h 54"/>
                      <a:gd name="T2" fmla="*/ 0 w 244"/>
                      <a:gd name="T3" fmla="*/ 0 h 54"/>
                      <a:gd name="T4" fmla="*/ 0 w 244"/>
                      <a:gd name="T5" fmla="*/ 54 h 54"/>
                      <a:gd name="T6" fmla="*/ 217 w 244"/>
                      <a:gd name="T7" fmla="*/ 54 h 54"/>
                      <a:gd name="T8" fmla="*/ 244 w 244"/>
                      <a:gd name="T9" fmla="*/ 27 h 54"/>
                      <a:gd name="T10" fmla="*/ 217 w 244"/>
                      <a:gd name="T11" fmla="*/ 0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4" h="54">
                        <a:moveTo>
                          <a:pt x="217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54"/>
                          <a:pt x="0" y="54"/>
                          <a:pt x="0" y="54"/>
                        </a:cubicBezTo>
                        <a:cubicBezTo>
                          <a:pt x="217" y="54"/>
                          <a:pt x="217" y="54"/>
                          <a:pt x="217" y="54"/>
                        </a:cubicBezTo>
                        <a:cubicBezTo>
                          <a:pt x="230" y="54"/>
                          <a:pt x="244" y="41"/>
                          <a:pt x="244" y="27"/>
                        </a:cubicBezTo>
                        <a:cubicBezTo>
                          <a:pt x="244" y="14"/>
                          <a:pt x="230" y="0"/>
                          <a:pt x="217" y="0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820" name="Freeform 99">
                    <a:extLst>
                      <a:ext uri="{FF2B5EF4-FFF2-40B4-BE49-F238E27FC236}">
                        <a16:creationId xmlns:a16="http://schemas.microsoft.com/office/drawing/2014/main" id="{66EA3E78-7DC8-17F5-DC2A-6E4FFF4B6E6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085300" y="2965450"/>
                    <a:ext cx="131763" cy="28575"/>
                  </a:xfrm>
                  <a:custGeom>
                    <a:avLst/>
                    <a:gdLst>
                      <a:gd name="T0" fmla="*/ 217 w 244"/>
                      <a:gd name="T1" fmla="*/ 0 h 54"/>
                      <a:gd name="T2" fmla="*/ 0 w 244"/>
                      <a:gd name="T3" fmla="*/ 0 h 54"/>
                      <a:gd name="T4" fmla="*/ 0 w 244"/>
                      <a:gd name="T5" fmla="*/ 54 h 54"/>
                      <a:gd name="T6" fmla="*/ 217 w 244"/>
                      <a:gd name="T7" fmla="*/ 54 h 54"/>
                      <a:gd name="T8" fmla="*/ 244 w 244"/>
                      <a:gd name="T9" fmla="*/ 27 h 54"/>
                      <a:gd name="T10" fmla="*/ 217 w 244"/>
                      <a:gd name="T11" fmla="*/ 0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4" h="54">
                        <a:moveTo>
                          <a:pt x="217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54"/>
                          <a:pt x="0" y="54"/>
                          <a:pt x="0" y="54"/>
                        </a:cubicBezTo>
                        <a:cubicBezTo>
                          <a:pt x="217" y="54"/>
                          <a:pt x="217" y="54"/>
                          <a:pt x="217" y="54"/>
                        </a:cubicBezTo>
                        <a:cubicBezTo>
                          <a:pt x="230" y="54"/>
                          <a:pt x="244" y="47"/>
                          <a:pt x="244" y="27"/>
                        </a:cubicBezTo>
                        <a:cubicBezTo>
                          <a:pt x="244" y="13"/>
                          <a:pt x="230" y="0"/>
                          <a:pt x="217" y="0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821" name="Freeform 100">
                    <a:extLst>
                      <a:ext uri="{FF2B5EF4-FFF2-40B4-BE49-F238E27FC236}">
                        <a16:creationId xmlns:a16="http://schemas.microsoft.com/office/drawing/2014/main" id="{4A2233F0-3A86-1070-F63E-5E0144F9C50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240750" y="2620963"/>
                    <a:ext cx="131763" cy="30163"/>
                  </a:xfrm>
                  <a:custGeom>
                    <a:avLst/>
                    <a:gdLst>
                      <a:gd name="T0" fmla="*/ 0 w 243"/>
                      <a:gd name="T1" fmla="*/ 28 h 55"/>
                      <a:gd name="T2" fmla="*/ 27 w 243"/>
                      <a:gd name="T3" fmla="*/ 55 h 55"/>
                      <a:gd name="T4" fmla="*/ 243 w 243"/>
                      <a:gd name="T5" fmla="*/ 55 h 55"/>
                      <a:gd name="T6" fmla="*/ 243 w 243"/>
                      <a:gd name="T7" fmla="*/ 0 h 55"/>
                      <a:gd name="T8" fmla="*/ 27 w 243"/>
                      <a:gd name="T9" fmla="*/ 0 h 55"/>
                      <a:gd name="T10" fmla="*/ 0 w 243"/>
                      <a:gd name="T11" fmla="*/ 28 h 5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3" h="55">
                        <a:moveTo>
                          <a:pt x="0" y="28"/>
                        </a:moveTo>
                        <a:cubicBezTo>
                          <a:pt x="0" y="41"/>
                          <a:pt x="14" y="55"/>
                          <a:pt x="27" y="55"/>
                        </a:cubicBezTo>
                        <a:cubicBezTo>
                          <a:pt x="243" y="55"/>
                          <a:pt x="243" y="55"/>
                          <a:pt x="243" y="55"/>
                        </a:cubicBezTo>
                        <a:cubicBezTo>
                          <a:pt x="243" y="0"/>
                          <a:pt x="243" y="0"/>
                          <a:pt x="243" y="0"/>
                        </a:cubicBezTo>
                        <a:cubicBezTo>
                          <a:pt x="27" y="0"/>
                          <a:pt x="27" y="0"/>
                          <a:pt x="27" y="0"/>
                        </a:cubicBezTo>
                        <a:cubicBezTo>
                          <a:pt x="14" y="0"/>
                          <a:pt x="0" y="14"/>
                          <a:pt x="0" y="28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822" name="Freeform 101">
                    <a:extLst>
                      <a:ext uri="{FF2B5EF4-FFF2-40B4-BE49-F238E27FC236}">
                        <a16:creationId xmlns:a16="http://schemas.microsoft.com/office/drawing/2014/main" id="{8E4AA98A-3420-DD80-8847-AF0E85B61E6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240750" y="2733675"/>
                    <a:ext cx="131763" cy="30163"/>
                  </a:xfrm>
                  <a:custGeom>
                    <a:avLst/>
                    <a:gdLst>
                      <a:gd name="T0" fmla="*/ 0 w 243"/>
                      <a:gd name="T1" fmla="*/ 27 h 54"/>
                      <a:gd name="T2" fmla="*/ 27 w 243"/>
                      <a:gd name="T3" fmla="*/ 54 h 54"/>
                      <a:gd name="T4" fmla="*/ 243 w 243"/>
                      <a:gd name="T5" fmla="*/ 54 h 54"/>
                      <a:gd name="T6" fmla="*/ 243 w 243"/>
                      <a:gd name="T7" fmla="*/ 0 h 54"/>
                      <a:gd name="T8" fmla="*/ 27 w 243"/>
                      <a:gd name="T9" fmla="*/ 0 h 54"/>
                      <a:gd name="T10" fmla="*/ 0 w 243"/>
                      <a:gd name="T11" fmla="*/ 27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3" h="54">
                        <a:moveTo>
                          <a:pt x="0" y="27"/>
                        </a:moveTo>
                        <a:cubicBezTo>
                          <a:pt x="0" y="47"/>
                          <a:pt x="14" y="54"/>
                          <a:pt x="27" y="54"/>
                        </a:cubicBezTo>
                        <a:cubicBezTo>
                          <a:pt x="243" y="54"/>
                          <a:pt x="243" y="54"/>
                          <a:pt x="243" y="54"/>
                        </a:cubicBezTo>
                        <a:cubicBezTo>
                          <a:pt x="243" y="0"/>
                          <a:pt x="243" y="0"/>
                          <a:pt x="243" y="0"/>
                        </a:cubicBezTo>
                        <a:cubicBezTo>
                          <a:pt x="27" y="0"/>
                          <a:pt x="27" y="0"/>
                          <a:pt x="27" y="0"/>
                        </a:cubicBezTo>
                        <a:cubicBezTo>
                          <a:pt x="14" y="0"/>
                          <a:pt x="0" y="13"/>
                          <a:pt x="0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823" name="Freeform 102">
                    <a:extLst>
                      <a:ext uri="{FF2B5EF4-FFF2-40B4-BE49-F238E27FC236}">
                        <a16:creationId xmlns:a16="http://schemas.microsoft.com/office/drawing/2014/main" id="{E9789916-B07D-AD0E-36C1-77161204D2F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240750" y="2851150"/>
                    <a:ext cx="131763" cy="30163"/>
                  </a:xfrm>
                  <a:custGeom>
                    <a:avLst/>
                    <a:gdLst>
                      <a:gd name="T0" fmla="*/ 0 w 243"/>
                      <a:gd name="T1" fmla="*/ 27 h 54"/>
                      <a:gd name="T2" fmla="*/ 27 w 243"/>
                      <a:gd name="T3" fmla="*/ 54 h 54"/>
                      <a:gd name="T4" fmla="*/ 243 w 243"/>
                      <a:gd name="T5" fmla="*/ 54 h 54"/>
                      <a:gd name="T6" fmla="*/ 243 w 243"/>
                      <a:gd name="T7" fmla="*/ 0 h 54"/>
                      <a:gd name="T8" fmla="*/ 27 w 243"/>
                      <a:gd name="T9" fmla="*/ 0 h 54"/>
                      <a:gd name="T10" fmla="*/ 0 w 243"/>
                      <a:gd name="T11" fmla="*/ 27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3" h="54">
                        <a:moveTo>
                          <a:pt x="0" y="27"/>
                        </a:moveTo>
                        <a:cubicBezTo>
                          <a:pt x="0" y="41"/>
                          <a:pt x="14" y="54"/>
                          <a:pt x="27" y="54"/>
                        </a:cubicBezTo>
                        <a:cubicBezTo>
                          <a:pt x="243" y="54"/>
                          <a:pt x="243" y="54"/>
                          <a:pt x="243" y="54"/>
                        </a:cubicBezTo>
                        <a:cubicBezTo>
                          <a:pt x="243" y="0"/>
                          <a:pt x="243" y="0"/>
                          <a:pt x="243" y="0"/>
                        </a:cubicBezTo>
                        <a:cubicBezTo>
                          <a:pt x="27" y="0"/>
                          <a:pt x="27" y="0"/>
                          <a:pt x="27" y="0"/>
                        </a:cubicBezTo>
                        <a:cubicBezTo>
                          <a:pt x="14" y="0"/>
                          <a:pt x="0" y="14"/>
                          <a:pt x="0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824" name="Freeform 103">
                    <a:extLst>
                      <a:ext uri="{FF2B5EF4-FFF2-40B4-BE49-F238E27FC236}">
                        <a16:creationId xmlns:a16="http://schemas.microsoft.com/office/drawing/2014/main" id="{08FA97BB-3CCF-EED0-40C7-A0869D94C6D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240750" y="2965450"/>
                    <a:ext cx="131763" cy="28575"/>
                  </a:xfrm>
                  <a:custGeom>
                    <a:avLst/>
                    <a:gdLst>
                      <a:gd name="T0" fmla="*/ 0 w 243"/>
                      <a:gd name="T1" fmla="*/ 27 h 54"/>
                      <a:gd name="T2" fmla="*/ 27 w 243"/>
                      <a:gd name="T3" fmla="*/ 54 h 54"/>
                      <a:gd name="T4" fmla="*/ 243 w 243"/>
                      <a:gd name="T5" fmla="*/ 54 h 54"/>
                      <a:gd name="T6" fmla="*/ 243 w 243"/>
                      <a:gd name="T7" fmla="*/ 0 h 54"/>
                      <a:gd name="T8" fmla="*/ 27 w 243"/>
                      <a:gd name="T9" fmla="*/ 0 h 54"/>
                      <a:gd name="T10" fmla="*/ 0 w 243"/>
                      <a:gd name="T11" fmla="*/ 27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3" h="54">
                        <a:moveTo>
                          <a:pt x="0" y="27"/>
                        </a:moveTo>
                        <a:cubicBezTo>
                          <a:pt x="0" y="47"/>
                          <a:pt x="14" y="54"/>
                          <a:pt x="27" y="54"/>
                        </a:cubicBezTo>
                        <a:cubicBezTo>
                          <a:pt x="243" y="54"/>
                          <a:pt x="243" y="54"/>
                          <a:pt x="243" y="54"/>
                        </a:cubicBezTo>
                        <a:cubicBezTo>
                          <a:pt x="243" y="0"/>
                          <a:pt x="243" y="0"/>
                          <a:pt x="243" y="0"/>
                        </a:cubicBezTo>
                        <a:cubicBezTo>
                          <a:pt x="27" y="0"/>
                          <a:pt x="27" y="0"/>
                          <a:pt x="27" y="0"/>
                        </a:cubicBezTo>
                        <a:cubicBezTo>
                          <a:pt x="14" y="0"/>
                          <a:pt x="0" y="13"/>
                          <a:pt x="0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825" name="Freeform 104">
                    <a:extLst>
                      <a:ext uri="{FF2B5EF4-FFF2-40B4-BE49-F238E27FC236}">
                        <a16:creationId xmlns:a16="http://schemas.microsoft.com/office/drawing/2014/main" id="{89DFFD8E-52FA-5779-7CAC-8B59D02AC02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540788" y="2320925"/>
                    <a:ext cx="28575" cy="128588"/>
                  </a:xfrm>
                  <a:custGeom>
                    <a:avLst/>
                    <a:gdLst>
                      <a:gd name="T0" fmla="*/ 54 w 54"/>
                      <a:gd name="T1" fmla="*/ 27 h 237"/>
                      <a:gd name="T2" fmla="*/ 27 w 54"/>
                      <a:gd name="T3" fmla="*/ 0 h 237"/>
                      <a:gd name="T4" fmla="*/ 0 w 54"/>
                      <a:gd name="T5" fmla="*/ 27 h 237"/>
                      <a:gd name="T6" fmla="*/ 0 w 54"/>
                      <a:gd name="T7" fmla="*/ 237 h 237"/>
                      <a:gd name="T8" fmla="*/ 54 w 54"/>
                      <a:gd name="T9" fmla="*/ 237 h 237"/>
                      <a:gd name="T10" fmla="*/ 54 w 54"/>
                      <a:gd name="T11" fmla="*/ 27 h 237"/>
                      <a:gd name="T12" fmla="*/ 54 w 54"/>
                      <a:gd name="T13" fmla="*/ 27 h 2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7">
                        <a:moveTo>
                          <a:pt x="54" y="27"/>
                        </a:moveTo>
                        <a:cubicBezTo>
                          <a:pt x="54" y="14"/>
                          <a:pt x="40" y="0"/>
                          <a:pt x="27" y="0"/>
                        </a:cubicBezTo>
                        <a:cubicBezTo>
                          <a:pt x="13" y="0"/>
                          <a:pt x="0" y="14"/>
                          <a:pt x="0" y="27"/>
                        </a:cubicBezTo>
                        <a:cubicBezTo>
                          <a:pt x="0" y="237"/>
                          <a:pt x="0" y="237"/>
                          <a:pt x="0" y="237"/>
                        </a:cubicBezTo>
                        <a:cubicBezTo>
                          <a:pt x="54" y="237"/>
                          <a:pt x="54" y="237"/>
                          <a:pt x="54" y="23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826" name="Freeform 105">
                    <a:extLst>
                      <a:ext uri="{FF2B5EF4-FFF2-40B4-BE49-F238E27FC236}">
                        <a16:creationId xmlns:a16="http://schemas.microsoft.com/office/drawing/2014/main" id="{9A5C4704-4D82-1D8A-30F4-896D1F6E4EB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658263" y="2320925"/>
                    <a:ext cx="28575" cy="128588"/>
                  </a:xfrm>
                  <a:custGeom>
                    <a:avLst/>
                    <a:gdLst>
                      <a:gd name="T0" fmla="*/ 54 w 54"/>
                      <a:gd name="T1" fmla="*/ 27 h 237"/>
                      <a:gd name="T2" fmla="*/ 27 w 54"/>
                      <a:gd name="T3" fmla="*/ 0 h 237"/>
                      <a:gd name="T4" fmla="*/ 0 w 54"/>
                      <a:gd name="T5" fmla="*/ 27 h 237"/>
                      <a:gd name="T6" fmla="*/ 0 w 54"/>
                      <a:gd name="T7" fmla="*/ 237 h 237"/>
                      <a:gd name="T8" fmla="*/ 54 w 54"/>
                      <a:gd name="T9" fmla="*/ 237 h 237"/>
                      <a:gd name="T10" fmla="*/ 54 w 54"/>
                      <a:gd name="T11" fmla="*/ 27 h 237"/>
                      <a:gd name="T12" fmla="*/ 54 w 54"/>
                      <a:gd name="T13" fmla="*/ 27 h 2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7">
                        <a:moveTo>
                          <a:pt x="54" y="27"/>
                        </a:moveTo>
                        <a:cubicBezTo>
                          <a:pt x="54" y="14"/>
                          <a:pt x="40" y="0"/>
                          <a:pt x="27" y="0"/>
                        </a:cubicBezTo>
                        <a:cubicBezTo>
                          <a:pt x="13" y="0"/>
                          <a:pt x="0" y="14"/>
                          <a:pt x="0" y="27"/>
                        </a:cubicBezTo>
                        <a:cubicBezTo>
                          <a:pt x="0" y="237"/>
                          <a:pt x="0" y="237"/>
                          <a:pt x="0" y="237"/>
                        </a:cubicBezTo>
                        <a:cubicBezTo>
                          <a:pt x="54" y="237"/>
                          <a:pt x="54" y="237"/>
                          <a:pt x="54" y="23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827" name="Freeform 106">
                    <a:extLst>
                      <a:ext uri="{FF2B5EF4-FFF2-40B4-BE49-F238E27FC236}">
                        <a16:creationId xmlns:a16="http://schemas.microsoft.com/office/drawing/2014/main" id="{40F1CD63-5FD3-5848-ED7C-BBBE483843A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770975" y="2320925"/>
                    <a:ext cx="30163" cy="128588"/>
                  </a:xfrm>
                  <a:custGeom>
                    <a:avLst/>
                    <a:gdLst>
                      <a:gd name="T0" fmla="*/ 54 w 54"/>
                      <a:gd name="T1" fmla="*/ 27 h 237"/>
                      <a:gd name="T2" fmla="*/ 27 w 54"/>
                      <a:gd name="T3" fmla="*/ 0 h 237"/>
                      <a:gd name="T4" fmla="*/ 0 w 54"/>
                      <a:gd name="T5" fmla="*/ 27 h 237"/>
                      <a:gd name="T6" fmla="*/ 0 w 54"/>
                      <a:gd name="T7" fmla="*/ 237 h 237"/>
                      <a:gd name="T8" fmla="*/ 54 w 54"/>
                      <a:gd name="T9" fmla="*/ 237 h 237"/>
                      <a:gd name="T10" fmla="*/ 54 w 54"/>
                      <a:gd name="T11" fmla="*/ 27 h 237"/>
                      <a:gd name="T12" fmla="*/ 54 w 54"/>
                      <a:gd name="T13" fmla="*/ 27 h 2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7">
                        <a:moveTo>
                          <a:pt x="54" y="27"/>
                        </a:moveTo>
                        <a:cubicBezTo>
                          <a:pt x="54" y="14"/>
                          <a:pt x="40" y="0"/>
                          <a:pt x="27" y="0"/>
                        </a:cubicBezTo>
                        <a:cubicBezTo>
                          <a:pt x="13" y="0"/>
                          <a:pt x="0" y="14"/>
                          <a:pt x="0" y="27"/>
                        </a:cubicBezTo>
                        <a:cubicBezTo>
                          <a:pt x="0" y="237"/>
                          <a:pt x="0" y="237"/>
                          <a:pt x="0" y="237"/>
                        </a:cubicBezTo>
                        <a:cubicBezTo>
                          <a:pt x="54" y="237"/>
                          <a:pt x="54" y="237"/>
                          <a:pt x="54" y="23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828" name="Freeform 107">
                    <a:extLst>
                      <a:ext uri="{FF2B5EF4-FFF2-40B4-BE49-F238E27FC236}">
                        <a16:creationId xmlns:a16="http://schemas.microsoft.com/office/drawing/2014/main" id="{36259C60-F659-CF13-800A-91306A79FF0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886863" y="2320925"/>
                    <a:ext cx="30163" cy="128588"/>
                  </a:xfrm>
                  <a:custGeom>
                    <a:avLst/>
                    <a:gdLst>
                      <a:gd name="T0" fmla="*/ 54 w 54"/>
                      <a:gd name="T1" fmla="*/ 27 h 237"/>
                      <a:gd name="T2" fmla="*/ 27 w 54"/>
                      <a:gd name="T3" fmla="*/ 0 h 237"/>
                      <a:gd name="T4" fmla="*/ 0 w 54"/>
                      <a:gd name="T5" fmla="*/ 27 h 237"/>
                      <a:gd name="T6" fmla="*/ 0 w 54"/>
                      <a:gd name="T7" fmla="*/ 237 h 237"/>
                      <a:gd name="T8" fmla="*/ 54 w 54"/>
                      <a:gd name="T9" fmla="*/ 237 h 237"/>
                      <a:gd name="T10" fmla="*/ 54 w 54"/>
                      <a:gd name="T11" fmla="*/ 27 h 237"/>
                      <a:gd name="T12" fmla="*/ 54 w 54"/>
                      <a:gd name="T13" fmla="*/ 27 h 2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7">
                        <a:moveTo>
                          <a:pt x="54" y="27"/>
                        </a:moveTo>
                        <a:cubicBezTo>
                          <a:pt x="54" y="14"/>
                          <a:pt x="40" y="0"/>
                          <a:pt x="27" y="0"/>
                        </a:cubicBezTo>
                        <a:cubicBezTo>
                          <a:pt x="13" y="0"/>
                          <a:pt x="0" y="14"/>
                          <a:pt x="0" y="27"/>
                        </a:cubicBezTo>
                        <a:cubicBezTo>
                          <a:pt x="0" y="237"/>
                          <a:pt x="0" y="237"/>
                          <a:pt x="0" y="237"/>
                        </a:cubicBezTo>
                        <a:cubicBezTo>
                          <a:pt x="54" y="237"/>
                          <a:pt x="54" y="237"/>
                          <a:pt x="54" y="23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829" name="Freeform 108">
                    <a:extLst>
                      <a:ext uri="{FF2B5EF4-FFF2-40B4-BE49-F238E27FC236}">
                        <a16:creationId xmlns:a16="http://schemas.microsoft.com/office/drawing/2014/main" id="{85BDD29A-418E-21E9-5495-626EF321F9C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540788" y="3165475"/>
                    <a:ext cx="28575" cy="128588"/>
                  </a:xfrm>
                  <a:custGeom>
                    <a:avLst/>
                    <a:gdLst>
                      <a:gd name="T0" fmla="*/ 0 w 54"/>
                      <a:gd name="T1" fmla="*/ 211 h 238"/>
                      <a:gd name="T2" fmla="*/ 27 w 54"/>
                      <a:gd name="T3" fmla="*/ 238 h 238"/>
                      <a:gd name="T4" fmla="*/ 54 w 54"/>
                      <a:gd name="T5" fmla="*/ 211 h 238"/>
                      <a:gd name="T6" fmla="*/ 54 w 54"/>
                      <a:gd name="T7" fmla="*/ 0 h 238"/>
                      <a:gd name="T8" fmla="*/ 0 w 54"/>
                      <a:gd name="T9" fmla="*/ 0 h 238"/>
                      <a:gd name="T10" fmla="*/ 0 w 54"/>
                      <a:gd name="T11" fmla="*/ 211 h 238"/>
                      <a:gd name="T12" fmla="*/ 0 w 54"/>
                      <a:gd name="T13" fmla="*/ 211 h 2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8">
                        <a:moveTo>
                          <a:pt x="0" y="211"/>
                        </a:moveTo>
                        <a:cubicBezTo>
                          <a:pt x="0" y="231"/>
                          <a:pt x="13" y="238"/>
                          <a:pt x="27" y="238"/>
                        </a:cubicBezTo>
                        <a:cubicBezTo>
                          <a:pt x="40" y="238"/>
                          <a:pt x="54" y="231"/>
                          <a:pt x="54" y="211"/>
                        </a:cubicBezTo>
                        <a:cubicBezTo>
                          <a:pt x="54" y="0"/>
                          <a:pt x="54" y="0"/>
                          <a:pt x="54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830" name="Freeform 109">
                    <a:extLst>
                      <a:ext uri="{FF2B5EF4-FFF2-40B4-BE49-F238E27FC236}">
                        <a16:creationId xmlns:a16="http://schemas.microsoft.com/office/drawing/2014/main" id="{9A91745C-3C25-6CE8-D2A9-4C3EA162887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658263" y="3165475"/>
                    <a:ext cx="28575" cy="128588"/>
                  </a:xfrm>
                  <a:custGeom>
                    <a:avLst/>
                    <a:gdLst>
                      <a:gd name="T0" fmla="*/ 0 w 54"/>
                      <a:gd name="T1" fmla="*/ 211 h 238"/>
                      <a:gd name="T2" fmla="*/ 27 w 54"/>
                      <a:gd name="T3" fmla="*/ 238 h 238"/>
                      <a:gd name="T4" fmla="*/ 54 w 54"/>
                      <a:gd name="T5" fmla="*/ 211 h 238"/>
                      <a:gd name="T6" fmla="*/ 54 w 54"/>
                      <a:gd name="T7" fmla="*/ 0 h 238"/>
                      <a:gd name="T8" fmla="*/ 0 w 54"/>
                      <a:gd name="T9" fmla="*/ 0 h 238"/>
                      <a:gd name="T10" fmla="*/ 0 w 54"/>
                      <a:gd name="T11" fmla="*/ 211 h 238"/>
                      <a:gd name="T12" fmla="*/ 0 w 54"/>
                      <a:gd name="T13" fmla="*/ 211 h 2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8">
                        <a:moveTo>
                          <a:pt x="0" y="211"/>
                        </a:moveTo>
                        <a:cubicBezTo>
                          <a:pt x="0" y="231"/>
                          <a:pt x="13" y="238"/>
                          <a:pt x="27" y="238"/>
                        </a:cubicBezTo>
                        <a:cubicBezTo>
                          <a:pt x="40" y="238"/>
                          <a:pt x="54" y="231"/>
                          <a:pt x="54" y="211"/>
                        </a:cubicBezTo>
                        <a:cubicBezTo>
                          <a:pt x="54" y="0"/>
                          <a:pt x="54" y="0"/>
                          <a:pt x="54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831" name="Freeform 110">
                    <a:extLst>
                      <a:ext uri="{FF2B5EF4-FFF2-40B4-BE49-F238E27FC236}">
                        <a16:creationId xmlns:a16="http://schemas.microsoft.com/office/drawing/2014/main" id="{1F4AB596-1DB9-3B63-4906-BC0BABF9A0D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770975" y="3165475"/>
                    <a:ext cx="30163" cy="128588"/>
                  </a:xfrm>
                  <a:custGeom>
                    <a:avLst/>
                    <a:gdLst>
                      <a:gd name="T0" fmla="*/ 0 w 54"/>
                      <a:gd name="T1" fmla="*/ 211 h 238"/>
                      <a:gd name="T2" fmla="*/ 27 w 54"/>
                      <a:gd name="T3" fmla="*/ 238 h 238"/>
                      <a:gd name="T4" fmla="*/ 54 w 54"/>
                      <a:gd name="T5" fmla="*/ 211 h 238"/>
                      <a:gd name="T6" fmla="*/ 54 w 54"/>
                      <a:gd name="T7" fmla="*/ 0 h 238"/>
                      <a:gd name="T8" fmla="*/ 0 w 54"/>
                      <a:gd name="T9" fmla="*/ 0 h 238"/>
                      <a:gd name="T10" fmla="*/ 0 w 54"/>
                      <a:gd name="T11" fmla="*/ 211 h 238"/>
                      <a:gd name="T12" fmla="*/ 0 w 54"/>
                      <a:gd name="T13" fmla="*/ 211 h 2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8">
                        <a:moveTo>
                          <a:pt x="0" y="211"/>
                        </a:moveTo>
                        <a:cubicBezTo>
                          <a:pt x="0" y="231"/>
                          <a:pt x="13" y="238"/>
                          <a:pt x="27" y="238"/>
                        </a:cubicBezTo>
                        <a:cubicBezTo>
                          <a:pt x="40" y="238"/>
                          <a:pt x="54" y="231"/>
                          <a:pt x="54" y="211"/>
                        </a:cubicBezTo>
                        <a:cubicBezTo>
                          <a:pt x="54" y="0"/>
                          <a:pt x="54" y="0"/>
                          <a:pt x="54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832" name="Freeform 111">
                    <a:extLst>
                      <a:ext uri="{FF2B5EF4-FFF2-40B4-BE49-F238E27FC236}">
                        <a16:creationId xmlns:a16="http://schemas.microsoft.com/office/drawing/2014/main" id="{19E86B32-291E-1280-8814-5A6DE904B79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886863" y="3165475"/>
                    <a:ext cx="30163" cy="128588"/>
                  </a:xfrm>
                  <a:custGeom>
                    <a:avLst/>
                    <a:gdLst>
                      <a:gd name="T0" fmla="*/ 0 w 54"/>
                      <a:gd name="T1" fmla="*/ 211 h 238"/>
                      <a:gd name="T2" fmla="*/ 27 w 54"/>
                      <a:gd name="T3" fmla="*/ 238 h 238"/>
                      <a:gd name="T4" fmla="*/ 54 w 54"/>
                      <a:gd name="T5" fmla="*/ 211 h 238"/>
                      <a:gd name="T6" fmla="*/ 54 w 54"/>
                      <a:gd name="T7" fmla="*/ 0 h 238"/>
                      <a:gd name="T8" fmla="*/ 0 w 54"/>
                      <a:gd name="T9" fmla="*/ 0 h 238"/>
                      <a:gd name="T10" fmla="*/ 0 w 54"/>
                      <a:gd name="T11" fmla="*/ 211 h 238"/>
                      <a:gd name="T12" fmla="*/ 0 w 54"/>
                      <a:gd name="T13" fmla="*/ 211 h 2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8">
                        <a:moveTo>
                          <a:pt x="0" y="211"/>
                        </a:moveTo>
                        <a:cubicBezTo>
                          <a:pt x="0" y="231"/>
                          <a:pt x="13" y="238"/>
                          <a:pt x="27" y="238"/>
                        </a:cubicBezTo>
                        <a:cubicBezTo>
                          <a:pt x="40" y="238"/>
                          <a:pt x="54" y="231"/>
                          <a:pt x="54" y="211"/>
                        </a:cubicBezTo>
                        <a:cubicBezTo>
                          <a:pt x="54" y="0"/>
                          <a:pt x="54" y="0"/>
                          <a:pt x="54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833" name="Freeform 112">
                    <a:extLst>
                      <a:ext uri="{FF2B5EF4-FFF2-40B4-BE49-F238E27FC236}">
                        <a16:creationId xmlns:a16="http://schemas.microsoft.com/office/drawing/2014/main" id="{A4113E10-C5D9-678B-1A99-300811894E43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21401088" y="2478088"/>
                    <a:ext cx="654050" cy="658813"/>
                  </a:xfrm>
                  <a:custGeom>
                    <a:avLst/>
                    <a:gdLst>
                      <a:gd name="T0" fmla="*/ 952 w 1208"/>
                      <a:gd name="T1" fmla="*/ 0 h 1215"/>
                      <a:gd name="T2" fmla="*/ 736 w 1208"/>
                      <a:gd name="T3" fmla="*/ 0 h 1215"/>
                      <a:gd name="T4" fmla="*/ 526 w 1208"/>
                      <a:gd name="T5" fmla="*/ 0 h 1215"/>
                      <a:gd name="T6" fmla="*/ 310 w 1208"/>
                      <a:gd name="T7" fmla="*/ 0 h 1215"/>
                      <a:gd name="T8" fmla="*/ 128 w 1208"/>
                      <a:gd name="T9" fmla="*/ 0 h 1215"/>
                      <a:gd name="T10" fmla="*/ 0 w 1208"/>
                      <a:gd name="T11" fmla="*/ 264 h 1215"/>
                      <a:gd name="T12" fmla="*/ 0 w 1208"/>
                      <a:gd name="T13" fmla="*/ 473 h 1215"/>
                      <a:gd name="T14" fmla="*/ 0 w 1208"/>
                      <a:gd name="T15" fmla="*/ 689 h 1215"/>
                      <a:gd name="T16" fmla="*/ 0 w 1208"/>
                      <a:gd name="T17" fmla="*/ 898 h 1215"/>
                      <a:gd name="T18" fmla="*/ 0 w 1208"/>
                      <a:gd name="T19" fmla="*/ 1087 h 1215"/>
                      <a:gd name="T20" fmla="*/ 256 w 1208"/>
                      <a:gd name="T21" fmla="*/ 1215 h 1215"/>
                      <a:gd name="T22" fmla="*/ 472 w 1208"/>
                      <a:gd name="T23" fmla="*/ 1215 h 1215"/>
                      <a:gd name="T24" fmla="*/ 682 w 1208"/>
                      <a:gd name="T25" fmla="*/ 1215 h 1215"/>
                      <a:gd name="T26" fmla="*/ 898 w 1208"/>
                      <a:gd name="T27" fmla="*/ 1215 h 1215"/>
                      <a:gd name="T28" fmla="*/ 1080 w 1208"/>
                      <a:gd name="T29" fmla="*/ 1215 h 1215"/>
                      <a:gd name="T30" fmla="*/ 1208 w 1208"/>
                      <a:gd name="T31" fmla="*/ 952 h 1215"/>
                      <a:gd name="T32" fmla="*/ 1208 w 1208"/>
                      <a:gd name="T33" fmla="*/ 743 h 1215"/>
                      <a:gd name="T34" fmla="*/ 1208 w 1208"/>
                      <a:gd name="T35" fmla="*/ 527 h 1215"/>
                      <a:gd name="T36" fmla="*/ 1208 w 1208"/>
                      <a:gd name="T37" fmla="*/ 318 h 1215"/>
                      <a:gd name="T38" fmla="*/ 1208 w 1208"/>
                      <a:gd name="T39" fmla="*/ 129 h 1215"/>
                      <a:gd name="T40" fmla="*/ 1154 w 1208"/>
                      <a:gd name="T41" fmla="*/ 264 h 1215"/>
                      <a:gd name="T42" fmla="*/ 1154 w 1208"/>
                      <a:gd name="T43" fmla="*/ 473 h 1215"/>
                      <a:gd name="T44" fmla="*/ 1154 w 1208"/>
                      <a:gd name="T45" fmla="*/ 689 h 1215"/>
                      <a:gd name="T46" fmla="*/ 1154 w 1208"/>
                      <a:gd name="T47" fmla="*/ 898 h 1215"/>
                      <a:gd name="T48" fmla="*/ 1154 w 1208"/>
                      <a:gd name="T49" fmla="*/ 1087 h 1215"/>
                      <a:gd name="T50" fmla="*/ 952 w 1208"/>
                      <a:gd name="T51" fmla="*/ 1161 h 1215"/>
                      <a:gd name="T52" fmla="*/ 736 w 1208"/>
                      <a:gd name="T53" fmla="*/ 1161 h 1215"/>
                      <a:gd name="T54" fmla="*/ 526 w 1208"/>
                      <a:gd name="T55" fmla="*/ 1161 h 1215"/>
                      <a:gd name="T56" fmla="*/ 310 w 1208"/>
                      <a:gd name="T57" fmla="*/ 1161 h 1215"/>
                      <a:gd name="T58" fmla="*/ 128 w 1208"/>
                      <a:gd name="T59" fmla="*/ 1161 h 1215"/>
                      <a:gd name="T60" fmla="*/ 54 w 1208"/>
                      <a:gd name="T61" fmla="*/ 952 h 1215"/>
                      <a:gd name="T62" fmla="*/ 54 w 1208"/>
                      <a:gd name="T63" fmla="*/ 743 h 1215"/>
                      <a:gd name="T64" fmla="*/ 54 w 1208"/>
                      <a:gd name="T65" fmla="*/ 527 h 1215"/>
                      <a:gd name="T66" fmla="*/ 54 w 1208"/>
                      <a:gd name="T67" fmla="*/ 318 h 1215"/>
                      <a:gd name="T68" fmla="*/ 54 w 1208"/>
                      <a:gd name="T69" fmla="*/ 129 h 1215"/>
                      <a:gd name="T70" fmla="*/ 256 w 1208"/>
                      <a:gd name="T71" fmla="*/ 54 h 1215"/>
                      <a:gd name="T72" fmla="*/ 472 w 1208"/>
                      <a:gd name="T73" fmla="*/ 54 h 1215"/>
                      <a:gd name="T74" fmla="*/ 682 w 1208"/>
                      <a:gd name="T75" fmla="*/ 54 h 1215"/>
                      <a:gd name="T76" fmla="*/ 898 w 1208"/>
                      <a:gd name="T77" fmla="*/ 54 h 1215"/>
                      <a:gd name="T78" fmla="*/ 1080 w 1208"/>
                      <a:gd name="T79" fmla="*/ 54 h 1215"/>
                      <a:gd name="T80" fmla="*/ 1154 w 1208"/>
                      <a:gd name="T81" fmla="*/ 264 h 121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</a:cxnLst>
                    <a:rect l="0" t="0" r="r" b="b"/>
                    <a:pathLst>
                      <a:path w="1208" h="1215">
                        <a:moveTo>
                          <a:pt x="1080" y="0"/>
                        </a:moveTo>
                        <a:cubicBezTo>
                          <a:pt x="952" y="0"/>
                          <a:pt x="952" y="0"/>
                          <a:pt x="952" y="0"/>
                        </a:cubicBezTo>
                        <a:cubicBezTo>
                          <a:pt x="898" y="0"/>
                          <a:pt x="898" y="0"/>
                          <a:pt x="898" y="0"/>
                        </a:cubicBezTo>
                        <a:cubicBezTo>
                          <a:pt x="736" y="0"/>
                          <a:pt x="736" y="0"/>
                          <a:pt x="736" y="0"/>
                        </a:cubicBezTo>
                        <a:cubicBezTo>
                          <a:pt x="682" y="0"/>
                          <a:pt x="682" y="0"/>
                          <a:pt x="682" y="0"/>
                        </a:cubicBezTo>
                        <a:cubicBezTo>
                          <a:pt x="526" y="0"/>
                          <a:pt x="526" y="0"/>
                          <a:pt x="526" y="0"/>
                        </a:cubicBezTo>
                        <a:cubicBezTo>
                          <a:pt x="472" y="0"/>
                          <a:pt x="472" y="0"/>
                          <a:pt x="472" y="0"/>
                        </a:cubicBezTo>
                        <a:cubicBezTo>
                          <a:pt x="310" y="0"/>
                          <a:pt x="310" y="0"/>
                          <a:pt x="310" y="0"/>
                        </a:cubicBezTo>
                        <a:cubicBezTo>
                          <a:pt x="256" y="0"/>
                          <a:pt x="256" y="0"/>
                          <a:pt x="256" y="0"/>
                        </a:cubicBezTo>
                        <a:cubicBezTo>
                          <a:pt x="128" y="0"/>
                          <a:pt x="128" y="0"/>
                          <a:pt x="128" y="0"/>
                        </a:cubicBezTo>
                        <a:cubicBezTo>
                          <a:pt x="54" y="0"/>
                          <a:pt x="0" y="61"/>
                          <a:pt x="0" y="129"/>
                        </a:cubicBezTo>
                        <a:cubicBezTo>
                          <a:pt x="0" y="264"/>
                          <a:pt x="0" y="264"/>
                          <a:pt x="0" y="264"/>
                        </a:cubicBezTo>
                        <a:cubicBezTo>
                          <a:pt x="0" y="318"/>
                          <a:pt x="0" y="318"/>
                          <a:pt x="0" y="318"/>
                        </a:cubicBezTo>
                        <a:cubicBezTo>
                          <a:pt x="0" y="473"/>
                          <a:pt x="0" y="473"/>
                          <a:pt x="0" y="473"/>
                        </a:cubicBezTo>
                        <a:cubicBezTo>
                          <a:pt x="0" y="527"/>
                          <a:pt x="0" y="527"/>
                          <a:pt x="0" y="527"/>
                        </a:cubicBezTo>
                        <a:cubicBezTo>
                          <a:pt x="0" y="689"/>
                          <a:pt x="0" y="689"/>
                          <a:pt x="0" y="689"/>
                        </a:cubicBezTo>
                        <a:cubicBezTo>
                          <a:pt x="0" y="743"/>
                          <a:pt x="0" y="743"/>
                          <a:pt x="0" y="743"/>
                        </a:cubicBezTo>
                        <a:cubicBezTo>
                          <a:pt x="0" y="898"/>
                          <a:pt x="0" y="898"/>
                          <a:pt x="0" y="898"/>
                        </a:cubicBezTo>
                        <a:cubicBezTo>
                          <a:pt x="0" y="952"/>
                          <a:pt x="0" y="952"/>
                          <a:pt x="0" y="952"/>
                        </a:cubicBezTo>
                        <a:cubicBezTo>
                          <a:pt x="0" y="1087"/>
                          <a:pt x="0" y="1087"/>
                          <a:pt x="0" y="1087"/>
                        </a:cubicBezTo>
                        <a:cubicBezTo>
                          <a:pt x="0" y="1161"/>
                          <a:pt x="54" y="1215"/>
                          <a:pt x="128" y="1215"/>
                        </a:cubicBezTo>
                        <a:cubicBezTo>
                          <a:pt x="256" y="1215"/>
                          <a:pt x="256" y="1215"/>
                          <a:pt x="256" y="1215"/>
                        </a:cubicBezTo>
                        <a:cubicBezTo>
                          <a:pt x="310" y="1215"/>
                          <a:pt x="310" y="1215"/>
                          <a:pt x="310" y="1215"/>
                        </a:cubicBezTo>
                        <a:cubicBezTo>
                          <a:pt x="472" y="1215"/>
                          <a:pt x="472" y="1215"/>
                          <a:pt x="472" y="1215"/>
                        </a:cubicBezTo>
                        <a:cubicBezTo>
                          <a:pt x="526" y="1215"/>
                          <a:pt x="526" y="1215"/>
                          <a:pt x="526" y="1215"/>
                        </a:cubicBezTo>
                        <a:cubicBezTo>
                          <a:pt x="682" y="1215"/>
                          <a:pt x="682" y="1215"/>
                          <a:pt x="682" y="1215"/>
                        </a:cubicBezTo>
                        <a:cubicBezTo>
                          <a:pt x="736" y="1215"/>
                          <a:pt x="736" y="1215"/>
                          <a:pt x="736" y="1215"/>
                        </a:cubicBezTo>
                        <a:cubicBezTo>
                          <a:pt x="898" y="1215"/>
                          <a:pt x="898" y="1215"/>
                          <a:pt x="898" y="1215"/>
                        </a:cubicBezTo>
                        <a:cubicBezTo>
                          <a:pt x="952" y="1215"/>
                          <a:pt x="952" y="1215"/>
                          <a:pt x="952" y="1215"/>
                        </a:cubicBezTo>
                        <a:cubicBezTo>
                          <a:pt x="1080" y="1215"/>
                          <a:pt x="1080" y="1215"/>
                          <a:pt x="1080" y="1215"/>
                        </a:cubicBezTo>
                        <a:cubicBezTo>
                          <a:pt x="1154" y="1215"/>
                          <a:pt x="1208" y="1161"/>
                          <a:pt x="1208" y="1087"/>
                        </a:cubicBezTo>
                        <a:cubicBezTo>
                          <a:pt x="1208" y="952"/>
                          <a:pt x="1208" y="952"/>
                          <a:pt x="1208" y="952"/>
                        </a:cubicBezTo>
                        <a:cubicBezTo>
                          <a:pt x="1208" y="898"/>
                          <a:pt x="1208" y="898"/>
                          <a:pt x="1208" y="898"/>
                        </a:cubicBezTo>
                        <a:cubicBezTo>
                          <a:pt x="1208" y="743"/>
                          <a:pt x="1208" y="743"/>
                          <a:pt x="1208" y="743"/>
                        </a:cubicBezTo>
                        <a:cubicBezTo>
                          <a:pt x="1208" y="689"/>
                          <a:pt x="1208" y="689"/>
                          <a:pt x="1208" y="689"/>
                        </a:cubicBezTo>
                        <a:cubicBezTo>
                          <a:pt x="1208" y="527"/>
                          <a:pt x="1208" y="527"/>
                          <a:pt x="1208" y="527"/>
                        </a:cubicBezTo>
                        <a:cubicBezTo>
                          <a:pt x="1208" y="473"/>
                          <a:pt x="1208" y="473"/>
                          <a:pt x="1208" y="473"/>
                        </a:cubicBezTo>
                        <a:cubicBezTo>
                          <a:pt x="1208" y="318"/>
                          <a:pt x="1208" y="318"/>
                          <a:pt x="1208" y="318"/>
                        </a:cubicBezTo>
                        <a:cubicBezTo>
                          <a:pt x="1208" y="264"/>
                          <a:pt x="1208" y="264"/>
                          <a:pt x="1208" y="264"/>
                        </a:cubicBezTo>
                        <a:cubicBezTo>
                          <a:pt x="1208" y="129"/>
                          <a:pt x="1208" y="129"/>
                          <a:pt x="1208" y="129"/>
                        </a:cubicBezTo>
                        <a:cubicBezTo>
                          <a:pt x="1208" y="61"/>
                          <a:pt x="1154" y="0"/>
                          <a:pt x="1080" y="0"/>
                        </a:cubicBezTo>
                        <a:close/>
                        <a:moveTo>
                          <a:pt x="1154" y="264"/>
                        </a:moveTo>
                        <a:cubicBezTo>
                          <a:pt x="1154" y="318"/>
                          <a:pt x="1154" y="318"/>
                          <a:pt x="1154" y="318"/>
                        </a:cubicBezTo>
                        <a:cubicBezTo>
                          <a:pt x="1154" y="473"/>
                          <a:pt x="1154" y="473"/>
                          <a:pt x="1154" y="473"/>
                        </a:cubicBezTo>
                        <a:cubicBezTo>
                          <a:pt x="1154" y="527"/>
                          <a:pt x="1154" y="527"/>
                          <a:pt x="1154" y="527"/>
                        </a:cubicBezTo>
                        <a:cubicBezTo>
                          <a:pt x="1154" y="689"/>
                          <a:pt x="1154" y="689"/>
                          <a:pt x="1154" y="689"/>
                        </a:cubicBezTo>
                        <a:cubicBezTo>
                          <a:pt x="1154" y="743"/>
                          <a:pt x="1154" y="743"/>
                          <a:pt x="1154" y="743"/>
                        </a:cubicBezTo>
                        <a:cubicBezTo>
                          <a:pt x="1154" y="898"/>
                          <a:pt x="1154" y="898"/>
                          <a:pt x="1154" y="898"/>
                        </a:cubicBezTo>
                        <a:cubicBezTo>
                          <a:pt x="1154" y="952"/>
                          <a:pt x="1154" y="952"/>
                          <a:pt x="1154" y="952"/>
                        </a:cubicBezTo>
                        <a:cubicBezTo>
                          <a:pt x="1154" y="1087"/>
                          <a:pt x="1154" y="1087"/>
                          <a:pt x="1154" y="1087"/>
                        </a:cubicBezTo>
                        <a:cubicBezTo>
                          <a:pt x="1154" y="1127"/>
                          <a:pt x="1127" y="1161"/>
                          <a:pt x="1080" y="1161"/>
                        </a:cubicBezTo>
                        <a:cubicBezTo>
                          <a:pt x="952" y="1161"/>
                          <a:pt x="952" y="1161"/>
                          <a:pt x="952" y="1161"/>
                        </a:cubicBezTo>
                        <a:cubicBezTo>
                          <a:pt x="898" y="1161"/>
                          <a:pt x="898" y="1161"/>
                          <a:pt x="898" y="1161"/>
                        </a:cubicBezTo>
                        <a:cubicBezTo>
                          <a:pt x="736" y="1161"/>
                          <a:pt x="736" y="1161"/>
                          <a:pt x="736" y="1161"/>
                        </a:cubicBezTo>
                        <a:cubicBezTo>
                          <a:pt x="682" y="1161"/>
                          <a:pt x="682" y="1161"/>
                          <a:pt x="682" y="1161"/>
                        </a:cubicBezTo>
                        <a:cubicBezTo>
                          <a:pt x="526" y="1161"/>
                          <a:pt x="526" y="1161"/>
                          <a:pt x="526" y="1161"/>
                        </a:cubicBezTo>
                        <a:cubicBezTo>
                          <a:pt x="472" y="1161"/>
                          <a:pt x="472" y="1161"/>
                          <a:pt x="472" y="1161"/>
                        </a:cubicBezTo>
                        <a:cubicBezTo>
                          <a:pt x="310" y="1161"/>
                          <a:pt x="310" y="1161"/>
                          <a:pt x="310" y="1161"/>
                        </a:cubicBezTo>
                        <a:cubicBezTo>
                          <a:pt x="256" y="1161"/>
                          <a:pt x="256" y="1161"/>
                          <a:pt x="256" y="1161"/>
                        </a:cubicBezTo>
                        <a:cubicBezTo>
                          <a:pt x="128" y="1161"/>
                          <a:pt x="128" y="1161"/>
                          <a:pt x="128" y="1161"/>
                        </a:cubicBezTo>
                        <a:cubicBezTo>
                          <a:pt x="81" y="1161"/>
                          <a:pt x="54" y="1127"/>
                          <a:pt x="54" y="1087"/>
                        </a:cubicBezTo>
                        <a:cubicBezTo>
                          <a:pt x="54" y="952"/>
                          <a:pt x="54" y="952"/>
                          <a:pt x="54" y="952"/>
                        </a:cubicBezTo>
                        <a:cubicBezTo>
                          <a:pt x="54" y="898"/>
                          <a:pt x="54" y="898"/>
                          <a:pt x="54" y="898"/>
                        </a:cubicBezTo>
                        <a:cubicBezTo>
                          <a:pt x="54" y="743"/>
                          <a:pt x="54" y="743"/>
                          <a:pt x="54" y="743"/>
                        </a:cubicBezTo>
                        <a:cubicBezTo>
                          <a:pt x="54" y="689"/>
                          <a:pt x="54" y="689"/>
                          <a:pt x="54" y="689"/>
                        </a:cubicBezTo>
                        <a:cubicBezTo>
                          <a:pt x="54" y="527"/>
                          <a:pt x="54" y="527"/>
                          <a:pt x="54" y="527"/>
                        </a:cubicBezTo>
                        <a:cubicBezTo>
                          <a:pt x="54" y="473"/>
                          <a:pt x="54" y="473"/>
                          <a:pt x="54" y="473"/>
                        </a:cubicBezTo>
                        <a:cubicBezTo>
                          <a:pt x="54" y="318"/>
                          <a:pt x="54" y="318"/>
                          <a:pt x="54" y="318"/>
                        </a:cubicBezTo>
                        <a:cubicBezTo>
                          <a:pt x="54" y="264"/>
                          <a:pt x="54" y="264"/>
                          <a:pt x="54" y="264"/>
                        </a:cubicBezTo>
                        <a:cubicBezTo>
                          <a:pt x="54" y="129"/>
                          <a:pt x="54" y="129"/>
                          <a:pt x="54" y="129"/>
                        </a:cubicBezTo>
                        <a:cubicBezTo>
                          <a:pt x="54" y="88"/>
                          <a:pt x="81" y="54"/>
                          <a:pt x="128" y="54"/>
                        </a:cubicBezTo>
                        <a:cubicBezTo>
                          <a:pt x="256" y="54"/>
                          <a:pt x="256" y="54"/>
                          <a:pt x="256" y="54"/>
                        </a:cubicBezTo>
                        <a:cubicBezTo>
                          <a:pt x="310" y="54"/>
                          <a:pt x="310" y="54"/>
                          <a:pt x="310" y="54"/>
                        </a:cubicBezTo>
                        <a:cubicBezTo>
                          <a:pt x="472" y="54"/>
                          <a:pt x="472" y="54"/>
                          <a:pt x="472" y="54"/>
                        </a:cubicBezTo>
                        <a:cubicBezTo>
                          <a:pt x="526" y="54"/>
                          <a:pt x="526" y="54"/>
                          <a:pt x="526" y="54"/>
                        </a:cubicBezTo>
                        <a:cubicBezTo>
                          <a:pt x="682" y="54"/>
                          <a:pt x="682" y="54"/>
                          <a:pt x="682" y="54"/>
                        </a:cubicBezTo>
                        <a:cubicBezTo>
                          <a:pt x="736" y="54"/>
                          <a:pt x="736" y="54"/>
                          <a:pt x="736" y="54"/>
                        </a:cubicBezTo>
                        <a:cubicBezTo>
                          <a:pt x="898" y="54"/>
                          <a:pt x="898" y="54"/>
                          <a:pt x="898" y="54"/>
                        </a:cubicBezTo>
                        <a:cubicBezTo>
                          <a:pt x="952" y="54"/>
                          <a:pt x="952" y="54"/>
                          <a:pt x="952" y="54"/>
                        </a:cubicBezTo>
                        <a:cubicBezTo>
                          <a:pt x="1080" y="54"/>
                          <a:pt x="1080" y="54"/>
                          <a:pt x="1080" y="54"/>
                        </a:cubicBezTo>
                        <a:cubicBezTo>
                          <a:pt x="1127" y="54"/>
                          <a:pt x="1154" y="88"/>
                          <a:pt x="1154" y="129"/>
                        </a:cubicBezTo>
                        <a:cubicBezTo>
                          <a:pt x="1154" y="264"/>
                          <a:pt x="1154" y="264"/>
                          <a:pt x="1154" y="264"/>
                        </a:cubicBezTo>
                        <a:cubicBezTo>
                          <a:pt x="1154" y="264"/>
                          <a:pt x="1154" y="264"/>
                          <a:pt x="1154" y="264"/>
                        </a:cubicBezTo>
                        <a:close/>
                      </a:path>
                    </a:pathLst>
                  </a:custGeom>
                  <a:solidFill>
                    <a:schemeClr val="tx1">
                      <a:lumMod val="85000"/>
                      <a:lumOff val="15000"/>
                    </a:scheme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</p:grpSp>
            <p:pic>
              <p:nvPicPr>
                <p:cNvPr id="1815" name="그림 1814">
                  <a:extLst>
                    <a:ext uri="{FF2B5EF4-FFF2-40B4-BE49-F238E27FC236}">
                      <a16:creationId xmlns:a16="http://schemas.microsoft.com/office/drawing/2014/main" id="{A2040AEF-86FD-FFEA-204F-20268F92C71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lum bright="100000"/>
                </a:blip>
                <a:stretch>
                  <a:fillRect/>
                </a:stretch>
              </p:blipFill>
              <p:spPr>
                <a:xfrm>
                  <a:off x="1124483" y="5707212"/>
                  <a:ext cx="491143" cy="179999"/>
                </a:xfrm>
                <a:prstGeom prst="rect">
                  <a:avLst/>
                </a:prstGeom>
              </p:spPr>
            </p:pic>
          </p:grpSp>
        </p:grpSp>
        <p:sp>
          <p:nvSpPr>
            <p:cNvPr id="1838" name="모서리가 둥근 직사각형 432">
              <a:extLst>
                <a:ext uri="{FF2B5EF4-FFF2-40B4-BE49-F238E27FC236}">
                  <a16:creationId xmlns:a16="http://schemas.microsoft.com/office/drawing/2014/main" id="{F46CF987-F88B-D621-AFEE-17F99B4F163E}"/>
                </a:ext>
              </a:extLst>
            </p:cNvPr>
            <p:cNvSpPr/>
            <p:nvPr/>
          </p:nvSpPr>
          <p:spPr>
            <a:xfrm>
              <a:off x="1919694" y="3191816"/>
              <a:ext cx="274947" cy="153888"/>
            </a:xfrm>
            <a:prstGeom prst="roundRect">
              <a:avLst>
                <a:gd name="adj" fmla="val 0"/>
              </a:avLst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t">
              <a:spAutoFit/>
            </a:bodyPr>
            <a:lstStyle/>
            <a:p>
              <a:pPr algn="ctr" defTabSz="1042988" eaLnBrk="0" latin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0000600000000000000" pitchFamily="2" charset="-127"/>
                </a:rPr>
                <a:t>데이터</a:t>
              </a:r>
              <a:endParaRPr kumimoji="0" lang="en-US" altLang="ko-KR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0000600000000000000" pitchFamily="2" charset="-127"/>
              </a:endParaRPr>
            </a:p>
            <a:p>
              <a:pPr algn="ctr" defTabSz="1042988" eaLnBrk="0" latin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kumimoji="0" lang="ko-KR" altLang="en-US" sz="5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0000600000000000000" pitchFamily="2" charset="-127"/>
                </a:rPr>
                <a:t>전처리</a:t>
              </a:r>
              <a:endParaRPr kumimoji="0" lang="en-US" altLang="ko-KR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0000600000000000000" pitchFamily="2" charset="-127"/>
              </a:endParaRPr>
            </a:p>
          </p:txBody>
        </p:sp>
        <p:grpSp>
          <p:nvGrpSpPr>
            <p:cNvPr id="1839" name="그룹 1838">
              <a:extLst>
                <a:ext uri="{FF2B5EF4-FFF2-40B4-BE49-F238E27FC236}">
                  <a16:creationId xmlns:a16="http://schemas.microsoft.com/office/drawing/2014/main" id="{A8718654-F3F7-BFE0-3EC3-2035E78D67B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58322" y="3279644"/>
              <a:ext cx="121595" cy="104848"/>
              <a:chOff x="11921385" y="4267725"/>
              <a:chExt cx="916126" cy="1260000"/>
            </a:xfrm>
          </p:grpSpPr>
          <p:sp>
            <p:nvSpPr>
              <p:cNvPr id="1840" name="사각형: 둥근 모서리 288">
                <a:extLst>
                  <a:ext uri="{FF2B5EF4-FFF2-40B4-BE49-F238E27FC236}">
                    <a16:creationId xmlns:a16="http://schemas.microsoft.com/office/drawing/2014/main" id="{57343399-B677-4746-8FCE-693DD7F316E6}"/>
                  </a:ext>
                </a:extLst>
              </p:cNvPr>
              <p:cNvSpPr/>
              <p:nvPr/>
            </p:nvSpPr>
            <p:spPr>
              <a:xfrm>
                <a:off x="11923596" y="4271687"/>
                <a:ext cx="911716" cy="1252078"/>
              </a:xfrm>
              <a:prstGeom prst="roundRect">
                <a:avLst>
                  <a:gd name="adj" fmla="val 7097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b="0" i="0" u="none" strike="noStrike" kern="1200" cap="none" spc="-30" normalizeH="0" baseline="0" noProof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ea typeface="KoPub돋움체 Medium"/>
                  <a:cs typeface="Arial"/>
                </a:endParaRPr>
              </a:p>
            </p:txBody>
          </p:sp>
          <p:grpSp>
            <p:nvGrpSpPr>
              <p:cNvPr id="1841" name="그룹 1840">
                <a:extLst>
                  <a:ext uri="{FF2B5EF4-FFF2-40B4-BE49-F238E27FC236}">
                    <a16:creationId xmlns:a16="http://schemas.microsoft.com/office/drawing/2014/main" id="{FFDCD295-44E3-0F6D-A479-FCE10C509CBC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1921389" y="4267727"/>
                <a:ext cx="916126" cy="1260000"/>
                <a:chOff x="14485938" y="-2571751"/>
                <a:chExt cx="554038" cy="762000"/>
              </a:xfrm>
              <a:solidFill>
                <a:srgbClr val="262626"/>
              </a:solidFill>
            </p:grpSpPr>
            <p:sp>
              <p:nvSpPr>
                <p:cNvPr id="1842" name="Freeform 230">
                  <a:extLst>
                    <a:ext uri="{FF2B5EF4-FFF2-40B4-BE49-F238E27FC236}">
                      <a16:creationId xmlns:a16="http://schemas.microsoft.com/office/drawing/2014/main" id="{8C4199AA-D995-8D09-AC83-C5CC5673F70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4485938" y="-2571751"/>
                  <a:ext cx="554038" cy="762000"/>
                </a:xfrm>
                <a:custGeom>
                  <a:avLst/>
                  <a:gdLst>
                    <a:gd name="T0" fmla="*/ 137 w 147"/>
                    <a:gd name="T1" fmla="*/ 0 h 200"/>
                    <a:gd name="T2" fmla="*/ 10 w 147"/>
                    <a:gd name="T3" fmla="*/ 0 h 200"/>
                    <a:gd name="T4" fmla="*/ 0 w 147"/>
                    <a:gd name="T5" fmla="*/ 10 h 200"/>
                    <a:gd name="T6" fmla="*/ 0 w 147"/>
                    <a:gd name="T7" fmla="*/ 190 h 200"/>
                    <a:gd name="T8" fmla="*/ 10 w 147"/>
                    <a:gd name="T9" fmla="*/ 200 h 200"/>
                    <a:gd name="T10" fmla="*/ 137 w 147"/>
                    <a:gd name="T11" fmla="*/ 200 h 200"/>
                    <a:gd name="T12" fmla="*/ 140 w 147"/>
                    <a:gd name="T13" fmla="*/ 199 h 200"/>
                    <a:gd name="T14" fmla="*/ 146 w 147"/>
                    <a:gd name="T15" fmla="*/ 193 h 200"/>
                    <a:gd name="T16" fmla="*/ 147 w 147"/>
                    <a:gd name="T17" fmla="*/ 190 h 200"/>
                    <a:gd name="T18" fmla="*/ 147 w 147"/>
                    <a:gd name="T19" fmla="*/ 10 h 200"/>
                    <a:gd name="T20" fmla="*/ 137 w 147"/>
                    <a:gd name="T21" fmla="*/ 0 h 200"/>
                    <a:gd name="T22" fmla="*/ 139 w 147"/>
                    <a:gd name="T23" fmla="*/ 189 h 200"/>
                    <a:gd name="T24" fmla="*/ 135 w 147"/>
                    <a:gd name="T25" fmla="*/ 192 h 200"/>
                    <a:gd name="T26" fmla="*/ 10 w 147"/>
                    <a:gd name="T27" fmla="*/ 192 h 200"/>
                    <a:gd name="T28" fmla="*/ 8 w 147"/>
                    <a:gd name="T29" fmla="*/ 190 h 200"/>
                    <a:gd name="T30" fmla="*/ 8 w 147"/>
                    <a:gd name="T31" fmla="*/ 10 h 200"/>
                    <a:gd name="T32" fmla="*/ 10 w 147"/>
                    <a:gd name="T33" fmla="*/ 8 h 200"/>
                    <a:gd name="T34" fmla="*/ 137 w 147"/>
                    <a:gd name="T35" fmla="*/ 8 h 200"/>
                    <a:gd name="T36" fmla="*/ 139 w 147"/>
                    <a:gd name="T37" fmla="*/ 10 h 200"/>
                    <a:gd name="T38" fmla="*/ 139 w 147"/>
                    <a:gd name="T39" fmla="*/ 189 h 2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147" h="200">
                      <a:moveTo>
                        <a:pt x="137" y="0"/>
                      </a:moveTo>
                      <a:cubicBezTo>
                        <a:pt x="10" y="0"/>
                        <a:pt x="10" y="0"/>
                        <a:pt x="10" y="0"/>
                      </a:cubicBezTo>
                      <a:cubicBezTo>
                        <a:pt x="4" y="0"/>
                        <a:pt x="0" y="5"/>
                        <a:pt x="0" y="10"/>
                      </a:cubicBezTo>
                      <a:cubicBezTo>
                        <a:pt x="0" y="190"/>
                        <a:pt x="0" y="190"/>
                        <a:pt x="0" y="190"/>
                      </a:cubicBezTo>
                      <a:cubicBezTo>
                        <a:pt x="0" y="196"/>
                        <a:pt x="4" y="200"/>
                        <a:pt x="10" y="200"/>
                      </a:cubicBezTo>
                      <a:cubicBezTo>
                        <a:pt x="137" y="200"/>
                        <a:pt x="137" y="200"/>
                        <a:pt x="137" y="200"/>
                      </a:cubicBezTo>
                      <a:cubicBezTo>
                        <a:pt x="138" y="200"/>
                        <a:pt x="139" y="200"/>
                        <a:pt x="140" y="199"/>
                      </a:cubicBezTo>
                      <a:cubicBezTo>
                        <a:pt x="146" y="193"/>
                        <a:pt x="146" y="193"/>
                        <a:pt x="146" y="193"/>
                      </a:cubicBezTo>
                      <a:cubicBezTo>
                        <a:pt x="146" y="192"/>
                        <a:pt x="147" y="191"/>
                        <a:pt x="147" y="190"/>
                      </a:cubicBezTo>
                      <a:cubicBezTo>
                        <a:pt x="147" y="10"/>
                        <a:pt x="147" y="10"/>
                        <a:pt x="147" y="10"/>
                      </a:cubicBezTo>
                      <a:cubicBezTo>
                        <a:pt x="147" y="5"/>
                        <a:pt x="142" y="0"/>
                        <a:pt x="137" y="0"/>
                      </a:cubicBezTo>
                      <a:close/>
                      <a:moveTo>
                        <a:pt x="139" y="189"/>
                      </a:moveTo>
                      <a:cubicBezTo>
                        <a:pt x="135" y="192"/>
                        <a:pt x="135" y="192"/>
                        <a:pt x="135" y="192"/>
                      </a:cubicBezTo>
                      <a:cubicBezTo>
                        <a:pt x="10" y="192"/>
                        <a:pt x="10" y="192"/>
                        <a:pt x="10" y="192"/>
                      </a:cubicBezTo>
                      <a:cubicBezTo>
                        <a:pt x="9" y="192"/>
                        <a:pt x="8" y="191"/>
                        <a:pt x="8" y="190"/>
                      </a:cubicBezTo>
                      <a:cubicBezTo>
                        <a:pt x="8" y="10"/>
                        <a:pt x="8" y="10"/>
                        <a:pt x="8" y="10"/>
                      </a:cubicBezTo>
                      <a:cubicBezTo>
                        <a:pt x="8" y="9"/>
                        <a:pt x="9" y="8"/>
                        <a:pt x="10" y="8"/>
                      </a:cubicBezTo>
                      <a:cubicBezTo>
                        <a:pt x="137" y="8"/>
                        <a:pt x="137" y="8"/>
                        <a:pt x="137" y="8"/>
                      </a:cubicBezTo>
                      <a:cubicBezTo>
                        <a:pt x="138" y="8"/>
                        <a:pt x="139" y="9"/>
                        <a:pt x="139" y="10"/>
                      </a:cubicBezTo>
                      <a:lnTo>
                        <a:pt x="139" y="189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  <p:sp>
              <p:nvSpPr>
                <p:cNvPr id="1843" name="Freeform 231">
                  <a:extLst>
                    <a:ext uri="{FF2B5EF4-FFF2-40B4-BE49-F238E27FC236}">
                      <a16:creationId xmlns:a16="http://schemas.microsoft.com/office/drawing/2014/main" id="{7D5DC797-8112-234E-7629-90275AC3F23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603413" y="-2403476"/>
                  <a:ext cx="315913" cy="30163"/>
                </a:xfrm>
                <a:custGeom>
                  <a:avLst/>
                  <a:gdLst>
                    <a:gd name="T0" fmla="*/ 80 w 84"/>
                    <a:gd name="T1" fmla="*/ 0 h 8"/>
                    <a:gd name="T2" fmla="*/ 4 w 84"/>
                    <a:gd name="T3" fmla="*/ 0 h 8"/>
                    <a:gd name="T4" fmla="*/ 0 w 84"/>
                    <a:gd name="T5" fmla="*/ 4 h 8"/>
                    <a:gd name="T6" fmla="*/ 4 w 84"/>
                    <a:gd name="T7" fmla="*/ 8 h 8"/>
                    <a:gd name="T8" fmla="*/ 80 w 84"/>
                    <a:gd name="T9" fmla="*/ 8 h 8"/>
                    <a:gd name="T10" fmla="*/ 84 w 84"/>
                    <a:gd name="T11" fmla="*/ 4 h 8"/>
                    <a:gd name="T12" fmla="*/ 80 w 84"/>
                    <a:gd name="T13" fmla="*/ 0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4" h="8">
                      <a:moveTo>
                        <a:pt x="80" y="0"/>
                      </a:move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2"/>
                        <a:pt x="0" y="4"/>
                      </a:cubicBezTo>
                      <a:cubicBezTo>
                        <a:pt x="0" y="6"/>
                        <a:pt x="2" y="8"/>
                        <a:pt x="4" y="8"/>
                      </a:cubicBezTo>
                      <a:cubicBezTo>
                        <a:pt x="80" y="8"/>
                        <a:pt x="80" y="8"/>
                        <a:pt x="80" y="8"/>
                      </a:cubicBezTo>
                      <a:cubicBezTo>
                        <a:pt x="82" y="8"/>
                        <a:pt x="84" y="6"/>
                        <a:pt x="84" y="4"/>
                      </a:cubicBezTo>
                      <a:cubicBezTo>
                        <a:pt x="84" y="2"/>
                        <a:pt x="82" y="0"/>
                        <a:pt x="8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</p:grpSp>
        </p:grpSp>
        <p:grpSp>
          <p:nvGrpSpPr>
            <p:cNvPr id="1844" name="그룹 1843">
              <a:extLst>
                <a:ext uri="{FF2B5EF4-FFF2-40B4-BE49-F238E27FC236}">
                  <a16:creationId xmlns:a16="http://schemas.microsoft.com/office/drawing/2014/main" id="{815F92CA-9DA6-7F7B-A9A5-D027E76B064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106798" y="3279644"/>
              <a:ext cx="121595" cy="104848"/>
              <a:chOff x="11921385" y="4267725"/>
              <a:chExt cx="916126" cy="1260000"/>
            </a:xfrm>
          </p:grpSpPr>
          <p:sp>
            <p:nvSpPr>
              <p:cNvPr id="1845" name="사각형: 둥근 모서리 284">
                <a:extLst>
                  <a:ext uri="{FF2B5EF4-FFF2-40B4-BE49-F238E27FC236}">
                    <a16:creationId xmlns:a16="http://schemas.microsoft.com/office/drawing/2014/main" id="{52D1ED0A-D64E-69D1-1F6B-A99C5942330C}"/>
                  </a:ext>
                </a:extLst>
              </p:cNvPr>
              <p:cNvSpPr/>
              <p:nvPr/>
            </p:nvSpPr>
            <p:spPr>
              <a:xfrm>
                <a:off x="11923596" y="4271687"/>
                <a:ext cx="911716" cy="1252078"/>
              </a:xfrm>
              <a:prstGeom prst="roundRect">
                <a:avLst>
                  <a:gd name="adj" fmla="val 7097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b="0" i="0" u="none" strike="noStrike" kern="1200" cap="none" spc="-30" normalizeH="0" baseline="0" noProof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ea typeface="KoPub돋움체 Medium"/>
                  <a:cs typeface="Arial"/>
                </a:endParaRPr>
              </a:p>
            </p:txBody>
          </p:sp>
          <p:grpSp>
            <p:nvGrpSpPr>
              <p:cNvPr id="1846" name="그룹 1845">
                <a:extLst>
                  <a:ext uri="{FF2B5EF4-FFF2-40B4-BE49-F238E27FC236}">
                    <a16:creationId xmlns:a16="http://schemas.microsoft.com/office/drawing/2014/main" id="{67895DB8-90D6-0FDA-F35B-DCEA6A234DBF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1921389" y="4267727"/>
                <a:ext cx="916126" cy="1260000"/>
                <a:chOff x="14485938" y="-2571751"/>
                <a:chExt cx="554038" cy="762000"/>
              </a:xfrm>
              <a:solidFill>
                <a:srgbClr val="262626"/>
              </a:solidFill>
            </p:grpSpPr>
            <p:sp>
              <p:nvSpPr>
                <p:cNvPr id="1847" name="Freeform 230">
                  <a:extLst>
                    <a:ext uri="{FF2B5EF4-FFF2-40B4-BE49-F238E27FC236}">
                      <a16:creationId xmlns:a16="http://schemas.microsoft.com/office/drawing/2014/main" id="{5E9CCAF9-C769-7AC4-7771-FEE88C313F2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4485938" y="-2571751"/>
                  <a:ext cx="554038" cy="762000"/>
                </a:xfrm>
                <a:custGeom>
                  <a:avLst/>
                  <a:gdLst>
                    <a:gd name="T0" fmla="*/ 137 w 147"/>
                    <a:gd name="T1" fmla="*/ 0 h 200"/>
                    <a:gd name="T2" fmla="*/ 10 w 147"/>
                    <a:gd name="T3" fmla="*/ 0 h 200"/>
                    <a:gd name="T4" fmla="*/ 0 w 147"/>
                    <a:gd name="T5" fmla="*/ 10 h 200"/>
                    <a:gd name="T6" fmla="*/ 0 w 147"/>
                    <a:gd name="T7" fmla="*/ 190 h 200"/>
                    <a:gd name="T8" fmla="*/ 10 w 147"/>
                    <a:gd name="T9" fmla="*/ 200 h 200"/>
                    <a:gd name="T10" fmla="*/ 137 w 147"/>
                    <a:gd name="T11" fmla="*/ 200 h 200"/>
                    <a:gd name="T12" fmla="*/ 140 w 147"/>
                    <a:gd name="T13" fmla="*/ 199 h 200"/>
                    <a:gd name="T14" fmla="*/ 146 w 147"/>
                    <a:gd name="T15" fmla="*/ 193 h 200"/>
                    <a:gd name="T16" fmla="*/ 147 w 147"/>
                    <a:gd name="T17" fmla="*/ 190 h 200"/>
                    <a:gd name="T18" fmla="*/ 147 w 147"/>
                    <a:gd name="T19" fmla="*/ 10 h 200"/>
                    <a:gd name="T20" fmla="*/ 137 w 147"/>
                    <a:gd name="T21" fmla="*/ 0 h 200"/>
                    <a:gd name="T22" fmla="*/ 139 w 147"/>
                    <a:gd name="T23" fmla="*/ 189 h 200"/>
                    <a:gd name="T24" fmla="*/ 135 w 147"/>
                    <a:gd name="T25" fmla="*/ 192 h 200"/>
                    <a:gd name="T26" fmla="*/ 10 w 147"/>
                    <a:gd name="T27" fmla="*/ 192 h 200"/>
                    <a:gd name="T28" fmla="*/ 8 w 147"/>
                    <a:gd name="T29" fmla="*/ 190 h 200"/>
                    <a:gd name="T30" fmla="*/ 8 w 147"/>
                    <a:gd name="T31" fmla="*/ 10 h 200"/>
                    <a:gd name="T32" fmla="*/ 10 w 147"/>
                    <a:gd name="T33" fmla="*/ 8 h 200"/>
                    <a:gd name="T34" fmla="*/ 137 w 147"/>
                    <a:gd name="T35" fmla="*/ 8 h 200"/>
                    <a:gd name="T36" fmla="*/ 139 w 147"/>
                    <a:gd name="T37" fmla="*/ 10 h 200"/>
                    <a:gd name="T38" fmla="*/ 139 w 147"/>
                    <a:gd name="T39" fmla="*/ 189 h 2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147" h="200">
                      <a:moveTo>
                        <a:pt x="137" y="0"/>
                      </a:moveTo>
                      <a:cubicBezTo>
                        <a:pt x="10" y="0"/>
                        <a:pt x="10" y="0"/>
                        <a:pt x="10" y="0"/>
                      </a:cubicBezTo>
                      <a:cubicBezTo>
                        <a:pt x="4" y="0"/>
                        <a:pt x="0" y="5"/>
                        <a:pt x="0" y="10"/>
                      </a:cubicBezTo>
                      <a:cubicBezTo>
                        <a:pt x="0" y="190"/>
                        <a:pt x="0" y="190"/>
                        <a:pt x="0" y="190"/>
                      </a:cubicBezTo>
                      <a:cubicBezTo>
                        <a:pt x="0" y="196"/>
                        <a:pt x="4" y="200"/>
                        <a:pt x="10" y="200"/>
                      </a:cubicBezTo>
                      <a:cubicBezTo>
                        <a:pt x="137" y="200"/>
                        <a:pt x="137" y="200"/>
                        <a:pt x="137" y="200"/>
                      </a:cubicBezTo>
                      <a:cubicBezTo>
                        <a:pt x="138" y="200"/>
                        <a:pt x="139" y="200"/>
                        <a:pt x="140" y="199"/>
                      </a:cubicBezTo>
                      <a:cubicBezTo>
                        <a:pt x="146" y="193"/>
                        <a:pt x="146" y="193"/>
                        <a:pt x="146" y="193"/>
                      </a:cubicBezTo>
                      <a:cubicBezTo>
                        <a:pt x="146" y="192"/>
                        <a:pt x="147" y="191"/>
                        <a:pt x="147" y="190"/>
                      </a:cubicBezTo>
                      <a:cubicBezTo>
                        <a:pt x="147" y="10"/>
                        <a:pt x="147" y="10"/>
                        <a:pt x="147" y="10"/>
                      </a:cubicBezTo>
                      <a:cubicBezTo>
                        <a:pt x="147" y="5"/>
                        <a:pt x="142" y="0"/>
                        <a:pt x="137" y="0"/>
                      </a:cubicBezTo>
                      <a:close/>
                      <a:moveTo>
                        <a:pt x="139" y="189"/>
                      </a:moveTo>
                      <a:cubicBezTo>
                        <a:pt x="135" y="192"/>
                        <a:pt x="135" y="192"/>
                        <a:pt x="135" y="192"/>
                      </a:cubicBezTo>
                      <a:cubicBezTo>
                        <a:pt x="10" y="192"/>
                        <a:pt x="10" y="192"/>
                        <a:pt x="10" y="192"/>
                      </a:cubicBezTo>
                      <a:cubicBezTo>
                        <a:pt x="9" y="192"/>
                        <a:pt x="8" y="191"/>
                        <a:pt x="8" y="190"/>
                      </a:cubicBezTo>
                      <a:cubicBezTo>
                        <a:pt x="8" y="10"/>
                        <a:pt x="8" y="10"/>
                        <a:pt x="8" y="10"/>
                      </a:cubicBezTo>
                      <a:cubicBezTo>
                        <a:pt x="8" y="9"/>
                        <a:pt x="9" y="8"/>
                        <a:pt x="10" y="8"/>
                      </a:cubicBezTo>
                      <a:cubicBezTo>
                        <a:pt x="137" y="8"/>
                        <a:pt x="137" y="8"/>
                        <a:pt x="137" y="8"/>
                      </a:cubicBezTo>
                      <a:cubicBezTo>
                        <a:pt x="138" y="8"/>
                        <a:pt x="139" y="9"/>
                        <a:pt x="139" y="10"/>
                      </a:cubicBezTo>
                      <a:lnTo>
                        <a:pt x="139" y="189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  <p:sp>
              <p:nvSpPr>
                <p:cNvPr id="1848" name="Freeform 231">
                  <a:extLst>
                    <a:ext uri="{FF2B5EF4-FFF2-40B4-BE49-F238E27FC236}">
                      <a16:creationId xmlns:a16="http://schemas.microsoft.com/office/drawing/2014/main" id="{4AD79920-C4F8-DB8E-DAB4-33568AAAF0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603413" y="-2403476"/>
                  <a:ext cx="315913" cy="30163"/>
                </a:xfrm>
                <a:custGeom>
                  <a:avLst/>
                  <a:gdLst>
                    <a:gd name="T0" fmla="*/ 80 w 84"/>
                    <a:gd name="T1" fmla="*/ 0 h 8"/>
                    <a:gd name="T2" fmla="*/ 4 w 84"/>
                    <a:gd name="T3" fmla="*/ 0 h 8"/>
                    <a:gd name="T4" fmla="*/ 0 w 84"/>
                    <a:gd name="T5" fmla="*/ 4 h 8"/>
                    <a:gd name="T6" fmla="*/ 4 w 84"/>
                    <a:gd name="T7" fmla="*/ 8 h 8"/>
                    <a:gd name="T8" fmla="*/ 80 w 84"/>
                    <a:gd name="T9" fmla="*/ 8 h 8"/>
                    <a:gd name="T10" fmla="*/ 84 w 84"/>
                    <a:gd name="T11" fmla="*/ 4 h 8"/>
                    <a:gd name="T12" fmla="*/ 80 w 84"/>
                    <a:gd name="T13" fmla="*/ 0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4" h="8">
                      <a:moveTo>
                        <a:pt x="80" y="0"/>
                      </a:move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2"/>
                        <a:pt x="0" y="4"/>
                      </a:cubicBezTo>
                      <a:cubicBezTo>
                        <a:pt x="0" y="6"/>
                        <a:pt x="2" y="8"/>
                        <a:pt x="4" y="8"/>
                      </a:cubicBezTo>
                      <a:cubicBezTo>
                        <a:pt x="80" y="8"/>
                        <a:pt x="80" y="8"/>
                        <a:pt x="80" y="8"/>
                      </a:cubicBezTo>
                      <a:cubicBezTo>
                        <a:pt x="82" y="8"/>
                        <a:pt x="84" y="6"/>
                        <a:pt x="84" y="4"/>
                      </a:cubicBezTo>
                      <a:cubicBezTo>
                        <a:pt x="84" y="2"/>
                        <a:pt x="82" y="0"/>
                        <a:pt x="8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</p:grpSp>
        </p:grpSp>
        <p:grpSp>
          <p:nvGrpSpPr>
            <p:cNvPr id="1849" name="그룹 1848">
              <a:extLst>
                <a:ext uri="{FF2B5EF4-FFF2-40B4-BE49-F238E27FC236}">
                  <a16:creationId xmlns:a16="http://schemas.microsoft.com/office/drawing/2014/main" id="{F24A22C9-6719-3968-8237-CA80D055B10A}"/>
                </a:ext>
              </a:extLst>
            </p:cNvPr>
            <p:cNvGrpSpPr/>
            <p:nvPr/>
          </p:nvGrpSpPr>
          <p:grpSpPr>
            <a:xfrm>
              <a:off x="809845" y="3279644"/>
              <a:ext cx="121595" cy="104848"/>
              <a:chOff x="-829161" y="5742087"/>
              <a:chExt cx="165459" cy="227564"/>
            </a:xfrm>
          </p:grpSpPr>
          <p:sp>
            <p:nvSpPr>
              <p:cNvPr id="1850" name="사각형: 둥근 모서리 284">
                <a:extLst>
                  <a:ext uri="{FF2B5EF4-FFF2-40B4-BE49-F238E27FC236}">
                    <a16:creationId xmlns:a16="http://schemas.microsoft.com/office/drawing/2014/main" id="{8AE1DDE8-294B-CBF9-5FB1-35D08F181596}"/>
                  </a:ext>
                </a:extLst>
              </p:cNvPr>
              <p:cNvSpPr/>
              <p:nvPr/>
            </p:nvSpPr>
            <p:spPr>
              <a:xfrm>
                <a:off x="-828763" y="5742087"/>
                <a:ext cx="164663" cy="226133"/>
              </a:xfrm>
              <a:prstGeom prst="roundRect">
                <a:avLst>
                  <a:gd name="adj" fmla="val 7097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b="0" i="0" u="none" strike="noStrike" kern="1200" cap="none" spc="-30" normalizeH="0" baseline="0" noProof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ea typeface="KoPub돋움체 Medium"/>
                  <a:cs typeface="Arial"/>
                </a:endParaRPr>
              </a:p>
            </p:txBody>
          </p:sp>
          <p:grpSp>
            <p:nvGrpSpPr>
              <p:cNvPr id="1851" name="그룹 1850">
                <a:extLst>
                  <a:ext uri="{FF2B5EF4-FFF2-40B4-BE49-F238E27FC236}">
                    <a16:creationId xmlns:a16="http://schemas.microsoft.com/office/drawing/2014/main" id="{72915BE3-D948-AB74-AEFB-A0AC4162DFCA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-829161" y="5742087"/>
                <a:ext cx="165459" cy="227564"/>
                <a:chOff x="14485938" y="-2571751"/>
                <a:chExt cx="554038" cy="762000"/>
              </a:xfrm>
              <a:solidFill>
                <a:srgbClr val="262626"/>
              </a:solidFill>
            </p:grpSpPr>
            <p:sp>
              <p:nvSpPr>
                <p:cNvPr id="1852" name="Freeform 230">
                  <a:extLst>
                    <a:ext uri="{FF2B5EF4-FFF2-40B4-BE49-F238E27FC236}">
                      <a16:creationId xmlns:a16="http://schemas.microsoft.com/office/drawing/2014/main" id="{48BA0A45-9204-D995-3F7A-47B68A67817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4485938" y="-2571751"/>
                  <a:ext cx="554038" cy="762000"/>
                </a:xfrm>
                <a:custGeom>
                  <a:avLst/>
                  <a:gdLst>
                    <a:gd name="T0" fmla="*/ 137 w 147"/>
                    <a:gd name="T1" fmla="*/ 0 h 200"/>
                    <a:gd name="T2" fmla="*/ 10 w 147"/>
                    <a:gd name="T3" fmla="*/ 0 h 200"/>
                    <a:gd name="T4" fmla="*/ 0 w 147"/>
                    <a:gd name="T5" fmla="*/ 10 h 200"/>
                    <a:gd name="T6" fmla="*/ 0 w 147"/>
                    <a:gd name="T7" fmla="*/ 190 h 200"/>
                    <a:gd name="T8" fmla="*/ 10 w 147"/>
                    <a:gd name="T9" fmla="*/ 200 h 200"/>
                    <a:gd name="T10" fmla="*/ 137 w 147"/>
                    <a:gd name="T11" fmla="*/ 200 h 200"/>
                    <a:gd name="T12" fmla="*/ 140 w 147"/>
                    <a:gd name="T13" fmla="*/ 199 h 200"/>
                    <a:gd name="T14" fmla="*/ 146 w 147"/>
                    <a:gd name="T15" fmla="*/ 193 h 200"/>
                    <a:gd name="T16" fmla="*/ 147 w 147"/>
                    <a:gd name="T17" fmla="*/ 190 h 200"/>
                    <a:gd name="T18" fmla="*/ 147 w 147"/>
                    <a:gd name="T19" fmla="*/ 10 h 200"/>
                    <a:gd name="T20" fmla="*/ 137 w 147"/>
                    <a:gd name="T21" fmla="*/ 0 h 200"/>
                    <a:gd name="T22" fmla="*/ 139 w 147"/>
                    <a:gd name="T23" fmla="*/ 189 h 200"/>
                    <a:gd name="T24" fmla="*/ 135 w 147"/>
                    <a:gd name="T25" fmla="*/ 192 h 200"/>
                    <a:gd name="T26" fmla="*/ 10 w 147"/>
                    <a:gd name="T27" fmla="*/ 192 h 200"/>
                    <a:gd name="T28" fmla="*/ 8 w 147"/>
                    <a:gd name="T29" fmla="*/ 190 h 200"/>
                    <a:gd name="T30" fmla="*/ 8 w 147"/>
                    <a:gd name="T31" fmla="*/ 10 h 200"/>
                    <a:gd name="T32" fmla="*/ 10 w 147"/>
                    <a:gd name="T33" fmla="*/ 8 h 200"/>
                    <a:gd name="T34" fmla="*/ 137 w 147"/>
                    <a:gd name="T35" fmla="*/ 8 h 200"/>
                    <a:gd name="T36" fmla="*/ 139 w 147"/>
                    <a:gd name="T37" fmla="*/ 10 h 200"/>
                    <a:gd name="T38" fmla="*/ 139 w 147"/>
                    <a:gd name="T39" fmla="*/ 189 h 2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147" h="200">
                      <a:moveTo>
                        <a:pt x="137" y="0"/>
                      </a:moveTo>
                      <a:cubicBezTo>
                        <a:pt x="10" y="0"/>
                        <a:pt x="10" y="0"/>
                        <a:pt x="10" y="0"/>
                      </a:cubicBezTo>
                      <a:cubicBezTo>
                        <a:pt x="4" y="0"/>
                        <a:pt x="0" y="5"/>
                        <a:pt x="0" y="10"/>
                      </a:cubicBezTo>
                      <a:cubicBezTo>
                        <a:pt x="0" y="190"/>
                        <a:pt x="0" y="190"/>
                        <a:pt x="0" y="190"/>
                      </a:cubicBezTo>
                      <a:cubicBezTo>
                        <a:pt x="0" y="196"/>
                        <a:pt x="4" y="200"/>
                        <a:pt x="10" y="200"/>
                      </a:cubicBezTo>
                      <a:cubicBezTo>
                        <a:pt x="137" y="200"/>
                        <a:pt x="137" y="200"/>
                        <a:pt x="137" y="200"/>
                      </a:cubicBezTo>
                      <a:cubicBezTo>
                        <a:pt x="138" y="200"/>
                        <a:pt x="139" y="200"/>
                        <a:pt x="140" y="199"/>
                      </a:cubicBezTo>
                      <a:cubicBezTo>
                        <a:pt x="146" y="193"/>
                        <a:pt x="146" y="193"/>
                        <a:pt x="146" y="193"/>
                      </a:cubicBezTo>
                      <a:cubicBezTo>
                        <a:pt x="146" y="192"/>
                        <a:pt x="147" y="191"/>
                        <a:pt x="147" y="190"/>
                      </a:cubicBezTo>
                      <a:cubicBezTo>
                        <a:pt x="147" y="10"/>
                        <a:pt x="147" y="10"/>
                        <a:pt x="147" y="10"/>
                      </a:cubicBezTo>
                      <a:cubicBezTo>
                        <a:pt x="147" y="5"/>
                        <a:pt x="142" y="0"/>
                        <a:pt x="137" y="0"/>
                      </a:cubicBezTo>
                      <a:close/>
                      <a:moveTo>
                        <a:pt x="139" y="189"/>
                      </a:moveTo>
                      <a:cubicBezTo>
                        <a:pt x="135" y="192"/>
                        <a:pt x="135" y="192"/>
                        <a:pt x="135" y="192"/>
                      </a:cubicBezTo>
                      <a:cubicBezTo>
                        <a:pt x="10" y="192"/>
                        <a:pt x="10" y="192"/>
                        <a:pt x="10" y="192"/>
                      </a:cubicBezTo>
                      <a:cubicBezTo>
                        <a:pt x="9" y="192"/>
                        <a:pt x="8" y="191"/>
                        <a:pt x="8" y="190"/>
                      </a:cubicBezTo>
                      <a:cubicBezTo>
                        <a:pt x="8" y="10"/>
                        <a:pt x="8" y="10"/>
                        <a:pt x="8" y="10"/>
                      </a:cubicBezTo>
                      <a:cubicBezTo>
                        <a:pt x="8" y="9"/>
                        <a:pt x="9" y="8"/>
                        <a:pt x="10" y="8"/>
                      </a:cubicBezTo>
                      <a:cubicBezTo>
                        <a:pt x="137" y="8"/>
                        <a:pt x="137" y="8"/>
                        <a:pt x="137" y="8"/>
                      </a:cubicBezTo>
                      <a:cubicBezTo>
                        <a:pt x="138" y="8"/>
                        <a:pt x="139" y="9"/>
                        <a:pt x="139" y="10"/>
                      </a:cubicBezTo>
                      <a:lnTo>
                        <a:pt x="139" y="189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  <p:sp>
              <p:nvSpPr>
                <p:cNvPr id="1853" name="Freeform 231">
                  <a:extLst>
                    <a:ext uri="{FF2B5EF4-FFF2-40B4-BE49-F238E27FC236}">
                      <a16:creationId xmlns:a16="http://schemas.microsoft.com/office/drawing/2014/main" id="{74E14541-3F7F-16C7-0919-05691E5F772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603413" y="-2403476"/>
                  <a:ext cx="315913" cy="30163"/>
                </a:xfrm>
                <a:custGeom>
                  <a:avLst/>
                  <a:gdLst>
                    <a:gd name="T0" fmla="*/ 80 w 84"/>
                    <a:gd name="T1" fmla="*/ 0 h 8"/>
                    <a:gd name="T2" fmla="*/ 4 w 84"/>
                    <a:gd name="T3" fmla="*/ 0 h 8"/>
                    <a:gd name="T4" fmla="*/ 0 w 84"/>
                    <a:gd name="T5" fmla="*/ 4 h 8"/>
                    <a:gd name="T6" fmla="*/ 4 w 84"/>
                    <a:gd name="T7" fmla="*/ 8 h 8"/>
                    <a:gd name="T8" fmla="*/ 80 w 84"/>
                    <a:gd name="T9" fmla="*/ 8 h 8"/>
                    <a:gd name="T10" fmla="*/ 84 w 84"/>
                    <a:gd name="T11" fmla="*/ 4 h 8"/>
                    <a:gd name="T12" fmla="*/ 80 w 84"/>
                    <a:gd name="T13" fmla="*/ 0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4" h="8">
                      <a:moveTo>
                        <a:pt x="80" y="0"/>
                      </a:move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2"/>
                        <a:pt x="0" y="4"/>
                      </a:cubicBezTo>
                      <a:cubicBezTo>
                        <a:pt x="0" y="6"/>
                        <a:pt x="2" y="8"/>
                        <a:pt x="4" y="8"/>
                      </a:cubicBezTo>
                      <a:cubicBezTo>
                        <a:pt x="80" y="8"/>
                        <a:pt x="80" y="8"/>
                        <a:pt x="80" y="8"/>
                      </a:cubicBezTo>
                      <a:cubicBezTo>
                        <a:pt x="82" y="8"/>
                        <a:pt x="84" y="6"/>
                        <a:pt x="84" y="4"/>
                      </a:cubicBezTo>
                      <a:cubicBezTo>
                        <a:pt x="84" y="2"/>
                        <a:pt x="82" y="0"/>
                        <a:pt x="8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</p:grpSp>
        </p:grpSp>
        <p:sp>
          <p:nvSpPr>
            <p:cNvPr id="1854" name="모서리가 둥근 직사각형 432">
              <a:extLst>
                <a:ext uri="{FF2B5EF4-FFF2-40B4-BE49-F238E27FC236}">
                  <a16:creationId xmlns:a16="http://schemas.microsoft.com/office/drawing/2014/main" id="{9709A8C9-CB96-37CA-5CBE-97E96DCD6F35}"/>
                </a:ext>
              </a:extLst>
            </p:cNvPr>
            <p:cNvSpPr/>
            <p:nvPr/>
          </p:nvSpPr>
          <p:spPr>
            <a:xfrm>
              <a:off x="701919" y="3399768"/>
              <a:ext cx="706783" cy="153888"/>
            </a:xfrm>
            <a:prstGeom prst="roundRect">
              <a:avLst>
                <a:gd name="adj" fmla="val 0"/>
              </a:avLst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t">
              <a:spAutoFit/>
            </a:bodyPr>
            <a:lstStyle/>
            <a:p>
              <a:pPr algn="ctr" defTabSz="1042988" eaLnBrk="0" latin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0000600000000000000" pitchFamily="2" charset="-127"/>
                </a:rPr>
                <a:t>모니터링</a:t>
              </a: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0000600000000000000" pitchFamily="2" charset="-127"/>
                </a:rPr>
                <a:t>/</a:t>
              </a:r>
              <a:r>
                <a: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0000600000000000000" pitchFamily="2" charset="-127"/>
                </a:rPr>
                <a:t>외부 </a:t>
              </a:r>
              <a:r>
                <a:rPr kumimoji="0"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0000600000000000000" pitchFamily="2" charset="-127"/>
                </a:rPr>
                <a:t>Edge/</a:t>
              </a:r>
              <a:r>
                <a: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0000600000000000000" pitchFamily="2" charset="-127"/>
                </a:rPr>
                <a:t>첨부파일 </a:t>
              </a:r>
              <a:endParaRPr kumimoji="0" lang="en-US" altLang="ko-KR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0000600000000000000" pitchFamily="2" charset="-127"/>
              </a:endParaRPr>
            </a:p>
          </p:txBody>
        </p:sp>
        <p:sp>
          <p:nvSpPr>
            <p:cNvPr id="1855" name="모서리가 둥근 직사각형 399">
              <a:extLst>
                <a:ext uri="{FF2B5EF4-FFF2-40B4-BE49-F238E27FC236}">
                  <a16:creationId xmlns:a16="http://schemas.microsoft.com/office/drawing/2014/main" id="{3F601A69-D7E2-5FEB-02E9-A3FD36E3243D}"/>
                </a:ext>
              </a:extLst>
            </p:cNvPr>
            <p:cNvSpPr/>
            <p:nvPr/>
          </p:nvSpPr>
          <p:spPr>
            <a:xfrm>
              <a:off x="1431609" y="3382874"/>
              <a:ext cx="224420" cy="80984"/>
            </a:xfrm>
            <a:prstGeom prst="roundRect">
              <a:avLst>
                <a:gd name="adj" fmla="val 0"/>
              </a:avLst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algn="ctr" defTabSz="1042988" eaLnBrk="0" latinLnBrk="0" hangingPunct="0">
                <a:lnSpc>
                  <a:spcPct val="110000"/>
                </a:lnSpc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0000600000000000000" pitchFamily="2" charset="-127"/>
                </a:rPr>
                <a:t>스토리지</a:t>
              </a:r>
              <a:endParaRPr kumimoji="0" lang="en-US" altLang="ko-KR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0000600000000000000" pitchFamily="2" charset="-127"/>
              </a:endParaRPr>
            </a:p>
          </p:txBody>
        </p:sp>
        <p:pic>
          <p:nvPicPr>
            <p:cNvPr id="1856" name="Picture 68" descr="DD-tower-front-2left">
              <a:extLst>
                <a:ext uri="{FF2B5EF4-FFF2-40B4-BE49-F238E27FC236}">
                  <a16:creationId xmlns:a16="http://schemas.microsoft.com/office/drawing/2014/main" id="{361435C7-0FF4-997D-30F6-15A1B979A0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prstClr val="black"/>
                <a:srgbClr val="D9C3A5">
                  <a:tint val="50000"/>
                  <a:satMod val="18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74840" y="3279644"/>
              <a:ext cx="92038" cy="992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57" name="Picture 55" descr="miniRS162-E4 3D">
              <a:extLst>
                <a:ext uri="{FF2B5EF4-FFF2-40B4-BE49-F238E27FC236}">
                  <a16:creationId xmlns:a16="http://schemas.microsoft.com/office/drawing/2014/main" id="{2D28EDF2-F4A5-C8B2-77EE-ECACCB7052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702" t="8876" r="2702" b="9431"/>
            <a:stretch>
              <a:fillRect/>
            </a:stretch>
          </p:blipFill>
          <p:spPr bwMode="auto">
            <a:xfrm>
              <a:off x="1772890" y="3281107"/>
              <a:ext cx="271810" cy="495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58" name="TextBox 1857">
              <a:extLst>
                <a:ext uri="{FF2B5EF4-FFF2-40B4-BE49-F238E27FC236}">
                  <a16:creationId xmlns:a16="http://schemas.microsoft.com/office/drawing/2014/main" id="{916C8DCE-5E12-2084-9A1D-36309FAAEB77}"/>
                </a:ext>
              </a:extLst>
            </p:cNvPr>
            <p:cNvSpPr txBox="1"/>
            <p:nvPr/>
          </p:nvSpPr>
          <p:spPr>
            <a:xfrm>
              <a:off x="1755197" y="3327790"/>
              <a:ext cx="294953" cy="769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algn="ctr">
                <a:defRPr sz="700">
                  <a:latin typeface="KoPub돋움체 Medium" panose="02020603020101020101" pitchFamily="18" charset="-127"/>
                  <a:ea typeface="KoPub돋움체 Medium" panose="02020603020101020101" pitchFamily="18" charset="-127"/>
                </a:defRPr>
              </a:lvl1pPr>
            </a:lstStyle>
            <a:p>
              <a:pPr latinLnBrk="0"/>
              <a:r>
                <a:rPr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</a:rPr>
                <a:t>SAN</a:t>
              </a:r>
              <a:r>
                <a:rPr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</a:rPr>
                <a:t>스위치</a:t>
              </a:r>
            </a:p>
          </p:txBody>
        </p:sp>
        <p:pic>
          <p:nvPicPr>
            <p:cNvPr id="1859" name="Picture 55" descr="miniRS162-E4 3D">
              <a:extLst>
                <a:ext uri="{FF2B5EF4-FFF2-40B4-BE49-F238E27FC236}">
                  <a16:creationId xmlns:a16="http://schemas.microsoft.com/office/drawing/2014/main" id="{894DADC7-6958-FD83-D8D0-ABD214AAFE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702" t="8876" r="2702" b="9431"/>
            <a:stretch>
              <a:fillRect/>
            </a:stretch>
          </p:blipFill>
          <p:spPr bwMode="auto">
            <a:xfrm>
              <a:off x="1778380" y="3369928"/>
              <a:ext cx="271810" cy="495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60" name="TextBox 1859">
              <a:extLst>
                <a:ext uri="{FF2B5EF4-FFF2-40B4-BE49-F238E27FC236}">
                  <a16:creationId xmlns:a16="http://schemas.microsoft.com/office/drawing/2014/main" id="{F3816656-C3AC-D613-3A23-2FAD5E2AB9F1}"/>
                </a:ext>
              </a:extLst>
            </p:cNvPr>
            <p:cNvSpPr txBox="1"/>
            <p:nvPr/>
          </p:nvSpPr>
          <p:spPr>
            <a:xfrm>
              <a:off x="1760687" y="3428314"/>
              <a:ext cx="294953" cy="769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algn="ctr">
                <a:defRPr sz="700">
                  <a:latin typeface="KoPub돋움체 Medium" panose="02020603020101020101" pitchFamily="18" charset="-127"/>
                  <a:ea typeface="KoPub돋움체 Medium" panose="02020603020101020101" pitchFamily="18" charset="-127"/>
                </a:defRPr>
              </a:lvl1pPr>
            </a:lstStyle>
            <a:p>
              <a:pPr latinLnBrk="0"/>
              <a:r>
                <a:rPr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</a:rPr>
                <a:t>NAS</a:t>
              </a:r>
              <a:r>
                <a:rPr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</a:rPr>
                <a:t>스위치</a:t>
              </a:r>
            </a:p>
          </p:txBody>
        </p:sp>
        <p:pic>
          <p:nvPicPr>
            <p:cNvPr id="1861" name="Picture 68" descr="DD-tower-front-2left">
              <a:extLst>
                <a:ext uri="{FF2B5EF4-FFF2-40B4-BE49-F238E27FC236}">
                  <a16:creationId xmlns:a16="http://schemas.microsoft.com/office/drawing/2014/main" id="{BB86BD62-D9E0-5473-9D71-1DDF7C1B12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prstClr val="black"/>
                <a:srgbClr val="D9C3A5">
                  <a:tint val="50000"/>
                  <a:satMod val="18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94137" y="3279644"/>
              <a:ext cx="92038" cy="992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62" name="Rectangle 6">
              <a:extLst>
                <a:ext uri="{FF2B5EF4-FFF2-40B4-BE49-F238E27FC236}">
                  <a16:creationId xmlns:a16="http://schemas.microsoft.com/office/drawing/2014/main" id="{9DB57C34-E401-B806-A480-A27AFC0039C9}"/>
                </a:ext>
              </a:extLst>
            </p:cNvPr>
            <p:cNvSpPr/>
            <p:nvPr/>
          </p:nvSpPr>
          <p:spPr>
            <a:xfrm>
              <a:off x="449592" y="3696204"/>
              <a:ext cx="1719653" cy="54735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endParaRPr lang="en-US" sz="1600" dirty="0"/>
            </a:p>
          </p:txBody>
        </p:sp>
        <p:pic>
          <p:nvPicPr>
            <p:cNvPr id="1863" name="Graphic 10">
              <a:extLst>
                <a:ext uri="{FF2B5EF4-FFF2-40B4-BE49-F238E27FC236}">
                  <a16:creationId xmlns:a16="http://schemas.microsoft.com/office/drawing/2014/main" id="{E83EC060-5686-D58E-C3D9-CC2305FDC36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49593" y="3696204"/>
              <a:ext cx="158737" cy="99520"/>
            </a:xfrm>
            <a:prstGeom prst="rect">
              <a:avLst/>
            </a:prstGeom>
          </p:spPr>
        </p:pic>
        <p:sp>
          <p:nvSpPr>
            <p:cNvPr id="1864" name="직사각형 1863">
              <a:extLst>
                <a:ext uri="{FF2B5EF4-FFF2-40B4-BE49-F238E27FC236}">
                  <a16:creationId xmlns:a16="http://schemas.microsoft.com/office/drawing/2014/main" id="{F2A3724F-569C-D823-F07F-E19981D6CAE3}"/>
                </a:ext>
              </a:extLst>
            </p:cNvPr>
            <p:cNvSpPr/>
            <p:nvPr/>
          </p:nvSpPr>
          <p:spPr>
            <a:xfrm>
              <a:off x="685743" y="3707492"/>
              <a:ext cx="349776" cy="76944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marL="0" lvl="1" indent="1729" defTabSz="1402796" eaLnBrk="0" latinLnBrk="0" hangingPunct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242F3E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Pretendard Medium" panose="02000603000000020004" pitchFamily="50" charset="-127"/>
                </a:rPr>
                <a:t>Gen AI </a:t>
              </a:r>
              <a:r>
                <a:rPr lang="ko-KR" altLang="en-US" sz="5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242F3E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Pretendard Medium" panose="02000603000000020004" pitchFamily="50" charset="-127"/>
                </a:rPr>
                <a:t>플랫폼</a:t>
              </a:r>
              <a:endParaRPr lang="en-US" altLang="ko-KR" sz="500" kern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42F3E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 Medium" panose="02000603000000020004" pitchFamily="50" charset="-127"/>
              </a:endParaRPr>
            </a:p>
          </p:txBody>
        </p:sp>
        <p:grpSp>
          <p:nvGrpSpPr>
            <p:cNvPr id="1865" name="그룹 1864">
              <a:extLst>
                <a:ext uri="{FF2B5EF4-FFF2-40B4-BE49-F238E27FC236}">
                  <a16:creationId xmlns:a16="http://schemas.microsoft.com/office/drawing/2014/main" id="{7DD4DD51-EA81-C121-EE8E-452E0D3E7C75}"/>
                </a:ext>
              </a:extLst>
            </p:cNvPr>
            <p:cNvGrpSpPr/>
            <p:nvPr/>
          </p:nvGrpSpPr>
          <p:grpSpPr>
            <a:xfrm>
              <a:off x="475288" y="3804298"/>
              <a:ext cx="396843" cy="414665"/>
              <a:chOff x="7525244" y="4168189"/>
              <a:chExt cx="540000" cy="900000"/>
            </a:xfrm>
          </p:grpSpPr>
          <p:sp>
            <p:nvSpPr>
              <p:cNvPr id="1866" name="Rectangle 25">
                <a:extLst>
                  <a:ext uri="{FF2B5EF4-FFF2-40B4-BE49-F238E27FC236}">
                    <a16:creationId xmlns:a16="http://schemas.microsoft.com/office/drawing/2014/main" id="{CAB038A1-D1D4-0D9F-979C-5E3B34E49548}"/>
                  </a:ext>
                </a:extLst>
              </p:cNvPr>
              <p:cNvSpPr/>
              <p:nvPr/>
            </p:nvSpPr>
            <p:spPr>
              <a:xfrm>
                <a:off x="7525244" y="4168189"/>
                <a:ext cx="540000" cy="900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rgbClr val="248814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371475" tIns="74295" rIns="74295" bIns="37148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9365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500" b="0" i="0" u="none" strike="noStrike" kern="0" cap="none" spc="0" normalizeH="0" baseline="0" noProof="0" dirty="0">
                  <a:ln w="0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472C4"/>
                  </a:solidFill>
                  <a:effectLst/>
                  <a:uLnTx/>
                  <a:uFillTx/>
                  <a:ea typeface="+mn-ea"/>
                  <a:cs typeface="Pretendard Light" panose="02000403000000020004" pitchFamily="50" charset="-127"/>
                </a:endParaRPr>
              </a:p>
            </p:txBody>
          </p:sp>
          <p:pic>
            <p:nvPicPr>
              <p:cNvPr id="1867" name="Graphic 66">
                <a:extLst>
                  <a:ext uri="{FF2B5EF4-FFF2-40B4-BE49-F238E27FC236}">
                    <a16:creationId xmlns:a16="http://schemas.microsoft.com/office/drawing/2014/main" id="{4C83CBA5-16DC-0318-C63C-C186992FF9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7525244" y="4168190"/>
                <a:ext cx="180000" cy="180000"/>
              </a:xfrm>
              <a:prstGeom prst="rect">
                <a:avLst/>
              </a:prstGeom>
            </p:spPr>
          </p:pic>
        </p:grpSp>
        <p:sp>
          <p:nvSpPr>
            <p:cNvPr id="1868" name="직사각형 1867">
              <a:extLst>
                <a:ext uri="{FF2B5EF4-FFF2-40B4-BE49-F238E27FC236}">
                  <a16:creationId xmlns:a16="http://schemas.microsoft.com/office/drawing/2014/main" id="{E5EC4876-E1CC-4DDB-A86E-82D403FE4D8D}"/>
                </a:ext>
              </a:extLst>
            </p:cNvPr>
            <p:cNvSpPr/>
            <p:nvPr/>
          </p:nvSpPr>
          <p:spPr>
            <a:xfrm>
              <a:off x="624569" y="3801442"/>
              <a:ext cx="255198" cy="76944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marL="0" lvl="1" indent="1729" defTabSz="1402796" eaLnBrk="0" latinLnBrk="0" hangingPunct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a typeface="+mn-ea"/>
                  <a:cs typeface="Pretendard Medium" panose="02000603000000020004" pitchFamily="50" charset="-127"/>
                </a:rPr>
                <a:t>DMZ</a:t>
              </a:r>
              <a:r>
                <a:rPr lang="ko-KR" altLang="en-US" sz="5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a typeface="+mn-ea"/>
                  <a:cs typeface="Pretendard Medium" panose="02000603000000020004" pitchFamily="50" charset="-127"/>
                </a:rPr>
                <a:t> </a:t>
              </a:r>
              <a:r>
                <a:rPr lang="en-US" altLang="ko-KR" sz="5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a typeface="+mn-ea"/>
                  <a:cs typeface="Pretendard Medium" panose="02000603000000020004" pitchFamily="50" charset="-127"/>
                </a:rPr>
                <a:t> VPC</a:t>
              </a:r>
            </a:p>
          </p:txBody>
        </p:sp>
        <p:grpSp>
          <p:nvGrpSpPr>
            <p:cNvPr id="1869" name="그룹 1868">
              <a:extLst>
                <a:ext uri="{FF2B5EF4-FFF2-40B4-BE49-F238E27FC236}">
                  <a16:creationId xmlns:a16="http://schemas.microsoft.com/office/drawing/2014/main" id="{15D8115C-DE69-2B34-3EFD-5CC15725F2B4}"/>
                </a:ext>
              </a:extLst>
            </p:cNvPr>
            <p:cNvGrpSpPr/>
            <p:nvPr/>
          </p:nvGrpSpPr>
          <p:grpSpPr>
            <a:xfrm>
              <a:off x="990505" y="3806969"/>
              <a:ext cx="1164073" cy="414665"/>
              <a:chOff x="7525243" y="4168189"/>
              <a:chExt cx="1584000" cy="900000"/>
            </a:xfrm>
          </p:grpSpPr>
          <p:sp>
            <p:nvSpPr>
              <p:cNvPr id="1870" name="Rectangle 25">
                <a:extLst>
                  <a:ext uri="{FF2B5EF4-FFF2-40B4-BE49-F238E27FC236}">
                    <a16:creationId xmlns:a16="http://schemas.microsoft.com/office/drawing/2014/main" id="{E03D39A2-8E58-793E-2E3A-14AD776C9E88}"/>
                  </a:ext>
                </a:extLst>
              </p:cNvPr>
              <p:cNvSpPr/>
              <p:nvPr/>
            </p:nvSpPr>
            <p:spPr>
              <a:xfrm>
                <a:off x="7525243" y="4168189"/>
                <a:ext cx="1584000" cy="900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rgbClr val="248814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371475" tIns="74295" rIns="74295" bIns="37148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9365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500" b="0" i="0" u="none" strike="noStrike" kern="0" cap="none" spc="0" normalizeH="0" baseline="0" noProof="0" dirty="0">
                  <a:ln w="0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472C4"/>
                  </a:solidFill>
                  <a:effectLst/>
                  <a:uLnTx/>
                  <a:uFillTx/>
                  <a:ea typeface="+mn-ea"/>
                  <a:cs typeface="Pretendard Light" panose="02000403000000020004" pitchFamily="50" charset="-127"/>
                </a:endParaRPr>
              </a:p>
            </p:txBody>
          </p:sp>
          <p:pic>
            <p:nvPicPr>
              <p:cNvPr id="1871" name="Graphic 66">
                <a:extLst>
                  <a:ext uri="{FF2B5EF4-FFF2-40B4-BE49-F238E27FC236}">
                    <a16:creationId xmlns:a16="http://schemas.microsoft.com/office/drawing/2014/main" id="{1E20010E-0CAE-E4D9-647E-DF2E22CF03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7525244" y="4168190"/>
                <a:ext cx="180000" cy="180000"/>
              </a:xfrm>
              <a:prstGeom prst="rect">
                <a:avLst/>
              </a:prstGeom>
            </p:spPr>
          </p:pic>
        </p:grpSp>
        <p:sp>
          <p:nvSpPr>
            <p:cNvPr id="1872" name="직사각형 1871">
              <a:extLst>
                <a:ext uri="{FF2B5EF4-FFF2-40B4-BE49-F238E27FC236}">
                  <a16:creationId xmlns:a16="http://schemas.microsoft.com/office/drawing/2014/main" id="{E4458E4D-5135-07B3-DF3F-4A6522CBA162}"/>
                </a:ext>
              </a:extLst>
            </p:cNvPr>
            <p:cNvSpPr/>
            <p:nvPr/>
          </p:nvSpPr>
          <p:spPr>
            <a:xfrm>
              <a:off x="1149119" y="3809964"/>
              <a:ext cx="300082" cy="76944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marL="0" lvl="1" indent="1729" defTabSz="1402796" eaLnBrk="0" latinLnBrk="0" hangingPunct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00" kern="0" spc="-5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a typeface="+mn-ea"/>
                  <a:cs typeface="Pretendard Medium" panose="02000603000000020004" pitchFamily="50" charset="-127"/>
                </a:rPr>
                <a:t>Internel</a:t>
              </a:r>
              <a:r>
                <a:rPr lang="ko-KR" altLang="en-US" sz="5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a typeface="+mn-ea"/>
                  <a:cs typeface="Pretendard Medium" panose="02000603000000020004" pitchFamily="50" charset="-127"/>
                </a:rPr>
                <a:t> </a:t>
              </a:r>
              <a:r>
                <a:rPr lang="en-US" altLang="ko-KR" sz="5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a typeface="+mn-ea"/>
                  <a:cs typeface="Pretendard Medium" panose="02000603000000020004" pitchFamily="50" charset="-127"/>
                </a:rPr>
                <a:t> VPC</a:t>
              </a:r>
            </a:p>
          </p:txBody>
        </p:sp>
        <p:sp>
          <p:nvSpPr>
            <p:cNvPr id="1873" name="직사각형 1872">
              <a:extLst>
                <a:ext uri="{FF2B5EF4-FFF2-40B4-BE49-F238E27FC236}">
                  <a16:creationId xmlns:a16="http://schemas.microsoft.com/office/drawing/2014/main" id="{9951D070-6B8F-5AD7-9C6F-9BF2A10D804A}"/>
                </a:ext>
              </a:extLst>
            </p:cNvPr>
            <p:cNvSpPr/>
            <p:nvPr/>
          </p:nvSpPr>
          <p:spPr>
            <a:xfrm>
              <a:off x="1536078" y="3884571"/>
              <a:ext cx="436338" cy="76944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marL="0" lvl="1" indent="1729" defTabSz="1402796" eaLnBrk="0" latinLnBrk="0" hangingPunct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a typeface="+mn-ea"/>
                  <a:cs typeface="Pretendard Medium" panose="02000603000000020004" pitchFamily="50" charset="-127"/>
                </a:rPr>
                <a:t>Container Platform</a:t>
              </a:r>
            </a:p>
          </p:txBody>
        </p:sp>
        <p:pic>
          <p:nvPicPr>
            <p:cNvPr id="1874" name="Graphic 23">
              <a:extLst>
                <a:ext uri="{FF2B5EF4-FFF2-40B4-BE49-F238E27FC236}">
                  <a16:creationId xmlns:a16="http://schemas.microsoft.com/office/drawing/2014/main" id="{F7E1C18C-244C-11DB-C647-C71A2FBCAC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030175" y="3899413"/>
              <a:ext cx="105825" cy="66346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75" name="직사각형 1874">
              <a:extLst>
                <a:ext uri="{FF2B5EF4-FFF2-40B4-BE49-F238E27FC236}">
                  <a16:creationId xmlns:a16="http://schemas.microsoft.com/office/drawing/2014/main" id="{2B5892F6-37F0-B17E-03E9-28AC50904545}"/>
                </a:ext>
              </a:extLst>
            </p:cNvPr>
            <p:cNvSpPr/>
            <p:nvPr/>
          </p:nvSpPr>
          <p:spPr>
            <a:xfrm>
              <a:off x="1030175" y="3899413"/>
              <a:ext cx="1097932" cy="149279"/>
            </a:xfrm>
            <a:prstGeom prst="rect">
              <a:avLst/>
            </a:prstGeom>
            <a:noFill/>
            <a:ln w="12700">
              <a:solidFill>
                <a:srgbClr val="E3750D"/>
              </a:solidFill>
              <a:prstDash val="solid"/>
              <a:miter lim="800000"/>
              <a:headEnd/>
              <a:tailEnd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993653" latinLnBrk="0"/>
              <a:endParaRPr lang="ko-KR" altLang="en-US" sz="5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876" name="TextBox 1875">
              <a:extLst>
                <a:ext uri="{FF2B5EF4-FFF2-40B4-BE49-F238E27FC236}">
                  <a16:creationId xmlns:a16="http://schemas.microsoft.com/office/drawing/2014/main" id="{38B60E06-3E3E-5A55-2BD9-EA922BDE1BE7}"/>
                </a:ext>
              </a:extLst>
            </p:cNvPr>
            <p:cNvSpPr txBox="1"/>
            <p:nvPr/>
          </p:nvSpPr>
          <p:spPr>
            <a:xfrm>
              <a:off x="1055869" y="3890572"/>
              <a:ext cx="459072" cy="7694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lvl="1" indent="1729" algn="ctr" defTabSz="1402796" eaLnBrk="0" hangingPunct="0">
                <a:defRPr/>
              </a:pPr>
              <a:r>
                <a:rPr lang="ko-KR" altLang="en-US" sz="500" kern="0" spc="-5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a typeface="+mn-ea"/>
                  <a:cs typeface="Pretendard Medium" panose="02000603000000020004" pitchFamily="50" charset="-127"/>
                </a:rPr>
                <a:t>워커노드</a:t>
              </a:r>
              <a:endParaRPr lang="en-US" altLang="ko-KR" sz="500" kern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ea typeface="+mn-ea"/>
                <a:cs typeface="Pretendard Medium" panose="02000603000000020004" pitchFamily="50" charset="-127"/>
              </a:endParaRPr>
            </a:p>
          </p:txBody>
        </p:sp>
        <p:grpSp>
          <p:nvGrpSpPr>
            <p:cNvPr id="1877" name="그룹 1876">
              <a:extLst>
                <a:ext uri="{FF2B5EF4-FFF2-40B4-BE49-F238E27FC236}">
                  <a16:creationId xmlns:a16="http://schemas.microsoft.com/office/drawing/2014/main" id="{06F9FBD9-91DE-6C75-4918-B92DF4196EE5}"/>
                </a:ext>
              </a:extLst>
            </p:cNvPr>
            <p:cNvGrpSpPr/>
            <p:nvPr/>
          </p:nvGrpSpPr>
          <p:grpSpPr>
            <a:xfrm>
              <a:off x="1108787" y="3952335"/>
              <a:ext cx="283165" cy="90501"/>
              <a:chOff x="5633521" y="5867631"/>
              <a:chExt cx="385314" cy="196426"/>
            </a:xfrm>
          </p:grpSpPr>
          <p:pic>
            <p:nvPicPr>
              <p:cNvPr id="1878" name="Graphic 34">
                <a:extLst>
                  <a:ext uri="{FF2B5EF4-FFF2-40B4-BE49-F238E27FC236}">
                    <a16:creationId xmlns:a16="http://schemas.microsoft.com/office/drawing/2014/main" id="{9AFF3EC4-07E0-BC82-7416-8F18D2D85F8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5633521" y="5867631"/>
                <a:ext cx="196425" cy="196426"/>
              </a:xfrm>
              <a:prstGeom prst="rect">
                <a:avLst/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879" name="Graphic 16">
                <a:extLst>
                  <a:ext uri="{FF2B5EF4-FFF2-40B4-BE49-F238E27FC236}">
                    <a16:creationId xmlns:a16="http://schemas.microsoft.com/office/drawing/2014/main" id="{FA3317B7-436A-BA22-C2C5-327F33DEB5A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5831805" y="5872330"/>
                <a:ext cx="187030" cy="187029"/>
              </a:xfrm>
              <a:prstGeom prst="rect">
                <a:avLst/>
              </a:prstGeom>
            </p:spPr>
          </p:pic>
        </p:grpSp>
        <p:grpSp>
          <p:nvGrpSpPr>
            <p:cNvPr id="1880" name="그룹 1879">
              <a:extLst>
                <a:ext uri="{FF2B5EF4-FFF2-40B4-BE49-F238E27FC236}">
                  <a16:creationId xmlns:a16="http://schemas.microsoft.com/office/drawing/2014/main" id="{083DBA32-8AAB-F176-464D-B90FB4394ADE}"/>
                </a:ext>
              </a:extLst>
            </p:cNvPr>
            <p:cNvGrpSpPr/>
            <p:nvPr/>
          </p:nvGrpSpPr>
          <p:grpSpPr>
            <a:xfrm>
              <a:off x="1386564" y="3952335"/>
              <a:ext cx="283165" cy="90501"/>
              <a:chOff x="6091779" y="5867631"/>
              <a:chExt cx="385314" cy="196426"/>
            </a:xfrm>
          </p:grpSpPr>
          <p:pic>
            <p:nvPicPr>
              <p:cNvPr id="1881" name="Graphic 34">
                <a:extLst>
                  <a:ext uri="{FF2B5EF4-FFF2-40B4-BE49-F238E27FC236}">
                    <a16:creationId xmlns:a16="http://schemas.microsoft.com/office/drawing/2014/main" id="{A3631D50-1A46-C158-BC67-6B28E49523B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6091779" y="5867631"/>
                <a:ext cx="196425" cy="196426"/>
              </a:xfrm>
              <a:prstGeom prst="rect">
                <a:avLst/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882" name="Graphic 16">
                <a:extLst>
                  <a:ext uri="{FF2B5EF4-FFF2-40B4-BE49-F238E27FC236}">
                    <a16:creationId xmlns:a16="http://schemas.microsoft.com/office/drawing/2014/main" id="{3ABA02E9-5A66-6DBA-01DA-CD726BD6965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6290063" y="5872330"/>
                <a:ext cx="187030" cy="187029"/>
              </a:xfrm>
              <a:prstGeom prst="rect">
                <a:avLst/>
              </a:prstGeom>
            </p:spPr>
          </p:pic>
        </p:grpSp>
        <p:pic>
          <p:nvPicPr>
            <p:cNvPr id="1883" name="Graphic 14">
              <a:extLst>
                <a:ext uri="{FF2B5EF4-FFF2-40B4-BE49-F238E27FC236}">
                  <a16:creationId xmlns:a16="http://schemas.microsoft.com/office/drawing/2014/main" id="{20A91C44-73CA-9ADA-C3B1-514A5DC3C3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783525" y="4070174"/>
              <a:ext cx="145509" cy="91226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84" name="Graphic 17">
              <a:extLst>
                <a:ext uri="{FF2B5EF4-FFF2-40B4-BE49-F238E27FC236}">
                  <a16:creationId xmlns:a16="http://schemas.microsoft.com/office/drawing/2014/main" id="{0089FF65-13EE-C02E-34B0-A47BB0AC9F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666643" y="3900047"/>
              <a:ext cx="106039" cy="66481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85" name="직사각형 1884">
              <a:extLst>
                <a:ext uri="{FF2B5EF4-FFF2-40B4-BE49-F238E27FC236}">
                  <a16:creationId xmlns:a16="http://schemas.microsoft.com/office/drawing/2014/main" id="{BCA2F1DC-DBA5-9332-5B36-8442B45A06C8}"/>
                </a:ext>
              </a:extLst>
            </p:cNvPr>
            <p:cNvSpPr/>
            <p:nvPr/>
          </p:nvSpPr>
          <p:spPr>
            <a:xfrm>
              <a:off x="465876" y="4132458"/>
              <a:ext cx="406802" cy="76944"/>
            </a:xfrm>
            <a:prstGeom prst="rect">
              <a:avLst/>
            </a:prstGeom>
          </p:spPr>
          <p:txBody>
            <a:bodyPr wrap="square" lIns="0" tIns="0" rIns="0" bIns="0" anchor="t">
              <a:spAutoFit/>
            </a:bodyPr>
            <a:lstStyle/>
            <a:p>
              <a:pPr marL="0" lvl="1" indent="1729" algn="ctr" defTabSz="1402796" eaLnBrk="0" hangingPunct="0">
                <a:defRPr/>
              </a:pPr>
              <a:r>
                <a:rPr lang="en-US" altLang="ko-KR" sz="5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a typeface="+mn-ea"/>
                  <a:cs typeface="Pretendard Medium" panose="02000603000000020004" pitchFamily="50" charset="-127"/>
                  <a:sym typeface="Samsung Sans"/>
                </a:rPr>
                <a:t>Azure  Proxy</a:t>
              </a:r>
            </a:p>
          </p:txBody>
        </p:sp>
        <p:pic>
          <p:nvPicPr>
            <p:cNvPr id="1886" name="Graphic 17">
              <a:extLst>
                <a:ext uri="{FF2B5EF4-FFF2-40B4-BE49-F238E27FC236}">
                  <a16:creationId xmlns:a16="http://schemas.microsoft.com/office/drawing/2014/main" id="{A2D4E48E-3754-F22B-941C-D28EE6155E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607710" y="4068370"/>
              <a:ext cx="106039" cy="66481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87" name="직사각형 1886">
              <a:extLst>
                <a:ext uri="{FF2B5EF4-FFF2-40B4-BE49-F238E27FC236}">
                  <a16:creationId xmlns:a16="http://schemas.microsoft.com/office/drawing/2014/main" id="{33984FAF-11E1-86C8-D54D-0D6964662474}"/>
                </a:ext>
              </a:extLst>
            </p:cNvPr>
            <p:cNvSpPr/>
            <p:nvPr/>
          </p:nvSpPr>
          <p:spPr>
            <a:xfrm>
              <a:off x="443603" y="3976808"/>
              <a:ext cx="437940" cy="153888"/>
            </a:xfrm>
            <a:prstGeom prst="rect">
              <a:avLst/>
            </a:prstGeom>
          </p:spPr>
          <p:txBody>
            <a:bodyPr wrap="none" lIns="0" tIns="0" rIns="0" bIns="0" anchor="t">
              <a:spAutoFit/>
            </a:bodyPr>
            <a:lstStyle/>
            <a:p>
              <a:pPr marL="0" lvl="1" indent="1729" algn="ctr" defTabSz="1402796" eaLnBrk="0" hangingPunct="0">
                <a:defRPr/>
              </a:pPr>
              <a:r>
                <a:rPr lang="ko-KR" altLang="en-US" sz="5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a typeface="+mn-ea"/>
                  <a:cs typeface="Pretendard Medium" panose="02000603000000020004" pitchFamily="50" charset="-127"/>
                  <a:sym typeface="Samsung Sans"/>
                </a:rPr>
                <a:t>데이터 수집 서버</a:t>
              </a:r>
              <a:endParaRPr lang="en-US" altLang="ko-KR" sz="500" kern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ea typeface="+mn-ea"/>
                <a:cs typeface="Pretendard Medium" panose="02000603000000020004" pitchFamily="50" charset="-127"/>
                <a:sym typeface="Samsung Sans"/>
              </a:endParaRPr>
            </a:p>
            <a:p>
              <a:pPr marL="0" lvl="1" indent="1729" algn="ctr" defTabSz="1402796" eaLnBrk="0" hangingPunct="0">
                <a:defRPr/>
              </a:pPr>
              <a:r>
                <a:rPr lang="ko-KR" altLang="en-US" sz="5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a typeface="+mn-ea"/>
                  <a:cs typeface="Pretendard Medium" panose="02000603000000020004" pitchFamily="50" charset="-127"/>
                  <a:sym typeface="Samsung Sans"/>
                </a:rPr>
                <a:t> </a:t>
              </a:r>
              <a:r>
                <a:rPr lang="en-US" altLang="ko-KR" sz="5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a typeface="+mn-ea"/>
                  <a:cs typeface="Pretendard Medium" panose="02000603000000020004" pitchFamily="50" charset="-127"/>
                  <a:sym typeface="Samsung Sans"/>
                </a:rPr>
                <a:t>DMZ</a:t>
              </a:r>
            </a:p>
          </p:txBody>
        </p:sp>
        <p:pic>
          <p:nvPicPr>
            <p:cNvPr id="1888" name="Graphic 17">
              <a:extLst>
                <a:ext uri="{FF2B5EF4-FFF2-40B4-BE49-F238E27FC236}">
                  <a16:creationId xmlns:a16="http://schemas.microsoft.com/office/drawing/2014/main" id="{5EAF52A3-8CBB-6592-DBED-7282554352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543420" y="3900047"/>
              <a:ext cx="106039" cy="66481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89" name="직사각형 1888">
              <a:extLst>
                <a:ext uri="{FF2B5EF4-FFF2-40B4-BE49-F238E27FC236}">
                  <a16:creationId xmlns:a16="http://schemas.microsoft.com/office/drawing/2014/main" id="{191721EB-3ABB-4FFF-FF93-91911D30E012}"/>
                </a:ext>
              </a:extLst>
            </p:cNvPr>
            <p:cNvSpPr/>
            <p:nvPr/>
          </p:nvSpPr>
          <p:spPr>
            <a:xfrm>
              <a:off x="1694593" y="3955006"/>
              <a:ext cx="44243" cy="76944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marL="0" marR="0" lvl="1" indent="0" algn="ctr" defTabSz="14749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r>
                <a:rPr kumimoji="0" lang="en-US" altLang="ko-KR" sz="500" b="0" i="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ea typeface="+mn-ea"/>
                  <a:cs typeface="Arial"/>
                </a:rPr>
                <a:t>…</a:t>
              </a:r>
              <a:endParaRPr kumimoji="0" lang="ko-KR" altLang="en-US" sz="500" b="0" i="0" u="none" strike="noStrike" kern="0" cap="none" spc="-3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ea typeface="+mn-ea"/>
                <a:cs typeface="Arial"/>
              </a:endParaRPr>
            </a:p>
          </p:txBody>
        </p:sp>
        <p:grpSp>
          <p:nvGrpSpPr>
            <p:cNvPr id="1890" name="그룹 1889">
              <a:extLst>
                <a:ext uri="{FF2B5EF4-FFF2-40B4-BE49-F238E27FC236}">
                  <a16:creationId xmlns:a16="http://schemas.microsoft.com/office/drawing/2014/main" id="{FB53B14F-C41A-8620-C2E5-30F9B2E4E489}"/>
                </a:ext>
              </a:extLst>
            </p:cNvPr>
            <p:cNvGrpSpPr/>
            <p:nvPr/>
          </p:nvGrpSpPr>
          <p:grpSpPr>
            <a:xfrm>
              <a:off x="1763391" y="3952335"/>
              <a:ext cx="283165" cy="90501"/>
              <a:chOff x="6091779" y="5867631"/>
              <a:chExt cx="385314" cy="196426"/>
            </a:xfrm>
          </p:grpSpPr>
          <p:pic>
            <p:nvPicPr>
              <p:cNvPr id="1891" name="Graphic 34">
                <a:extLst>
                  <a:ext uri="{FF2B5EF4-FFF2-40B4-BE49-F238E27FC236}">
                    <a16:creationId xmlns:a16="http://schemas.microsoft.com/office/drawing/2014/main" id="{00FC04CB-6CA6-15B0-5FF4-37C01E28388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6091779" y="5867631"/>
                <a:ext cx="196425" cy="196426"/>
              </a:xfrm>
              <a:prstGeom prst="rect">
                <a:avLst/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892" name="Graphic 16">
                <a:extLst>
                  <a:ext uri="{FF2B5EF4-FFF2-40B4-BE49-F238E27FC236}">
                    <a16:creationId xmlns:a16="http://schemas.microsoft.com/office/drawing/2014/main" id="{110AD28C-AF9A-3746-8D3B-8DCC2F7D2A6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6290063" y="5872330"/>
                <a:ext cx="187030" cy="187029"/>
              </a:xfrm>
              <a:prstGeom prst="rect">
                <a:avLst/>
              </a:prstGeom>
            </p:spPr>
          </p:pic>
        </p:grpSp>
        <p:pic>
          <p:nvPicPr>
            <p:cNvPr id="1893" name="Graphic 17">
              <a:extLst>
                <a:ext uri="{FF2B5EF4-FFF2-40B4-BE49-F238E27FC236}">
                  <a16:creationId xmlns:a16="http://schemas.microsoft.com/office/drawing/2014/main" id="{2AD238BF-E430-19F2-4E7D-FBB24D9BBEE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285506" y="4077225"/>
              <a:ext cx="106039" cy="66481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94" name="직사각형 1893">
              <a:extLst>
                <a:ext uri="{FF2B5EF4-FFF2-40B4-BE49-F238E27FC236}">
                  <a16:creationId xmlns:a16="http://schemas.microsoft.com/office/drawing/2014/main" id="{7B151CD2-2A55-BBDF-F602-263E39291C50}"/>
                </a:ext>
              </a:extLst>
            </p:cNvPr>
            <p:cNvSpPr/>
            <p:nvPr/>
          </p:nvSpPr>
          <p:spPr>
            <a:xfrm>
              <a:off x="1055883" y="4145130"/>
              <a:ext cx="516210" cy="153888"/>
            </a:xfrm>
            <a:prstGeom prst="rect">
              <a:avLst/>
            </a:prstGeom>
          </p:spPr>
          <p:txBody>
            <a:bodyPr wrap="square" lIns="0" tIns="0" rIns="0" bIns="0" anchor="t">
              <a:spAutoFit/>
            </a:bodyPr>
            <a:lstStyle/>
            <a:p>
              <a:pPr marL="0" lvl="1" indent="1729" algn="ctr" defTabSz="1402796" eaLnBrk="0" hangingPunct="0">
                <a:defRPr/>
              </a:pPr>
              <a:r>
                <a:rPr lang="ko-KR" altLang="en-US" sz="5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a typeface="+mn-ea"/>
                  <a:cs typeface="Pretendard Medium" panose="02000603000000020004" pitchFamily="50" charset="-127"/>
                  <a:sym typeface="Samsung Sans"/>
                </a:rPr>
                <a:t>데이터 수집 서버 내부</a:t>
              </a:r>
              <a:endParaRPr lang="en-US" altLang="ko-KR" sz="500" kern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ea typeface="+mn-ea"/>
                <a:cs typeface="Pretendard Medium" panose="02000603000000020004" pitchFamily="50" charset="-127"/>
                <a:sym typeface="Samsung Sans"/>
              </a:endParaRPr>
            </a:p>
          </p:txBody>
        </p:sp>
        <p:pic>
          <p:nvPicPr>
            <p:cNvPr id="1895" name="Graphic 17">
              <a:extLst>
                <a:ext uri="{FF2B5EF4-FFF2-40B4-BE49-F238E27FC236}">
                  <a16:creationId xmlns:a16="http://schemas.microsoft.com/office/drawing/2014/main" id="{4C6181A3-EF51-AA5D-DAB6-A76E5761D2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162283" y="4077225"/>
              <a:ext cx="106039" cy="66481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96" name="직사각형 1895">
              <a:extLst>
                <a:ext uri="{FF2B5EF4-FFF2-40B4-BE49-F238E27FC236}">
                  <a16:creationId xmlns:a16="http://schemas.microsoft.com/office/drawing/2014/main" id="{DC14B2DB-0F15-E9F1-77D0-89621EB52160}"/>
                </a:ext>
              </a:extLst>
            </p:cNvPr>
            <p:cNvSpPr/>
            <p:nvPr/>
          </p:nvSpPr>
          <p:spPr>
            <a:xfrm>
              <a:off x="1598038" y="4145709"/>
              <a:ext cx="516210" cy="76944"/>
            </a:xfrm>
            <a:prstGeom prst="rect">
              <a:avLst/>
            </a:prstGeom>
          </p:spPr>
          <p:txBody>
            <a:bodyPr wrap="square" lIns="0" tIns="0" rIns="0" bIns="0" anchor="t">
              <a:spAutoFit/>
            </a:bodyPr>
            <a:lstStyle/>
            <a:p>
              <a:pPr marL="0" lvl="1" indent="1729" algn="ctr" defTabSz="1402796" eaLnBrk="0" hangingPunct="0">
                <a:defRPr/>
              </a:pPr>
              <a:r>
                <a:rPr lang="en-US" altLang="ko-KR" sz="5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a typeface="+mn-ea"/>
                  <a:cs typeface="Pretendard Medium" panose="02000603000000020004" pitchFamily="50" charset="-127"/>
                  <a:sym typeface="Samsung Sans"/>
                </a:rPr>
                <a:t>L0</a:t>
              </a:r>
            </a:p>
          </p:txBody>
        </p:sp>
        <p:grpSp>
          <p:nvGrpSpPr>
            <p:cNvPr id="1897" name="그룹 1896">
              <a:extLst>
                <a:ext uri="{FF2B5EF4-FFF2-40B4-BE49-F238E27FC236}">
                  <a16:creationId xmlns:a16="http://schemas.microsoft.com/office/drawing/2014/main" id="{0E0CE9D9-57A0-C35F-6D21-95190964F08B}"/>
                </a:ext>
              </a:extLst>
            </p:cNvPr>
            <p:cNvGrpSpPr/>
            <p:nvPr/>
          </p:nvGrpSpPr>
          <p:grpSpPr>
            <a:xfrm>
              <a:off x="841529" y="3972861"/>
              <a:ext cx="168980" cy="104479"/>
              <a:chOff x="1906588" y="4552951"/>
              <a:chExt cx="804863" cy="793750"/>
            </a:xfrm>
          </p:grpSpPr>
          <p:sp>
            <p:nvSpPr>
              <p:cNvPr id="1898" name="Freeform 111">
                <a:extLst>
                  <a:ext uri="{FF2B5EF4-FFF2-40B4-BE49-F238E27FC236}">
                    <a16:creationId xmlns:a16="http://schemas.microsoft.com/office/drawing/2014/main" id="{48C38D68-038F-AC2C-CE83-B13683101F8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938338" y="4584701"/>
                <a:ext cx="741363" cy="728663"/>
              </a:xfrm>
              <a:custGeom>
                <a:avLst/>
                <a:gdLst>
                  <a:gd name="T0" fmla="*/ 0 w 472"/>
                  <a:gd name="T1" fmla="*/ 5 h 465"/>
                  <a:gd name="T2" fmla="*/ 3 w 472"/>
                  <a:gd name="T3" fmla="*/ 0 h 465"/>
                  <a:gd name="T4" fmla="*/ 135 w 472"/>
                  <a:gd name="T5" fmla="*/ 0 h 465"/>
                  <a:gd name="T6" fmla="*/ 135 w 472"/>
                  <a:gd name="T7" fmla="*/ 104 h 465"/>
                  <a:gd name="T8" fmla="*/ 0 w 472"/>
                  <a:gd name="T9" fmla="*/ 104 h 465"/>
                  <a:gd name="T10" fmla="*/ 0 w 472"/>
                  <a:gd name="T11" fmla="*/ 5 h 465"/>
                  <a:gd name="T12" fmla="*/ 0 w 472"/>
                  <a:gd name="T13" fmla="*/ 124 h 465"/>
                  <a:gd name="T14" fmla="*/ 145 w 472"/>
                  <a:gd name="T15" fmla="*/ 124 h 465"/>
                  <a:gd name="T16" fmla="*/ 337 w 472"/>
                  <a:gd name="T17" fmla="*/ 124 h 465"/>
                  <a:gd name="T18" fmla="*/ 337 w 472"/>
                  <a:gd name="T19" fmla="*/ 223 h 465"/>
                  <a:gd name="T20" fmla="*/ 145 w 472"/>
                  <a:gd name="T21" fmla="*/ 223 h 465"/>
                  <a:gd name="T22" fmla="*/ 0 w 472"/>
                  <a:gd name="T23" fmla="*/ 223 h 465"/>
                  <a:gd name="T24" fmla="*/ 0 w 472"/>
                  <a:gd name="T25" fmla="*/ 124 h 465"/>
                  <a:gd name="T26" fmla="*/ 0 w 472"/>
                  <a:gd name="T27" fmla="*/ 243 h 465"/>
                  <a:gd name="T28" fmla="*/ 135 w 472"/>
                  <a:gd name="T29" fmla="*/ 243 h 465"/>
                  <a:gd name="T30" fmla="*/ 135 w 472"/>
                  <a:gd name="T31" fmla="*/ 344 h 465"/>
                  <a:gd name="T32" fmla="*/ 0 w 472"/>
                  <a:gd name="T33" fmla="*/ 344 h 465"/>
                  <a:gd name="T34" fmla="*/ 0 w 472"/>
                  <a:gd name="T35" fmla="*/ 243 h 465"/>
                  <a:gd name="T36" fmla="*/ 337 w 472"/>
                  <a:gd name="T37" fmla="*/ 465 h 465"/>
                  <a:gd name="T38" fmla="*/ 3 w 472"/>
                  <a:gd name="T39" fmla="*/ 465 h 465"/>
                  <a:gd name="T40" fmla="*/ 0 w 472"/>
                  <a:gd name="T41" fmla="*/ 460 h 465"/>
                  <a:gd name="T42" fmla="*/ 0 w 472"/>
                  <a:gd name="T43" fmla="*/ 364 h 465"/>
                  <a:gd name="T44" fmla="*/ 145 w 472"/>
                  <a:gd name="T45" fmla="*/ 364 h 465"/>
                  <a:gd name="T46" fmla="*/ 337 w 472"/>
                  <a:gd name="T47" fmla="*/ 364 h 465"/>
                  <a:gd name="T48" fmla="*/ 337 w 472"/>
                  <a:gd name="T49" fmla="*/ 465 h 465"/>
                  <a:gd name="T50" fmla="*/ 472 w 472"/>
                  <a:gd name="T51" fmla="*/ 458 h 465"/>
                  <a:gd name="T52" fmla="*/ 464 w 472"/>
                  <a:gd name="T53" fmla="*/ 465 h 465"/>
                  <a:gd name="T54" fmla="*/ 357 w 472"/>
                  <a:gd name="T55" fmla="*/ 465 h 465"/>
                  <a:gd name="T56" fmla="*/ 357 w 472"/>
                  <a:gd name="T57" fmla="*/ 364 h 465"/>
                  <a:gd name="T58" fmla="*/ 472 w 472"/>
                  <a:gd name="T59" fmla="*/ 364 h 465"/>
                  <a:gd name="T60" fmla="*/ 472 w 472"/>
                  <a:gd name="T61" fmla="*/ 458 h 465"/>
                  <a:gd name="T62" fmla="*/ 472 w 472"/>
                  <a:gd name="T63" fmla="*/ 344 h 465"/>
                  <a:gd name="T64" fmla="*/ 347 w 472"/>
                  <a:gd name="T65" fmla="*/ 344 h 465"/>
                  <a:gd name="T66" fmla="*/ 155 w 472"/>
                  <a:gd name="T67" fmla="*/ 344 h 465"/>
                  <a:gd name="T68" fmla="*/ 155 w 472"/>
                  <a:gd name="T69" fmla="*/ 243 h 465"/>
                  <a:gd name="T70" fmla="*/ 472 w 472"/>
                  <a:gd name="T71" fmla="*/ 243 h 465"/>
                  <a:gd name="T72" fmla="*/ 472 w 472"/>
                  <a:gd name="T73" fmla="*/ 344 h 465"/>
                  <a:gd name="T74" fmla="*/ 472 w 472"/>
                  <a:gd name="T75" fmla="*/ 223 h 465"/>
                  <a:gd name="T76" fmla="*/ 357 w 472"/>
                  <a:gd name="T77" fmla="*/ 223 h 465"/>
                  <a:gd name="T78" fmla="*/ 357 w 472"/>
                  <a:gd name="T79" fmla="*/ 124 h 465"/>
                  <a:gd name="T80" fmla="*/ 472 w 472"/>
                  <a:gd name="T81" fmla="*/ 124 h 465"/>
                  <a:gd name="T82" fmla="*/ 472 w 472"/>
                  <a:gd name="T83" fmla="*/ 223 h 465"/>
                  <a:gd name="T84" fmla="*/ 472 w 472"/>
                  <a:gd name="T85" fmla="*/ 104 h 465"/>
                  <a:gd name="T86" fmla="*/ 347 w 472"/>
                  <a:gd name="T87" fmla="*/ 104 h 465"/>
                  <a:gd name="T88" fmla="*/ 155 w 472"/>
                  <a:gd name="T89" fmla="*/ 104 h 465"/>
                  <a:gd name="T90" fmla="*/ 155 w 472"/>
                  <a:gd name="T91" fmla="*/ 0 h 465"/>
                  <a:gd name="T92" fmla="*/ 205 w 472"/>
                  <a:gd name="T93" fmla="*/ 0 h 465"/>
                  <a:gd name="T94" fmla="*/ 213 w 472"/>
                  <a:gd name="T95" fmla="*/ 0 h 465"/>
                  <a:gd name="T96" fmla="*/ 469 w 472"/>
                  <a:gd name="T97" fmla="*/ 0 h 465"/>
                  <a:gd name="T98" fmla="*/ 472 w 472"/>
                  <a:gd name="T99" fmla="*/ 5 h 465"/>
                  <a:gd name="T100" fmla="*/ 472 w 472"/>
                  <a:gd name="T101" fmla="*/ 104 h 4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472" h="465">
                    <a:moveTo>
                      <a:pt x="0" y="5"/>
                    </a:moveTo>
                    <a:cubicBezTo>
                      <a:pt x="0" y="3"/>
                      <a:pt x="0" y="0"/>
                      <a:pt x="3" y="0"/>
                    </a:cubicBezTo>
                    <a:cubicBezTo>
                      <a:pt x="135" y="0"/>
                      <a:pt x="135" y="0"/>
                      <a:pt x="135" y="0"/>
                    </a:cubicBezTo>
                    <a:cubicBezTo>
                      <a:pt x="135" y="104"/>
                      <a:pt x="135" y="104"/>
                      <a:pt x="135" y="104"/>
                    </a:cubicBezTo>
                    <a:cubicBezTo>
                      <a:pt x="0" y="104"/>
                      <a:pt x="0" y="104"/>
                      <a:pt x="0" y="104"/>
                    </a:cubicBezTo>
                    <a:lnTo>
                      <a:pt x="0" y="5"/>
                    </a:lnTo>
                    <a:close/>
                    <a:moveTo>
                      <a:pt x="0" y="124"/>
                    </a:moveTo>
                    <a:cubicBezTo>
                      <a:pt x="145" y="124"/>
                      <a:pt x="145" y="124"/>
                      <a:pt x="145" y="124"/>
                    </a:cubicBezTo>
                    <a:cubicBezTo>
                      <a:pt x="337" y="124"/>
                      <a:pt x="337" y="124"/>
                      <a:pt x="337" y="124"/>
                    </a:cubicBezTo>
                    <a:cubicBezTo>
                      <a:pt x="337" y="223"/>
                      <a:pt x="337" y="223"/>
                      <a:pt x="337" y="223"/>
                    </a:cubicBezTo>
                    <a:cubicBezTo>
                      <a:pt x="145" y="223"/>
                      <a:pt x="145" y="223"/>
                      <a:pt x="145" y="223"/>
                    </a:cubicBezTo>
                    <a:cubicBezTo>
                      <a:pt x="0" y="223"/>
                      <a:pt x="0" y="223"/>
                      <a:pt x="0" y="223"/>
                    </a:cubicBezTo>
                    <a:cubicBezTo>
                      <a:pt x="0" y="124"/>
                      <a:pt x="0" y="124"/>
                      <a:pt x="0" y="124"/>
                    </a:cubicBezTo>
                    <a:close/>
                    <a:moveTo>
                      <a:pt x="0" y="243"/>
                    </a:moveTo>
                    <a:cubicBezTo>
                      <a:pt x="135" y="243"/>
                      <a:pt x="135" y="243"/>
                      <a:pt x="135" y="243"/>
                    </a:cubicBezTo>
                    <a:cubicBezTo>
                      <a:pt x="135" y="344"/>
                      <a:pt x="135" y="344"/>
                      <a:pt x="135" y="344"/>
                    </a:cubicBezTo>
                    <a:cubicBezTo>
                      <a:pt x="0" y="344"/>
                      <a:pt x="0" y="344"/>
                      <a:pt x="0" y="344"/>
                    </a:cubicBezTo>
                    <a:cubicBezTo>
                      <a:pt x="0" y="243"/>
                      <a:pt x="0" y="243"/>
                      <a:pt x="0" y="243"/>
                    </a:cubicBezTo>
                    <a:close/>
                    <a:moveTo>
                      <a:pt x="337" y="465"/>
                    </a:moveTo>
                    <a:cubicBezTo>
                      <a:pt x="3" y="465"/>
                      <a:pt x="3" y="465"/>
                      <a:pt x="3" y="465"/>
                    </a:cubicBezTo>
                    <a:cubicBezTo>
                      <a:pt x="0" y="465"/>
                      <a:pt x="0" y="463"/>
                      <a:pt x="0" y="460"/>
                    </a:cubicBezTo>
                    <a:cubicBezTo>
                      <a:pt x="0" y="364"/>
                      <a:pt x="0" y="364"/>
                      <a:pt x="0" y="364"/>
                    </a:cubicBezTo>
                    <a:cubicBezTo>
                      <a:pt x="145" y="364"/>
                      <a:pt x="145" y="364"/>
                      <a:pt x="145" y="364"/>
                    </a:cubicBezTo>
                    <a:cubicBezTo>
                      <a:pt x="337" y="364"/>
                      <a:pt x="337" y="364"/>
                      <a:pt x="337" y="364"/>
                    </a:cubicBezTo>
                    <a:cubicBezTo>
                      <a:pt x="337" y="465"/>
                      <a:pt x="337" y="465"/>
                      <a:pt x="337" y="465"/>
                    </a:cubicBezTo>
                    <a:close/>
                    <a:moveTo>
                      <a:pt x="472" y="458"/>
                    </a:moveTo>
                    <a:cubicBezTo>
                      <a:pt x="464" y="465"/>
                      <a:pt x="464" y="465"/>
                      <a:pt x="464" y="465"/>
                    </a:cubicBezTo>
                    <a:cubicBezTo>
                      <a:pt x="357" y="465"/>
                      <a:pt x="357" y="465"/>
                      <a:pt x="357" y="465"/>
                    </a:cubicBezTo>
                    <a:cubicBezTo>
                      <a:pt x="357" y="364"/>
                      <a:pt x="357" y="364"/>
                      <a:pt x="357" y="364"/>
                    </a:cubicBezTo>
                    <a:cubicBezTo>
                      <a:pt x="472" y="364"/>
                      <a:pt x="472" y="364"/>
                      <a:pt x="472" y="364"/>
                    </a:cubicBezTo>
                    <a:lnTo>
                      <a:pt x="472" y="458"/>
                    </a:lnTo>
                    <a:close/>
                    <a:moveTo>
                      <a:pt x="472" y="344"/>
                    </a:moveTo>
                    <a:cubicBezTo>
                      <a:pt x="347" y="344"/>
                      <a:pt x="347" y="344"/>
                      <a:pt x="347" y="344"/>
                    </a:cubicBezTo>
                    <a:cubicBezTo>
                      <a:pt x="155" y="344"/>
                      <a:pt x="155" y="344"/>
                      <a:pt x="155" y="344"/>
                    </a:cubicBezTo>
                    <a:cubicBezTo>
                      <a:pt x="155" y="243"/>
                      <a:pt x="155" y="243"/>
                      <a:pt x="155" y="243"/>
                    </a:cubicBezTo>
                    <a:cubicBezTo>
                      <a:pt x="472" y="243"/>
                      <a:pt x="472" y="243"/>
                      <a:pt x="472" y="243"/>
                    </a:cubicBezTo>
                    <a:cubicBezTo>
                      <a:pt x="472" y="344"/>
                      <a:pt x="472" y="344"/>
                      <a:pt x="472" y="344"/>
                    </a:cubicBezTo>
                    <a:close/>
                    <a:moveTo>
                      <a:pt x="472" y="223"/>
                    </a:moveTo>
                    <a:cubicBezTo>
                      <a:pt x="357" y="223"/>
                      <a:pt x="357" y="223"/>
                      <a:pt x="357" y="223"/>
                    </a:cubicBezTo>
                    <a:cubicBezTo>
                      <a:pt x="357" y="124"/>
                      <a:pt x="357" y="124"/>
                      <a:pt x="357" y="124"/>
                    </a:cubicBezTo>
                    <a:cubicBezTo>
                      <a:pt x="472" y="124"/>
                      <a:pt x="472" y="124"/>
                      <a:pt x="472" y="124"/>
                    </a:cubicBezTo>
                    <a:cubicBezTo>
                      <a:pt x="472" y="223"/>
                      <a:pt x="472" y="223"/>
                      <a:pt x="472" y="223"/>
                    </a:cubicBezTo>
                    <a:close/>
                    <a:moveTo>
                      <a:pt x="472" y="104"/>
                    </a:moveTo>
                    <a:cubicBezTo>
                      <a:pt x="347" y="104"/>
                      <a:pt x="347" y="104"/>
                      <a:pt x="347" y="104"/>
                    </a:cubicBezTo>
                    <a:cubicBezTo>
                      <a:pt x="155" y="104"/>
                      <a:pt x="155" y="104"/>
                      <a:pt x="155" y="104"/>
                    </a:cubicBezTo>
                    <a:cubicBezTo>
                      <a:pt x="155" y="0"/>
                      <a:pt x="155" y="0"/>
                      <a:pt x="155" y="0"/>
                    </a:cubicBezTo>
                    <a:cubicBezTo>
                      <a:pt x="182" y="0"/>
                      <a:pt x="197" y="0"/>
                      <a:pt x="205" y="0"/>
                    </a:cubicBezTo>
                    <a:cubicBezTo>
                      <a:pt x="211" y="0"/>
                      <a:pt x="213" y="0"/>
                      <a:pt x="213" y="0"/>
                    </a:cubicBezTo>
                    <a:cubicBezTo>
                      <a:pt x="233" y="0"/>
                      <a:pt x="296" y="0"/>
                      <a:pt x="469" y="0"/>
                    </a:cubicBezTo>
                    <a:cubicBezTo>
                      <a:pt x="472" y="0"/>
                      <a:pt x="472" y="3"/>
                      <a:pt x="472" y="5"/>
                    </a:cubicBezTo>
                    <a:cubicBezTo>
                      <a:pt x="472" y="104"/>
                      <a:pt x="472" y="104"/>
                      <a:pt x="472" y="10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>
                  <a:ea typeface="맑은 고딕" panose="020B0503020000020004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1899" name="Freeform 110">
                <a:extLst>
                  <a:ext uri="{FF2B5EF4-FFF2-40B4-BE49-F238E27FC236}">
                    <a16:creationId xmlns:a16="http://schemas.microsoft.com/office/drawing/2014/main" id="{F36E1734-7FBB-9260-FF0F-511D5FDC7C8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906588" y="4552951"/>
                <a:ext cx="804863" cy="793750"/>
              </a:xfrm>
              <a:custGeom>
                <a:avLst/>
                <a:gdLst>
                  <a:gd name="T0" fmla="*/ 165 w 512"/>
                  <a:gd name="T1" fmla="*/ 0 h 506"/>
                  <a:gd name="T2" fmla="*/ 0 w 512"/>
                  <a:gd name="T3" fmla="*/ 25 h 506"/>
                  <a:gd name="T4" fmla="*/ 0 w 512"/>
                  <a:gd name="T5" fmla="*/ 253 h 506"/>
                  <a:gd name="T6" fmla="*/ 0 w 512"/>
                  <a:gd name="T7" fmla="*/ 480 h 506"/>
                  <a:gd name="T8" fmla="*/ 367 w 512"/>
                  <a:gd name="T9" fmla="*/ 506 h 506"/>
                  <a:gd name="T10" fmla="*/ 497 w 512"/>
                  <a:gd name="T11" fmla="*/ 503 h 506"/>
                  <a:gd name="T12" fmla="*/ 512 w 512"/>
                  <a:gd name="T13" fmla="*/ 480 h 506"/>
                  <a:gd name="T14" fmla="*/ 512 w 512"/>
                  <a:gd name="T15" fmla="*/ 253 h 506"/>
                  <a:gd name="T16" fmla="*/ 512 w 512"/>
                  <a:gd name="T17" fmla="*/ 25 h 506"/>
                  <a:gd name="T18" fmla="*/ 20 w 512"/>
                  <a:gd name="T19" fmla="*/ 25 h 506"/>
                  <a:gd name="T20" fmla="*/ 155 w 512"/>
                  <a:gd name="T21" fmla="*/ 20 h 506"/>
                  <a:gd name="T22" fmla="*/ 20 w 512"/>
                  <a:gd name="T23" fmla="*/ 124 h 506"/>
                  <a:gd name="T24" fmla="*/ 20 w 512"/>
                  <a:gd name="T25" fmla="*/ 144 h 506"/>
                  <a:gd name="T26" fmla="*/ 357 w 512"/>
                  <a:gd name="T27" fmla="*/ 144 h 506"/>
                  <a:gd name="T28" fmla="*/ 165 w 512"/>
                  <a:gd name="T29" fmla="*/ 243 h 506"/>
                  <a:gd name="T30" fmla="*/ 20 w 512"/>
                  <a:gd name="T31" fmla="*/ 144 h 506"/>
                  <a:gd name="T32" fmla="*/ 155 w 512"/>
                  <a:gd name="T33" fmla="*/ 263 h 506"/>
                  <a:gd name="T34" fmla="*/ 20 w 512"/>
                  <a:gd name="T35" fmla="*/ 364 h 506"/>
                  <a:gd name="T36" fmla="*/ 357 w 512"/>
                  <a:gd name="T37" fmla="*/ 485 h 506"/>
                  <a:gd name="T38" fmla="*/ 20 w 512"/>
                  <a:gd name="T39" fmla="*/ 480 h 506"/>
                  <a:gd name="T40" fmla="*/ 165 w 512"/>
                  <a:gd name="T41" fmla="*/ 384 h 506"/>
                  <a:gd name="T42" fmla="*/ 357 w 512"/>
                  <a:gd name="T43" fmla="*/ 485 h 506"/>
                  <a:gd name="T44" fmla="*/ 484 w 512"/>
                  <a:gd name="T45" fmla="*/ 485 h 506"/>
                  <a:gd name="T46" fmla="*/ 377 w 512"/>
                  <a:gd name="T47" fmla="*/ 384 h 506"/>
                  <a:gd name="T48" fmla="*/ 492 w 512"/>
                  <a:gd name="T49" fmla="*/ 478 h 506"/>
                  <a:gd name="T50" fmla="*/ 367 w 512"/>
                  <a:gd name="T51" fmla="*/ 364 h 506"/>
                  <a:gd name="T52" fmla="*/ 175 w 512"/>
                  <a:gd name="T53" fmla="*/ 263 h 506"/>
                  <a:gd name="T54" fmla="*/ 492 w 512"/>
                  <a:gd name="T55" fmla="*/ 364 h 506"/>
                  <a:gd name="T56" fmla="*/ 377 w 512"/>
                  <a:gd name="T57" fmla="*/ 243 h 506"/>
                  <a:gd name="T58" fmla="*/ 492 w 512"/>
                  <a:gd name="T59" fmla="*/ 144 h 506"/>
                  <a:gd name="T60" fmla="*/ 492 w 512"/>
                  <a:gd name="T61" fmla="*/ 124 h 506"/>
                  <a:gd name="T62" fmla="*/ 175 w 512"/>
                  <a:gd name="T63" fmla="*/ 124 h 506"/>
                  <a:gd name="T64" fmla="*/ 225 w 512"/>
                  <a:gd name="T65" fmla="*/ 20 h 506"/>
                  <a:gd name="T66" fmla="*/ 489 w 512"/>
                  <a:gd name="T67" fmla="*/ 20 h 506"/>
                  <a:gd name="T68" fmla="*/ 492 w 512"/>
                  <a:gd name="T69" fmla="*/ 124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12" h="506">
                    <a:moveTo>
                      <a:pt x="489" y="0"/>
                    </a:moveTo>
                    <a:cubicBezTo>
                      <a:pt x="165" y="0"/>
                      <a:pt x="165" y="0"/>
                      <a:pt x="165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3"/>
                      <a:pt x="0" y="25"/>
                    </a:cubicBezTo>
                    <a:cubicBezTo>
                      <a:pt x="0" y="134"/>
                      <a:pt x="0" y="134"/>
                      <a:pt x="0" y="134"/>
                    </a:cubicBezTo>
                    <a:cubicBezTo>
                      <a:pt x="0" y="253"/>
                      <a:pt x="0" y="253"/>
                      <a:pt x="0" y="253"/>
                    </a:cubicBezTo>
                    <a:cubicBezTo>
                      <a:pt x="0" y="374"/>
                      <a:pt x="0" y="374"/>
                      <a:pt x="0" y="374"/>
                    </a:cubicBezTo>
                    <a:cubicBezTo>
                      <a:pt x="0" y="480"/>
                      <a:pt x="0" y="480"/>
                      <a:pt x="0" y="480"/>
                    </a:cubicBezTo>
                    <a:cubicBezTo>
                      <a:pt x="0" y="495"/>
                      <a:pt x="10" y="506"/>
                      <a:pt x="23" y="506"/>
                    </a:cubicBezTo>
                    <a:cubicBezTo>
                      <a:pt x="367" y="506"/>
                      <a:pt x="367" y="506"/>
                      <a:pt x="367" y="506"/>
                    </a:cubicBezTo>
                    <a:cubicBezTo>
                      <a:pt x="489" y="506"/>
                      <a:pt x="489" y="506"/>
                      <a:pt x="489" y="506"/>
                    </a:cubicBezTo>
                    <a:cubicBezTo>
                      <a:pt x="492" y="506"/>
                      <a:pt x="494" y="506"/>
                      <a:pt x="497" y="503"/>
                    </a:cubicBezTo>
                    <a:cubicBezTo>
                      <a:pt x="509" y="488"/>
                      <a:pt x="509" y="488"/>
                      <a:pt x="509" y="488"/>
                    </a:cubicBezTo>
                    <a:cubicBezTo>
                      <a:pt x="512" y="488"/>
                      <a:pt x="512" y="485"/>
                      <a:pt x="512" y="480"/>
                    </a:cubicBezTo>
                    <a:cubicBezTo>
                      <a:pt x="512" y="374"/>
                      <a:pt x="512" y="374"/>
                      <a:pt x="512" y="374"/>
                    </a:cubicBezTo>
                    <a:cubicBezTo>
                      <a:pt x="512" y="253"/>
                      <a:pt x="512" y="253"/>
                      <a:pt x="512" y="253"/>
                    </a:cubicBezTo>
                    <a:cubicBezTo>
                      <a:pt x="512" y="134"/>
                      <a:pt x="512" y="134"/>
                      <a:pt x="512" y="134"/>
                    </a:cubicBezTo>
                    <a:cubicBezTo>
                      <a:pt x="512" y="25"/>
                      <a:pt x="512" y="25"/>
                      <a:pt x="512" y="25"/>
                    </a:cubicBezTo>
                    <a:cubicBezTo>
                      <a:pt x="512" y="13"/>
                      <a:pt x="502" y="0"/>
                      <a:pt x="489" y="0"/>
                    </a:cubicBezTo>
                    <a:close/>
                    <a:moveTo>
                      <a:pt x="20" y="25"/>
                    </a:moveTo>
                    <a:cubicBezTo>
                      <a:pt x="20" y="23"/>
                      <a:pt x="20" y="20"/>
                      <a:pt x="23" y="20"/>
                    </a:cubicBezTo>
                    <a:cubicBezTo>
                      <a:pt x="155" y="20"/>
                      <a:pt x="155" y="20"/>
                      <a:pt x="155" y="20"/>
                    </a:cubicBezTo>
                    <a:cubicBezTo>
                      <a:pt x="155" y="124"/>
                      <a:pt x="155" y="124"/>
                      <a:pt x="155" y="124"/>
                    </a:cubicBezTo>
                    <a:cubicBezTo>
                      <a:pt x="20" y="124"/>
                      <a:pt x="20" y="124"/>
                      <a:pt x="20" y="124"/>
                    </a:cubicBezTo>
                    <a:lnTo>
                      <a:pt x="20" y="25"/>
                    </a:lnTo>
                    <a:close/>
                    <a:moveTo>
                      <a:pt x="20" y="144"/>
                    </a:moveTo>
                    <a:cubicBezTo>
                      <a:pt x="165" y="144"/>
                      <a:pt x="165" y="144"/>
                      <a:pt x="165" y="144"/>
                    </a:cubicBezTo>
                    <a:cubicBezTo>
                      <a:pt x="357" y="144"/>
                      <a:pt x="357" y="144"/>
                      <a:pt x="357" y="144"/>
                    </a:cubicBezTo>
                    <a:cubicBezTo>
                      <a:pt x="357" y="243"/>
                      <a:pt x="357" y="243"/>
                      <a:pt x="357" y="243"/>
                    </a:cubicBezTo>
                    <a:cubicBezTo>
                      <a:pt x="165" y="243"/>
                      <a:pt x="165" y="243"/>
                      <a:pt x="165" y="243"/>
                    </a:cubicBezTo>
                    <a:cubicBezTo>
                      <a:pt x="20" y="243"/>
                      <a:pt x="20" y="243"/>
                      <a:pt x="20" y="243"/>
                    </a:cubicBezTo>
                    <a:cubicBezTo>
                      <a:pt x="20" y="144"/>
                      <a:pt x="20" y="144"/>
                      <a:pt x="20" y="144"/>
                    </a:cubicBezTo>
                    <a:close/>
                    <a:moveTo>
                      <a:pt x="20" y="263"/>
                    </a:moveTo>
                    <a:cubicBezTo>
                      <a:pt x="155" y="263"/>
                      <a:pt x="155" y="263"/>
                      <a:pt x="155" y="263"/>
                    </a:cubicBezTo>
                    <a:cubicBezTo>
                      <a:pt x="155" y="364"/>
                      <a:pt x="155" y="364"/>
                      <a:pt x="155" y="364"/>
                    </a:cubicBezTo>
                    <a:cubicBezTo>
                      <a:pt x="20" y="364"/>
                      <a:pt x="20" y="364"/>
                      <a:pt x="20" y="364"/>
                    </a:cubicBezTo>
                    <a:cubicBezTo>
                      <a:pt x="20" y="263"/>
                      <a:pt x="20" y="263"/>
                      <a:pt x="20" y="263"/>
                    </a:cubicBezTo>
                    <a:close/>
                    <a:moveTo>
                      <a:pt x="357" y="485"/>
                    </a:moveTo>
                    <a:cubicBezTo>
                      <a:pt x="23" y="485"/>
                      <a:pt x="23" y="485"/>
                      <a:pt x="23" y="485"/>
                    </a:cubicBezTo>
                    <a:cubicBezTo>
                      <a:pt x="20" y="485"/>
                      <a:pt x="20" y="483"/>
                      <a:pt x="20" y="480"/>
                    </a:cubicBezTo>
                    <a:cubicBezTo>
                      <a:pt x="20" y="384"/>
                      <a:pt x="20" y="384"/>
                      <a:pt x="20" y="384"/>
                    </a:cubicBezTo>
                    <a:cubicBezTo>
                      <a:pt x="165" y="384"/>
                      <a:pt x="165" y="384"/>
                      <a:pt x="165" y="384"/>
                    </a:cubicBezTo>
                    <a:cubicBezTo>
                      <a:pt x="357" y="384"/>
                      <a:pt x="357" y="384"/>
                      <a:pt x="357" y="384"/>
                    </a:cubicBezTo>
                    <a:cubicBezTo>
                      <a:pt x="357" y="485"/>
                      <a:pt x="357" y="485"/>
                      <a:pt x="357" y="485"/>
                    </a:cubicBezTo>
                    <a:close/>
                    <a:moveTo>
                      <a:pt x="492" y="478"/>
                    </a:moveTo>
                    <a:cubicBezTo>
                      <a:pt x="484" y="485"/>
                      <a:pt x="484" y="485"/>
                      <a:pt x="484" y="485"/>
                    </a:cubicBezTo>
                    <a:cubicBezTo>
                      <a:pt x="377" y="485"/>
                      <a:pt x="377" y="485"/>
                      <a:pt x="377" y="485"/>
                    </a:cubicBezTo>
                    <a:cubicBezTo>
                      <a:pt x="377" y="384"/>
                      <a:pt x="377" y="384"/>
                      <a:pt x="377" y="384"/>
                    </a:cubicBezTo>
                    <a:cubicBezTo>
                      <a:pt x="492" y="384"/>
                      <a:pt x="492" y="384"/>
                      <a:pt x="492" y="384"/>
                    </a:cubicBezTo>
                    <a:lnTo>
                      <a:pt x="492" y="478"/>
                    </a:lnTo>
                    <a:close/>
                    <a:moveTo>
                      <a:pt x="492" y="364"/>
                    </a:moveTo>
                    <a:cubicBezTo>
                      <a:pt x="367" y="364"/>
                      <a:pt x="367" y="364"/>
                      <a:pt x="367" y="364"/>
                    </a:cubicBezTo>
                    <a:cubicBezTo>
                      <a:pt x="175" y="364"/>
                      <a:pt x="175" y="364"/>
                      <a:pt x="175" y="364"/>
                    </a:cubicBezTo>
                    <a:cubicBezTo>
                      <a:pt x="175" y="263"/>
                      <a:pt x="175" y="263"/>
                      <a:pt x="175" y="263"/>
                    </a:cubicBezTo>
                    <a:cubicBezTo>
                      <a:pt x="492" y="263"/>
                      <a:pt x="492" y="263"/>
                      <a:pt x="492" y="263"/>
                    </a:cubicBezTo>
                    <a:cubicBezTo>
                      <a:pt x="492" y="364"/>
                      <a:pt x="492" y="364"/>
                      <a:pt x="492" y="364"/>
                    </a:cubicBezTo>
                    <a:close/>
                    <a:moveTo>
                      <a:pt x="492" y="243"/>
                    </a:moveTo>
                    <a:cubicBezTo>
                      <a:pt x="377" y="243"/>
                      <a:pt x="377" y="243"/>
                      <a:pt x="377" y="243"/>
                    </a:cubicBezTo>
                    <a:cubicBezTo>
                      <a:pt x="377" y="144"/>
                      <a:pt x="377" y="144"/>
                      <a:pt x="377" y="144"/>
                    </a:cubicBezTo>
                    <a:cubicBezTo>
                      <a:pt x="492" y="144"/>
                      <a:pt x="492" y="144"/>
                      <a:pt x="492" y="144"/>
                    </a:cubicBezTo>
                    <a:cubicBezTo>
                      <a:pt x="492" y="243"/>
                      <a:pt x="492" y="243"/>
                      <a:pt x="492" y="243"/>
                    </a:cubicBezTo>
                    <a:close/>
                    <a:moveTo>
                      <a:pt x="492" y="124"/>
                    </a:moveTo>
                    <a:cubicBezTo>
                      <a:pt x="367" y="124"/>
                      <a:pt x="367" y="124"/>
                      <a:pt x="367" y="124"/>
                    </a:cubicBezTo>
                    <a:cubicBezTo>
                      <a:pt x="175" y="124"/>
                      <a:pt x="175" y="124"/>
                      <a:pt x="175" y="124"/>
                    </a:cubicBezTo>
                    <a:cubicBezTo>
                      <a:pt x="175" y="20"/>
                      <a:pt x="175" y="20"/>
                      <a:pt x="175" y="20"/>
                    </a:cubicBezTo>
                    <a:cubicBezTo>
                      <a:pt x="202" y="20"/>
                      <a:pt x="217" y="20"/>
                      <a:pt x="225" y="20"/>
                    </a:cubicBezTo>
                    <a:cubicBezTo>
                      <a:pt x="231" y="20"/>
                      <a:pt x="233" y="20"/>
                      <a:pt x="233" y="20"/>
                    </a:cubicBezTo>
                    <a:cubicBezTo>
                      <a:pt x="253" y="20"/>
                      <a:pt x="316" y="20"/>
                      <a:pt x="489" y="20"/>
                    </a:cubicBezTo>
                    <a:cubicBezTo>
                      <a:pt x="492" y="20"/>
                      <a:pt x="492" y="23"/>
                      <a:pt x="492" y="25"/>
                    </a:cubicBezTo>
                    <a:cubicBezTo>
                      <a:pt x="492" y="124"/>
                      <a:pt x="492" y="124"/>
                      <a:pt x="492" y="124"/>
                    </a:cubicBezTo>
                    <a:close/>
                  </a:path>
                </a:pathLst>
              </a:cu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>
                  <a:ea typeface="맑은 고딕" panose="020B0503020000020004" pitchFamily="50" charset="-127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900" name="그룹 1899">
              <a:extLst>
                <a:ext uri="{FF2B5EF4-FFF2-40B4-BE49-F238E27FC236}">
                  <a16:creationId xmlns:a16="http://schemas.microsoft.com/office/drawing/2014/main" id="{A1E6A2CF-665D-59A9-2B34-6A800F3F5549}"/>
                </a:ext>
              </a:extLst>
            </p:cNvPr>
            <p:cNvGrpSpPr/>
            <p:nvPr/>
          </p:nvGrpSpPr>
          <p:grpSpPr>
            <a:xfrm>
              <a:off x="552017" y="4179929"/>
              <a:ext cx="168980" cy="104479"/>
              <a:chOff x="1906588" y="4552951"/>
              <a:chExt cx="804863" cy="793750"/>
            </a:xfrm>
          </p:grpSpPr>
          <p:sp>
            <p:nvSpPr>
              <p:cNvPr id="1901" name="Freeform 111">
                <a:extLst>
                  <a:ext uri="{FF2B5EF4-FFF2-40B4-BE49-F238E27FC236}">
                    <a16:creationId xmlns:a16="http://schemas.microsoft.com/office/drawing/2014/main" id="{D5237DC0-29F3-F183-3F8D-1C07B016A37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938338" y="4584701"/>
                <a:ext cx="741363" cy="728663"/>
              </a:xfrm>
              <a:custGeom>
                <a:avLst/>
                <a:gdLst>
                  <a:gd name="T0" fmla="*/ 0 w 472"/>
                  <a:gd name="T1" fmla="*/ 5 h 465"/>
                  <a:gd name="T2" fmla="*/ 3 w 472"/>
                  <a:gd name="T3" fmla="*/ 0 h 465"/>
                  <a:gd name="T4" fmla="*/ 135 w 472"/>
                  <a:gd name="T5" fmla="*/ 0 h 465"/>
                  <a:gd name="T6" fmla="*/ 135 w 472"/>
                  <a:gd name="T7" fmla="*/ 104 h 465"/>
                  <a:gd name="T8" fmla="*/ 0 w 472"/>
                  <a:gd name="T9" fmla="*/ 104 h 465"/>
                  <a:gd name="T10" fmla="*/ 0 w 472"/>
                  <a:gd name="T11" fmla="*/ 5 h 465"/>
                  <a:gd name="T12" fmla="*/ 0 w 472"/>
                  <a:gd name="T13" fmla="*/ 124 h 465"/>
                  <a:gd name="T14" fmla="*/ 145 w 472"/>
                  <a:gd name="T15" fmla="*/ 124 h 465"/>
                  <a:gd name="T16" fmla="*/ 337 w 472"/>
                  <a:gd name="T17" fmla="*/ 124 h 465"/>
                  <a:gd name="T18" fmla="*/ 337 w 472"/>
                  <a:gd name="T19" fmla="*/ 223 h 465"/>
                  <a:gd name="T20" fmla="*/ 145 w 472"/>
                  <a:gd name="T21" fmla="*/ 223 h 465"/>
                  <a:gd name="T22" fmla="*/ 0 w 472"/>
                  <a:gd name="T23" fmla="*/ 223 h 465"/>
                  <a:gd name="T24" fmla="*/ 0 w 472"/>
                  <a:gd name="T25" fmla="*/ 124 h 465"/>
                  <a:gd name="T26" fmla="*/ 0 w 472"/>
                  <a:gd name="T27" fmla="*/ 243 h 465"/>
                  <a:gd name="T28" fmla="*/ 135 w 472"/>
                  <a:gd name="T29" fmla="*/ 243 h 465"/>
                  <a:gd name="T30" fmla="*/ 135 w 472"/>
                  <a:gd name="T31" fmla="*/ 344 h 465"/>
                  <a:gd name="T32" fmla="*/ 0 w 472"/>
                  <a:gd name="T33" fmla="*/ 344 h 465"/>
                  <a:gd name="T34" fmla="*/ 0 w 472"/>
                  <a:gd name="T35" fmla="*/ 243 h 465"/>
                  <a:gd name="T36" fmla="*/ 337 w 472"/>
                  <a:gd name="T37" fmla="*/ 465 h 465"/>
                  <a:gd name="T38" fmla="*/ 3 w 472"/>
                  <a:gd name="T39" fmla="*/ 465 h 465"/>
                  <a:gd name="T40" fmla="*/ 0 w 472"/>
                  <a:gd name="T41" fmla="*/ 460 h 465"/>
                  <a:gd name="T42" fmla="*/ 0 w 472"/>
                  <a:gd name="T43" fmla="*/ 364 h 465"/>
                  <a:gd name="T44" fmla="*/ 145 w 472"/>
                  <a:gd name="T45" fmla="*/ 364 h 465"/>
                  <a:gd name="T46" fmla="*/ 337 w 472"/>
                  <a:gd name="T47" fmla="*/ 364 h 465"/>
                  <a:gd name="T48" fmla="*/ 337 w 472"/>
                  <a:gd name="T49" fmla="*/ 465 h 465"/>
                  <a:gd name="T50" fmla="*/ 472 w 472"/>
                  <a:gd name="T51" fmla="*/ 458 h 465"/>
                  <a:gd name="T52" fmla="*/ 464 w 472"/>
                  <a:gd name="T53" fmla="*/ 465 h 465"/>
                  <a:gd name="T54" fmla="*/ 357 w 472"/>
                  <a:gd name="T55" fmla="*/ 465 h 465"/>
                  <a:gd name="T56" fmla="*/ 357 w 472"/>
                  <a:gd name="T57" fmla="*/ 364 h 465"/>
                  <a:gd name="T58" fmla="*/ 472 w 472"/>
                  <a:gd name="T59" fmla="*/ 364 h 465"/>
                  <a:gd name="T60" fmla="*/ 472 w 472"/>
                  <a:gd name="T61" fmla="*/ 458 h 465"/>
                  <a:gd name="T62" fmla="*/ 472 w 472"/>
                  <a:gd name="T63" fmla="*/ 344 h 465"/>
                  <a:gd name="T64" fmla="*/ 347 w 472"/>
                  <a:gd name="T65" fmla="*/ 344 h 465"/>
                  <a:gd name="T66" fmla="*/ 155 w 472"/>
                  <a:gd name="T67" fmla="*/ 344 h 465"/>
                  <a:gd name="T68" fmla="*/ 155 w 472"/>
                  <a:gd name="T69" fmla="*/ 243 h 465"/>
                  <a:gd name="T70" fmla="*/ 472 w 472"/>
                  <a:gd name="T71" fmla="*/ 243 h 465"/>
                  <a:gd name="T72" fmla="*/ 472 w 472"/>
                  <a:gd name="T73" fmla="*/ 344 h 465"/>
                  <a:gd name="T74" fmla="*/ 472 w 472"/>
                  <a:gd name="T75" fmla="*/ 223 h 465"/>
                  <a:gd name="T76" fmla="*/ 357 w 472"/>
                  <a:gd name="T77" fmla="*/ 223 h 465"/>
                  <a:gd name="T78" fmla="*/ 357 w 472"/>
                  <a:gd name="T79" fmla="*/ 124 h 465"/>
                  <a:gd name="T80" fmla="*/ 472 w 472"/>
                  <a:gd name="T81" fmla="*/ 124 h 465"/>
                  <a:gd name="T82" fmla="*/ 472 w 472"/>
                  <a:gd name="T83" fmla="*/ 223 h 465"/>
                  <a:gd name="T84" fmla="*/ 472 w 472"/>
                  <a:gd name="T85" fmla="*/ 104 h 465"/>
                  <a:gd name="T86" fmla="*/ 347 w 472"/>
                  <a:gd name="T87" fmla="*/ 104 h 465"/>
                  <a:gd name="T88" fmla="*/ 155 w 472"/>
                  <a:gd name="T89" fmla="*/ 104 h 465"/>
                  <a:gd name="T90" fmla="*/ 155 w 472"/>
                  <a:gd name="T91" fmla="*/ 0 h 465"/>
                  <a:gd name="T92" fmla="*/ 205 w 472"/>
                  <a:gd name="T93" fmla="*/ 0 h 465"/>
                  <a:gd name="T94" fmla="*/ 213 w 472"/>
                  <a:gd name="T95" fmla="*/ 0 h 465"/>
                  <a:gd name="T96" fmla="*/ 469 w 472"/>
                  <a:gd name="T97" fmla="*/ 0 h 465"/>
                  <a:gd name="T98" fmla="*/ 472 w 472"/>
                  <a:gd name="T99" fmla="*/ 5 h 465"/>
                  <a:gd name="T100" fmla="*/ 472 w 472"/>
                  <a:gd name="T101" fmla="*/ 104 h 4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472" h="465">
                    <a:moveTo>
                      <a:pt x="0" y="5"/>
                    </a:moveTo>
                    <a:cubicBezTo>
                      <a:pt x="0" y="3"/>
                      <a:pt x="0" y="0"/>
                      <a:pt x="3" y="0"/>
                    </a:cubicBezTo>
                    <a:cubicBezTo>
                      <a:pt x="135" y="0"/>
                      <a:pt x="135" y="0"/>
                      <a:pt x="135" y="0"/>
                    </a:cubicBezTo>
                    <a:cubicBezTo>
                      <a:pt x="135" y="104"/>
                      <a:pt x="135" y="104"/>
                      <a:pt x="135" y="104"/>
                    </a:cubicBezTo>
                    <a:cubicBezTo>
                      <a:pt x="0" y="104"/>
                      <a:pt x="0" y="104"/>
                      <a:pt x="0" y="104"/>
                    </a:cubicBezTo>
                    <a:lnTo>
                      <a:pt x="0" y="5"/>
                    </a:lnTo>
                    <a:close/>
                    <a:moveTo>
                      <a:pt x="0" y="124"/>
                    </a:moveTo>
                    <a:cubicBezTo>
                      <a:pt x="145" y="124"/>
                      <a:pt x="145" y="124"/>
                      <a:pt x="145" y="124"/>
                    </a:cubicBezTo>
                    <a:cubicBezTo>
                      <a:pt x="337" y="124"/>
                      <a:pt x="337" y="124"/>
                      <a:pt x="337" y="124"/>
                    </a:cubicBezTo>
                    <a:cubicBezTo>
                      <a:pt x="337" y="223"/>
                      <a:pt x="337" y="223"/>
                      <a:pt x="337" y="223"/>
                    </a:cubicBezTo>
                    <a:cubicBezTo>
                      <a:pt x="145" y="223"/>
                      <a:pt x="145" y="223"/>
                      <a:pt x="145" y="223"/>
                    </a:cubicBezTo>
                    <a:cubicBezTo>
                      <a:pt x="0" y="223"/>
                      <a:pt x="0" y="223"/>
                      <a:pt x="0" y="223"/>
                    </a:cubicBezTo>
                    <a:cubicBezTo>
                      <a:pt x="0" y="124"/>
                      <a:pt x="0" y="124"/>
                      <a:pt x="0" y="124"/>
                    </a:cubicBezTo>
                    <a:close/>
                    <a:moveTo>
                      <a:pt x="0" y="243"/>
                    </a:moveTo>
                    <a:cubicBezTo>
                      <a:pt x="135" y="243"/>
                      <a:pt x="135" y="243"/>
                      <a:pt x="135" y="243"/>
                    </a:cubicBezTo>
                    <a:cubicBezTo>
                      <a:pt x="135" y="344"/>
                      <a:pt x="135" y="344"/>
                      <a:pt x="135" y="344"/>
                    </a:cubicBezTo>
                    <a:cubicBezTo>
                      <a:pt x="0" y="344"/>
                      <a:pt x="0" y="344"/>
                      <a:pt x="0" y="344"/>
                    </a:cubicBezTo>
                    <a:cubicBezTo>
                      <a:pt x="0" y="243"/>
                      <a:pt x="0" y="243"/>
                      <a:pt x="0" y="243"/>
                    </a:cubicBezTo>
                    <a:close/>
                    <a:moveTo>
                      <a:pt x="337" y="465"/>
                    </a:moveTo>
                    <a:cubicBezTo>
                      <a:pt x="3" y="465"/>
                      <a:pt x="3" y="465"/>
                      <a:pt x="3" y="465"/>
                    </a:cubicBezTo>
                    <a:cubicBezTo>
                      <a:pt x="0" y="465"/>
                      <a:pt x="0" y="463"/>
                      <a:pt x="0" y="460"/>
                    </a:cubicBezTo>
                    <a:cubicBezTo>
                      <a:pt x="0" y="364"/>
                      <a:pt x="0" y="364"/>
                      <a:pt x="0" y="364"/>
                    </a:cubicBezTo>
                    <a:cubicBezTo>
                      <a:pt x="145" y="364"/>
                      <a:pt x="145" y="364"/>
                      <a:pt x="145" y="364"/>
                    </a:cubicBezTo>
                    <a:cubicBezTo>
                      <a:pt x="337" y="364"/>
                      <a:pt x="337" y="364"/>
                      <a:pt x="337" y="364"/>
                    </a:cubicBezTo>
                    <a:cubicBezTo>
                      <a:pt x="337" y="465"/>
                      <a:pt x="337" y="465"/>
                      <a:pt x="337" y="465"/>
                    </a:cubicBezTo>
                    <a:close/>
                    <a:moveTo>
                      <a:pt x="472" y="458"/>
                    </a:moveTo>
                    <a:cubicBezTo>
                      <a:pt x="464" y="465"/>
                      <a:pt x="464" y="465"/>
                      <a:pt x="464" y="465"/>
                    </a:cubicBezTo>
                    <a:cubicBezTo>
                      <a:pt x="357" y="465"/>
                      <a:pt x="357" y="465"/>
                      <a:pt x="357" y="465"/>
                    </a:cubicBezTo>
                    <a:cubicBezTo>
                      <a:pt x="357" y="364"/>
                      <a:pt x="357" y="364"/>
                      <a:pt x="357" y="364"/>
                    </a:cubicBezTo>
                    <a:cubicBezTo>
                      <a:pt x="472" y="364"/>
                      <a:pt x="472" y="364"/>
                      <a:pt x="472" y="364"/>
                    </a:cubicBezTo>
                    <a:lnTo>
                      <a:pt x="472" y="458"/>
                    </a:lnTo>
                    <a:close/>
                    <a:moveTo>
                      <a:pt x="472" y="344"/>
                    </a:moveTo>
                    <a:cubicBezTo>
                      <a:pt x="347" y="344"/>
                      <a:pt x="347" y="344"/>
                      <a:pt x="347" y="344"/>
                    </a:cubicBezTo>
                    <a:cubicBezTo>
                      <a:pt x="155" y="344"/>
                      <a:pt x="155" y="344"/>
                      <a:pt x="155" y="344"/>
                    </a:cubicBezTo>
                    <a:cubicBezTo>
                      <a:pt x="155" y="243"/>
                      <a:pt x="155" y="243"/>
                      <a:pt x="155" y="243"/>
                    </a:cubicBezTo>
                    <a:cubicBezTo>
                      <a:pt x="472" y="243"/>
                      <a:pt x="472" y="243"/>
                      <a:pt x="472" y="243"/>
                    </a:cubicBezTo>
                    <a:cubicBezTo>
                      <a:pt x="472" y="344"/>
                      <a:pt x="472" y="344"/>
                      <a:pt x="472" y="344"/>
                    </a:cubicBezTo>
                    <a:close/>
                    <a:moveTo>
                      <a:pt x="472" y="223"/>
                    </a:moveTo>
                    <a:cubicBezTo>
                      <a:pt x="357" y="223"/>
                      <a:pt x="357" y="223"/>
                      <a:pt x="357" y="223"/>
                    </a:cubicBezTo>
                    <a:cubicBezTo>
                      <a:pt x="357" y="124"/>
                      <a:pt x="357" y="124"/>
                      <a:pt x="357" y="124"/>
                    </a:cubicBezTo>
                    <a:cubicBezTo>
                      <a:pt x="472" y="124"/>
                      <a:pt x="472" y="124"/>
                      <a:pt x="472" y="124"/>
                    </a:cubicBezTo>
                    <a:cubicBezTo>
                      <a:pt x="472" y="223"/>
                      <a:pt x="472" y="223"/>
                      <a:pt x="472" y="223"/>
                    </a:cubicBezTo>
                    <a:close/>
                    <a:moveTo>
                      <a:pt x="472" y="104"/>
                    </a:moveTo>
                    <a:cubicBezTo>
                      <a:pt x="347" y="104"/>
                      <a:pt x="347" y="104"/>
                      <a:pt x="347" y="104"/>
                    </a:cubicBezTo>
                    <a:cubicBezTo>
                      <a:pt x="155" y="104"/>
                      <a:pt x="155" y="104"/>
                      <a:pt x="155" y="104"/>
                    </a:cubicBezTo>
                    <a:cubicBezTo>
                      <a:pt x="155" y="0"/>
                      <a:pt x="155" y="0"/>
                      <a:pt x="155" y="0"/>
                    </a:cubicBezTo>
                    <a:cubicBezTo>
                      <a:pt x="182" y="0"/>
                      <a:pt x="197" y="0"/>
                      <a:pt x="205" y="0"/>
                    </a:cubicBezTo>
                    <a:cubicBezTo>
                      <a:pt x="211" y="0"/>
                      <a:pt x="213" y="0"/>
                      <a:pt x="213" y="0"/>
                    </a:cubicBezTo>
                    <a:cubicBezTo>
                      <a:pt x="233" y="0"/>
                      <a:pt x="296" y="0"/>
                      <a:pt x="469" y="0"/>
                    </a:cubicBezTo>
                    <a:cubicBezTo>
                      <a:pt x="472" y="0"/>
                      <a:pt x="472" y="3"/>
                      <a:pt x="472" y="5"/>
                    </a:cubicBezTo>
                    <a:cubicBezTo>
                      <a:pt x="472" y="104"/>
                      <a:pt x="472" y="104"/>
                      <a:pt x="472" y="10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>
                  <a:ea typeface="맑은 고딕" panose="020B0503020000020004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1902" name="Freeform 110">
                <a:extLst>
                  <a:ext uri="{FF2B5EF4-FFF2-40B4-BE49-F238E27FC236}">
                    <a16:creationId xmlns:a16="http://schemas.microsoft.com/office/drawing/2014/main" id="{5081D91A-A58A-80E1-6CF8-783971F1205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906588" y="4552951"/>
                <a:ext cx="804863" cy="793750"/>
              </a:xfrm>
              <a:custGeom>
                <a:avLst/>
                <a:gdLst>
                  <a:gd name="T0" fmla="*/ 165 w 512"/>
                  <a:gd name="T1" fmla="*/ 0 h 506"/>
                  <a:gd name="T2" fmla="*/ 0 w 512"/>
                  <a:gd name="T3" fmla="*/ 25 h 506"/>
                  <a:gd name="T4" fmla="*/ 0 w 512"/>
                  <a:gd name="T5" fmla="*/ 253 h 506"/>
                  <a:gd name="T6" fmla="*/ 0 w 512"/>
                  <a:gd name="T7" fmla="*/ 480 h 506"/>
                  <a:gd name="T8" fmla="*/ 367 w 512"/>
                  <a:gd name="T9" fmla="*/ 506 h 506"/>
                  <a:gd name="T10" fmla="*/ 497 w 512"/>
                  <a:gd name="T11" fmla="*/ 503 h 506"/>
                  <a:gd name="T12" fmla="*/ 512 w 512"/>
                  <a:gd name="T13" fmla="*/ 480 h 506"/>
                  <a:gd name="T14" fmla="*/ 512 w 512"/>
                  <a:gd name="T15" fmla="*/ 253 h 506"/>
                  <a:gd name="T16" fmla="*/ 512 w 512"/>
                  <a:gd name="T17" fmla="*/ 25 h 506"/>
                  <a:gd name="T18" fmla="*/ 20 w 512"/>
                  <a:gd name="T19" fmla="*/ 25 h 506"/>
                  <a:gd name="T20" fmla="*/ 155 w 512"/>
                  <a:gd name="T21" fmla="*/ 20 h 506"/>
                  <a:gd name="T22" fmla="*/ 20 w 512"/>
                  <a:gd name="T23" fmla="*/ 124 h 506"/>
                  <a:gd name="T24" fmla="*/ 20 w 512"/>
                  <a:gd name="T25" fmla="*/ 144 h 506"/>
                  <a:gd name="T26" fmla="*/ 357 w 512"/>
                  <a:gd name="T27" fmla="*/ 144 h 506"/>
                  <a:gd name="T28" fmla="*/ 165 w 512"/>
                  <a:gd name="T29" fmla="*/ 243 h 506"/>
                  <a:gd name="T30" fmla="*/ 20 w 512"/>
                  <a:gd name="T31" fmla="*/ 144 h 506"/>
                  <a:gd name="T32" fmla="*/ 155 w 512"/>
                  <a:gd name="T33" fmla="*/ 263 h 506"/>
                  <a:gd name="T34" fmla="*/ 20 w 512"/>
                  <a:gd name="T35" fmla="*/ 364 h 506"/>
                  <a:gd name="T36" fmla="*/ 357 w 512"/>
                  <a:gd name="T37" fmla="*/ 485 h 506"/>
                  <a:gd name="T38" fmla="*/ 20 w 512"/>
                  <a:gd name="T39" fmla="*/ 480 h 506"/>
                  <a:gd name="T40" fmla="*/ 165 w 512"/>
                  <a:gd name="T41" fmla="*/ 384 h 506"/>
                  <a:gd name="T42" fmla="*/ 357 w 512"/>
                  <a:gd name="T43" fmla="*/ 485 h 506"/>
                  <a:gd name="T44" fmla="*/ 484 w 512"/>
                  <a:gd name="T45" fmla="*/ 485 h 506"/>
                  <a:gd name="T46" fmla="*/ 377 w 512"/>
                  <a:gd name="T47" fmla="*/ 384 h 506"/>
                  <a:gd name="T48" fmla="*/ 492 w 512"/>
                  <a:gd name="T49" fmla="*/ 478 h 506"/>
                  <a:gd name="T50" fmla="*/ 367 w 512"/>
                  <a:gd name="T51" fmla="*/ 364 h 506"/>
                  <a:gd name="T52" fmla="*/ 175 w 512"/>
                  <a:gd name="T53" fmla="*/ 263 h 506"/>
                  <a:gd name="T54" fmla="*/ 492 w 512"/>
                  <a:gd name="T55" fmla="*/ 364 h 506"/>
                  <a:gd name="T56" fmla="*/ 377 w 512"/>
                  <a:gd name="T57" fmla="*/ 243 h 506"/>
                  <a:gd name="T58" fmla="*/ 492 w 512"/>
                  <a:gd name="T59" fmla="*/ 144 h 506"/>
                  <a:gd name="T60" fmla="*/ 492 w 512"/>
                  <a:gd name="T61" fmla="*/ 124 h 506"/>
                  <a:gd name="T62" fmla="*/ 175 w 512"/>
                  <a:gd name="T63" fmla="*/ 124 h 506"/>
                  <a:gd name="T64" fmla="*/ 225 w 512"/>
                  <a:gd name="T65" fmla="*/ 20 h 506"/>
                  <a:gd name="T66" fmla="*/ 489 w 512"/>
                  <a:gd name="T67" fmla="*/ 20 h 506"/>
                  <a:gd name="T68" fmla="*/ 492 w 512"/>
                  <a:gd name="T69" fmla="*/ 124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12" h="506">
                    <a:moveTo>
                      <a:pt x="489" y="0"/>
                    </a:moveTo>
                    <a:cubicBezTo>
                      <a:pt x="165" y="0"/>
                      <a:pt x="165" y="0"/>
                      <a:pt x="165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3"/>
                      <a:pt x="0" y="25"/>
                    </a:cubicBezTo>
                    <a:cubicBezTo>
                      <a:pt x="0" y="134"/>
                      <a:pt x="0" y="134"/>
                      <a:pt x="0" y="134"/>
                    </a:cubicBezTo>
                    <a:cubicBezTo>
                      <a:pt x="0" y="253"/>
                      <a:pt x="0" y="253"/>
                      <a:pt x="0" y="253"/>
                    </a:cubicBezTo>
                    <a:cubicBezTo>
                      <a:pt x="0" y="374"/>
                      <a:pt x="0" y="374"/>
                      <a:pt x="0" y="374"/>
                    </a:cubicBezTo>
                    <a:cubicBezTo>
                      <a:pt x="0" y="480"/>
                      <a:pt x="0" y="480"/>
                      <a:pt x="0" y="480"/>
                    </a:cubicBezTo>
                    <a:cubicBezTo>
                      <a:pt x="0" y="495"/>
                      <a:pt x="10" y="506"/>
                      <a:pt x="23" y="506"/>
                    </a:cubicBezTo>
                    <a:cubicBezTo>
                      <a:pt x="367" y="506"/>
                      <a:pt x="367" y="506"/>
                      <a:pt x="367" y="506"/>
                    </a:cubicBezTo>
                    <a:cubicBezTo>
                      <a:pt x="489" y="506"/>
                      <a:pt x="489" y="506"/>
                      <a:pt x="489" y="506"/>
                    </a:cubicBezTo>
                    <a:cubicBezTo>
                      <a:pt x="492" y="506"/>
                      <a:pt x="494" y="506"/>
                      <a:pt x="497" y="503"/>
                    </a:cubicBezTo>
                    <a:cubicBezTo>
                      <a:pt x="509" y="488"/>
                      <a:pt x="509" y="488"/>
                      <a:pt x="509" y="488"/>
                    </a:cubicBezTo>
                    <a:cubicBezTo>
                      <a:pt x="512" y="488"/>
                      <a:pt x="512" y="485"/>
                      <a:pt x="512" y="480"/>
                    </a:cubicBezTo>
                    <a:cubicBezTo>
                      <a:pt x="512" y="374"/>
                      <a:pt x="512" y="374"/>
                      <a:pt x="512" y="374"/>
                    </a:cubicBezTo>
                    <a:cubicBezTo>
                      <a:pt x="512" y="253"/>
                      <a:pt x="512" y="253"/>
                      <a:pt x="512" y="253"/>
                    </a:cubicBezTo>
                    <a:cubicBezTo>
                      <a:pt x="512" y="134"/>
                      <a:pt x="512" y="134"/>
                      <a:pt x="512" y="134"/>
                    </a:cubicBezTo>
                    <a:cubicBezTo>
                      <a:pt x="512" y="25"/>
                      <a:pt x="512" y="25"/>
                      <a:pt x="512" y="25"/>
                    </a:cubicBezTo>
                    <a:cubicBezTo>
                      <a:pt x="512" y="13"/>
                      <a:pt x="502" y="0"/>
                      <a:pt x="489" y="0"/>
                    </a:cubicBezTo>
                    <a:close/>
                    <a:moveTo>
                      <a:pt x="20" y="25"/>
                    </a:moveTo>
                    <a:cubicBezTo>
                      <a:pt x="20" y="23"/>
                      <a:pt x="20" y="20"/>
                      <a:pt x="23" y="20"/>
                    </a:cubicBezTo>
                    <a:cubicBezTo>
                      <a:pt x="155" y="20"/>
                      <a:pt x="155" y="20"/>
                      <a:pt x="155" y="20"/>
                    </a:cubicBezTo>
                    <a:cubicBezTo>
                      <a:pt x="155" y="124"/>
                      <a:pt x="155" y="124"/>
                      <a:pt x="155" y="124"/>
                    </a:cubicBezTo>
                    <a:cubicBezTo>
                      <a:pt x="20" y="124"/>
                      <a:pt x="20" y="124"/>
                      <a:pt x="20" y="124"/>
                    </a:cubicBezTo>
                    <a:lnTo>
                      <a:pt x="20" y="25"/>
                    </a:lnTo>
                    <a:close/>
                    <a:moveTo>
                      <a:pt x="20" y="144"/>
                    </a:moveTo>
                    <a:cubicBezTo>
                      <a:pt x="165" y="144"/>
                      <a:pt x="165" y="144"/>
                      <a:pt x="165" y="144"/>
                    </a:cubicBezTo>
                    <a:cubicBezTo>
                      <a:pt x="357" y="144"/>
                      <a:pt x="357" y="144"/>
                      <a:pt x="357" y="144"/>
                    </a:cubicBezTo>
                    <a:cubicBezTo>
                      <a:pt x="357" y="243"/>
                      <a:pt x="357" y="243"/>
                      <a:pt x="357" y="243"/>
                    </a:cubicBezTo>
                    <a:cubicBezTo>
                      <a:pt x="165" y="243"/>
                      <a:pt x="165" y="243"/>
                      <a:pt x="165" y="243"/>
                    </a:cubicBezTo>
                    <a:cubicBezTo>
                      <a:pt x="20" y="243"/>
                      <a:pt x="20" y="243"/>
                      <a:pt x="20" y="243"/>
                    </a:cubicBezTo>
                    <a:cubicBezTo>
                      <a:pt x="20" y="144"/>
                      <a:pt x="20" y="144"/>
                      <a:pt x="20" y="144"/>
                    </a:cubicBezTo>
                    <a:close/>
                    <a:moveTo>
                      <a:pt x="20" y="263"/>
                    </a:moveTo>
                    <a:cubicBezTo>
                      <a:pt x="155" y="263"/>
                      <a:pt x="155" y="263"/>
                      <a:pt x="155" y="263"/>
                    </a:cubicBezTo>
                    <a:cubicBezTo>
                      <a:pt x="155" y="364"/>
                      <a:pt x="155" y="364"/>
                      <a:pt x="155" y="364"/>
                    </a:cubicBezTo>
                    <a:cubicBezTo>
                      <a:pt x="20" y="364"/>
                      <a:pt x="20" y="364"/>
                      <a:pt x="20" y="364"/>
                    </a:cubicBezTo>
                    <a:cubicBezTo>
                      <a:pt x="20" y="263"/>
                      <a:pt x="20" y="263"/>
                      <a:pt x="20" y="263"/>
                    </a:cubicBezTo>
                    <a:close/>
                    <a:moveTo>
                      <a:pt x="357" y="485"/>
                    </a:moveTo>
                    <a:cubicBezTo>
                      <a:pt x="23" y="485"/>
                      <a:pt x="23" y="485"/>
                      <a:pt x="23" y="485"/>
                    </a:cubicBezTo>
                    <a:cubicBezTo>
                      <a:pt x="20" y="485"/>
                      <a:pt x="20" y="483"/>
                      <a:pt x="20" y="480"/>
                    </a:cubicBezTo>
                    <a:cubicBezTo>
                      <a:pt x="20" y="384"/>
                      <a:pt x="20" y="384"/>
                      <a:pt x="20" y="384"/>
                    </a:cubicBezTo>
                    <a:cubicBezTo>
                      <a:pt x="165" y="384"/>
                      <a:pt x="165" y="384"/>
                      <a:pt x="165" y="384"/>
                    </a:cubicBezTo>
                    <a:cubicBezTo>
                      <a:pt x="357" y="384"/>
                      <a:pt x="357" y="384"/>
                      <a:pt x="357" y="384"/>
                    </a:cubicBezTo>
                    <a:cubicBezTo>
                      <a:pt x="357" y="485"/>
                      <a:pt x="357" y="485"/>
                      <a:pt x="357" y="485"/>
                    </a:cubicBezTo>
                    <a:close/>
                    <a:moveTo>
                      <a:pt x="492" y="478"/>
                    </a:moveTo>
                    <a:cubicBezTo>
                      <a:pt x="484" y="485"/>
                      <a:pt x="484" y="485"/>
                      <a:pt x="484" y="485"/>
                    </a:cubicBezTo>
                    <a:cubicBezTo>
                      <a:pt x="377" y="485"/>
                      <a:pt x="377" y="485"/>
                      <a:pt x="377" y="485"/>
                    </a:cubicBezTo>
                    <a:cubicBezTo>
                      <a:pt x="377" y="384"/>
                      <a:pt x="377" y="384"/>
                      <a:pt x="377" y="384"/>
                    </a:cubicBezTo>
                    <a:cubicBezTo>
                      <a:pt x="492" y="384"/>
                      <a:pt x="492" y="384"/>
                      <a:pt x="492" y="384"/>
                    </a:cubicBezTo>
                    <a:lnTo>
                      <a:pt x="492" y="478"/>
                    </a:lnTo>
                    <a:close/>
                    <a:moveTo>
                      <a:pt x="492" y="364"/>
                    </a:moveTo>
                    <a:cubicBezTo>
                      <a:pt x="367" y="364"/>
                      <a:pt x="367" y="364"/>
                      <a:pt x="367" y="364"/>
                    </a:cubicBezTo>
                    <a:cubicBezTo>
                      <a:pt x="175" y="364"/>
                      <a:pt x="175" y="364"/>
                      <a:pt x="175" y="364"/>
                    </a:cubicBezTo>
                    <a:cubicBezTo>
                      <a:pt x="175" y="263"/>
                      <a:pt x="175" y="263"/>
                      <a:pt x="175" y="263"/>
                    </a:cubicBezTo>
                    <a:cubicBezTo>
                      <a:pt x="492" y="263"/>
                      <a:pt x="492" y="263"/>
                      <a:pt x="492" y="263"/>
                    </a:cubicBezTo>
                    <a:cubicBezTo>
                      <a:pt x="492" y="364"/>
                      <a:pt x="492" y="364"/>
                      <a:pt x="492" y="364"/>
                    </a:cubicBezTo>
                    <a:close/>
                    <a:moveTo>
                      <a:pt x="492" y="243"/>
                    </a:moveTo>
                    <a:cubicBezTo>
                      <a:pt x="377" y="243"/>
                      <a:pt x="377" y="243"/>
                      <a:pt x="377" y="243"/>
                    </a:cubicBezTo>
                    <a:cubicBezTo>
                      <a:pt x="377" y="144"/>
                      <a:pt x="377" y="144"/>
                      <a:pt x="377" y="144"/>
                    </a:cubicBezTo>
                    <a:cubicBezTo>
                      <a:pt x="492" y="144"/>
                      <a:pt x="492" y="144"/>
                      <a:pt x="492" y="144"/>
                    </a:cubicBezTo>
                    <a:cubicBezTo>
                      <a:pt x="492" y="243"/>
                      <a:pt x="492" y="243"/>
                      <a:pt x="492" y="243"/>
                    </a:cubicBezTo>
                    <a:close/>
                    <a:moveTo>
                      <a:pt x="492" y="124"/>
                    </a:moveTo>
                    <a:cubicBezTo>
                      <a:pt x="367" y="124"/>
                      <a:pt x="367" y="124"/>
                      <a:pt x="367" y="124"/>
                    </a:cubicBezTo>
                    <a:cubicBezTo>
                      <a:pt x="175" y="124"/>
                      <a:pt x="175" y="124"/>
                      <a:pt x="175" y="124"/>
                    </a:cubicBezTo>
                    <a:cubicBezTo>
                      <a:pt x="175" y="20"/>
                      <a:pt x="175" y="20"/>
                      <a:pt x="175" y="20"/>
                    </a:cubicBezTo>
                    <a:cubicBezTo>
                      <a:pt x="202" y="20"/>
                      <a:pt x="217" y="20"/>
                      <a:pt x="225" y="20"/>
                    </a:cubicBezTo>
                    <a:cubicBezTo>
                      <a:pt x="231" y="20"/>
                      <a:pt x="233" y="20"/>
                      <a:pt x="233" y="20"/>
                    </a:cubicBezTo>
                    <a:cubicBezTo>
                      <a:pt x="253" y="20"/>
                      <a:pt x="316" y="20"/>
                      <a:pt x="489" y="20"/>
                    </a:cubicBezTo>
                    <a:cubicBezTo>
                      <a:pt x="492" y="20"/>
                      <a:pt x="492" y="23"/>
                      <a:pt x="492" y="25"/>
                    </a:cubicBezTo>
                    <a:cubicBezTo>
                      <a:pt x="492" y="124"/>
                      <a:pt x="492" y="124"/>
                      <a:pt x="492" y="124"/>
                    </a:cubicBezTo>
                    <a:close/>
                  </a:path>
                </a:pathLst>
              </a:cu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>
                  <a:ea typeface="맑은 고딕" panose="020B0503020000020004" pitchFamily="50" charset="-127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903" name="그룹 1902">
              <a:extLst>
                <a:ext uri="{FF2B5EF4-FFF2-40B4-BE49-F238E27FC236}">
                  <a16:creationId xmlns:a16="http://schemas.microsoft.com/office/drawing/2014/main" id="{AC4EE9B6-CDBA-9AA6-061E-A4AE6D960F36}"/>
                </a:ext>
              </a:extLst>
            </p:cNvPr>
            <p:cNvGrpSpPr/>
            <p:nvPr/>
          </p:nvGrpSpPr>
          <p:grpSpPr>
            <a:xfrm>
              <a:off x="3940789" y="1656071"/>
              <a:ext cx="803265" cy="131168"/>
              <a:chOff x="3723244" y="3642406"/>
              <a:chExt cx="1093034" cy="284690"/>
            </a:xfrm>
          </p:grpSpPr>
          <p:cxnSp>
            <p:nvCxnSpPr>
              <p:cNvPr id="1904" name="직선 연결선 1585">
                <a:extLst>
                  <a:ext uri="{FF2B5EF4-FFF2-40B4-BE49-F238E27FC236}">
                    <a16:creationId xmlns:a16="http://schemas.microsoft.com/office/drawing/2014/main" id="{1C6C397A-4CC7-9B1A-A766-57E6CB02F3BC}"/>
                  </a:ext>
                </a:extLst>
              </p:cNvPr>
              <p:cNvCxnSpPr/>
              <p:nvPr/>
            </p:nvCxnSpPr>
            <p:spPr>
              <a:xfrm>
                <a:off x="3909056" y="3786853"/>
                <a:ext cx="306000" cy="0"/>
              </a:xfrm>
              <a:prstGeom prst="line">
                <a:avLst/>
              </a:prstGeom>
              <a:ln w="57150" cmpd="dbl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05" name="원호 1586">
                <a:extLst>
                  <a:ext uri="{FF2B5EF4-FFF2-40B4-BE49-F238E27FC236}">
                    <a16:creationId xmlns:a16="http://schemas.microsoft.com/office/drawing/2014/main" id="{F7789271-011F-C04B-28F6-1136757775CB}"/>
                  </a:ext>
                </a:extLst>
              </p:cNvPr>
              <p:cNvSpPr/>
              <p:nvPr/>
            </p:nvSpPr>
            <p:spPr>
              <a:xfrm>
                <a:off x="4045044" y="3745779"/>
                <a:ext cx="34023" cy="82148"/>
              </a:xfrm>
              <a:prstGeom prst="arc">
                <a:avLst>
                  <a:gd name="adj1" fmla="val 13028058"/>
                  <a:gd name="adj2" fmla="val 8838978"/>
                </a:avLst>
              </a:prstGeom>
              <a:grpFill/>
              <a:ln w="9525">
                <a:solidFill>
                  <a:schemeClr val="tx1">
                    <a:lumMod val="50000"/>
                    <a:lumOff val="50000"/>
                  </a:schemeClr>
                </a:solidFill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lIns="83969" tIns="41985" rIns="83969" bIns="41985"/>
              <a:lstStyle/>
              <a:p>
                <a:pPr latinLnBrk="0"/>
                <a:endParaRPr lang="ko-KR" altLang="en-US" sz="1600" b="1">
                  <a:ln>
                    <a:solidFill>
                      <a:schemeClr val="tx1">
                        <a:alpha val="0"/>
                      </a:schemeClr>
                    </a:solidFill>
                  </a:ln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1906" name="Freeform 232">
                <a:extLst>
                  <a:ext uri="{FF2B5EF4-FFF2-40B4-BE49-F238E27FC236}">
                    <a16:creationId xmlns:a16="http://schemas.microsoft.com/office/drawing/2014/main" id="{75F2B379-E3DC-F6A5-9B11-42CB682AC1A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76192" y="3692452"/>
                <a:ext cx="108915" cy="86307"/>
              </a:xfrm>
              <a:custGeom>
                <a:avLst/>
                <a:gdLst>
                  <a:gd name="T0" fmla="*/ 238 w 238"/>
                  <a:gd name="T1" fmla="*/ 26 h 185"/>
                  <a:gd name="T2" fmla="*/ 238 w 238"/>
                  <a:gd name="T3" fmla="*/ 0 h 185"/>
                  <a:gd name="T4" fmla="*/ 184 w 238"/>
                  <a:gd name="T5" fmla="*/ 0 h 185"/>
                  <a:gd name="T6" fmla="*/ 184 w 238"/>
                  <a:gd name="T7" fmla="*/ 8 h 185"/>
                  <a:gd name="T8" fmla="*/ 52 w 238"/>
                  <a:gd name="T9" fmla="*/ 8 h 185"/>
                  <a:gd name="T10" fmla="*/ 52 w 238"/>
                  <a:gd name="T11" fmla="*/ 0 h 185"/>
                  <a:gd name="T12" fmla="*/ 0 w 238"/>
                  <a:gd name="T13" fmla="*/ 0 h 185"/>
                  <a:gd name="T14" fmla="*/ 0 w 238"/>
                  <a:gd name="T15" fmla="*/ 26 h 185"/>
                  <a:gd name="T16" fmla="*/ 22 w 238"/>
                  <a:gd name="T17" fmla="*/ 26 h 185"/>
                  <a:gd name="T18" fmla="*/ 22 w 238"/>
                  <a:gd name="T19" fmla="*/ 159 h 185"/>
                  <a:gd name="T20" fmla="*/ 0 w 238"/>
                  <a:gd name="T21" fmla="*/ 159 h 185"/>
                  <a:gd name="T22" fmla="*/ 0 w 238"/>
                  <a:gd name="T23" fmla="*/ 185 h 185"/>
                  <a:gd name="T24" fmla="*/ 52 w 238"/>
                  <a:gd name="T25" fmla="*/ 185 h 185"/>
                  <a:gd name="T26" fmla="*/ 52 w 238"/>
                  <a:gd name="T27" fmla="*/ 177 h 185"/>
                  <a:gd name="T28" fmla="*/ 184 w 238"/>
                  <a:gd name="T29" fmla="*/ 177 h 185"/>
                  <a:gd name="T30" fmla="*/ 184 w 238"/>
                  <a:gd name="T31" fmla="*/ 185 h 185"/>
                  <a:gd name="T32" fmla="*/ 238 w 238"/>
                  <a:gd name="T33" fmla="*/ 185 h 185"/>
                  <a:gd name="T34" fmla="*/ 238 w 238"/>
                  <a:gd name="T35" fmla="*/ 159 h 185"/>
                  <a:gd name="T36" fmla="*/ 216 w 238"/>
                  <a:gd name="T37" fmla="*/ 159 h 185"/>
                  <a:gd name="T38" fmla="*/ 216 w 238"/>
                  <a:gd name="T39" fmla="*/ 26 h 185"/>
                  <a:gd name="T40" fmla="*/ 238 w 238"/>
                  <a:gd name="T41" fmla="*/ 26 h 185"/>
                  <a:gd name="T42" fmla="*/ 52 w 238"/>
                  <a:gd name="T43" fmla="*/ 26 h 185"/>
                  <a:gd name="T44" fmla="*/ 52 w 238"/>
                  <a:gd name="T45" fmla="*/ 18 h 185"/>
                  <a:gd name="T46" fmla="*/ 184 w 238"/>
                  <a:gd name="T47" fmla="*/ 18 h 185"/>
                  <a:gd name="T48" fmla="*/ 184 w 238"/>
                  <a:gd name="T49" fmla="*/ 26 h 185"/>
                  <a:gd name="T50" fmla="*/ 188 w 238"/>
                  <a:gd name="T51" fmla="*/ 26 h 185"/>
                  <a:gd name="T52" fmla="*/ 118 w 238"/>
                  <a:gd name="T53" fmla="*/ 86 h 185"/>
                  <a:gd name="T54" fmla="*/ 48 w 238"/>
                  <a:gd name="T55" fmla="*/ 26 h 185"/>
                  <a:gd name="T56" fmla="*/ 52 w 238"/>
                  <a:gd name="T57" fmla="*/ 26 h 185"/>
                  <a:gd name="T58" fmla="*/ 30 w 238"/>
                  <a:gd name="T59" fmla="*/ 159 h 185"/>
                  <a:gd name="T60" fmla="*/ 30 w 238"/>
                  <a:gd name="T61" fmla="*/ 26 h 185"/>
                  <a:gd name="T62" fmla="*/ 34 w 238"/>
                  <a:gd name="T63" fmla="*/ 26 h 185"/>
                  <a:gd name="T64" fmla="*/ 112 w 238"/>
                  <a:gd name="T65" fmla="*/ 92 h 185"/>
                  <a:gd name="T66" fmla="*/ 34 w 238"/>
                  <a:gd name="T67" fmla="*/ 159 h 185"/>
                  <a:gd name="T68" fmla="*/ 30 w 238"/>
                  <a:gd name="T69" fmla="*/ 159 h 185"/>
                  <a:gd name="T70" fmla="*/ 184 w 238"/>
                  <a:gd name="T71" fmla="*/ 159 h 185"/>
                  <a:gd name="T72" fmla="*/ 184 w 238"/>
                  <a:gd name="T73" fmla="*/ 167 h 185"/>
                  <a:gd name="T74" fmla="*/ 52 w 238"/>
                  <a:gd name="T75" fmla="*/ 167 h 185"/>
                  <a:gd name="T76" fmla="*/ 52 w 238"/>
                  <a:gd name="T77" fmla="*/ 159 h 185"/>
                  <a:gd name="T78" fmla="*/ 48 w 238"/>
                  <a:gd name="T79" fmla="*/ 159 h 185"/>
                  <a:gd name="T80" fmla="*/ 118 w 238"/>
                  <a:gd name="T81" fmla="*/ 98 h 185"/>
                  <a:gd name="T82" fmla="*/ 188 w 238"/>
                  <a:gd name="T83" fmla="*/ 159 h 185"/>
                  <a:gd name="T84" fmla="*/ 184 w 238"/>
                  <a:gd name="T85" fmla="*/ 159 h 185"/>
                  <a:gd name="T86" fmla="*/ 206 w 238"/>
                  <a:gd name="T87" fmla="*/ 159 h 185"/>
                  <a:gd name="T88" fmla="*/ 202 w 238"/>
                  <a:gd name="T89" fmla="*/ 159 h 185"/>
                  <a:gd name="T90" fmla="*/ 126 w 238"/>
                  <a:gd name="T91" fmla="*/ 92 h 185"/>
                  <a:gd name="T92" fmla="*/ 202 w 238"/>
                  <a:gd name="T93" fmla="*/ 26 h 185"/>
                  <a:gd name="T94" fmla="*/ 206 w 238"/>
                  <a:gd name="T95" fmla="*/ 26 h 185"/>
                  <a:gd name="T96" fmla="*/ 206 w 238"/>
                  <a:gd name="T97" fmla="*/ 159 h 1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38" h="185">
                    <a:moveTo>
                      <a:pt x="238" y="26"/>
                    </a:moveTo>
                    <a:lnTo>
                      <a:pt x="238" y="0"/>
                    </a:lnTo>
                    <a:lnTo>
                      <a:pt x="184" y="0"/>
                    </a:lnTo>
                    <a:lnTo>
                      <a:pt x="184" y="8"/>
                    </a:lnTo>
                    <a:lnTo>
                      <a:pt x="52" y="8"/>
                    </a:lnTo>
                    <a:lnTo>
                      <a:pt x="52" y="0"/>
                    </a:lnTo>
                    <a:lnTo>
                      <a:pt x="0" y="0"/>
                    </a:lnTo>
                    <a:lnTo>
                      <a:pt x="0" y="26"/>
                    </a:lnTo>
                    <a:lnTo>
                      <a:pt x="22" y="26"/>
                    </a:lnTo>
                    <a:lnTo>
                      <a:pt x="22" y="159"/>
                    </a:lnTo>
                    <a:lnTo>
                      <a:pt x="0" y="159"/>
                    </a:lnTo>
                    <a:lnTo>
                      <a:pt x="0" y="185"/>
                    </a:lnTo>
                    <a:lnTo>
                      <a:pt x="52" y="185"/>
                    </a:lnTo>
                    <a:lnTo>
                      <a:pt x="52" y="177"/>
                    </a:lnTo>
                    <a:lnTo>
                      <a:pt x="184" y="177"/>
                    </a:lnTo>
                    <a:lnTo>
                      <a:pt x="184" y="185"/>
                    </a:lnTo>
                    <a:lnTo>
                      <a:pt x="238" y="185"/>
                    </a:lnTo>
                    <a:lnTo>
                      <a:pt x="238" y="159"/>
                    </a:lnTo>
                    <a:lnTo>
                      <a:pt x="216" y="159"/>
                    </a:lnTo>
                    <a:lnTo>
                      <a:pt x="216" y="26"/>
                    </a:lnTo>
                    <a:lnTo>
                      <a:pt x="238" y="26"/>
                    </a:lnTo>
                    <a:close/>
                    <a:moveTo>
                      <a:pt x="52" y="26"/>
                    </a:moveTo>
                    <a:lnTo>
                      <a:pt x="52" y="18"/>
                    </a:lnTo>
                    <a:lnTo>
                      <a:pt x="184" y="18"/>
                    </a:lnTo>
                    <a:lnTo>
                      <a:pt x="184" y="26"/>
                    </a:lnTo>
                    <a:lnTo>
                      <a:pt x="188" y="26"/>
                    </a:lnTo>
                    <a:lnTo>
                      <a:pt x="118" y="86"/>
                    </a:lnTo>
                    <a:lnTo>
                      <a:pt x="48" y="26"/>
                    </a:lnTo>
                    <a:lnTo>
                      <a:pt x="52" y="26"/>
                    </a:lnTo>
                    <a:close/>
                    <a:moveTo>
                      <a:pt x="30" y="159"/>
                    </a:moveTo>
                    <a:lnTo>
                      <a:pt x="30" y="26"/>
                    </a:lnTo>
                    <a:lnTo>
                      <a:pt x="34" y="26"/>
                    </a:lnTo>
                    <a:lnTo>
                      <a:pt x="112" y="92"/>
                    </a:lnTo>
                    <a:lnTo>
                      <a:pt x="34" y="159"/>
                    </a:lnTo>
                    <a:lnTo>
                      <a:pt x="30" y="159"/>
                    </a:lnTo>
                    <a:close/>
                    <a:moveTo>
                      <a:pt x="184" y="159"/>
                    </a:moveTo>
                    <a:lnTo>
                      <a:pt x="184" y="167"/>
                    </a:lnTo>
                    <a:lnTo>
                      <a:pt x="52" y="167"/>
                    </a:lnTo>
                    <a:lnTo>
                      <a:pt x="52" y="159"/>
                    </a:lnTo>
                    <a:lnTo>
                      <a:pt x="48" y="159"/>
                    </a:lnTo>
                    <a:lnTo>
                      <a:pt x="118" y="98"/>
                    </a:lnTo>
                    <a:lnTo>
                      <a:pt x="188" y="159"/>
                    </a:lnTo>
                    <a:lnTo>
                      <a:pt x="184" y="159"/>
                    </a:lnTo>
                    <a:close/>
                    <a:moveTo>
                      <a:pt x="206" y="159"/>
                    </a:moveTo>
                    <a:lnTo>
                      <a:pt x="202" y="159"/>
                    </a:lnTo>
                    <a:lnTo>
                      <a:pt x="126" y="92"/>
                    </a:lnTo>
                    <a:lnTo>
                      <a:pt x="202" y="26"/>
                    </a:lnTo>
                    <a:lnTo>
                      <a:pt x="206" y="26"/>
                    </a:lnTo>
                    <a:lnTo>
                      <a:pt x="206" y="15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atinLnBrk="0"/>
                <a:endParaRPr lang="ko-KR" altLang="en-US" sz="1600"/>
              </a:p>
            </p:txBody>
          </p:sp>
          <p:cxnSp>
            <p:nvCxnSpPr>
              <p:cNvPr id="1907" name="직선 연결선 1668">
                <a:extLst>
                  <a:ext uri="{FF2B5EF4-FFF2-40B4-BE49-F238E27FC236}">
                    <a16:creationId xmlns:a16="http://schemas.microsoft.com/office/drawing/2014/main" id="{19C4A648-6880-1AC6-2915-644EE9FEA8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51156" y="3789267"/>
                <a:ext cx="360000" cy="0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08" name="Freeform 111">
                <a:extLst>
                  <a:ext uri="{FF2B5EF4-FFF2-40B4-BE49-F238E27FC236}">
                    <a16:creationId xmlns:a16="http://schemas.microsoft.com/office/drawing/2014/main" id="{23F7E656-DEAC-39C0-49DA-ABC7FD78064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95411" y="3680563"/>
                <a:ext cx="211797" cy="208169"/>
              </a:xfrm>
              <a:custGeom>
                <a:avLst/>
                <a:gdLst>
                  <a:gd name="T0" fmla="*/ 0 w 472"/>
                  <a:gd name="T1" fmla="*/ 5 h 465"/>
                  <a:gd name="T2" fmla="*/ 3 w 472"/>
                  <a:gd name="T3" fmla="*/ 0 h 465"/>
                  <a:gd name="T4" fmla="*/ 135 w 472"/>
                  <a:gd name="T5" fmla="*/ 0 h 465"/>
                  <a:gd name="T6" fmla="*/ 135 w 472"/>
                  <a:gd name="T7" fmla="*/ 104 h 465"/>
                  <a:gd name="T8" fmla="*/ 0 w 472"/>
                  <a:gd name="T9" fmla="*/ 104 h 465"/>
                  <a:gd name="T10" fmla="*/ 0 w 472"/>
                  <a:gd name="T11" fmla="*/ 5 h 465"/>
                  <a:gd name="T12" fmla="*/ 0 w 472"/>
                  <a:gd name="T13" fmla="*/ 124 h 465"/>
                  <a:gd name="T14" fmla="*/ 145 w 472"/>
                  <a:gd name="T15" fmla="*/ 124 h 465"/>
                  <a:gd name="T16" fmla="*/ 337 w 472"/>
                  <a:gd name="T17" fmla="*/ 124 h 465"/>
                  <a:gd name="T18" fmla="*/ 337 w 472"/>
                  <a:gd name="T19" fmla="*/ 223 h 465"/>
                  <a:gd name="T20" fmla="*/ 145 w 472"/>
                  <a:gd name="T21" fmla="*/ 223 h 465"/>
                  <a:gd name="T22" fmla="*/ 0 w 472"/>
                  <a:gd name="T23" fmla="*/ 223 h 465"/>
                  <a:gd name="T24" fmla="*/ 0 w 472"/>
                  <a:gd name="T25" fmla="*/ 124 h 465"/>
                  <a:gd name="T26" fmla="*/ 0 w 472"/>
                  <a:gd name="T27" fmla="*/ 243 h 465"/>
                  <a:gd name="T28" fmla="*/ 135 w 472"/>
                  <a:gd name="T29" fmla="*/ 243 h 465"/>
                  <a:gd name="T30" fmla="*/ 135 w 472"/>
                  <a:gd name="T31" fmla="*/ 344 h 465"/>
                  <a:gd name="T32" fmla="*/ 0 w 472"/>
                  <a:gd name="T33" fmla="*/ 344 h 465"/>
                  <a:gd name="T34" fmla="*/ 0 w 472"/>
                  <a:gd name="T35" fmla="*/ 243 h 465"/>
                  <a:gd name="T36" fmla="*/ 337 w 472"/>
                  <a:gd name="T37" fmla="*/ 465 h 465"/>
                  <a:gd name="T38" fmla="*/ 3 w 472"/>
                  <a:gd name="T39" fmla="*/ 465 h 465"/>
                  <a:gd name="T40" fmla="*/ 0 w 472"/>
                  <a:gd name="T41" fmla="*/ 460 h 465"/>
                  <a:gd name="T42" fmla="*/ 0 w 472"/>
                  <a:gd name="T43" fmla="*/ 364 h 465"/>
                  <a:gd name="T44" fmla="*/ 145 w 472"/>
                  <a:gd name="T45" fmla="*/ 364 h 465"/>
                  <a:gd name="T46" fmla="*/ 337 w 472"/>
                  <a:gd name="T47" fmla="*/ 364 h 465"/>
                  <a:gd name="T48" fmla="*/ 337 w 472"/>
                  <a:gd name="T49" fmla="*/ 465 h 465"/>
                  <a:gd name="T50" fmla="*/ 472 w 472"/>
                  <a:gd name="T51" fmla="*/ 458 h 465"/>
                  <a:gd name="T52" fmla="*/ 464 w 472"/>
                  <a:gd name="T53" fmla="*/ 465 h 465"/>
                  <a:gd name="T54" fmla="*/ 357 w 472"/>
                  <a:gd name="T55" fmla="*/ 465 h 465"/>
                  <a:gd name="T56" fmla="*/ 357 w 472"/>
                  <a:gd name="T57" fmla="*/ 364 h 465"/>
                  <a:gd name="T58" fmla="*/ 472 w 472"/>
                  <a:gd name="T59" fmla="*/ 364 h 465"/>
                  <a:gd name="T60" fmla="*/ 472 w 472"/>
                  <a:gd name="T61" fmla="*/ 458 h 465"/>
                  <a:gd name="T62" fmla="*/ 472 w 472"/>
                  <a:gd name="T63" fmla="*/ 344 h 465"/>
                  <a:gd name="T64" fmla="*/ 347 w 472"/>
                  <a:gd name="T65" fmla="*/ 344 h 465"/>
                  <a:gd name="T66" fmla="*/ 155 w 472"/>
                  <a:gd name="T67" fmla="*/ 344 h 465"/>
                  <a:gd name="T68" fmla="*/ 155 w 472"/>
                  <a:gd name="T69" fmla="*/ 243 h 465"/>
                  <a:gd name="T70" fmla="*/ 472 w 472"/>
                  <a:gd name="T71" fmla="*/ 243 h 465"/>
                  <a:gd name="T72" fmla="*/ 472 w 472"/>
                  <a:gd name="T73" fmla="*/ 344 h 465"/>
                  <a:gd name="T74" fmla="*/ 472 w 472"/>
                  <a:gd name="T75" fmla="*/ 223 h 465"/>
                  <a:gd name="T76" fmla="*/ 357 w 472"/>
                  <a:gd name="T77" fmla="*/ 223 h 465"/>
                  <a:gd name="T78" fmla="*/ 357 w 472"/>
                  <a:gd name="T79" fmla="*/ 124 h 465"/>
                  <a:gd name="T80" fmla="*/ 472 w 472"/>
                  <a:gd name="T81" fmla="*/ 124 h 465"/>
                  <a:gd name="T82" fmla="*/ 472 w 472"/>
                  <a:gd name="T83" fmla="*/ 223 h 465"/>
                  <a:gd name="T84" fmla="*/ 472 w 472"/>
                  <a:gd name="T85" fmla="*/ 104 h 465"/>
                  <a:gd name="T86" fmla="*/ 347 w 472"/>
                  <a:gd name="T87" fmla="*/ 104 h 465"/>
                  <a:gd name="T88" fmla="*/ 155 w 472"/>
                  <a:gd name="T89" fmla="*/ 104 h 465"/>
                  <a:gd name="T90" fmla="*/ 155 w 472"/>
                  <a:gd name="T91" fmla="*/ 0 h 465"/>
                  <a:gd name="T92" fmla="*/ 205 w 472"/>
                  <a:gd name="T93" fmla="*/ 0 h 465"/>
                  <a:gd name="T94" fmla="*/ 213 w 472"/>
                  <a:gd name="T95" fmla="*/ 0 h 465"/>
                  <a:gd name="T96" fmla="*/ 469 w 472"/>
                  <a:gd name="T97" fmla="*/ 0 h 465"/>
                  <a:gd name="T98" fmla="*/ 472 w 472"/>
                  <a:gd name="T99" fmla="*/ 5 h 465"/>
                  <a:gd name="T100" fmla="*/ 472 w 472"/>
                  <a:gd name="T101" fmla="*/ 104 h 4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472" h="465">
                    <a:moveTo>
                      <a:pt x="0" y="5"/>
                    </a:moveTo>
                    <a:cubicBezTo>
                      <a:pt x="0" y="3"/>
                      <a:pt x="0" y="0"/>
                      <a:pt x="3" y="0"/>
                    </a:cubicBezTo>
                    <a:cubicBezTo>
                      <a:pt x="135" y="0"/>
                      <a:pt x="135" y="0"/>
                      <a:pt x="135" y="0"/>
                    </a:cubicBezTo>
                    <a:cubicBezTo>
                      <a:pt x="135" y="104"/>
                      <a:pt x="135" y="104"/>
                      <a:pt x="135" y="104"/>
                    </a:cubicBezTo>
                    <a:cubicBezTo>
                      <a:pt x="0" y="104"/>
                      <a:pt x="0" y="104"/>
                      <a:pt x="0" y="104"/>
                    </a:cubicBezTo>
                    <a:lnTo>
                      <a:pt x="0" y="5"/>
                    </a:lnTo>
                    <a:close/>
                    <a:moveTo>
                      <a:pt x="0" y="124"/>
                    </a:moveTo>
                    <a:cubicBezTo>
                      <a:pt x="145" y="124"/>
                      <a:pt x="145" y="124"/>
                      <a:pt x="145" y="124"/>
                    </a:cubicBezTo>
                    <a:cubicBezTo>
                      <a:pt x="337" y="124"/>
                      <a:pt x="337" y="124"/>
                      <a:pt x="337" y="124"/>
                    </a:cubicBezTo>
                    <a:cubicBezTo>
                      <a:pt x="337" y="223"/>
                      <a:pt x="337" y="223"/>
                      <a:pt x="337" y="223"/>
                    </a:cubicBezTo>
                    <a:cubicBezTo>
                      <a:pt x="145" y="223"/>
                      <a:pt x="145" y="223"/>
                      <a:pt x="145" y="223"/>
                    </a:cubicBezTo>
                    <a:cubicBezTo>
                      <a:pt x="0" y="223"/>
                      <a:pt x="0" y="223"/>
                      <a:pt x="0" y="223"/>
                    </a:cubicBezTo>
                    <a:cubicBezTo>
                      <a:pt x="0" y="124"/>
                      <a:pt x="0" y="124"/>
                      <a:pt x="0" y="124"/>
                    </a:cubicBezTo>
                    <a:close/>
                    <a:moveTo>
                      <a:pt x="0" y="243"/>
                    </a:moveTo>
                    <a:cubicBezTo>
                      <a:pt x="135" y="243"/>
                      <a:pt x="135" y="243"/>
                      <a:pt x="135" y="243"/>
                    </a:cubicBezTo>
                    <a:cubicBezTo>
                      <a:pt x="135" y="344"/>
                      <a:pt x="135" y="344"/>
                      <a:pt x="135" y="344"/>
                    </a:cubicBezTo>
                    <a:cubicBezTo>
                      <a:pt x="0" y="344"/>
                      <a:pt x="0" y="344"/>
                      <a:pt x="0" y="344"/>
                    </a:cubicBezTo>
                    <a:cubicBezTo>
                      <a:pt x="0" y="243"/>
                      <a:pt x="0" y="243"/>
                      <a:pt x="0" y="243"/>
                    </a:cubicBezTo>
                    <a:close/>
                    <a:moveTo>
                      <a:pt x="337" y="465"/>
                    </a:moveTo>
                    <a:cubicBezTo>
                      <a:pt x="3" y="465"/>
                      <a:pt x="3" y="465"/>
                      <a:pt x="3" y="465"/>
                    </a:cubicBezTo>
                    <a:cubicBezTo>
                      <a:pt x="0" y="465"/>
                      <a:pt x="0" y="463"/>
                      <a:pt x="0" y="460"/>
                    </a:cubicBezTo>
                    <a:cubicBezTo>
                      <a:pt x="0" y="364"/>
                      <a:pt x="0" y="364"/>
                      <a:pt x="0" y="364"/>
                    </a:cubicBezTo>
                    <a:cubicBezTo>
                      <a:pt x="145" y="364"/>
                      <a:pt x="145" y="364"/>
                      <a:pt x="145" y="364"/>
                    </a:cubicBezTo>
                    <a:cubicBezTo>
                      <a:pt x="337" y="364"/>
                      <a:pt x="337" y="364"/>
                      <a:pt x="337" y="364"/>
                    </a:cubicBezTo>
                    <a:cubicBezTo>
                      <a:pt x="337" y="465"/>
                      <a:pt x="337" y="465"/>
                      <a:pt x="337" y="465"/>
                    </a:cubicBezTo>
                    <a:close/>
                    <a:moveTo>
                      <a:pt x="472" y="458"/>
                    </a:moveTo>
                    <a:cubicBezTo>
                      <a:pt x="464" y="465"/>
                      <a:pt x="464" y="465"/>
                      <a:pt x="464" y="465"/>
                    </a:cubicBezTo>
                    <a:cubicBezTo>
                      <a:pt x="357" y="465"/>
                      <a:pt x="357" y="465"/>
                      <a:pt x="357" y="465"/>
                    </a:cubicBezTo>
                    <a:cubicBezTo>
                      <a:pt x="357" y="364"/>
                      <a:pt x="357" y="364"/>
                      <a:pt x="357" y="364"/>
                    </a:cubicBezTo>
                    <a:cubicBezTo>
                      <a:pt x="472" y="364"/>
                      <a:pt x="472" y="364"/>
                      <a:pt x="472" y="364"/>
                    </a:cubicBezTo>
                    <a:lnTo>
                      <a:pt x="472" y="458"/>
                    </a:lnTo>
                    <a:close/>
                    <a:moveTo>
                      <a:pt x="472" y="344"/>
                    </a:moveTo>
                    <a:cubicBezTo>
                      <a:pt x="347" y="344"/>
                      <a:pt x="347" y="344"/>
                      <a:pt x="347" y="344"/>
                    </a:cubicBezTo>
                    <a:cubicBezTo>
                      <a:pt x="155" y="344"/>
                      <a:pt x="155" y="344"/>
                      <a:pt x="155" y="344"/>
                    </a:cubicBezTo>
                    <a:cubicBezTo>
                      <a:pt x="155" y="243"/>
                      <a:pt x="155" y="243"/>
                      <a:pt x="155" y="243"/>
                    </a:cubicBezTo>
                    <a:cubicBezTo>
                      <a:pt x="472" y="243"/>
                      <a:pt x="472" y="243"/>
                      <a:pt x="472" y="243"/>
                    </a:cubicBezTo>
                    <a:cubicBezTo>
                      <a:pt x="472" y="344"/>
                      <a:pt x="472" y="344"/>
                      <a:pt x="472" y="344"/>
                    </a:cubicBezTo>
                    <a:close/>
                    <a:moveTo>
                      <a:pt x="472" y="223"/>
                    </a:moveTo>
                    <a:cubicBezTo>
                      <a:pt x="357" y="223"/>
                      <a:pt x="357" y="223"/>
                      <a:pt x="357" y="223"/>
                    </a:cubicBezTo>
                    <a:cubicBezTo>
                      <a:pt x="357" y="124"/>
                      <a:pt x="357" y="124"/>
                      <a:pt x="357" y="124"/>
                    </a:cubicBezTo>
                    <a:cubicBezTo>
                      <a:pt x="472" y="124"/>
                      <a:pt x="472" y="124"/>
                      <a:pt x="472" y="124"/>
                    </a:cubicBezTo>
                    <a:cubicBezTo>
                      <a:pt x="472" y="223"/>
                      <a:pt x="472" y="223"/>
                      <a:pt x="472" y="223"/>
                    </a:cubicBezTo>
                    <a:close/>
                    <a:moveTo>
                      <a:pt x="472" y="104"/>
                    </a:moveTo>
                    <a:cubicBezTo>
                      <a:pt x="347" y="104"/>
                      <a:pt x="347" y="104"/>
                      <a:pt x="347" y="104"/>
                    </a:cubicBezTo>
                    <a:cubicBezTo>
                      <a:pt x="155" y="104"/>
                      <a:pt x="155" y="104"/>
                      <a:pt x="155" y="104"/>
                    </a:cubicBezTo>
                    <a:cubicBezTo>
                      <a:pt x="155" y="0"/>
                      <a:pt x="155" y="0"/>
                      <a:pt x="155" y="0"/>
                    </a:cubicBezTo>
                    <a:cubicBezTo>
                      <a:pt x="182" y="0"/>
                      <a:pt x="197" y="0"/>
                      <a:pt x="205" y="0"/>
                    </a:cubicBezTo>
                    <a:cubicBezTo>
                      <a:pt x="211" y="0"/>
                      <a:pt x="213" y="0"/>
                      <a:pt x="213" y="0"/>
                    </a:cubicBezTo>
                    <a:cubicBezTo>
                      <a:pt x="233" y="0"/>
                      <a:pt x="296" y="0"/>
                      <a:pt x="469" y="0"/>
                    </a:cubicBezTo>
                    <a:cubicBezTo>
                      <a:pt x="472" y="0"/>
                      <a:pt x="472" y="3"/>
                      <a:pt x="472" y="5"/>
                    </a:cubicBezTo>
                    <a:cubicBezTo>
                      <a:pt x="472" y="104"/>
                      <a:pt x="472" y="104"/>
                      <a:pt x="472" y="10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>
                  <a:ea typeface="맑은 고딕" panose="020B0503020000020004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1909" name="Freeform 110">
                <a:extLst>
                  <a:ext uri="{FF2B5EF4-FFF2-40B4-BE49-F238E27FC236}">
                    <a16:creationId xmlns:a16="http://schemas.microsoft.com/office/drawing/2014/main" id="{1D7A387D-C7EB-3A5B-8FC7-4B4D8B8A966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86340" y="3671492"/>
                <a:ext cx="229938" cy="226764"/>
              </a:xfrm>
              <a:custGeom>
                <a:avLst/>
                <a:gdLst>
                  <a:gd name="T0" fmla="*/ 165 w 512"/>
                  <a:gd name="T1" fmla="*/ 0 h 506"/>
                  <a:gd name="T2" fmla="*/ 0 w 512"/>
                  <a:gd name="T3" fmla="*/ 25 h 506"/>
                  <a:gd name="T4" fmla="*/ 0 w 512"/>
                  <a:gd name="T5" fmla="*/ 253 h 506"/>
                  <a:gd name="T6" fmla="*/ 0 w 512"/>
                  <a:gd name="T7" fmla="*/ 480 h 506"/>
                  <a:gd name="T8" fmla="*/ 367 w 512"/>
                  <a:gd name="T9" fmla="*/ 506 h 506"/>
                  <a:gd name="T10" fmla="*/ 497 w 512"/>
                  <a:gd name="T11" fmla="*/ 503 h 506"/>
                  <a:gd name="T12" fmla="*/ 512 w 512"/>
                  <a:gd name="T13" fmla="*/ 480 h 506"/>
                  <a:gd name="T14" fmla="*/ 512 w 512"/>
                  <a:gd name="T15" fmla="*/ 253 h 506"/>
                  <a:gd name="T16" fmla="*/ 512 w 512"/>
                  <a:gd name="T17" fmla="*/ 25 h 506"/>
                  <a:gd name="T18" fmla="*/ 20 w 512"/>
                  <a:gd name="T19" fmla="*/ 25 h 506"/>
                  <a:gd name="T20" fmla="*/ 155 w 512"/>
                  <a:gd name="T21" fmla="*/ 20 h 506"/>
                  <a:gd name="T22" fmla="*/ 20 w 512"/>
                  <a:gd name="T23" fmla="*/ 124 h 506"/>
                  <a:gd name="T24" fmla="*/ 20 w 512"/>
                  <a:gd name="T25" fmla="*/ 144 h 506"/>
                  <a:gd name="T26" fmla="*/ 357 w 512"/>
                  <a:gd name="T27" fmla="*/ 144 h 506"/>
                  <a:gd name="T28" fmla="*/ 165 w 512"/>
                  <a:gd name="T29" fmla="*/ 243 h 506"/>
                  <a:gd name="T30" fmla="*/ 20 w 512"/>
                  <a:gd name="T31" fmla="*/ 144 h 506"/>
                  <a:gd name="T32" fmla="*/ 155 w 512"/>
                  <a:gd name="T33" fmla="*/ 263 h 506"/>
                  <a:gd name="T34" fmla="*/ 20 w 512"/>
                  <a:gd name="T35" fmla="*/ 364 h 506"/>
                  <a:gd name="T36" fmla="*/ 357 w 512"/>
                  <a:gd name="T37" fmla="*/ 485 h 506"/>
                  <a:gd name="T38" fmla="*/ 20 w 512"/>
                  <a:gd name="T39" fmla="*/ 480 h 506"/>
                  <a:gd name="T40" fmla="*/ 165 w 512"/>
                  <a:gd name="T41" fmla="*/ 384 h 506"/>
                  <a:gd name="T42" fmla="*/ 357 w 512"/>
                  <a:gd name="T43" fmla="*/ 485 h 506"/>
                  <a:gd name="T44" fmla="*/ 484 w 512"/>
                  <a:gd name="T45" fmla="*/ 485 h 506"/>
                  <a:gd name="T46" fmla="*/ 377 w 512"/>
                  <a:gd name="T47" fmla="*/ 384 h 506"/>
                  <a:gd name="T48" fmla="*/ 492 w 512"/>
                  <a:gd name="T49" fmla="*/ 478 h 506"/>
                  <a:gd name="T50" fmla="*/ 367 w 512"/>
                  <a:gd name="T51" fmla="*/ 364 h 506"/>
                  <a:gd name="T52" fmla="*/ 175 w 512"/>
                  <a:gd name="T53" fmla="*/ 263 h 506"/>
                  <a:gd name="T54" fmla="*/ 492 w 512"/>
                  <a:gd name="T55" fmla="*/ 364 h 506"/>
                  <a:gd name="T56" fmla="*/ 377 w 512"/>
                  <a:gd name="T57" fmla="*/ 243 h 506"/>
                  <a:gd name="T58" fmla="*/ 492 w 512"/>
                  <a:gd name="T59" fmla="*/ 144 h 506"/>
                  <a:gd name="T60" fmla="*/ 492 w 512"/>
                  <a:gd name="T61" fmla="*/ 124 h 506"/>
                  <a:gd name="T62" fmla="*/ 175 w 512"/>
                  <a:gd name="T63" fmla="*/ 124 h 506"/>
                  <a:gd name="T64" fmla="*/ 225 w 512"/>
                  <a:gd name="T65" fmla="*/ 20 h 506"/>
                  <a:gd name="T66" fmla="*/ 489 w 512"/>
                  <a:gd name="T67" fmla="*/ 20 h 506"/>
                  <a:gd name="T68" fmla="*/ 492 w 512"/>
                  <a:gd name="T69" fmla="*/ 124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12" h="506">
                    <a:moveTo>
                      <a:pt x="489" y="0"/>
                    </a:moveTo>
                    <a:cubicBezTo>
                      <a:pt x="165" y="0"/>
                      <a:pt x="165" y="0"/>
                      <a:pt x="165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3"/>
                      <a:pt x="0" y="25"/>
                    </a:cubicBezTo>
                    <a:cubicBezTo>
                      <a:pt x="0" y="134"/>
                      <a:pt x="0" y="134"/>
                      <a:pt x="0" y="134"/>
                    </a:cubicBezTo>
                    <a:cubicBezTo>
                      <a:pt x="0" y="253"/>
                      <a:pt x="0" y="253"/>
                      <a:pt x="0" y="253"/>
                    </a:cubicBezTo>
                    <a:cubicBezTo>
                      <a:pt x="0" y="374"/>
                      <a:pt x="0" y="374"/>
                      <a:pt x="0" y="374"/>
                    </a:cubicBezTo>
                    <a:cubicBezTo>
                      <a:pt x="0" y="480"/>
                      <a:pt x="0" y="480"/>
                      <a:pt x="0" y="480"/>
                    </a:cubicBezTo>
                    <a:cubicBezTo>
                      <a:pt x="0" y="495"/>
                      <a:pt x="10" y="506"/>
                      <a:pt x="23" y="506"/>
                    </a:cubicBezTo>
                    <a:cubicBezTo>
                      <a:pt x="367" y="506"/>
                      <a:pt x="367" y="506"/>
                      <a:pt x="367" y="506"/>
                    </a:cubicBezTo>
                    <a:cubicBezTo>
                      <a:pt x="489" y="506"/>
                      <a:pt x="489" y="506"/>
                      <a:pt x="489" y="506"/>
                    </a:cubicBezTo>
                    <a:cubicBezTo>
                      <a:pt x="492" y="506"/>
                      <a:pt x="494" y="506"/>
                      <a:pt x="497" y="503"/>
                    </a:cubicBezTo>
                    <a:cubicBezTo>
                      <a:pt x="509" y="488"/>
                      <a:pt x="509" y="488"/>
                      <a:pt x="509" y="488"/>
                    </a:cubicBezTo>
                    <a:cubicBezTo>
                      <a:pt x="512" y="488"/>
                      <a:pt x="512" y="485"/>
                      <a:pt x="512" y="480"/>
                    </a:cubicBezTo>
                    <a:cubicBezTo>
                      <a:pt x="512" y="374"/>
                      <a:pt x="512" y="374"/>
                      <a:pt x="512" y="374"/>
                    </a:cubicBezTo>
                    <a:cubicBezTo>
                      <a:pt x="512" y="253"/>
                      <a:pt x="512" y="253"/>
                      <a:pt x="512" y="253"/>
                    </a:cubicBezTo>
                    <a:cubicBezTo>
                      <a:pt x="512" y="134"/>
                      <a:pt x="512" y="134"/>
                      <a:pt x="512" y="134"/>
                    </a:cubicBezTo>
                    <a:cubicBezTo>
                      <a:pt x="512" y="25"/>
                      <a:pt x="512" y="25"/>
                      <a:pt x="512" y="25"/>
                    </a:cubicBezTo>
                    <a:cubicBezTo>
                      <a:pt x="512" y="13"/>
                      <a:pt x="502" y="0"/>
                      <a:pt x="489" y="0"/>
                    </a:cubicBezTo>
                    <a:close/>
                    <a:moveTo>
                      <a:pt x="20" y="25"/>
                    </a:moveTo>
                    <a:cubicBezTo>
                      <a:pt x="20" y="23"/>
                      <a:pt x="20" y="20"/>
                      <a:pt x="23" y="20"/>
                    </a:cubicBezTo>
                    <a:cubicBezTo>
                      <a:pt x="155" y="20"/>
                      <a:pt x="155" y="20"/>
                      <a:pt x="155" y="20"/>
                    </a:cubicBezTo>
                    <a:cubicBezTo>
                      <a:pt x="155" y="124"/>
                      <a:pt x="155" y="124"/>
                      <a:pt x="155" y="124"/>
                    </a:cubicBezTo>
                    <a:cubicBezTo>
                      <a:pt x="20" y="124"/>
                      <a:pt x="20" y="124"/>
                      <a:pt x="20" y="124"/>
                    </a:cubicBezTo>
                    <a:lnTo>
                      <a:pt x="20" y="25"/>
                    </a:lnTo>
                    <a:close/>
                    <a:moveTo>
                      <a:pt x="20" y="144"/>
                    </a:moveTo>
                    <a:cubicBezTo>
                      <a:pt x="165" y="144"/>
                      <a:pt x="165" y="144"/>
                      <a:pt x="165" y="144"/>
                    </a:cubicBezTo>
                    <a:cubicBezTo>
                      <a:pt x="357" y="144"/>
                      <a:pt x="357" y="144"/>
                      <a:pt x="357" y="144"/>
                    </a:cubicBezTo>
                    <a:cubicBezTo>
                      <a:pt x="357" y="243"/>
                      <a:pt x="357" y="243"/>
                      <a:pt x="357" y="243"/>
                    </a:cubicBezTo>
                    <a:cubicBezTo>
                      <a:pt x="165" y="243"/>
                      <a:pt x="165" y="243"/>
                      <a:pt x="165" y="243"/>
                    </a:cubicBezTo>
                    <a:cubicBezTo>
                      <a:pt x="20" y="243"/>
                      <a:pt x="20" y="243"/>
                      <a:pt x="20" y="243"/>
                    </a:cubicBezTo>
                    <a:cubicBezTo>
                      <a:pt x="20" y="144"/>
                      <a:pt x="20" y="144"/>
                      <a:pt x="20" y="144"/>
                    </a:cubicBezTo>
                    <a:close/>
                    <a:moveTo>
                      <a:pt x="20" y="263"/>
                    </a:moveTo>
                    <a:cubicBezTo>
                      <a:pt x="155" y="263"/>
                      <a:pt x="155" y="263"/>
                      <a:pt x="155" y="263"/>
                    </a:cubicBezTo>
                    <a:cubicBezTo>
                      <a:pt x="155" y="364"/>
                      <a:pt x="155" y="364"/>
                      <a:pt x="155" y="364"/>
                    </a:cubicBezTo>
                    <a:cubicBezTo>
                      <a:pt x="20" y="364"/>
                      <a:pt x="20" y="364"/>
                      <a:pt x="20" y="364"/>
                    </a:cubicBezTo>
                    <a:cubicBezTo>
                      <a:pt x="20" y="263"/>
                      <a:pt x="20" y="263"/>
                      <a:pt x="20" y="263"/>
                    </a:cubicBezTo>
                    <a:close/>
                    <a:moveTo>
                      <a:pt x="357" y="485"/>
                    </a:moveTo>
                    <a:cubicBezTo>
                      <a:pt x="23" y="485"/>
                      <a:pt x="23" y="485"/>
                      <a:pt x="23" y="485"/>
                    </a:cubicBezTo>
                    <a:cubicBezTo>
                      <a:pt x="20" y="485"/>
                      <a:pt x="20" y="483"/>
                      <a:pt x="20" y="480"/>
                    </a:cubicBezTo>
                    <a:cubicBezTo>
                      <a:pt x="20" y="384"/>
                      <a:pt x="20" y="384"/>
                      <a:pt x="20" y="384"/>
                    </a:cubicBezTo>
                    <a:cubicBezTo>
                      <a:pt x="165" y="384"/>
                      <a:pt x="165" y="384"/>
                      <a:pt x="165" y="384"/>
                    </a:cubicBezTo>
                    <a:cubicBezTo>
                      <a:pt x="357" y="384"/>
                      <a:pt x="357" y="384"/>
                      <a:pt x="357" y="384"/>
                    </a:cubicBezTo>
                    <a:cubicBezTo>
                      <a:pt x="357" y="485"/>
                      <a:pt x="357" y="485"/>
                      <a:pt x="357" y="485"/>
                    </a:cubicBezTo>
                    <a:close/>
                    <a:moveTo>
                      <a:pt x="492" y="478"/>
                    </a:moveTo>
                    <a:cubicBezTo>
                      <a:pt x="484" y="485"/>
                      <a:pt x="484" y="485"/>
                      <a:pt x="484" y="485"/>
                    </a:cubicBezTo>
                    <a:cubicBezTo>
                      <a:pt x="377" y="485"/>
                      <a:pt x="377" y="485"/>
                      <a:pt x="377" y="485"/>
                    </a:cubicBezTo>
                    <a:cubicBezTo>
                      <a:pt x="377" y="384"/>
                      <a:pt x="377" y="384"/>
                      <a:pt x="377" y="384"/>
                    </a:cubicBezTo>
                    <a:cubicBezTo>
                      <a:pt x="492" y="384"/>
                      <a:pt x="492" y="384"/>
                      <a:pt x="492" y="384"/>
                    </a:cubicBezTo>
                    <a:lnTo>
                      <a:pt x="492" y="478"/>
                    </a:lnTo>
                    <a:close/>
                    <a:moveTo>
                      <a:pt x="492" y="364"/>
                    </a:moveTo>
                    <a:cubicBezTo>
                      <a:pt x="367" y="364"/>
                      <a:pt x="367" y="364"/>
                      <a:pt x="367" y="364"/>
                    </a:cubicBezTo>
                    <a:cubicBezTo>
                      <a:pt x="175" y="364"/>
                      <a:pt x="175" y="364"/>
                      <a:pt x="175" y="364"/>
                    </a:cubicBezTo>
                    <a:cubicBezTo>
                      <a:pt x="175" y="263"/>
                      <a:pt x="175" y="263"/>
                      <a:pt x="175" y="263"/>
                    </a:cubicBezTo>
                    <a:cubicBezTo>
                      <a:pt x="492" y="263"/>
                      <a:pt x="492" y="263"/>
                      <a:pt x="492" y="263"/>
                    </a:cubicBezTo>
                    <a:cubicBezTo>
                      <a:pt x="492" y="364"/>
                      <a:pt x="492" y="364"/>
                      <a:pt x="492" y="364"/>
                    </a:cubicBezTo>
                    <a:close/>
                    <a:moveTo>
                      <a:pt x="492" y="243"/>
                    </a:moveTo>
                    <a:cubicBezTo>
                      <a:pt x="377" y="243"/>
                      <a:pt x="377" y="243"/>
                      <a:pt x="377" y="243"/>
                    </a:cubicBezTo>
                    <a:cubicBezTo>
                      <a:pt x="377" y="144"/>
                      <a:pt x="377" y="144"/>
                      <a:pt x="377" y="144"/>
                    </a:cubicBezTo>
                    <a:cubicBezTo>
                      <a:pt x="492" y="144"/>
                      <a:pt x="492" y="144"/>
                      <a:pt x="492" y="144"/>
                    </a:cubicBezTo>
                    <a:cubicBezTo>
                      <a:pt x="492" y="243"/>
                      <a:pt x="492" y="243"/>
                      <a:pt x="492" y="243"/>
                    </a:cubicBezTo>
                    <a:close/>
                    <a:moveTo>
                      <a:pt x="492" y="124"/>
                    </a:moveTo>
                    <a:cubicBezTo>
                      <a:pt x="367" y="124"/>
                      <a:pt x="367" y="124"/>
                      <a:pt x="367" y="124"/>
                    </a:cubicBezTo>
                    <a:cubicBezTo>
                      <a:pt x="175" y="124"/>
                      <a:pt x="175" y="124"/>
                      <a:pt x="175" y="124"/>
                    </a:cubicBezTo>
                    <a:cubicBezTo>
                      <a:pt x="175" y="20"/>
                      <a:pt x="175" y="20"/>
                      <a:pt x="175" y="20"/>
                    </a:cubicBezTo>
                    <a:cubicBezTo>
                      <a:pt x="202" y="20"/>
                      <a:pt x="217" y="20"/>
                      <a:pt x="225" y="20"/>
                    </a:cubicBezTo>
                    <a:cubicBezTo>
                      <a:pt x="231" y="20"/>
                      <a:pt x="233" y="20"/>
                      <a:pt x="233" y="20"/>
                    </a:cubicBezTo>
                    <a:cubicBezTo>
                      <a:pt x="253" y="20"/>
                      <a:pt x="316" y="20"/>
                      <a:pt x="489" y="20"/>
                    </a:cubicBezTo>
                    <a:cubicBezTo>
                      <a:pt x="492" y="20"/>
                      <a:pt x="492" y="23"/>
                      <a:pt x="492" y="25"/>
                    </a:cubicBezTo>
                    <a:cubicBezTo>
                      <a:pt x="492" y="124"/>
                      <a:pt x="492" y="124"/>
                      <a:pt x="492" y="124"/>
                    </a:cubicBezTo>
                    <a:close/>
                  </a:path>
                </a:pathLst>
              </a:cu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>
                  <a:ea typeface="맑은 고딕" panose="020B0503020000020004" pitchFamily="50" charset="-127"/>
                  <a:cs typeface="Calibri" panose="020F0502020204030204" pitchFamily="34" charset="0"/>
                </a:endParaRPr>
              </a:p>
            </p:txBody>
          </p:sp>
          <p:grpSp>
            <p:nvGrpSpPr>
              <p:cNvPr id="1910" name="그룹 1909">
                <a:extLst>
                  <a:ext uri="{FF2B5EF4-FFF2-40B4-BE49-F238E27FC236}">
                    <a16:creationId xmlns:a16="http://schemas.microsoft.com/office/drawing/2014/main" id="{79F7B710-B4C5-9D4E-55FB-60A3370DF4ED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723244" y="3642406"/>
                <a:ext cx="207943" cy="284690"/>
                <a:chOff x="6361113" y="11072813"/>
                <a:chExt cx="782638" cy="977900"/>
              </a:xfrm>
            </p:grpSpPr>
            <p:sp>
              <p:nvSpPr>
                <p:cNvPr id="1924" name="Freeform 140">
                  <a:extLst>
                    <a:ext uri="{FF2B5EF4-FFF2-40B4-BE49-F238E27FC236}">
                      <a16:creationId xmlns:a16="http://schemas.microsoft.com/office/drawing/2014/main" id="{0658012C-1515-EE4A-94FD-E1E350512A6E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89688" y="11104563"/>
                  <a:ext cx="722313" cy="915988"/>
                </a:xfrm>
                <a:custGeom>
                  <a:avLst/>
                  <a:gdLst>
                    <a:gd name="T0" fmla="*/ 394 w 394"/>
                    <a:gd name="T1" fmla="*/ 498 h 500"/>
                    <a:gd name="T2" fmla="*/ 390 w 394"/>
                    <a:gd name="T3" fmla="*/ 500 h 500"/>
                    <a:gd name="T4" fmla="*/ 5 w 394"/>
                    <a:gd name="T5" fmla="*/ 500 h 500"/>
                    <a:gd name="T6" fmla="*/ 0 w 394"/>
                    <a:gd name="T7" fmla="*/ 498 h 500"/>
                    <a:gd name="T8" fmla="*/ 0 w 394"/>
                    <a:gd name="T9" fmla="*/ 258 h 500"/>
                    <a:gd name="T10" fmla="*/ 394 w 394"/>
                    <a:gd name="T11" fmla="*/ 258 h 500"/>
                    <a:gd name="T12" fmla="*/ 394 w 394"/>
                    <a:gd name="T13" fmla="*/ 498 h 500"/>
                    <a:gd name="T14" fmla="*/ 394 w 394"/>
                    <a:gd name="T15" fmla="*/ 498 h 500"/>
                    <a:gd name="T16" fmla="*/ 0 w 394"/>
                    <a:gd name="T17" fmla="*/ 4 h 500"/>
                    <a:gd name="T18" fmla="*/ 5 w 394"/>
                    <a:gd name="T19" fmla="*/ 0 h 500"/>
                    <a:gd name="T20" fmla="*/ 390 w 394"/>
                    <a:gd name="T21" fmla="*/ 0 h 500"/>
                    <a:gd name="T22" fmla="*/ 394 w 394"/>
                    <a:gd name="T23" fmla="*/ 4 h 500"/>
                    <a:gd name="T24" fmla="*/ 394 w 394"/>
                    <a:gd name="T25" fmla="*/ 242 h 500"/>
                    <a:gd name="T26" fmla="*/ 0 w 394"/>
                    <a:gd name="T27" fmla="*/ 242 h 500"/>
                    <a:gd name="T28" fmla="*/ 0 w 394"/>
                    <a:gd name="T29" fmla="*/ 4 h 500"/>
                    <a:gd name="T30" fmla="*/ 0 w 394"/>
                    <a:gd name="T31" fmla="*/ 4 h 5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394" h="500">
                      <a:moveTo>
                        <a:pt x="394" y="498"/>
                      </a:moveTo>
                      <a:cubicBezTo>
                        <a:pt x="394" y="500"/>
                        <a:pt x="392" y="500"/>
                        <a:pt x="390" y="500"/>
                      </a:cubicBezTo>
                      <a:cubicBezTo>
                        <a:pt x="5" y="500"/>
                        <a:pt x="5" y="500"/>
                        <a:pt x="5" y="500"/>
                      </a:cubicBezTo>
                      <a:cubicBezTo>
                        <a:pt x="2" y="500"/>
                        <a:pt x="0" y="500"/>
                        <a:pt x="0" y="498"/>
                      </a:cubicBezTo>
                      <a:cubicBezTo>
                        <a:pt x="0" y="258"/>
                        <a:pt x="0" y="258"/>
                        <a:pt x="0" y="258"/>
                      </a:cubicBezTo>
                      <a:cubicBezTo>
                        <a:pt x="394" y="258"/>
                        <a:pt x="394" y="258"/>
                        <a:pt x="394" y="258"/>
                      </a:cubicBezTo>
                      <a:cubicBezTo>
                        <a:pt x="394" y="498"/>
                        <a:pt x="394" y="498"/>
                        <a:pt x="394" y="498"/>
                      </a:cubicBezTo>
                      <a:cubicBezTo>
                        <a:pt x="394" y="498"/>
                        <a:pt x="394" y="498"/>
                        <a:pt x="394" y="498"/>
                      </a:cubicBezTo>
                      <a:close/>
                      <a:moveTo>
                        <a:pt x="0" y="4"/>
                      </a:moveTo>
                      <a:cubicBezTo>
                        <a:pt x="0" y="2"/>
                        <a:pt x="2" y="0"/>
                        <a:pt x="5" y="0"/>
                      </a:cubicBezTo>
                      <a:cubicBezTo>
                        <a:pt x="390" y="0"/>
                        <a:pt x="390" y="0"/>
                        <a:pt x="390" y="0"/>
                      </a:cubicBezTo>
                      <a:cubicBezTo>
                        <a:pt x="392" y="0"/>
                        <a:pt x="394" y="2"/>
                        <a:pt x="394" y="4"/>
                      </a:cubicBezTo>
                      <a:cubicBezTo>
                        <a:pt x="394" y="242"/>
                        <a:pt x="394" y="242"/>
                        <a:pt x="394" y="242"/>
                      </a:cubicBezTo>
                      <a:cubicBezTo>
                        <a:pt x="0" y="242"/>
                        <a:pt x="0" y="242"/>
                        <a:pt x="0" y="242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1600"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25" name="Freeform 129">
                  <a:extLst>
                    <a:ext uri="{FF2B5EF4-FFF2-40B4-BE49-F238E27FC236}">
                      <a16:creationId xmlns:a16="http://schemas.microsoft.com/office/drawing/2014/main" id="{653AD88F-7CFC-0FC0-7020-1289610D605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11072813"/>
                  <a:ext cx="782638" cy="977900"/>
                </a:xfrm>
                <a:custGeom>
                  <a:avLst/>
                  <a:gdLst>
                    <a:gd name="T0" fmla="*/ 406 w 427"/>
                    <a:gd name="T1" fmla="*/ 0 h 534"/>
                    <a:gd name="T2" fmla="*/ 21 w 427"/>
                    <a:gd name="T3" fmla="*/ 0 h 534"/>
                    <a:gd name="T4" fmla="*/ 0 w 427"/>
                    <a:gd name="T5" fmla="*/ 21 h 534"/>
                    <a:gd name="T6" fmla="*/ 0 w 427"/>
                    <a:gd name="T7" fmla="*/ 267 h 534"/>
                    <a:gd name="T8" fmla="*/ 0 w 427"/>
                    <a:gd name="T9" fmla="*/ 515 h 534"/>
                    <a:gd name="T10" fmla="*/ 21 w 427"/>
                    <a:gd name="T11" fmla="*/ 534 h 534"/>
                    <a:gd name="T12" fmla="*/ 406 w 427"/>
                    <a:gd name="T13" fmla="*/ 534 h 534"/>
                    <a:gd name="T14" fmla="*/ 427 w 427"/>
                    <a:gd name="T15" fmla="*/ 515 h 534"/>
                    <a:gd name="T16" fmla="*/ 427 w 427"/>
                    <a:gd name="T17" fmla="*/ 267 h 534"/>
                    <a:gd name="T18" fmla="*/ 427 w 427"/>
                    <a:gd name="T19" fmla="*/ 21 h 534"/>
                    <a:gd name="T20" fmla="*/ 406 w 427"/>
                    <a:gd name="T21" fmla="*/ 0 h 534"/>
                    <a:gd name="T22" fmla="*/ 410 w 427"/>
                    <a:gd name="T23" fmla="*/ 515 h 534"/>
                    <a:gd name="T24" fmla="*/ 406 w 427"/>
                    <a:gd name="T25" fmla="*/ 517 h 534"/>
                    <a:gd name="T26" fmla="*/ 21 w 427"/>
                    <a:gd name="T27" fmla="*/ 517 h 534"/>
                    <a:gd name="T28" fmla="*/ 16 w 427"/>
                    <a:gd name="T29" fmla="*/ 515 h 534"/>
                    <a:gd name="T30" fmla="*/ 16 w 427"/>
                    <a:gd name="T31" fmla="*/ 275 h 534"/>
                    <a:gd name="T32" fmla="*/ 410 w 427"/>
                    <a:gd name="T33" fmla="*/ 275 h 534"/>
                    <a:gd name="T34" fmla="*/ 410 w 427"/>
                    <a:gd name="T35" fmla="*/ 515 h 534"/>
                    <a:gd name="T36" fmla="*/ 410 w 427"/>
                    <a:gd name="T37" fmla="*/ 515 h 534"/>
                    <a:gd name="T38" fmla="*/ 16 w 427"/>
                    <a:gd name="T39" fmla="*/ 21 h 534"/>
                    <a:gd name="T40" fmla="*/ 21 w 427"/>
                    <a:gd name="T41" fmla="*/ 17 h 534"/>
                    <a:gd name="T42" fmla="*/ 406 w 427"/>
                    <a:gd name="T43" fmla="*/ 17 h 534"/>
                    <a:gd name="T44" fmla="*/ 410 w 427"/>
                    <a:gd name="T45" fmla="*/ 21 h 534"/>
                    <a:gd name="T46" fmla="*/ 410 w 427"/>
                    <a:gd name="T47" fmla="*/ 259 h 534"/>
                    <a:gd name="T48" fmla="*/ 16 w 427"/>
                    <a:gd name="T49" fmla="*/ 259 h 534"/>
                    <a:gd name="T50" fmla="*/ 16 w 427"/>
                    <a:gd name="T51" fmla="*/ 21 h 534"/>
                    <a:gd name="T52" fmla="*/ 16 w 427"/>
                    <a:gd name="T53" fmla="*/ 21 h 5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427" h="534">
                      <a:moveTo>
                        <a:pt x="406" y="0"/>
                      </a:moveTo>
                      <a:cubicBezTo>
                        <a:pt x="21" y="0"/>
                        <a:pt x="21" y="0"/>
                        <a:pt x="21" y="0"/>
                      </a:cubicBezTo>
                      <a:cubicBezTo>
                        <a:pt x="8" y="0"/>
                        <a:pt x="0" y="9"/>
                        <a:pt x="0" y="21"/>
                      </a:cubicBezTo>
                      <a:cubicBezTo>
                        <a:pt x="0" y="267"/>
                        <a:pt x="0" y="267"/>
                        <a:pt x="0" y="267"/>
                      </a:cubicBezTo>
                      <a:cubicBezTo>
                        <a:pt x="0" y="515"/>
                        <a:pt x="0" y="515"/>
                        <a:pt x="0" y="515"/>
                      </a:cubicBezTo>
                      <a:cubicBezTo>
                        <a:pt x="0" y="525"/>
                        <a:pt x="8" y="534"/>
                        <a:pt x="21" y="534"/>
                      </a:cubicBezTo>
                      <a:cubicBezTo>
                        <a:pt x="406" y="534"/>
                        <a:pt x="406" y="534"/>
                        <a:pt x="406" y="534"/>
                      </a:cubicBezTo>
                      <a:cubicBezTo>
                        <a:pt x="416" y="534"/>
                        <a:pt x="427" y="525"/>
                        <a:pt x="427" y="515"/>
                      </a:cubicBezTo>
                      <a:cubicBezTo>
                        <a:pt x="427" y="267"/>
                        <a:pt x="427" y="267"/>
                        <a:pt x="427" y="267"/>
                      </a:cubicBezTo>
                      <a:cubicBezTo>
                        <a:pt x="427" y="21"/>
                        <a:pt x="427" y="21"/>
                        <a:pt x="427" y="21"/>
                      </a:cubicBezTo>
                      <a:cubicBezTo>
                        <a:pt x="427" y="9"/>
                        <a:pt x="416" y="0"/>
                        <a:pt x="406" y="0"/>
                      </a:cubicBezTo>
                      <a:close/>
                      <a:moveTo>
                        <a:pt x="410" y="515"/>
                      </a:moveTo>
                      <a:cubicBezTo>
                        <a:pt x="410" y="517"/>
                        <a:pt x="408" y="517"/>
                        <a:pt x="406" y="517"/>
                      </a:cubicBezTo>
                      <a:cubicBezTo>
                        <a:pt x="21" y="517"/>
                        <a:pt x="21" y="517"/>
                        <a:pt x="21" y="517"/>
                      </a:cubicBezTo>
                      <a:cubicBezTo>
                        <a:pt x="18" y="517"/>
                        <a:pt x="16" y="517"/>
                        <a:pt x="16" y="515"/>
                      </a:cubicBezTo>
                      <a:cubicBezTo>
                        <a:pt x="16" y="275"/>
                        <a:pt x="16" y="275"/>
                        <a:pt x="16" y="275"/>
                      </a:cubicBezTo>
                      <a:cubicBezTo>
                        <a:pt x="410" y="275"/>
                        <a:pt x="410" y="275"/>
                        <a:pt x="410" y="275"/>
                      </a:cubicBezTo>
                      <a:cubicBezTo>
                        <a:pt x="410" y="515"/>
                        <a:pt x="410" y="515"/>
                        <a:pt x="410" y="515"/>
                      </a:cubicBezTo>
                      <a:cubicBezTo>
                        <a:pt x="410" y="515"/>
                        <a:pt x="410" y="515"/>
                        <a:pt x="410" y="515"/>
                      </a:cubicBezTo>
                      <a:close/>
                      <a:moveTo>
                        <a:pt x="16" y="21"/>
                      </a:moveTo>
                      <a:cubicBezTo>
                        <a:pt x="16" y="19"/>
                        <a:pt x="18" y="17"/>
                        <a:pt x="21" y="17"/>
                      </a:cubicBezTo>
                      <a:cubicBezTo>
                        <a:pt x="406" y="17"/>
                        <a:pt x="406" y="17"/>
                        <a:pt x="406" y="17"/>
                      </a:cubicBezTo>
                      <a:cubicBezTo>
                        <a:pt x="408" y="17"/>
                        <a:pt x="410" y="19"/>
                        <a:pt x="410" y="21"/>
                      </a:cubicBezTo>
                      <a:cubicBezTo>
                        <a:pt x="410" y="259"/>
                        <a:pt x="410" y="259"/>
                        <a:pt x="410" y="259"/>
                      </a:cubicBezTo>
                      <a:cubicBezTo>
                        <a:pt x="16" y="259"/>
                        <a:pt x="16" y="259"/>
                        <a:pt x="16" y="259"/>
                      </a:cubicBezTo>
                      <a:cubicBezTo>
                        <a:pt x="16" y="21"/>
                        <a:pt x="16" y="21"/>
                        <a:pt x="16" y="21"/>
                      </a:cubicBezTo>
                      <a:cubicBezTo>
                        <a:pt x="16" y="21"/>
                        <a:pt x="16" y="21"/>
                        <a:pt x="16" y="21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1600"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26" name="Freeform 130">
                  <a:extLst>
                    <a:ext uri="{FF2B5EF4-FFF2-40B4-BE49-F238E27FC236}">
                      <a16:creationId xmlns:a16="http://schemas.microsoft.com/office/drawing/2014/main" id="{5D93F08C-8ED9-C3DA-09D5-01418ABC65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711951" y="11747500"/>
                  <a:ext cx="106363" cy="106363"/>
                </a:xfrm>
                <a:custGeom>
                  <a:avLst/>
                  <a:gdLst>
                    <a:gd name="T0" fmla="*/ 58 w 58"/>
                    <a:gd name="T1" fmla="*/ 28 h 58"/>
                    <a:gd name="T2" fmla="*/ 28 w 58"/>
                    <a:gd name="T3" fmla="*/ 0 h 58"/>
                    <a:gd name="T4" fmla="*/ 0 w 58"/>
                    <a:gd name="T5" fmla="*/ 28 h 58"/>
                    <a:gd name="T6" fmla="*/ 28 w 58"/>
                    <a:gd name="T7" fmla="*/ 58 h 58"/>
                    <a:gd name="T8" fmla="*/ 58 w 58"/>
                    <a:gd name="T9" fmla="*/ 28 h 58"/>
                    <a:gd name="T10" fmla="*/ 28 w 58"/>
                    <a:gd name="T11" fmla="*/ 17 h 58"/>
                    <a:gd name="T12" fmla="*/ 41 w 58"/>
                    <a:gd name="T13" fmla="*/ 28 h 58"/>
                    <a:gd name="T14" fmla="*/ 28 w 58"/>
                    <a:gd name="T15" fmla="*/ 41 h 58"/>
                    <a:gd name="T16" fmla="*/ 17 w 58"/>
                    <a:gd name="T17" fmla="*/ 28 h 58"/>
                    <a:gd name="T18" fmla="*/ 28 w 58"/>
                    <a:gd name="T19" fmla="*/ 17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58" h="58">
                      <a:moveTo>
                        <a:pt x="58" y="28"/>
                      </a:moveTo>
                      <a:cubicBezTo>
                        <a:pt x="58" y="13"/>
                        <a:pt x="45" y="0"/>
                        <a:pt x="28" y="0"/>
                      </a:cubicBezTo>
                      <a:cubicBezTo>
                        <a:pt x="13" y="0"/>
                        <a:pt x="0" y="13"/>
                        <a:pt x="0" y="28"/>
                      </a:cubicBezTo>
                      <a:cubicBezTo>
                        <a:pt x="0" y="45"/>
                        <a:pt x="13" y="58"/>
                        <a:pt x="28" y="58"/>
                      </a:cubicBezTo>
                      <a:cubicBezTo>
                        <a:pt x="45" y="58"/>
                        <a:pt x="58" y="45"/>
                        <a:pt x="58" y="28"/>
                      </a:cubicBezTo>
                      <a:close/>
                      <a:moveTo>
                        <a:pt x="28" y="17"/>
                      </a:moveTo>
                      <a:cubicBezTo>
                        <a:pt x="34" y="17"/>
                        <a:pt x="41" y="22"/>
                        <a:pt x="41" y="28"/>
                      </a:cubicBezTo>
                      <a:cubicBezTo>
                        <a:pt x="41" y="34"/>
                        <a:pt x="34" y="41"/>
                        <a:pt x="28" y="41"/>
                      </a:cubicBezTo>
                      <a:cubicBezTo>
                        <a:pt x="22" y="41"/>
                        <a:pt x="17" y="34"/>
                        <a:pt x="17" y="28"/>
                      </a:cubicBezTo>
                      <a:cubicBezTo>
                        <a:pt x="17" y="22"/>
                        <a:pt x="22" y="17"/>
                        <a:pt x="28" y="17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1600"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27" name="Freeform 131">
                  <a:extLst>
                    <a:ext uri="{FF2B5EF4-FFF2-40B4-BE49-F238E27FC236}">
                      <a16:creationId xmlns:a16="http://schemas.microsoft.com/office/drawing/2014/main" id="{2A589E70-165E-D270-E8B0-79C5F25C719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724651" y="11612563"/>
                  <a:ext cx="79375" cy="119063"/>
                </a:xfrm>
                <a:custGeom>
                  <a:avLst/>
                  <a:gdLst>
                    <a:gd name="T0" fmla="*/ 11 w 44"/>
                    <a:gd name="T1" fmla="*/ 24 h 65"/>
                    <a:gd name="T2" fmla="*/ 15 w 44"/>
                    <a:gd name="T3" fmla="*/ 20 h 65"/>
                    <a:gd name="T4" fmla="*/ 15 w 44"/>
                    <a:gd name="T5" fmla="*/ 49 h 65"/>
                    <a:gd name="T6" fmla="*/ 15 w 44"/>
                    <a:gd name="T7" fmla="*/ 59 h 65"/>
                    <a:gd name="T8" fmla="*/ 21 w 44"/>
                    <a:gd name="T9" fmla="*/ 65 h 65"/>
                    <a:gd name="T10" fmla="*/ 27 w 44"/>
                    <a:gd name="T11" fmla="*/ 59 h 65"/>
                    <a:gd name="T12" fmla="*/ 27 w 44"/>
                    <a:gd name="T13" fmla="*/ 49 h 65"/>
                    <a:gd name="T14" fmla="*/ 27 w 44"/>
                    <a:gd name="T15" fmla="*/ 20 h 65"/>
                    <a:gd name="T16" fmla="*/ 31 w 44"/>
                    <a:gd name="T17" fmla="*/ 24 h 65"/>
                    <a:gd name="T18" fmla="*/ 36 w 44"/>
                    <a:gd name="T19" fmla="*/ 26 h 65"/>
                    <a:gd name="T20" fmla="*/ 40 w 44"/>
                    <a:gd name="T21" fmla="*/ 24 h 65"/>
                    <a:gd name="T22" fmla="*/ 40 w 44"/>
                    <a:gd name="T23" fmla="*/ 16 h 65"/>
                    <a:gd name="T24" fmla="*/ 25 w 44"/>
                    <a:gd name="T25" fmla="*/ 2 h 65"/>
                    <a:gd name="T26" fmla="*/ 23 w 44"/>
                    <a:gd name="T27" fmla="*/ 0 h 65"/>
                    <a:gd name="T28" fmla="*/ 21 w 44"/>
                    <a:gd name="T29" fmla="*/ 0 h 65"/>
                    <a:gd name="T30" fmla="*/ 19 w 44"/>
                    <a:gd name="T31" fmla="*/ 0 h 65"/>
                    <a:gd name="T32" fmla="*/ 17 w 44"/>
                    <a:gd name="T33" fmla="*/ 2 h 65"/>
                    <a:gd name="T34" fmla="*/ 2 w 44"/>
                    <a:gd name="T35" fmla="*/ 16 h 65"/>
                    <a:gd name="T36" fmla="*/ 2 w 44"/>
                    <a:gd name="T37" fmla="*/ 24 h 65"/>
                    <a:gd name="T38" fmla="*/ 11 w 44"/>
                    <a:gd name="T39" fmla="*/ 24 h 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44" h="65">
                      <a:moveTo>
                        <a:pt x="11" y="24"/>
                      </a:moveTo>
                      <a:cubicBezTo>
                        <a:pt x="15" y="20"/>
                        <a:pt x="15" y="20"/>
                        <a:pt x="15" y="20"/>
                      </a:cubicBezTo>
                      <a:cubicBezTo>
                        <a:pt x="15" y="49"/>
                        <a:pt x="15" y="49"/>
                        <a:pt x="15" y="49"/>
                      </a:cubicBezTo>
                      <a:cubicBezTo>
                        <a:pt x="15" y="59"/>
                        <a:pt x="15" y="59"/>
                        <a:pt x="15" y="59"/>
                      </a:cubicBezTo>
                      <a:cubicBezTo>
                        <a:pt x="15" y="61"/>
                        <a:pt x="19" y="65"/>
                        <a:pt x="21" y="65"/>
                      </a:cubicBezTo>
                      <a:cubicBezTo>
                        <a:pt x="25" y="65"/>
                        <a:pt x="27" y="61"/>
                        <a:pt x="27" y="59"/>
                      </a:cubicBezTo>
                      <a:cubicBezTo>
                        <a:pt x="27" y="49"/>
                        <a:pt x="27" y="49"/>
                        <a:pt x="27" y="49"/>
                      </a:cubicBezTo>
                      <a:cubicBezTo>
                        <a:pt x="27" y="20"/>
                        <a:pt x="27" y="20"/>
                        <a:pt x="27" y="20"/>
                      </a:cubicBezTo>
                      <a:cubicBezTo>
                        <a:pt x="31" y="24"/>
                        <a:pt x="31" y="24"/>
                        <a:pt x="31" y="24"/>
                      </a:cubicBezTo>
                      <a:cubicBezTo>
                        <a:pt x="33" y="26"/>
                        <a:pt x="36" y="26"/>
                        <a:pt x="36" y="26"/>
                      </a:cubicBezTo>
                      <a:cubicBezTo>
                        <a:pt x="38" y="26"/>
                        <a:pt x="40" y="26"/>
                        <a:pt x="40" y="24"/>
                      </a:cubicBezTo>
                      <a:cubicBezTo>
                        <a:pt x="44" y="22"/>
                        <a:pt x="44" y="18"/>
                        <a:pt x="40" y="16"/>
                      </a:cubicBezTo>
                      <a:cubicBezTo>
                        <a:pt x="25" y="2"/>
                        <a:pt x="25" y="2"/>
                        <a:pt x="25" y="2"/>
                      </a:cubicBezTo>
                      <a:cubicBezTo>
                        <a:pt x="25" y="2"/>
                        <a:pt x="25" y="0"/>
                        <a:pt x="23" y="0"/>
                      </a:cubicBezTo>
                      <a:cubicBezTo>
                        <a:pt x="23" y="0"/>
                        <a:pt x="23" y="0"/>
                        <a:pt x="21" y="0"/>
                      </a:cubicBezTo>
                      <a:cubicBezTo>
                        <a:pt x="19" y="0"/>
                        <a:pt x="19" y="0"/>
                        <a:pt x="19" y="0"/>
                      </a:cubicBezTo>
                      <a:cubicBezTo>
                        <a:pt x="17" y="2"/>
                        <a:pt x="17" y="2"/>
                        <a:pt x="17" y="2"/>
                      </a:cubicBezTo>
                      <a:cubicBezTo>
                        <a:pt x="2" y="16"/>
                        <a:pt x="2" y="16"/>
                        <a:pt x="2" y="16"/>
                      </a:cubicBezTo>
                      <a:cubicBezTo>
                        <a:pt x="0" y="18"/>
                        <a:pt x="0" y="22"/>
                        <a:pt x="2" y="24"/>
                      </a:cubicBezTo>
                      <a:cubicBezTo>
                        <a:pt x="4" y="26"/>
                        <a:pt x="9" y="26"/>
                        <a:pt x="11" y="24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1600"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28" name="Freeform 132">
                  <a:extLst>
                    <a:ext uri="{FF2B5EF4-FFF2-40B4-BE49-F238E27FC236}">
                      <a16:creationId xmlns:a16="http://schemas.microsoft.com/office/drawing/2014/main" id="{2477FD11-BC21-D044-9CB6-21E13D57757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624638" y="11668125"/>
                  <a:ext cx="98425" cy="92075"/>
                </a:xfrm>
                <a:custGeom>
                  <a:avLst/>
                  <a:gdLst>
                    <a:gd name="T0" fmla="*/ 7 w 53"/>
                    <a:gd name="T1" fmla="*/ 33 h 50"/>
                    <a:gd name="T2" fmla="*/ 13 w 53"/>
                    <a:gd name="T3" fmla="*/ 27 h 50"/>
                    <a:gd name="T4" fmla="*/ 13 w 53"/>
                    <a:gd name="T5" fmla="*/ 21 h 50"/>
                    <a:gd name="T6" fmla="*/ 34 w 53"/>
                    <a:gd name="T7" fmla="*/ 40 h 50"/>
                    <a:gd name="T8" fmla="*/ 40 w 53"/>
                    <a:gd name="T9" fmla="*/ 48 h 50"/>
                    <a:gd name="T10" fmla="*/ 46 w 53"/>
                    <a:gd name="T11" fmla="*/ 50 h 50"/>
                    <a:gd name="T12" fmla="*/ 51 w 53"/>
                    <a:gd name="T13" fmla="*/ 48 h 50"/>
                    <a:gd name="T14" fmla="*/ 51 w 53"/>
                    <a:gd name="T15" fmla="*/ 40 h 50"/>
                    <a:gd name="T16" fmla="*/ 42 w 53"/>
                    <a:gd name="T17" fmla="*/ 31 h 50"/>
                    <a:gd name="T18" fmla="*/ 23 w 53"/>
                    <a:gd name="T19" fmla="*/ 12 h 50"/>
                    <a:gd name="T20" fmla="*/ 30 w 53"/>
                    <a:gd name="T21" fmla="*/ 12 h 50"/>
                    <a:gd name="T22" fmla="*/ 36 w 53"/>
                    <a:gd name="T23" fmla="*/ 6 h 50"/>
                    <a:gd name="T24" fmla="*/ 30 w 53"/>
                    <a:gd name="T25" fmla="*/ 0 h 50"/>
                    <a:gd name="T26" fmla="*/ 7 w 53"/>
                    <a:gd name="T27" fmla="*/ 0 h 50"/>
                    <a:gd name="T28" fmla="*/ 5 w 53"/>
                    <a:gd name="T29" fmla="*/ 0 h 50"/>
                    <a:gd name="T30" fmla="*/ 3 w 53"/>
                    <a:gd name="T31" fmla="*/ 2 h 50"/>
                    <a:gd name="T32" fmla="*/ 3 w 53"/>
                    <a:gd name="T33" fmla="*/ 4 h 50"/>
                    <a:gd name="T34" fmla="*/ 0 w 53"/>
                    <a:gd name="T35" fmla="*/ 6 h 50"/>
                    <a:gd name="T36" fmla="*/ 0 w 53"/>
                    <a:gd name="T37" fmla="*/ 27 h 50"/>
                    <a:gd name="T38" fmla="*/ 7 w 53"/>
                    <a:gd name="T39" fmla="*/ 33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53" h="50">
                      <a:moveTo>
                        <a:pt x="7" y="33"/>
                      </a:moveTo>
                      <a:cubicBezTo>
                        <a:pt x="11" y="33"/>
                        <a:pt x="13" y="31"/>
                        <a:pt x="13" y="27"/>
                      </a:cubicBezTo>
                      <a:cubicBezTo>
                        <a:pt x="13" y="21"/>
                        <a:pt x="13" y="21"/>
                        <a:pt x="13" y="21"/>
                      </a:cubicBezTo>
                      <a:cubicBezTo>
                        <a:pt x="34" y="40"/>
                        <a:pt x="34" y="40"/>
                        <a:pt x="34" y="40"/>
                      </a:cubicBezTo>
                      <a:cubicBezTo>
                        <a:pt x="40" y="48"/>
                        <a:pt x="40" y="48"/>
                        <a:pt x="40" y="48"/>
                      </a:cubicBezTo>
                      <a:cubicBezTo>
                        <a:pt x="42" y="50"/>
                        <a:pt x="44" y="50"/>
                        <a:pt x="46" y="50"/>
                      </a:cubicBezTo>
                      <a:cubicBezTo>
                        <a:pt x="46" y="50"/>
                        <a:pt x="49" y="50"/>
                        <a:pt x="51" y="48"/>
                      </a:cubicBezTo>
                      <a:cubicBezTo>
                        <a:pt x="53" y="46"/>
                        <a:pt x="53" y="42"/>
                        <a:pt x="51" y="40"/>
                      </a:cubicBezTo>
                      <a:cubicBezTo>
                        <a:pt x="42" y="31"/>
                        <a:pt x="42" y="31"/>
                        <a:pt x="42" y="31"/>
                      </a:cubicBezTo>
                      <a:cubicBezTo>
                        <a:pt x="23" y="12"/>
                        <a:pt x="23" y="12"/>
                        <a:pt x="23" y="12"/>
                      </a:cubicBezTo>
                      <a:cubicBezTo>
                        <a:pt x="30" y="12"/>
                        <a:pt x="30" y="12"/>
                        <a:pt x="30" y="12"/>
                      </a:cubicBezTo>
                      <a:cubicBezTo>
                        <a:pt x="32" y="12"/>
                        <a:pt x="36" y="10"/>
                        <a:pt x="36" y="6"/>
                      </a:cubicBezTo>
                      <a:cubicBezTo>
                        <a:pt x="36" y="2"/>
                        <a:pt x="32" y="0"/>
                        <a:pt x="30" y="0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7" y="0"/>
                        <a:pt x="7" y="0"/>
                        <a:pt x="5" y="0"/>
                      </a:cubicBezTo>
                      <a:cubicBezTo>
                        <a:pt x="5" y="0"/>
                        <a:pt x="5" y="0"/>
                        <a:pt x="3" y="2"/>
                      </a:cubicBezTo>
                      <a:cubicBezTo>
                        <a:pt x="3" y="2"/>
                        <a:pt x="3" y="2"/>
                        <a:pt x="3" y="4"/>
                      </a:cubicBezTo>
                      <a:cubicBezTo>
                        <a:pt x="3" y="4"/>
                        <a:pt x="0" y="4"/>
                        <a:pt x="0" y="6"/>
                      </a:cubicBezTo>
                      <a:cubicBezTo>
                        <a:pt x="0" y="27"/>
                        <a:pt x="0" y="27"/>
                        <a:pt x="0" y="27"/>
                      </a:cubicBezTo>
                      <a:cubicBezTo>
                        <a:pt x="0" y="31"/>
                        <a:pt x="5" y="33"/>
                        <a:pt x="7" y="33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1600"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29" name="Freeform 133">
                  <a:extLst>
                    <a:ext uri="{FF2B5EF4-FFF2-40B4-BE49-F238E27FC236}">
                      <a16:creationId xmlns:a16="http://schemas.microsoft.com/office/drawing/2014/main" id="{94CD9F97-3805-2DE3-20A4-7D69DF6E630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583363" y="11763375"/>
                  <a:ext cx="117475" cy="80963"/>
                </a:xfrm>
                <a:custGeom>
                  <a:avLst/>
                  <a:gdLst>
                    <a:gd name="T0" fmla="*/ 2 w 64"/>
                    <a:gd name="T1" fmla="*/ 27 h 44"/>
                    <a:gd name="T2" fmla="*/ 16 w 64"/>
                    <a:gd name="T3" fmla="*/ 42 h 44"/>
                    <a:gd name="T4" fmla="*/ 20 w 64"/>
                    <a:gd name="T5" fmla="*/ 44 h 44"/>
                    <a:gd name="T6" fmla="*/ 25 w 64"/>
                    <a:gd name="T7" fmla="*/ 42 h 44"/>
                    <a:gd name="T8" fmla="*/ 25 w 64"/>
                    <a:gd name="T9" fmla="*/ 33 h 44"/>
                    <a:gd name="T10" fmla="*/ 20 w 64"/>
                    <a:gd name="T11" fmla="*/ 29 h 44"/>
                    <a:gd name="T12" fmla="*/ 47 w 64"/>
                    <a:gd name="T13" fmla="*/ 29 h 44"/>
                    <a:gd name="T14" fmla="*/ 58 w 64"/>
                    <a:gd name="T15" fmla="*/ 29 h 44"/>
                    <a:gd name="T16" fmla="*/ 64 w 64"/>
                    <a:gd name="T17" fmla="*/ 23 h 44"/>
                    <a:gd name="T18" fmla="*/ 58 w 64"/>
                    <a:gd name="T19" fmla="*/ 17 h 44"/>
                    <a:gd name="T20" fmla="*/ 47 w 64"/>
                    <a:gd name="T21" fmla="*/ 17 h 44"/>
                    <a:gd name="T22" fmla="*/ 20 w 64"/>
                    <a:gd name="T23" fmla="*/ 17 h 44"/>
                    <a:gd name="T24" fmla="*/ 25 w 64"/>
                    <a:gd name="T25" fmla="*/ 13 h 44"/>
                    <a:gd name="T26" fmla="*/ 25 w 64"/>
                    <a:gd name="T27" fmla="*/ 2 h 44"/>
                    <a:gd name="T28" fmla="*/ 16 w 64"/>
                    <a:gd name="T29" fmla="*/ 2 h 44"/>
                    <a:gd name="T30" fmla="*/ 2 w 64"/>
                    <a:gd name="T31" fmla="*/ 19 h 44"/>
                    <a:gd name="T32" fmla="*/ 0 w 64"/>
                    <a:gd name="T33" fmla="*/ 19 h 44"/>
                    <a:gd name="T34" fmla="*/ 0 w 64"/>
                    <a:gd name="T35" fmla="*/ 23 h 44"/>
                    <a:gd name="T36" fmla="*/ 0 w 64"/>
                    <a:gd name="T37" fmla="*/ 25 h 44"/>
                    <a:gd name="T38" fmla="*/ 2 w 64"/>
                    <a:gd name="T39" fmla="*/ 27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64" h="44">
                      <a:moveTo>
                        <a:pt x="2" y="27"/>
                      </a:moveTo>
                      <a:cubicBezTo>
                        <a:pt x="16" y="42"/>
                        <a:pt x="16" y="42"/>
                        <a:pt x="16" y="42"/>
                      </a:cubicBezTo>
                      <a:cubicBezTo>
                        <a:pt x="16" y="42"/>
                        <a:pt x="18" y="44"/>
                        <a:pt x="20" y="44"/>
                      </a:cubicBezTo>
                      <a:cubicBezTo>
                        <a:pt x="23" y="44"/>
                        <a:pt x="23" y="42"/>
                        <a:pt x="25" y="42"/>
                      </a:cubicBezTo>
                      <a:cubicBezTo>
                        <a:pt x="27" y="40"/>
                        <a:pt x="27" y="35"/>
                        <a:pt x="25" y="33"/>
                      </a:cubicBezTo>
                      <a:cubicBezTo>
                        <a:pt x="20" y="29"/>
                        <a:pt x="20" y="29"/>
                        <a:pt x="20" y="29"/>
                      </a:cubicBezTo>
                      <a:cubicBezTo>
                        <a:pt x="47" y="29"/>
                        <a:pt x="47" y="29"/>
                        <a:pt x="47" y="29"/>
                      </a:cubicBezTo>
                      <a:cubicBezTo>
                        <a:pt x="58" y="29"/>
                        <a:pt x="58" y="29"/>
                        <a:pt x="58" y="29"/>
                      </a:cubicBezTo>
                      <a:cubicBezTo>
                        <a:pt x="62" y="29"/>
                        <a:pt x="64" y="25"/>
                        <a:pt x="64" y="23"/>
                      </a:cubicBezTo>
                      <a:cubicBezTo>
                        <a:pt x="64" y="19"/>
                        <a:pt x="62" y="17"/>
                        <a:pt x="58" y="17"/>
                      </a:cubicBezTo>
                      <a:cubicBezTo>
                        <a:pt x="47" y="17"/>
                        <a:pt x="47" y="17"/>
                        <a:pt x="47" y="17"/>
                      </a:cubicBezTo>
                      <a:cubicBezTo>
                        <a:pt x="20" y="17"/>
                        <a:pt x="20" y="17"/>
                        <a:pt x="20" y="17"/>
                      </a:cubicBezTo>
                      <a:cubicBezTo>
                        <a:pt x="25" y="13"/>
                        <a:pt x="25" y="13"/>
                        <a:pt x="25" y="13"/>
                      </a:cubicBezTo>
                      <a:cubicBezTo>
                        <a:pt x="27" y="8"/>
                        <a:pt x="27" y="6"/>
                        <a:pt x="25" y="2"/>
                      </a:cubicBezTo>
                      <a:cubicBezTo>
                        <a:pt x="23" y="0"/>
                        <a:pt x="18" y="0"/>
                        <a:pt x="16" y="2"/>
                      </a:cubicBezTo>
                      <a:cubicBezTo>
                        <a:pt x="2" y="19"/>
                        <a:pt x="2" y="19"/>
                        <a:pt x="2" y="19"/>
                      </a:cubicBezTo>
                      <a:cubicBezTo>
                        <a:pt x="0" y="19"/>
                        <a:pt x="0" y="19"/>
                        <a:pt x="0" y="19"/>
                      </a:cubicBezTo>
                      <a:cubicBezTo>
                        <a:pt x="0" y="21"/>
                        <a:pt x="0" y="21"/>
                        <a:pt x="0" y="23"/>
                      </a:cubicBezTo>
                      <a:cubicBezTo>
                        <a:pt x="0" y="23"/>
                        <a:pt x="0" y="23"/>
                        <a:pt x="0" y="25"/>
                      </a:cubicBezTo>
                      <a:cubicBezTo>
                        <a:pt x="0" y="25"/>
                        <a:pt x="0" y="25"/>
                        <a:pt x="2" y="27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1600"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30" name="Freeform 134">
                  <a:extLst>
                    <a:ext uri="{FF2B5EF4-FFF2-40B4-BE49-F238E27FC236}">
                      <a16:creationId xmlns:a16="http://schemas.microsoft.com/office/drawing/2014/main" id="{F993B6C3-F82C-CB1D-B837-C5EE0DFAEE2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634163" y="11844338"/>
                  <a:ext cx="90488" cy="95250"/>
                </a:xfrm>
                <a:custGeom>
                  <a:avLst/>
                  <a:gdLst>
                    <a:gd name="T0" fmla="*/ 39 w 49"/>
                    <a:gd name="T1" fmla="*/ 4 h 52"/>
                    <a:gd name="T2" fmla="*/ 31 w 49"/>
                    <a:gd name="T3" fmla="*/ 10 h 52"/>
                    <a:gd name="T4" fmla="*/ 12 w 49"/>
                    <a:gd name="T5" fmla="*/ 31 h 52"/>
                    <a:gd name="T6" fmla="*/ 12 w 49"/>
                    <a:gd name="T7" fmla="*/ 25 h 52"/>
                    <a:gd name="T8" fmla="*/ 6 w 49"/>
                    <a:gd name="T9" fmla="*/ 18 h 52"/>
                    <a:gd name="T10" fmla="*/ 0 w 49"/>
                    <a:gd name="T11" fmla="*/ 25 h 52"/>
                    <a:gd name="T12" fmla="*/ 0 w 49"/>
                    <a:gd name="T13" fmla="*/ 45 h 52"/>
                    <a:gd name="T14" fmla="*/ 0 w 49"/>
                    <a:gd name="T15" fmla="*/ 47 h 52"/>
                    <a:gd name="T16" fmla="*/ 2 w 49"/>
                    <a:gd name="T17" fmla="*/ 50 h 52"/>
                    <a:gd name="T18" fmla="*/ 4 w 49"/>
                    <a:gd name="T19" fmla="*/ 52 h 52"/>
                    <a:gd name="T20" fmla="*/ 6 w 49"/>
                    <a:gd name="T21" fmla="*/ 52 h 52"/>
                    <a:gd name="T22" fmla="*/ 27 w 49"/>
                    <a:gd name="T23" fmla="*/ 52 h 52"/>
                    <a:gd name="T24" fmla="*/ 33 w 49"/>
                    <a:gd name="T25" fmla="*/ 45 h 52"/>
                    <a:gd name="T26" fmla="*/ 27 w 49"/>
                    <a:gd name="T27" fmla="*/ 39 h 52"/>
                    <a:gd name="T28" fmla="*/ 21 w 49"/>
                    <a:gd name="T29" fmla="*/ 39 h 52"/>
                    <a:gd name="T30" fmla="*/ 41 w 49"/>
                    <a:gd name="T31" fmla="*/ 18 h 52"/>
                    <a:gd name="T32" fmla="*/ 47 w 49"/>
                    <a:gd name="T33" fmla="*/ 12 h 52"/>
                    <a:gd name="T34" fmla="*/ 47 w 49"/>
                    <a:gd name="T35" fmla="*/ 4 h 52"/>
                    <a:gd name="T36" fmla="*/ 39 w 49"/>
                    <a:gd name="T37" fmla="*/ 4 h 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9" h="52">
                      <a:moveTo>
                        <a:pt x="39" y="4"/>
                      </a:moveTo>
                      <a:cubicBezTo>
                        <a:pt x="31" y="10"/>
                        <a:pt x="31" y="10"/>
                        <a:pt x="31" y="10"/>
                      </a:cubicBezTo>
                      <a:cubicBezTo>
                        <a:pt x="12" y="31"/>
                        <a:pt x="12" y="31"/>
                        <a:pt x="12" y="31"/>
                      </a:cubicBezTo>
                      <a:cubicBezTo>
                        <a:pt x="12" y="25"/>
                        <a:pt x="12" y="25"/>
                        <a:pt x="12" y="25"/>
                      </a:cubicBezTo>
                      <a:cubicBezTo>
                        <a:pt x="12" y="20"/>
                        <a:pt x="10" y="18"/>
                        <a:pt x="6" y="18"/>
                      </a:cubicBezTo>
                      <a:cubicBezTo>
                        <a:pt x="2" y="18"/>
                        <a:pt x="0" y="20"/>
                        <a:pt x="0" y="25"/>
                      </a:cubicBezTo>
                      <a:cubicBezTo>
                        <a:pt x="0" y="45"/>
                        <a:pt x="0" y="45"/>
                        <a:pt x="0" y="45"/>
                      </a:cubicBezTo>
                      <a:cubicBezTo>
                        <a:pt x="0" y="47"/>
                        <a:pt x="0" y="47"/>
                        <a:pt x="0" y="47"/>
                      </a:cubicBezTo>
                      <a:cubicBezTo>
                        <a:pt x="2" y="50"/>
                        <a:pt x="2" y="50"/>
                        <a:pt x="2" y="50"/>
                      </a:cubicBezTo>
                      <a:cubicBezTo>
                        <a:pt x="2" y="50"/>
                        <a:pt x="2" y="50"/>
                        <a:pt x="4" y="52"/>
                      </a:cubicBezTo>
                      <a:cubicBezTo>
                        <a:pt x="6" y="52"/>
                        <a:pt x="6" y="52"/>
                        <a:pt x="6" y="52"/>
                      </a:cubicBezTo>
                      <a:cubicBezTo>
                        <a:pt x="27" y="52"/>
                        <a:pt x="27" y="52"/>
                        <a:pt x="27" y="52"/>
                      </a:cubicBezTo>
                      <a:cubicBezTo>
                        <a:pt x="31" y="52"/>
                        <a:pt x="33" y="47"/>
                        <a:pt x="33" y="45"/>
                      </a:cubicBezTo>
                      <a:cubicBezTo>
                        <a:pt x="33" y="41"/>
                        <a:pt x="31" y="39"/>
                        <a:pt x="27" y="39"/>
                      </a:cubicBezTo>
                      <a:cubicBezTo>
                        <a:pt x="21" y="39"/>
                        <a:pt x="21" y="39"/>
                        <a:pt x="21" y="39"/>
                      </a:cubicBezTo>
                      <a:cubicBezTo>
                        <a:pt x="41" y="18"/>
                        <a:pt x="41" y="18"/>
                        <a:pt x="41" y="18"/>
                      </a:cubicBezTo>
                      <a:cubicBezTo>
                        <a:pt x="47" y="12"/>
                        <a:pt x="47" y="12"/>
                        <a:pt x="47" y="12"/>
                      </a:cubicBezTo>
                      <a:cubicBezTo>
                        <a:pt x="49" y="10"/>
                        <a:pt x="49" y="6"/>
                        <a:pt x="47" y="4"/>
                      </a:cubicBezTo>
                      <a:cubicBezTo>
                        <a:pt x="45" y="0"/>
                        <a:pt x="41" y="0"/>
                        <a:pt x="39" y="4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1600"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31" name="Freeform 135">
                  <a:extLst>
                    <a:ext uri="{FF2B5EF4-FFF2-40B4-BE49-F238E27FC236}">
                      <a16:creationId xmlns:a16="http://schemas.microsoft.com/office/drawing/2014/main" id="{907AA46A-4C72-FFC9-70F0-067CDD03E66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727826" y="11868150"/>
                  <a:ext cx="80963" cy="117475"/>
                </a:xfrm>
                <a:custGeom>
                  <a:avLst/>
                  <a:gdLst>
                    <a:gd name="T0" fmla="*/ 33 w 44"/>
                    <a:gd name="T1" fmla="*/ 39 h 64"/>
                    <a:gd name="T2" fmla="*/ 29 w 44"/>
                    <a:gd name="T3" fmla="*/ 43 h 64"/>
                    <a:gd name="T4" fmla="*/ 29 w 44"/>
                    <a:gd name="T5" fmla="*/ 15 h 64"/>
                    <a:gd name="T6" fmla="*/ 29 w 44"/>
                    <a:gd name="T7" fmla="*/ 6 h 64"/>
                    <a:gd name="T8" fmla="*/ 23 w 44"/>
                    <a:gd name="T9" fmla="*/ 0 h 64"/>
                    <a:gd name="T10" fmla="*/ 17 w 44"/>
                    <a:gd name="T11" fmla="*/ 6 h 64"/>
                    <a:gd name="T12" fmla="*/ 17 w 44"/>
                    <a:gd name="T13" fmla="*/ 17 h 64"/>
                    <a:gd name="T14" fmla="*/ 17 w 44"/>
                    <a:gd name="T15" fmla="*/ 43 h 64"/>
                    <a:gd name="T16" fmla="*/ 13 w 44"/>
                    <a:gd name="T17" fmla="*/ 39 h 64"/>
                    <a:gd name="T18" fmla="*/ 2 w 44"/>
                    <a:gd name="T19" fmla="*/ 39 h 64"/>
                    <a:gd name="T20" fmla="*/ 2 w 44"/>
                    <a:gd name="T21" fmla="*/ 48 h 64"/>
                    <a:gd name="T22" fmla="*/ 19 w 44"/>
                    <a:gd name="T23" fmla="*/ 64 h 64"/>
                    <a:gd name="T24" fmla="*/ 21 w 44"/>
                    <a:gd name="T25" fmla="*/ 64 h 64"/>
                    <a:gd name="T26" fmla="*/ 23 w 44"/>
                    <a:gd name="T27" fmla="*/ 64 h 64"/>
                    <a:gd name="T28" fmla="*/ 25 w 44"/>
                    <a:gd name="T29" fmla="*/ 64 h 64"/>
                    <a:gd name="T30" fmla="*/ 27 w 44"/>
                    <a:gd name="T31" fmla="*/ 64 h 64"/>
                    <a:gd name="T32" fmla="*/ 42 w 44"/>
                    <a:gd name="T33" fmla="*/ 48 h 64"/>
                    <a:gd name="T34" fmla="*/ 42 w 44"/>
                    <a:gd name="T35" fmla="*/ 39 h 64"/>
                    <a:gd name="T36" fmla="*/ 33 w 44"/>
                    <a:gd name="T37" fmla="*/ 39 h 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4" h="64">
                      <a:moveTo>
                        <a:pt x="33" y="39"/>
                      </a:moveTo>
                      <a:cubicBezTo>
                        <a:pt x="29" y="43"/>
                        <a:pt x="29" y="43"/>
                        <a:pt x="29" y="43"/>
                      </a:cubicBezTo>
                      <a:cubicBezTo>
                        <a:pt x="29" y="15"/>
                        <a:pt x="29" y="15"/>
                        <a:pt x="29" y="15"/>
                      </a:cubicBezTo>
                      <a:cubicBezTo>
                        <a:pt x="29" y="6"/>
                        <a:pt x="29" y="6"/>
                        <a:pt x="29" y="6"/>
                      </a:cubicBezTo>
                      <a:cubicBezTo>
                        <a:pt x="29" y="2"/>
                        <a:pt x="25" y="0"/>
                        <a:pt x="23" y="0"/>
                      </a:cubicBezTo>
                      <a:cubicBezTo>
                        <a:pt x="19" y="0"/>
                        <a:pt x="17" y="2"/>
                        <a:pt x="17" y="6"/>
                      </a:cubicBezTo>
                      <a:cubicBezTo>
                        <a:pt x="17" y="17"/>
                        <a:pt x="17" y="17"/>
                        <a:pt x="17" y="17"/>
                      </a:cubicBezTo>
                      <a:cubicBezTo>
                        <a:pt x="17" y="43"/>
                        <a:pt x="17" y="43"/>
                        <a:pt x="17" y="43"/>
                      </a:cubicBezTo>
                      <a:cubicBezTo>
                        <a:pt x="13" y="39"/>
                        <a:pt x="13" y="39"/>
                        <a:pt x="13" y="39"/>
                      </a:cubicBezTo>
                      <a:cubicBezTo>
                        <a:pt x="11" y="37"/>
                        <a:pt x="6" y="37"/>
                        <a:pt x="2" y="39"/>
                      </a:cubicBezTo>
                      <a:cubicBezTo>
                        <a:pt x="0" y="41"/>
                        <a:pt x="0" y="45"/>
                        <a:pt x="2" y="48"/>
                      </a:cubicBezTo>
                      <a:cubicBezTo>
                        <a:pt x="19" y="64"/>
                        <a:pt x="19" y="64"/>
                        <a:pt x="19" y="64"/>
                      </a:cubicBezTo>
                      <a:cubicBezTo>
                        <a:pt x="19" y="64"/>
                        <a:pt x="19" y="64"/>
                        <a:pt x="21" y="64"/>
                      </a:cubicBezTo>
                      <a:cubicBezTo>
                        <a:pt x="21" y="64"/>
                        <a:pt x="21" y="64"/>
                        <a:pt x="23" y="64"/>
                      </a:cubicBezTo>
                      <a:cubicBezTo>
                        <a:pt x="23" y="64"/>
                        <a:pt x="23" y="64"/>
                        <a:pt x="25" y="64"/>
                      </a:cubicBezTo>
                      <a:cubicBezTo>
                        <a:pt x="27" y="64"/>
                        <a:pt x="27" y="64"/>
                        <a:pt x="27" y="64"/>
                      </a:cubicBezTo>
                      <a:cubicBezTo>
                        <a:pt x="42" y="48"/>
                        <a:pt x="42" y="48"/>
                        <a:pt x="42" y="48"/>
                      </a:cubicBezTo>
                      <a:cubicBezTo>
                        <a:pt x="44" y="45"/>
                        <a:pt x="44" y="41"/>
                        <a:pt x="42" y="39"/>
                      </a:cubicBezTo>
                      <a:cubicBezTo>
                        <a:pt x="40" y="37"/>
                        <a:pt x="35" y="37"/>
                        <a:pt x="33" y="39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1600"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32" name="Freeform 136">
                  <a:extLst>
                    <a:ext uri="{FF2B5EF4-FFF2-40B4-BE49-F238E27FC236}">
                      <a16:creationId xmlns:a16="http://schemas.microsoft.com/office/drawing/2014/main" id="{8B3DAB32-91A7-4480-6C43-59110405B9A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08788" y="11839575"/>
                  <a:ext cx="95250" cy="92075"/>
                </a:xfrm>
                <a:custGeom>
                  <a:avLst/>
                  <a:gdLst>
                    <a:gd name="T0" fmla="*/ 45 w 52"/>
                    <a:gd name="T1" fmla="*/ 17 h 50"/>
                    <a:gd name="T2" fmla="*/ 39 w 52"/>
                    <a:gd name="T3" fmla="*/ 23 h 50"/>
                    <a:gd name="T4" fmla="*/ 39 w 52"/>
                    <a:gd name="T5" fmla="*/ 29 h 50"/>
                    <a:gd name="T6" fmla="*/ 18 w 52"/>
                    <a:gd name="T7" fmla="*/ 8 h 50"/>
                    <a:gd name="T8" fmla="*/ 12 w 52"/>
                    <a:gd name="T9" fmla="*/ 2 h 50"/>
                    <a:gd name="T10" fmla="*/ 4 w 52"/>
                    <a:gd name="T11" fmla="*/ 2 h 50"/>
                    <a:gd name="T12" fmla="*/ 4 w 52"/>
                    <a:gd name="T13" fmla="*/ 10 h 50"/>
                    <a:gd name="T14" fmla="*/ 10 w 52"/>
                    <a:gd name="T15" fmla="*/ 19 h 50"/>
                    <a:gd name="T16" fmla="*/ 31 w 52"/>
                    <a:gd name="T17" fmla="*/ 38 h 50"/>
                    <a:gd name="T18" fmla="*/ 25 w 52"/>
                    <a:gd name="T19" fmla="*/ 38 h 50"/>
                    <a:gd name="T20" fmla="*/ 18 w 52"/>
                    <a:gd name="T21" fmla="*/ 44 h 50"/>
                    <a:gd name="T22" fmla="*/ 25 w 52"/>
                    <a:gd name="T23" fmla="*/ 50 h 50"/>
                    <a:gd name="T24" fmla="*/ 45 w 52"/>
                    <a:gd name="T25" fmla="*/ 50 h 50"/>
                    <a:gd name="T26" fmla="*/ 47 w 52"/>
                    <a:gd name="T27" fmla="*/ 50 h 50"/>
                    <a:gd name="T28" fmla="*/ 50 w 52"/>
                    <a:gd name="T29" fmla="*/ 48 h 50"/>
                    <a:gd name="T30" fmla="*/ 52 w 52"/>
                    <a:gd name="T31" fmla="*/ 46 h 50"/>
                    <a:gd name="T32" fmla="*/ 52 w 52"/>
                    <a:gd name="T33" fmla="*/ 44 h 50"/>
                    <a:gd name="T34" fmla="*/ 52 w 52"/>
                    <a:gd name="T35" fmla="*/ 23 h 50"/>
                    <a:gd name="T36" fmla="*/ 45 w 52"/>
                    <a:gd name="T37" fmla="*/ 17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52" h="50">
                      <a:moveTo>
                        <a:pt x="45" y="17"/>
                      </a:moveTo>
                      <a:cubicBezTo>
                        <a:pt x="41" y="17"/>
                        <a:pt x="39" y="21"/>
                        <a:pt x="39" y="23"/>
                      </a:cubicBezTo>
                      <a:cubicBezTo>
                        <a:pt x="39" y="29"/>
                        <a:pt x="39" y="29"/>
                        <a:pt x="39" y="29"/>
                      </a:cubicBezTo>
                      <a:cubicBezTo>
                        <a:pt x="18" y="8"/>
                        <a:pt x="18" y="8"/>
                        <a:pt x="18" y="8"/>
                      </a:cubicBezTo>
                      <a:cubicBezTo>
                        <a:pt x="12" y="2"/>
                        <a:pt x="12" y="2"/>
                        <a:pt x="12" y="2"/>
                      </a:cubicBezTo>
                      <a:cubicBezTo>
                        <a:pt x="10" y="0"/>
                        <a:pt x="6" y="0"/>
                        <a:pt x="4" y="2"/>
                      </a:cubicBezTo>
                      <a:cubicBezTo>
                        <a:pt x="0" y="4"/>
                        <a:pt x="0" y="8"/>
                        <a:pt x="4" y="10"/>
                      </a:cubicBezTo>
                      <a:cubicBezTo>
                        <a:pt x="10" y="19"/>
                        <a:pt x="10" y="19"/>
                        <a:pt x="10" y="19"/>
                      </a:cubicBezTo>
                      <a:cubicBezTo>
                        <a:pt x="31" y="38"/>
                        <a:pt x="31" y="38"/>
                        <a:pt x="31" y="38"/>
                      </a:cubicBezTo>
                      <a:cubicBezTo>
                        <a:pt x="25" y="38"/>
                        <a:pt x="25" y="38"/>
                        <a:pt x="25" y="38"/>
                      </a:cubicBezTo>
                      <a:cubicBezTo>
                        <a:pt x="21" y="38"/>
                        <a:pt x="18" y="42"/>
                        <a:pt x="18" y="44"/>
                      </a:cubicBezTo>
                      <a:cubicBezTo>
                        <a:pt x="18" y="48"/>
                        <a:pt x="21" y="50"/>
                        <a:pt x="25" y="50"/>
                      </a:cubicBezTo>
                      <a:cubicBezTo>
                        <a:pt x="45" y="50"/>
                        <a:pt x="45" y="50"/>
                        <a:pt x="45" y="50"/>
                      </a:cubicBezTo>
                      <a:cubicBezTo>
                        <a:pt x="47" y="50"/>
                        <a:pt x="47" y="50"/>
                        <a:pt x="47" y="50"/>
                      </a:cubicBezTo>
                      <a:cubicBezTo>
                        <a:pt x="47" y="50"/>
                        <a:pt x="50" y="50"/>
                        <a:pt x="50" y="48"/>
                      </a:cubicBezTo>
                      <a:cubicBezTo>
                        <a:pt x="50" y="48"/>
                        <a:pt x="50" y="48"/>
                        <a:pt x="52" y="46"/>
                      </a:cubicBezTo>
                      <a:cubicBezTo>
                        <a:pt x="52" y="46"/>
                        <a:pt x="52" y="46"/>
                        <a:pt x="52" y="44"/>
                      </a:cubicBezTo>
                      <a:cubicBezTo>
                        <a:pt x="52" y="23"/>
                        <a:pt x="52" y="23"/>
                        <a:pt x="52" y="23"/>
                      </a:cubicBezTo>
                      <a:cubicBezTo>
                        <a:pt x="52" y="21"/>
                        <a:pt x="47" y="17"/>
                        <a:pt x="45" y="17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1600"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33" name="Freeform 137">
                  <a:extLst>
                    <a:ext uri="{FF2B5EF4-FFF2-40B4-BE49-F238E27FC236}">
                      <a16:creationId xmlns:a16="http://schemas.microsoft.com/office/drawing/2014/main" id="{014C3FB2-2B3E-714A-D001-856541610F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27838" y="11758613"/>
                  <a:ext cx="125413" cy="77788"/>
                </a:xfrm>
                <a:custGeom>
                  <a:avLst/>
                  <a:gdLst>
                    <a:gd name="T0" fmla="*/ 44 w 68"/>
                    <a:gd name="T1" fmla="*/ 16 h 43"/>
                    <a:gd name="T2" fmla="*/ 15 w 68"/>
                    <a:gd name="T3" fmla="*/ 16 h 43"/>
                    <a:gd name="T4" fmla="*/ 7 w 68"/>
                    <a:gd name="T5" fmla="*/ 16 h 43"/>
                    <a:gd name="T6" fmla="*/ 0 w 68"/>
                    <a:gd name="T7" fmla="*/ 23 h 43"/>
                    <a:gd name="T8" fmla="*/ 7 w 68"/>
                    <a:gd name="T9" fmla="*/ 29 h 43"/>
                    <a:gd name="T10" fmla="*/ 17 w 68"/>
                    <a:gd name="T11" fmla="*/ 29 h 43"/>
                    <a:gd name="T12" fmla="*/ 44 w 68"/>
                    <a:gd name="T13" fmla="*/ 29 h 43"/>
                    <a:gd name="T14" fmla="*/ 40 w 68"/>
                    <a:gd name="T15" fmla="*/ 33 h 43"/>
                    <a:gd name="T16" fmla="*/ 40 w 68"/>
                    <a:gd name="T17" fmla="*/ 41 h 43"/>
                    <a:gd name="T18" fmla="*/ 44 w 68"/>
                    <a:gd name="T19" fmla="*/ 43 h 43"/>
                    <a:gd name="T20" fmla="*/ 51 w 68"/>
                    <a:gd name="T21" fmla="*/ 41 h 43"/>
                    <a:gd name="T22" fmla="*/ 65 w 68"/>
                    <a:gd name="T23" fmla="*/ 27 h 43"/>
                    <a:gd name="T24" fmla="*/ 65 w 68"/>
                    <a:gd name="T25" fmla="*/ 25 h 43"/>
                    <a:gd name="T26" fmla="*/ 68 w 68"/>
                    <a:gd name="T27" fmla="*/ 23 h 43"/>
                    <a:gd name="T28" fmla="*/ 65 w 68"/>
                    <a:gd name="T29" fmla="*/ 18 h 43"/>
                    <a:gd name="T30" fmla="*/ 65 w 68"/>
                    <a:gd name="T31" fmla="*/ 16 h 43"/>
                    <a:gd name="T32" fmla="*/ 51 w 68"/>
                    <a:gd name="T33" fmla="*/ 2 h 43"/>
                    <a:gd name="T34" fmla="*/ 40 w 68"/>
                    <a:gd name="T35" fmla="*/ 2 h 43"/>
                    <a:gd name="T36" fmla="*/ 40 w 68"/>
                    <a:gd name="T37" fmla="*/ 12 h 43"/>
                    <a:gd name="T38" fmla="*/ 44 w 68"/>
                    <a:gd name="T39" fmla="*/ 16 h 43"/>
                    <a:gd name="T40" fmla="*/ 44 w 68"/>
                    <a:gd name="T41" fmla="*/ 16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68" h="43">
                      <a:moveTo>
                        <a:pt x="44" y="16"/>
                      </a:moveTo>
                      <a:cubicBezTo>
                        <a:pt x="15" y="16"/>
                        <a:pt x="15" y="16"/>
                        <a:pt x="15" y="16"/>
                      </a:cubicBezTo>
                      <a:cubicBezTo>
                        <a:pt x="7" y="16"/>
                        <a:pt x="7" y="16"/>
                        <a:pt x="7" y="16"/>
                      </a:cubicBezTo>
                      <a:cubicBezTo>
                        <a:pt x="2" y="16"/>
                        <a:pt x="0" y="18"/>
                        <a:pt x="0" y="23"/>
                      </a:cubicBezTo>
                      <a:cubicBezTo>
                        <a:pt x="0" y="25"/>
                        <a:pt x="2" y="29"/>
                        <a:pt x="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44" y="29"/>
                        <a:pt x="44" y="29"/>
                        <a:pt x="44" y="29"/>
                      </a:cubicBezTo>
                      <a:cubicBezTo>
                        <a:pt x="40" y="33"/>
                        <a:pt x="40" y="33"/>
                        <a:pt x="40" y="33"/>
                      </a:cubicBezTo>
                      <a:cubicBezTo>
                        <a:pt x="38" y="35"/>
                        <a:pt x="38" y="39"/>
                        <a:pt x="40" y="41"/>
                      </a:cubicBezTo>
                      <a:cubicBezTo>
                        <a:pt x="42" y="41"/>
                        <a:pt x="44" y="43"/>
                        <a:pt x="44" y="43"/>
                      </a:cubicBezTo>
                      <a:cubicBezTo>
                        <a:pt x="47" y="43"/>
                        <a:pt x="49" y="41"/>
                        <a:pt x="51" y="41"/>
                      </a:cubicBezTo>
                      <a:cubicBezTo>
                        <a:pt x="65" y="27"/>
                        <a:pt x="65" y="27"/>
                        <a:pt x="65" y="27"/>
                      </a:cubicBezTo>
                      <a:cubicBezTo>
                        <a:pt x="65" y="25"/>
                        <a:pt x="65" y="25"/>
                        <a:pt x="65" y="25"/>
                      </a:cubicBezTo>
                      <a:cubicBezTo>
                        <a:pt x="65" y="23"/>
                        <a:pt x="68" y="23"/>
                        <a:pt x="68" y="23"/>
                      </a:cubicBezTo>
                      <a:cubicBezTo>
                        <a:pt x="68" y="21"/>
                        <a:pt x="65" y="21"/>
                        <a:pt x="65" y="18"/>
                      </a:cubicBezTo>
                      <a:cubicBezTo>
                        <a:pt x="65" y="18"/>
                        <a:pt x="65" y="18"/>
                        <a:pt x="65" y="16"/>
                      </a:cubicBezTo>
                      <a:cubicBezTo>
                        <a:pt x="51" y="2"/>
                        <a:pt x="51" y="2"/>
                        <a:pt x="51" y="2"/>
                      </a:cubicBezTo>
                      <a:cubicBezTo>
                        <a:pt x="47" y="0"/>
                        <a:pt x="42" y="0"/>
                        <a:pt x="40" y="2"/>
                      </a:cubicBezTo>
                      <a:cubicBezTo>
                        <a:pt x="38" y="4"/>
                        <a:pt x="38" y="8"/>
                        <a:pt x="40" y="12"/>
                      </a:cubicBezTo>
                      <a:cubicBezTo>
                        <a:pt x="44" y="16"/>
                        <a:pt x="44" y="16"/>
                        <a:pt x="44" y="16"/>
                      </a:cubicBezTo>
                      <a:cubicBezTo>
                        <a:pt x="44" y="16"/>
                        <a:pt x="44" y="16"/>
                        <a:pt x="44" y="16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1600"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34" name="Freeform 138">
                  <a:extLst>
                    <a:ext uri="{FF2B5EF4-FFF2-40B4-BE49-F238E27FC236}">
                      <a16:creationId xmlns:a16="http://schemas.microsoft.com/office/drawing/2014/main" id="{8CFE562D-B696-7DE8-FA83-A07EEC6E04F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04026" y="11660188"/>
                  <a:ext cx="90488" cy="98425"/>
                </a:xfrm>
                <a:custGeom>
                  <a:avLst/>
                  <a:gdLst>
                    <a:gd name="T0" fmla="*/ 6 w 49"/>
                    <a:gd name="T1" fmla="*/ 53 h 53"/>
                    <a:gd name="T2" fmla="*/ 10 w 49"/>
                    <a:gd name="T3" fmla="*/ 51 h 53"/>
                    <a:gd name="T4" fmla="*/ 18 w 49"/>
                    <a:gd name="T5" fmla="*/ 42 h 53"/>
                    <a:gd name="T6" fmla="*/ 37 w 49"/>
                    <a:gd name="T7" fmla="*/ 23 h 53"/>
                    <a:gd name="T8" fmla="*/ 37 w 49"/>
                    <a:gd name="T9" fmla="*/ 28 h 53"/>
                    <a:gd name="T10" fmla="*/ 43 w 49"/>
                    <a:gd name="T11" fmla="*/ 34 h 53"/>
                    <a:gd name="T12" fmla="*/ 49 w 49"/>
                    <a:gd name="T13" fmla="*/ 28 h 53"/>
                    <a:gd name="T14" fmla="*/ 49 w 49"/>
                    <a:gd name="T15" fmla="*/ 7 h 53"/>
                    <a:gd name="T16" fmla="*/ 49 w 49"/>
                    <a:gd name="T17" fmla="*/ 5 h 53"/>
                    <a:gd name="T18" fmla="*/ 47 w 49"/>
                    <a:gd name="T19" fmla="*/ 2 h 53"/>
                    <a:gd name="T20" fmla="*/ 47 w 49"/>
                    <a:gd name="T21" fmla="*/ 2 h 53"/>
                    <a:gd name="T22" fmla="*/ 43 w 49"/>
                    <a:gd name="T23" fmla="*/ 0 h 53"/>
                    <a:gd name="T24" fmla="*/ 22 w 49"/>
                    <a:gd name="T25" fmla="*/ 0 h 53"/>
                    <a:gd name="T26" fmla="*/ 16 w 49"/>
                    <a:gd name="T27" fmla="*/ 7 h 53"/>
                    <a:gd name="T28" fmla="*/ 22 w 49"/>
                    <a:gd name="T29" fmla="*/ 13 h 53"/>
                    <a:gd name="T30" fmla="*/ 28 w 49"/>
                    <a:gd name="T31" fmla="*/ 13 h 53"/>
                    <a:gd name="T32" fmla="*/ 10 w 49"/>
                    <a:gd name="T33" fmla="*/ 34 h 53"/>
                    <a:gd name="T34" fmla="*/ 2 w 49"/>
                    <a:gd name="T35" fmla="*/ 40 h 53"/>
                    <a:gd name="T36" fmla="*/ 2 w 49"/>
                    <a:gd name="T37" fmla="*/ 51 h 53"/>
                    <a:gd name="T38" fmla="*/ 6 w 49"/>
                    <a:gd name="T39" fmla="*/ 53 h 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49" h="53">
                      <a:moveTo>
                        <a:pt x="6" y="53"/>
                      </a:moveTo>
                      <a:cubicBezTo>
                        <a:pt x="8" y="53"/>
                        <a:pt x="10" y="51"/>
                        <a:pt x="10" y="51"/>
                      </a:cubicBezTo>
                      <a:cubicBezTo>
                        <a:pt x="18" y="42"/>
                        <a:pt x="18" y="42"/>
                        <a:pt x="18" y="42"/>
                      </a:cubicBezTo>
                      <a:cubicBezTo>
                        <a:pt x="37" y="23"/>
                        <a:pt x="37" y="23"/>
                        <a:pt x="37" y="23"/>
                      </a:cubicBezTo>
                      <a:cubicBezTo>
                        <a:pt x="37" y="28"/>
                        <a:pt x="37" y="28"/>
                        <a:pt x="37" y="28"/>
                      </a:cubicBezTo>
                      <a:cubicBezTo>
                        <a:pt x="37" y="32"/>
                        <a:pt x="41" y="34"/>
                        <a:pt x="43" y="34"/>
                      </a:cubicBezTo>
                      <a:cubicBezTo>
                        <a:pt x="47" y="34"/>
                        <a:pt x="49" y="32"/>
                        <a:pt x="49" y="28"/>
                      </a:cubicBezTo>
                      <a:cubicBezTo>
                        <a:pt x="49" y="7"/>
                        <a:pt x="49" y="7"/>
                        <a:pt x="49" y="7"/>
                      </a:cubicBezTo>
                      <a:cubicBezTo>
                        <a:pt x="49" y="7"/>
                        <a:pt x="49" y="7"/>
                        <a:pt x="49" y="5"/>
                      </a:cubicBezTo>
                      <a:cubicBezTo>
                        <a:pt x="49" y="5"/>
                        <a:pt x="49" y="5"/>
                        <a:pt x="47" y="2"/>
                      </a:cubicBezTo>
                      <a:cubicBezTo>
                        <a:pt x="47" y="2"/>
                        <a:pt x="47" y="2"/>
                        <a:pt x="47" y="2"/>
                      </a:cubicBezTo>
                      <a:cubicBezTo>
                        <a:pt x="45" y="0"/>
                        <a:pt x="45" y="0"/>
                        <a:pt x="43" y="0"/>
                      </a:cubicBezTo>
                      <a:cubicBezTo>
                        <a:pt x="22" y="0"/>
                        <a:pt x="22" y="0"/>
                        <a:pt x="22" y="0"/>
                      </a:cubicBezTo>
                      <a:cubicBezTo>
                        <a:pt x="20" y="0"/>
                        <a:pt x="16" y="5"/>
                        <a:pt x="16" y="7"/>
                      </a:cubicBezTo>
                      <a:cubicBezTo>
                        <a:pt x="16" y="11"/>
                        <a:pt x="20" y="13"/>
                        <a:pt x="22" y="13"/>
                      </a:cubicBezTo>
                      <a:cubicBezTo>
                        <a:pt x="28" y="13"/>
                        <a:pt x="28" y="13"/>
                        <a:pt x="28" y="13"/>
                      </a:cubicBezTo>
                      <a:cubicBezTo>
                        <a:pt x="10" y="34"/>
                        <a:pt x="10" y="34"/>
                        <a:pt x="10" y="34"/>
                      </a:cubicBezTo>
                      <a:cubicBezTo>
                        <a:pt x="2" y="40"/>
                        <a:pt x="2" y="40"/>
                        <a:pt x="2" y="40"/>
                      </a:cubicBezTo>
                      <a:cubicBezTo>
                        <a:pt x="0" y="44"/>
                        <a:pt x="0" y="46"/>
                        <a:pt x="2" y="51"/>
                      </a:cubicBezTo>
                      <a:cubicBezTo>
                        <a:pt x="4" y="51"/>
                        <a:pt x="4" y="53"/>
                        <a:pt x="6" y="53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1600"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35" name="Freeform 139">
                  <a:extLst>
                    <a:ext uri="{FF2B5EF4-FFF2-40B4-BE49-F238E27FC236}">
                      <a16:creationId xmlns:a16="http://schemas.microsoft.com/office/drawing/2014/main" id="{974E2081-C9D8-E80B-0C87-90102C84E97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499226" y="11152188"/>
                  <a:ext cx="509588" cy="349250"/>
                </a:xfrm>
                <a:custGeom>
                  <a:avLst/>
                  <a:gdLst>
                    <a:gd name="T0" fmla="*/ 255 w 321"/>
                    <a:gd name="T1" fmla="*/ 3 h 220"/>
                    <a:gd name="T2" fmla="*/ 255 w 321"/>
                    <a:gd name="T3" fmla="*/ 3 h 220"/>
                    <a:gd name="T4" fmla="*/ 255 w 321"/>
                    <a:gd name="T5" fmla="*/ 3 h 220"/>
                    <a:gd name="T6" fmla="*/ 65 w 321"/>
                    <a:gd name="T7" fmla="*/ 3 h 220"/>
                    <a:gd name="T8" fmla="*/ 65 w 321"/>
                    <a:gd name="T9" fmla="*/ 3 h 220"/>
                    <a:gd name="T10" fmla="*/ 65 w 321"/>
                    <a:gd name="T11" fmla="*/ 3 h 220"/>
                    <a:gd name="T12" fmla="*/ 65 w 321"/>
                    <a:gd name="T13" fmla="*/ 0 h 220"/>
                    <a:gd name="T14" fmla="*/ 0 w 321"/>
                    <a:gd name="T15" fmla="*/ 0 h 220"/>
                    <a:gd name="T16" fmla="*/ 0 w 321"/>
                    <a:gd name="T17" fmla="*/ 29 h 220"/>
                    <a:gd name="T18" fmla="*/ 65 w 321"/>
                    <a:gd name="T19" fmla="*/ 29 h 220"/>
                    <a:gd name="T20" fmla="*/ 65 w 321"/>
                    <a:gd name="T21" fmla="*/ 29 h 220"/>
                    <a:gd name="T22" fmla="*/ 147 w 321"/>
                    <a:gd name="T23" fmla="*/ 109 h 220"/>
                    <a:gd name="T24" fmla="*/ 65 w 321"/>
                    <a:gd name="T25" fmla="*/ 194 h 220"/>
                    <a:gd name="T26" fmla="*/ 65 w 321"/>
                    <a:gd name="T27" fmla="*/ 194 h 220"/>
                    <a:gd name="T28" fmla="*/ 0 w 321"/>
                    <a:gd name="T29" fmla="*/ 194 h 220"/>
                    <a:gd name="T30" fmla="*/ 0 w 321"/>
                    <a:gd name="T31" fmla="*/ 220 h 220"/>
                    <a:gd name="T32" fmla="*/ 65 w 321"/>
                    <a:gd name="T33" fmla="*/ 220 h 220"/>
                    <a:gd name="T34" fmla="*/ 65 w 321"/>
                    <a:gd name="T35" fmla="*/ 218 h 220"/>
                    <a:gd name="T36" fmla="*/ 65 w 321"/>
                    <a:gd name="T37" fmla="*/ 218 h 220"/>
                    <a:gd name="T38" fmla="*/ 255 w 321"/>
                    <a:gd name="T39" fmla="*/ 218 h 220"/>
                    <a:gd name="T40" fmla="*/ 255 w 321"/>
                    <a:gd name="T41" fmla="*/ 220 h 220"/>
                    <a:gd name="T42" fmla="*/ 321 w 321"/>
                    <a:gd name="T43" fmla="*/ 220 h 220"/>
                    <a:gd name="T44" fmla="*/ 321 w 321"/>
                    <a:gd name="T45" fmla="*/ 194 h 220"/>
                    <a:gd name="T46" fmla="*/ 255 w 321"/>
                    <a:gd name="T47" fmla="*/ 194 h 220"/>
                    <a:gd name="T48" fmla="*/ 255 w 321"/>
                    <a:gd name="T49" fmla="*/ 194 h 220"/>
                    <a:gd name="T50" fmla="*/ 173 w 321"/>
                    <a:gd name="T51" fmla="*/ 109 h 220"/>
                    <a:gd name="T52" fmla="*/ 255 w 321"/>
                    <a:gd name="T53" fmla="*/ 29 h 220"/>
                    <a:gd name="T54" fmla="*/ 255 w 321"/>
                    <a:gd name="T55" fmla="*/ 29 h 220"/>
                    <a:gd name="T56" fmla="*/ 321 w 321"/>
                    <a:gd name="T57" fmla="*/ 29 h 220"/>
                    <a:gd name="T58" fmla="*/ 321 w 321"/>
                    <a:gd name="T59" fmla="*/ 0 h 220"/>
                    <a:gd name="T60" fmla="*/ 255 w 321"/>
                    <a:gd name="T61" fmla="*/ 0 h 220"/>
                    <a:gd name="T62" fmla="*/ 255 w 321"/>
                    <a:gd name="T63" fmla="*/ 3 h 220"/>
                    <a:gd name="T64" fmla="*/ 255 w 321"/>
                    <a:gd name="T65" fmla="*/ 3 h 220"/>
                    <a:gd name="T66" fmla="*/ 255 w 321"/>
                    <a:gd name="T67" fmla="*/ 3 h 220"/>
                    <a:gd name="T68" fmla="*/ 229 w 321"/>
                    <a:gd name="T69" fmla="*/ 199 h 220"/>
                    <a:gd name="T70" fmla="*/ 87 w 321"/>
                    <a:gd name="T71" fmla="*/ 199 h 220"/>
                    <a:gd name="T72" fmla="*/ 159 w 321"/>
                    <a:gd name="T73" fmla="*/ 123 h 220"/>
                    <a:gd name="T74" fmla="*/ 229 w 321"/>
                    <a:gd name="T75" fmla="*/ 199 h 220"/>
                    <a:gd name="T76" fmla="*/ 229 w 321"/>
                    <a:gd name="T77" fmla="*/ 199 h 220"/>
                    <a:gd name="T78" fmla="*/ 229 w 321"/>
                    <a:gd name="T79" fmla="*/ 199 h 220"/>
                    <a:gd name="T80" fmla="*/ 159 w 321"/>
                    <a:gd name="T81" fmla="*/ 98 h 220"/>
                    <a:gd name="T82" fmla="*/ 87 w 321"/>
                    <a:gd name="T83" fmla="*/ 23 h 220"/>
                    <a:gd name="T84" fmla="*/ 229 w 321"/>
                    <a:gd name="T85" fmla="*/ 23 h 220"/>
                    <a:gd name="T86" fmla="*/ 159 w 321"/>
                    <a:gd name="T87" fmla="*/ 98 h 220"/>
                    <a:gd name="T88" fmla="*/ 159 w 321"/>
                    <a:gd name="T89" fmla="*/ 98 h 220"/>
                    <a:gd name="T90" fmla="*/ 159 w 321"/>
                    <a:gd name="T91" fmla="*/ 98 h 2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</a:cxnLst>
                  <a:rect l="0" t="0" r="r" b="b"/>
                  <a:pathLst>
                    <a:path w="321" h="220">
                      <a:moveTo>
                        <a:pt x="255" y="3"/>
                      </a:moveTo>
                      <a:lnTo>
                        <a:pt x="255" y="3"/>
                      </a:lnTo>
                      <a:lnTo>
                        <a:pt x="255" y="3"/>
                      </a:lnTo>
                      <a:lnTo>
                        <a:pt x="65" y="3"/>
                      </a:lnTo>
                      <a:lnTo>
                        <a:pt x="65" y="3"/>
                      </a:lnTo>
                      <a:lnTo>
                        <a:pt x="65" y="3"/>
                      </a:lnTo>
                      <a:lnTo>
                        <a:pt x="65" y="0"/>
                      </a:lnTo>
                      <a:lnTo>
                        <a:pt x="0" y="0"/>
                      </a:lnTo>
                      <a:lnTo>
                        <a:pt x="0" y="29"/>
                      </a:lnTo>
                      <a:lnTo>
                        <a:pt x="65" y="29"/>
                      </a:lnTo>
                      <a:lnTo>
                        <a:pt x="65" y="29"/>
                      </a:lnTo>
                      <a:lnTo>
                        <a:pt x="147" y="109"/>
                      </a:lnTo>
                      <a:lnTo>
                        <a:pt x="65" y="194"/>
                      </a:lnTo>
                      <a:lnTo>
                        <a:pt x="65" y="194"/>
                      </a:lnTo>
                      <a:lnTo>
                        <a:pt x="0" y="194"/>
                      </a:lnTo>
                      <a:lnTo>
                        <a:pt x="0" y="220"/>
                      </a:lnTo>
                      <a:lnTo>
                        <a:pt x="65" y="220"/>
                      </a:lnTo>
                      <a:lnTo>
                        <a:pt x="65" y="218"/>
                      </a:lnTo>
                      <a:lnTo>
                        <a:pt x="65" y="218"/>
                      </a:lnTo>
                      <a:lnTo>
                        <a:pt x="255" y="218"/>
                      </a:lnTo>
                      <a:lnTo>
                        <a:pt x="255" y="220"/>
                      </a:lnTo>
                      <a:lnTo>
                        <a:pt x="321" y="220"/>
                      </a:lnTo>
                      <a:lnTo>
                        <a:pt x="321" y="194"/>
                      </a:lnTo>
                      <a:lnTo>
                        <a:pt x="255" y="194"/>
                      </a:lnTo>
                      <a:lnTo>
                        <a:pt x="255" y="194"/>
                      </a:lnTo>
                      <a:lnTo>
                        <a:pt x="173" y="109"/>
                      </a:lnTo>
                      <a:lnTo>
                        <a:pt x="255" y="29"/>
                      </a:lnTo>
                      <a:lnTo>
                        <a:pt x="255" y="29"/>
                      </a:lnTo>
                      <a:lnTo>
                        <a:pt x="321" y="29"/>
                      </a:lnTo>
                      <a:lnTo>
                        <a:pt x="321" y="0"/>
                      </a:lnTo>
                      <a:lnTo>
                        <a:pt x="255" y="0"/>
                      </a:lnTo>
                      <a:lnTo>
                        <a:pt x="255" y="3"/>
                      </a:lnTo>
                      <a:lnTo>
                        <a:pt x="255" y="3"/>
                      </a:lnTo>
                      <a:lnTo>
                        <a:pt x="255" y="3"/>
                      </a:lnTo>
                      <a:close/>
                      <a:moveTo>
                        <a:pt x="229" y="199"/>
                      </a:moveTo>
                      <a:lnTo>
                        <a:pt x="87" y="199"/>
                      </a:lnTo>
                      <a:lnTo>
                        <a:pt x="159" y="123"/>
                      </a:lnTo>
                      <a:lnTo>
                        <a:pt x="229" y="199"/>
                      </a:lnTo>
                      <a:lnTo>
                        <a:pt x="229" y="199"/>
                      </a:lnTo>
                      <a:lnTo>
                        <a:pt x="229" y="199"/>
                      </a:lnTo>
                      <a:close/>
                      <a:moveTo>
                        <a:pt x="159" y="98"/>
                      </a:moveTo>
                      <a:lnTo>
                        <a:pt x="87" y="23"/>
                      </a:lnTo>
                      <a:lnTo>
                        <a:pt x="229" y="23"/>
                      </a:lnTo>
                      <a:lnTo>
                        <a:pt x="159" y="98"/>
                      </a:lnTo>
                      <a:lnTo>
                        <a:pt x="159" y="98"/>
                      </a:lnTo>
                      <a:lnTo>
                        <a:pt x="159" y="98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1600"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911" name="그룹 1910">
                <a:extLst>
                  <a:ext uri="{FF2B5EF4-FFF2-40B4-BE49-F238E27FC236}">
                    <a16:creationId xmlns:a16="http://schemas.microsoft.com/office/drawing/2014/main" id="{B8FE105E-2715-388B-FF62-F662367790F6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190698" y="3642406"/>
                <a:ext cx="207943" cy="284690"/>
                <a:chOff x="6361113" y="11072813"/>
                <a:chExt cx="782638" cy="977900"/>
              </a:xfrm>
            </p:grpSpPr>
            <p:sp>
              <p:nvSpPr>
                <p:cNvPr id="1912" name="Freeform 140">
                  <a:extLst>
                    <a:ext uri="{FF2B5EF4-FFF2-40B4-BE49-F238E27FC236}">
                      <a16:creationId xmlns:a16="http://schemas.microsoft.com/office/drawing/2014/main" id="{F2464939-53DF-AB35-025D-E455FB187D66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89688" y="11104563"/>
                  <a:ext cx="722313" cy="915988"/>
                </a:xfrm>
                <a:custGeom>
                  <a:avLst/>
                  <a:gdLst>
                    <a:gd name="T0" fmla="*/ 394 w 394"/>
                    <a:gd name="T1" fmla="*/ 498 h 500"/>
                    <a:gd name="T2" fmla="*/ 390 w 394"/>
                    <a:gd name="T3" fmla="*/ 500 h 500"/>
                    <a:gd name="T4" fmla="*/ 5 w 394"/>
                    <a:gd name="T5" fmla="*/ 500 h 500"/>
                    <a:gd name="T6" fmla="*/ 0 w 394"/>
                    <a:gd name="T7" fmla="*/ 498 h 500"/>
                    <a:gd name="T8" fmla="*/ 0 w 394"/>
                    <a:gd name="T9" fmla="*/ 258 h 500"/>
                    <a:gd name="T10" fmla="*/ 394 w 394"/>
                    <a:gd name="T11" fmla="*/ 258 h 500"/>
                    <a:gd name="T12" fmla="*/ 394 w 394"/>
                    <a:gd name="T13" fmla="*/ 498 h 500"/>
                    <a:gd name="T14" fmla="*/ 394 w 394"/>
                    <a:gd name="T15" fmla="*/ 498 h 500"/>
                    <a:gd name="T16" fmla="*/ 0 w 394"/>
                    <a:gd name="T17" fmla="*/ 4 h 500"/>
                    <a:gd name="T18" fmla="*/ 5 w 394"/>
                    <a:gd name="T19" fmla="*/ 0 h 500"/>
                    <a:gd name="T20" fmla="*/ 390 w 394"/>
                    <a:gd name="T21" fmla="*/ 0 h 500"/>
                    <a:gd name="T22" fmla="*/ 394 w 394"/>
                    <a:gd name="T23" fmla="*/ 4 h 500"/>
                    <a:gd name="T24" fmla="*/ 394 w 394"/>
                    <a:gd name="T25" fmla="*/ 242 h 500"/>
                    <a:gd name="T26" fmla="*/ 0 w 394"/>
                    <a:gd name="T27" fmla="*/ 242 h 500"/>
                    <a:gd name="T28" fmla="*/ 0 w 394"/>
                    <a:gd name="T29" fmla="*/ 4 h 500"/>
                    <a:gd name="T30" fmla="*/ 0 w 394"/>
                    <a:gd name="T31" fmla="*/ 4 h 5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394" h="500">
                      <a:moveTo>
                        <a:pt x="394" y="498"/>
                      </a:moveTo>
                      <a:cubicBezTo>
                        <a:pt x="394" y="500"/>
                        <a:pt x="392" y="500"/>
                        <a:pt x="390" y="500"/>
                      </a:cubicBezTo>
                      <a:cubicBezTo>
                        <a:pt x="5" y="500"/>
                        <a:pt x="5" y="500"/>
                        <a:pt x="5" y="500"/>
                      </a:cubicBezTo>
                      <a:cubicBezTo>
                        <a:pt x="2" y="500"/>
                        <a:pt x="0" y="500"/>
                        <a:pt x="0" y="498"/>
                      </a:cubicBezTo>
                      <a:cubicBezTo>
                        <a:pt x="0" y="258"/>
                        <a:pt x="0" y="258"/>
                        <a:pt x="0" y="258"/>
                      </a:cubicBezTo>
                      <a:cubicBezTo>
                        <a:pt x="394" y="258"/>
                        <a:pt x="394" y="258"/>
                        <a:pt x="394" y="258"/>
                      </a:cubicBezTo>
                      <a:cubicBezTo>
                        <a:pt x="394" y="498"/>
                        <a:pt x="394" y="498"/>
                        <a:pt x="394" y="498"/>
                      </a:cubicBezTo>
                      <a:cubicBezTo>
                        <a:pt x="394" y="498"/>
                        <a:pt x="394" y="498"/>
                        <a:pt x="394" y="498"/>
                      </a:cubicBezTo>
                      <a:close/>
                      <a:moveTo>
                        <a:pt x="0" y="4"/>
                      </a:moveTo>
                      <a:cubicBezTo>
                        <a:pt x="0" y="2"/>
                        <a:pt x="2" y="0"/>
                        <a:pt x="5" y="0"/>
                      </a:cubicBezTo>
                      <a:cubicBezTo>
                        <a:pt x="390" y="0"/>
                        <a:pt x="390" y="0"/>
                        <a:pt x="390" y="0"/>
                      </a:cubicBezTo>
                      <a:cubicBezTo>
                        <a:pt x="392" y="0"/>
                        <a:pt x="394" y="2"/>
                        <a:pt x="394" y="4"/>
                      </a:cubicBezTo>
                      <a:cubicBezTo>
                        <a:pt x="394" y="242"/>
                        <a:pt x="394" y="242"/>
                        <a:pt x="394" y="242"/>
                      </a:cubicBezTo>
                      <a:cubicBezTo>
                        <a:pt x="0" y="242"/>
                        <a:pt x="0" y="242"/>
                        <a:pt x="0" y="242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1600"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13" name="Freeform 129">
                  <a:extLst>
                    <a:ext uri="{FF2B5EF4-FFF2-40B4-BE49-F238E27FC236}">
                      <a16:creationId xmlns:a16="http://schemas.microsoft.com/office/drawing/2014/main" id="{3EA877D1-6A1A-FCB9-0738-D1BD39107A36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11072813"/>
                  <a:ext cx="782638" cy="977900"/>
                </a:xfrm>
                <a:custGeom>
                  <a:avLst/>
                  <a:gdLst>
                    <a:gd name="T0" fmla="*/ 406 w 427"/>
                    <a:gd name="T1" fmla="*/ 0 h 534"/>
                    <a:gd name="T2" fmla="*/ 21 w 427"/>
                    <a:gd name="T3" fmla="*/ 0 h 534"/>
                    <a:gd name="T4" fmla="*/ 0 w 427"/>
                    <a:gd name="T5" fmla="*/ 21 h 534"/>
                    <a:gd name="T6" fmla="*/ 0 w 427"/>
                    <a:gd name="T7" fmla="*/ 267 h 534"/>
                    <a:gd name="T8" fmla="*/ 0 w 427"/>
                    <a:gd name="T9" fmla="*/ 515 h 534"/>
                    <a:gd name="T10" fmla="*/ 21 w 427"/>
                    <a:gd name="T11" fmla="*/ 534 h 534"/>
                    <a:gd name="T12" fmla="*/ 406 w 427"/>
                    <a:gd name="T13" fmla="*/ 534 h 534"/>
                    <a:gd name="T14" fmla="*/ 427 w 427"/>
                    <a:gd name="T15" fmla="*/ 515 h 534"/>
                    <a:gd name="T16" fmla="*/ 427 w 427"/>
                    <a:gd name="T17" fmla="*/ 267 h 534"/>
                    <a:gd name="T18" fmla="*/ 427 w 427"/>
                    <a:gd name="T19" fmla="*/ 21 h 534"/>
                    <a:gd name="T20" fmla="*/ 406 w 427"/>
                    <a:gd name="T21" fmla="*/ 0 h 534"/>
                    <a:gd name="T22" fmla="*/ 410 w 427"/>
                    <a:gd name="T23" fmla="*/ 515 h 534"/>
                    <a:gd name="T24" fmla="*/ 406 w 427"/>
                    <a:gd name="T25" fmla="*/ 517 h 534"/>
                    <a:gd name="T26" fmla="*/ 21 w 427"/>
                    <a:gd name="T27" fmla="*/ 517 h 534"/>
                    <a:gd name="T28" fmla="*/ 16 w 427"/>
                    <a:gd name="T29" fmla="*/ 515 h 534"/>
                    <a:gd name="T30" fmla="*/ 16 w 427"/>
                    <a:gd name="T31" fmla="*/ 275 h 534"/>
                    <a:gd name="T32" fmla="*/ 410 w 427"/>
                    <a:gd name="T33" fmla="*/ 275 h 534"/>
                    <a:gd name="T34" fmla="*/ 410 w 427"/>
                    <a:gd name="T35" fmla="*/ 515 h 534"/>
                    <a:gd name="T36" fmla="*/ 410 w 427"/>
                    <a:gd name="T37" fmla="*/ 515 h 534"/>
                    <a:gd name="T38" fmla="*/ 16 w 427"/>
                    <a:gd name="T39" fmla="*/ 21 h 534"/>
                    <a:gd name="T40" fmla="*/ 21 w 427"/>
                    <a:gd name="T41" fmla="*/ 17 h 534"/>
                    <a:gd name="T42" fmla="*/ 406 w 427"/>
                    <a:gd name="T43" fmla="*/ 17 h 534"/>
                    <a:gd name="T44" fmla="*/ 410 w 427"/>
                    <a:gd name="T45" fmla="*/ 21 h 534"/>
                    <a:gd name="T46" fmla="*/ 410 w 427"/>
                    <a:gd name="T47" fmla="*/ 259 h 534"/>
                    <a:gd name="T48" fmla="*/ 16 w 427"/>
                    <a:gd name="T49" fmla="*/ 259 h 534"/>
                    <a:gd name="T50" fmla="*/ 16 w 427"/>
                    <a:gd name="T51" fmla="*/ 21 h 534"/>
                    <a:gd name="T52" fmla="*/ 16 w 427"/>
                    <a:gd name="T53" fmla="*/ 21 h 5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427" h="534">
                      <a:moveTo>
                        <a:pt x="406" y="0"/>
                      </a:moveTo>
                      <a:cubicBezTo>
                        <a:pt x="21" y="0"/>
                        <a:pt x="21" y="0"/>
                        <a:pt x="21" y="0"/>
                      </a:cubicBezTo>
                      <a:cubicBezTo>
                        <a:pt x="8" y="0"/>
                        <a:pt x="0" y="9"/>
                        <a:pt x="0" y="21"/>
                      </a:cubicBezTo>
                      <a:cubicBezTo>
                        <a:pt x="0" y="267"/>
                        <a:pt x="0" y="267"/>
                        <a:pt x="0" y="267"/>
                      </a:cubicBezTo>
                      <a:cubicBezTo>
                        <a:pt x="0" y="515"/>
                        <a:pt x="0" y="515"/>
                        <a:pt x="0" y="515"/>
                      </a:cubicBezTo>
                      <a:cubicBezTo>
                        <a:pt x="0" y="525"/>
                        <a:pt x="8" y="534"/>
                        <a:pt x="21" y="534"/>
                      </a:cubicBezTo>
                      <a:cubicBezTo>
                        <a:pt x="406" y="534"/>
                        <a:pt x="406" y="534"/>
                        <a:pt x="406" y="534"/>
                      </a:cubicBezTo>
                      <a:cubicBezTo>
                        <a:pt x="416" y="534"/>
                        <a:pt x="427" y="525"/>
                        <a:pt x="427" y="515"/>
                      </a:cubicBezTo>
                      <a:cubicBezTo>
                        <a:pt x="427" y="267"/>
                        <a:pt x="427" y="267"/>
                        <a:pt x="427" y="267"/>
                      </a:cubicBezTo>
                      <a:cubicBezTo>
                        <a:pt x="427" y="21"/>
                        <a:pt x="427" y="21"/>
                        <a:pt x="427" y="21"/>
                      </a:cubicBezTo>
                      <a:cubicBezTo>
                        <a:pt x="427" y="9"/>
                        <a:pt x="416" y="0"/>
                        <a:pt x="406" y="0"/>
                      </a:cubicBezTo>
                      <a:close/>
                      <a:moveTo>
                        <a:pt x="410" y="515"/>
                      </a:moveTo>
                      <a:cubicBezTo>
                        <a:pt x="410" y="517"/>
                        <a:pt x="408" y="517"/>
                        <a:pt x="406" y="517"/>
                      </a:cubicBezTo>
                      <a:cubicBezTo>
                        <a:pt x="21" y="517"/>
                        <a:pt x="21" y="517"/>
                        <a:pt x="21" y="517"/>
                      </a:cubicBezTo>
                      <a:cubicBezTo>
                        <a:pt x="18" y="517"/>
                        <a:pt x="16" y="517"/>
                        <a:pt x="16" y="515"/>
                      </a:cubicBezTo>
                      <a:cubicBezTo>
                        <a:pt x="16" y="275"/>
                        <a:pt x="16" y="275"/>
                        <a:pt x="16" y="275"/>
                      </a:cubicBezTo>
                      <a:cubicBezTo>
                        <a:pt x="410" y="275"/>
                        <a:pt x="410" y="275"/>
                        <a:pt x="410" y="275"/>
                      </a:cubicBezTo>
                      <a:cubicBezTo>
                        <a:pt x="410" y="515"/>
                        <a:pt x="410" y="515"/>
                        <a:pt x="410" y="515"/>
                      </a:cubicBezTo>
                      <a:cubicBezTo>
                        <a:pt x="410" y="515"/>
                        <a:pt x="410" y="515"/>
                        <a:pt x="410" y="515"/>
                      </a:cubicBezTo>
                      <a:close/>
                      <a:moveTo>
                        <a:pt x="16" y="21"/>
                      </a:moveTo>
                      <a:cubicBezTo>
                        <a:pt x="16" y="19"/>
                        <a:pt x="18" y="17"/>
                        <a:pt x="21" y="17"/>
                      </a:cubicBezTo>
                      <a:cubicBezTo>
                        <a:pt x="406" y="17"/>
                        <a:pt x="406" y="17"/>
                        <a:pt x="406" y="17"/>
                      </a:cubicBezTo>
                      <a:cubicBezTo>
                        <a:pt x="408" y="17"/>
                        <a:pt x="410" y="19"/>
                        <a:pt x="410" y="21"/>
                      </a:cubicBezTo>
                      <a:cubicBezTo>
                        <a:pt x="410" y="259"/>
                        <a:pt x="410" y="259"/>
                        <a:pt x="410" y="259"/>
                      </a:cubicBezTo>
                      <a:cubicBezTo>
                        <a:pt x="16" y="259"/>
                        <a:pt x="16" y="259"/>
                        <a:pt x="16" y="259"/>
                      </a:cubicBezTo>
                      <a:cubicBezTo>
                        <a:pt x="16" y="21"/>
                        <a:pt x="16" y="21"/>
                        <a:pt x="16" y="21"/>
                      </a:cubicBezTo>
                      <a:cubicBezTo>
                        <a:pt x="16" y="21"/>
                        <a:pt x="16" y="21"/>
                        <a:pt x="16" y="21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1600"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14" name="Freeform 130">
                  <a:extLst>
                    <a:ext uri="{FF2B5EF4-FFF2-40B4-BE49-F238E27FC236}">
                      <a16:creationId xmlns:a16="http://schemas.microsoft.com/office/drawing/2014/main" id="{513E34B5-22F4-A774-1ADE-2651BB213AB6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711951" y="11747500"/>
                  <a:ext cx="106363" cy="106363"/>
                </a:xfrm>
                <a:custGeom>
                  <a:avLst/>
                  <a:gdLst>
                    <a:gd name="T0" fmla="*/ 58 w 58"/>
                    <a:gd name="T1" fmla="*/ 28 h 58"/>
                    <a:gd name="T2" fmla="*/ 28 w 58"/>
                    <a:gd name="T3" fmla="*/ 0 h 58"/>
                    <a:gd name="T4" fmla="*/ 0 w 58"/>
                    <a:gd name="T5" fmla="*/ 28 h 58"/>
                    <a:gd name="T6" fmla="*/ 28 w 58"/>
                    <a:gd name="T7" fmla="*/ 58 h 58"/>
                    <a:gd name="T8" fmla="*/ 58 w 58"/>
                    <a:gd name="T9" fmla="*/ 28 h 58"/>
                    <a:gd name="T10" fmla="*/ 28 w 58"/>
                    <a:gd name="T11" fmla="*/ 17 h 58"/>
                    <a:gd name="T12" fmla="*/ 41 w 58"/>
                    <a:gd name="T13" fmla="*/ 28 h 58"/>
                    <a:gd name="T14" fmla="*/ 28 w 58"/>
                    <a:gd name="T15" fmla="*/ 41 h 58"/>
                    <a:gd name="T16" fmla="*/ 17 w 58"/>
                    <a:gd name="T17" fmla="*/ 28 h 58"/>
                    <a:gd name="T18" fmla="*/ 28 w 58"/>
                    <a:gd name="T19" fmla="*/ 17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58" h="58">
                      <a:moveTo>
                        <a:pt x="58" y="28"/>
                      </a:moveTo>
                      <a:cubicBezTo>
                        <a:pt x="58" y="13"/>
                        <a:pt x="45" y="0"/>
                        <a:pt x="28" y="0"/>
                      </a:cubicBezTo>
                      <a:cubicBezTo>
                        <a:pt x="13" y="0"/>
                        <a:pt x="0" y="13"/>
                        <a:pt x="0" y="28"/>
                      </a:cubicBezTo>
                      <a:cubicBezTo>
                        <a:pt x="0" y="45"/>
                        <a:pt x="13" y="58"/>
                        <a:pt x="28" y="58"/>
                      </a:cubicBezTo>
                      <a:cubicBezTo>
                        <a:pt x="45" y="58"/>
                        <a:pt x="58" y="45"/>
                        <a:pt x="58" y="28"/>
                      </a:cubicBezTo>
                      <a:close/>
                      <a:moveTo>
                        <a:pt x="28" y="17"/>
                      </a:moveTo>
                      <a:cubicBezTo>
                        <a:pt x="34" y="17"/>
                        <a:pt x="41" y="22"/>
                        <a:pt x="41" y="28"/>
                      </a:cubicBezTo>
                      <a:cubicBezTo>
                        <a:pt x="41" y="34"/>
                        <a:pt x="34" y="41"/>
                        <a:pt x="28" y="41"/>
                      </a:cubicBezTo>
                      <a:cubicBezTo>
                        <a:pt x="22" y="41"/>
                        <a:pt x="17" y="34"/>
                        <a:pt x="17" y="28"/>
                      </a:cubicBezTo>
                      <a:cubicBezTo>
                        <a:pt x="17" y="22"/>
                        <a:pt x="22" y="17"/>
                        <a:pt x="28" y="17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1600"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15" name="Freeform 131">
                  <a:extLst>
                    <a:ext uri="{FF2B5EF4-FFF2-40B4-BE49-F238E27FC236}">
                      <a16:creationId xmlns:a16="http://schemas.microsoft.com/office/drawing/2014/main" id="{AA8FA5AD-7B7D-9386-BC5A-D837CF71CA9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724651" y="11612563"/>
                  <a:ext cx="79375" cy="119063"/>
                </a:xfrm>
                <a:custGeom>
                  <a:avLst/>
                  <a:gdLst>
                    <a:gd name="T0" fmla="*/ 11 w 44"/>
                    <a:gd name="T1" fmla="*/ 24 h 65"/>
                    <a:gd name="T2" fmla="*/ 15 w 44"/>
                    <a:gd name="T3" fmla="*/ 20 h 65"/>
                    <a:gd name="T4" fmla="*/ 15 w 44"/>
                    <a:gd name="T5" fmla="*/ 49 h 65"/>
                    <a:gd name="T6" fmla="*/ 15 w 44"/>
                    <a:gd name="T7" fmla="*/ 59 h 65"/>
                    <a:gd name="T8" fmla="*/ 21 w 44"/>
                    <a:gd name="T9" fmla="*/ 65 h 65"/>
                    <a:gd name="T10" fmla="*/ 27 w 44"/>
                    <a:gd name="T11" fmla="*/ 59 h 65"/>
                    <a:gd name="T12" fmla="*/ 27 w 44"/>
                    <a:gd name="T13" fmla="*/ 49 h 65"/>
                    <a:gd name="T14" fmla="*/ 27 w 44"/>
                    <a:gd name="T15" fmla="*/ 20 h 65"/>
                    <a:gd name="T16" fmla="*/ 31 w 44"/>
                    <a:gd name="T17" fmla="*/ 24 h 65"/>
                    <a:gd name="T18" fmla="*/ 36 w 44"/>
                    <a:gd name="T19" fmla="*/ 26 h 65"/>
                    <a:gd name="T20" fmla="*/ 40 w 44"/>
                    <a:gd name="T21" fmla="*/ 24 h 65"/>
                    <a:gd name="T22" fmla="*/ 40 w 44"/>
                    <a:gd name="T23" fmla="*/ 16 h 65"/>
                    <a:gd name="T24" fmla="*/ 25 w 44"/>
                    <a:gd name="T25" fmla="*/ 2 h 65"/>
                    <a:gd name="T26" fmla="*/ 23 w 44"/>
                    <a:gd name="T27" fmla="*/ 0 h 65"/>
                    <a:gd name="T28" fmla="*/ 21 w 44"/>
                    <a:gd name="T29" fmla="*/ 0 h 65"/>
                    <a:gd name="T30" fmla="*/ 19 w 44"/>
                    <a:gd name="T31" fmla="*/ 0 h 65"/>
                    <a:gd name="T32" fmla="*/ 17 w 44"/>
                    <a:gd name="T33" fmla="*/ 2 h 65"/>
                    <a:gd name="T34" fmla="*/ 2 w 44"/>
                    <a:gd name="T35" fmla="*/ 16 h 65"/>
                    <a:gd name="T36" fmla="*/ 2 w 44"/>
                    <a:gd name="T37" fmla="*/ 24 h 65"/>
                    <a:gd name="T38" fmla="*/ 11 w 44"/>
                    <a:gd name="T39" fmla="*/ 24 h 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44" h="65">
                      <a:moveTo>
                        <a:pt x="11" y="24"/>
                      </a:moveTo>
                      <a:cubicBezTo>
                        <a:pt x="15" y="20"/>
                        <a:pt x="15" y="20"/>
                        <a:pt x="15" y="20"/>
                      </a:cubicBezTo>
                      <a:cubicBezTo>
                        <a:pt x="15" y="49"/>
                        <a:pt x="15" y="49"/>
                        <a:pt x="15" y="49"/>
                      </a:cubicBezTo>
                      <a:cubicBezTo>
                        <a:pt x="15" y="59"/>
                        <a:pt x="15" y="59"/>
                        <a:pt x="15" y="59"/>
                      </a:cubicBezTo>
                      <a:cubicBezTo>
                        <a:pt x="15" y="61"/>
                        <a:pt x="19" y="65"/>
                        <a:pt x="21" y="65"/>
                      </a:cubicBezTo>
                      <a:cubicBezTo>
                        <a:pt x="25" y="65"/>
                        <a:pt x="27" y="61"/>
                        <a:pt x="27" y="59"/>
                      </a:cubicBezTo>
                      <a:cubicBezTo>
                        <a:pt x="27" y="49"/>
                        <a:pt x="27" y="49"/>
                        <a:pt x="27" y="49"/>
                      </a:cubicBezTo>
                      <a:cubicBezTo>
                        <a:pt x="27" y="20"/>
                        <a:pt x="27" y="20"/>
                        <a:pt x="27" y="20"/>
                      </a:cubicBezTo>
                      <a:cubicBezTo>
                        <a:pt x="31" y="24"/>
                        <a:pt x="31" y="24"/>
                        <a:pt x="31" y="24"/>
                      </a:cubicBezTo>
                      <a:cubicBezTo>
                        <a:pt x="33" y="26"/>
                        <a:pt x="36" y="26"/>
                        <a:pt x="36" y="26"/>
                      </a:cubicBezTo>
                      <a:cubicBezTo>
                        <a:pt x="38" y="26"/>
                        <a:pt x="40" y="26"/>
                        <a:pt x="40" y="24"/>
                      </a:cubicBezTo>
                      <a:cubicBezTo>
                        <a:pt x="44" y="22"/>
                        <a:pt x="44" y="18"/>
                        <a:pt x="40" y="16"/>
                      </a:cubicBezTo>
                      <a:cubicBezTo>
                        <a:pt x="25" y="2"/>
                        <a:pt x="25" y="2"/>
                        <a:pt x="25" y="2"/>
                      </a:cubicBezTo>
                      <a:cubicBezTo>
                        <a:pt x="25" y="2"/>
                        <a:pt x="25" y="0"/>
                        <a:pt x="23" y="0"/>
                      </a:cubicBezTo>
                      <a:cubicBezTo>
                        <a:pt x="23" y="0"/>
                        <a:pt x="23" y="0"/>
                        <a:pt x="21" y="0"/>
                      </a:cubicBezTo>
                      <a:cubicBezTo>
                        <a:pt x="19" y="0"/>
                        <a:pt x="19" y="0"/>
                        <a:pt x="19" y="0"/>
                      </a:cubicBezTo>
                      <a:cubicBezTo>
                        <a:pt x="17" y="2"/>
                        <a:pt x="17" y="2"/>
                        <a:pt x="17" y="2"/>
                      </a:cubicBezTo>
                      <a:cubicBezTo>
                        <a:pt x="2" y="16"/>
                        <a:pt x="2" y="16"/>
                        <a:pt x="2" y="16"/>
                      </a:cubicBezTo>
                      <a:cubicBezTo>
                        <a:pt x="0" y="18"/>
                        <a:pt x="0" y="22"/>
                        <a:pt x="2" y="24"/>
                      </a:cubicBezTo>
                      <a:cubicBezTo>
                        <a:pt x="4" y="26"/>
                        <a:pt x="9" y="26"/>
                        <a:pt x="11" y="24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1600"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16" name="Freeform 132">
                  <a:extLst>
                    <a:ext uri="{FF2B5EF4-FFF2-40B4-BE49-F238E27FC236}">
                      <a16:creationId xmlns:a16="http://schemas.microsoft.com/office/drawing/2014/main" id="{053B910C-F09F-EDC9-4BD4-9130BE5B6DC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624638" y="11668125"/>
                  <a:ext cx="98425" cy="92075"/>
                </a:xfrm>
                <a:custGeom>
                  <a:avLst/>
                  <a:gdLst>
                    <a:gd name="T0" fmla="*/ 7 w 53"/>
                    <a:gd name="T1" fmla="*/ 33 h 50"/>
                    <a:gd name="T2" fmla="*/ 13 w 53"/>
                    <a:gd name="T3" fmla="*/ 27 h 50"/>
                    <a:gd name="T4" fmla="*/ 13 w 53"/>
                    <a:gd name="T5" fmla="*/ 21 h 50"/>
                    <a:gd name="T6" fmla="*/ 34 w 53"/>
                    <a:gd name="T7" fmla="*/ 40 h 50"/>
                    <a:gd name="T8" fmla="*/ 40 w 53"/>
                    <a:gd name="T9" fmla="*/ 48 h 50"/>
                    <a:gd name="T10" fmla="*/ 46 w 53"/>
                    <a:gd name="T11" fmla="*/ 50 h 50"/>
                    <a:gd name="T12" fmla="*/ 51 w 53"/>
                    <a:gd name="T13" fmla="*/ 48 h 50"/>
                    <a:gd name="T14" fmla="*/ 51 w 53"/>
                    <a:gd name="T15" fmla="*/ 40 h 50"/>
                    <a:gd name="T16" fmla="*/ 42 w 53"/>
                    <a:gd name="T17" fmla="*/ 31 h 50"/>
                    <a:gd name="T18" fmla="*/ 23 w 53"/>
                    <a:gd name="T19" fmla="*/ 12 h 50"/>
                    <a:gd name="T20" fmla="*/ 30 w 53"/>
                    <a:gd name="T21" fmla="*/ 12 h 50"/>
                    <a:gd name="T22" fmla="*/ 36 w 53"/>
                    <a:gd name="T23" fmla="*/ 6 h 50"/>
                    <a:gd name="T24" fmla="*/ 30 w 53"/>
                    <a:gd name="T25" fmla="*/ 0 h 50"/>
                    <a:gd name="T26" fmla="*/ 7 w 53"/>
                    <a:gd name="T27" fmla="*/ 0 h 50"/>
                    <a:gd name="T28" fmla="*/ 5 w 53"/>
                    <a:gd name="T29" fmla="*/ 0 h 50"/>
                    <a:gd name="T30" fmla="*/ 3 w 53"/>
                    <a:gd name="T31" fmla="*/ 2 h 50"/>
                    <a:gd name="T32" fmla="*/ 3 w 53"/>
                    <a:gd name="T33" fmla="*/ 4 h 50"/>
                    <a:gd name="T34" fmla="*/ 0 w 53"/>
                    <a:gd name="T35" fmla="*/ 6 h 50"/>
                    <a:gd name="T36" fmla="*/ 0 w 53"/>
                    <a:gd name="T37" fmla="*/ 27 h 50"/>
                    <a:gd name="T38" fmla="*/ 7 w 53"/>
                    <a:gd name="T39" fmla="*/ 33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53" h="50">
                      <a:moveTo>
                        <a:pt x="7" y="33"/>
                      </a:moveTo>
                      <a:cubicBezTo>
                        <a:pt x="11" y="33"/>
                        <a:pt x="13" y="31"/>
                        <a:pt x="13" y="27"/>
                      </a:cubicBezTo>
                      <a:cubicBezTo>
                        <a:pt x="13" y="21"/>
                        <a:pt x="13" y="21"/>
                        <a:pt x="13" y="21"/>
                      </a:cubicBezTo>
                      <a:cubicBezTo>
                        <a:pt x="34" y="40"/>
                        <a:pt x="34" y="40"/>
                        <a:pt x="34" y="40"/>
                      </a:cubicBezTo>
                      <a:cubicBezTo>
                        <a:pt x="40" y="48"/>
                        <a:pt x="40" y="48"/>
                        <a:pt x="40" y="48"/>
                      </a:cubicBezTo>
                      <a:cubicBezTo>
                        <a:pt x="42" y="50"/>
                        <a:pt x="44" y="50"/>
                        <a:pt x="46" y="50"/>
                      </a:cubicBezTo>
                      <a:cubicBezTo>
                        <a:pt x="46" y="50"/>
                        <a:pt x="49" y="50"/>
                        <a:pt x="51" y="48"/>
                      </a:cubicBezTo>
                      <a:cubicBezTo>
                        <a:pt x="53" y="46"/>
                        <a:pt x="53" y="42"/>
                        <a:pt x="51" y="40"/>
                      </a:cubicBezTo>
                      <a:cubicBezTo>
                        <a:pt x="42" y="31"/>
                        <a:pt x="42" y="31"/>
                        <a:pt x="42" y="31"/>
                      </a:cubicBezTo>
                      <a:cubicBezTo>
                        <a:pt x="23" y="12"/>
                        <a:pt x="23" y="12"/>
                        <a:pt x="23" y="12"/>
                      </a:cubicBezTo>
                      <a:cubicBezTo>
                        <a:pt x="30" y="12"/>
                        <a:pt x="30" y="12"/>
                        <a:pt x="30" y="12"/>
                      </a:cubicBezTo>
                      <a:cubicBezTo>
                        <a:pt x="32" y="12"/>
                        <a:pt x="36" y="10"/>
                        <a:pt x="36" y="6"/>
                      </a:cubicBezTo>
                      <a:cubicBezTo>
                        <a:pt x="36" y="2"/>
                        <a:pt x="32" y="0"/>
                        <a:pt x="30" y="0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7" y="0"/>
                        <a:pt x="7" y="0"/>
                        <a:pt x="5" y="0"/>
                      </a:cubicBezTo>
                      <a:cubicBezTo>
                        <a:pt x="5" y="0"/>
                        <a:pt x="5" y="0"/>
                        <a:pt x="3" y="2"/>
                      </a:cubicBezTo>
                      <a:cubicBezTo>
                        <a:pt x="3" y="2"/>
                        <a:pt x="3" y="2"/>
                        <a:pt x="3" y="4"/>
                      </a:cubicBezTo>
                      <a:cubicBezTo>
                        <a:pt x="3" y="4"/>
                        <a:pt x="0" y="4"/>
                        <a:pt x="0" y="6"/>
                      </a:cubicBezTo>
                      <a:cubicBezTo>
                        <a:pt x="0" y="27"/>
                        <a:pt x="0" y="27"/>
                        <a:pt x="0" y="27"/>
                      </a:cubicBezTo>
                      <a:cubicBezTo>
                        <a:pt x="0" y="31"/>
                        <a:pt x="5" y="33"/>
                        <a:pt x="7" y="33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1600"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17" name="Freeform 133">
                  <a:extLst>
                    <a:ext uri="{FF2B5EF4-FFF2-40B4-BE49-F238E27FC236}">
                      <a16:creationId xmlns:a16="http://schemas.microsoft.com/office/drawing/2014/main" id="{929C0CDF-A33C-9799-7A4D-F949088A90D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583363" y="11763375"/>
                  <a:ext cx="117475" cy="80963"/>
                </a:xfrm>
                <a:custGeom>
                  <a:avLst/>
                  <a:gdLst>
                    <a:gd name="T0" fmla="*/ 2 w 64"/>
                    <a:gd name="T1" fmla="*/ 27 h 44"/>
                    <a:gd name="T2" fmla="*/ 16 w 64"/>
                    <a:gd name="T3" fmla="*/ 42 h 44"/>
                    <a:gd name="T4" fmla="*/ 20 w 64"/>
                    <a:gd name="T5" fmla="*/ 44 h 44"/>
                    <a:gd name="T6" fmla="*/ 25 w 64"/>
                    <a:gd name="T7" fmla="*/ 42 h 44"/>
                    <a:gd name="T8" fmla="*/ 25 w 64"/>
                    <a:gd name="T9" fmla="*/ 33 h 44"/>
                    <a:gd name="T10" fmla="*/ 20 w 64"/>
                    <a:gd name="T11" fmla="*/ 29 h 44"/>
                    <a:gd name="T12" fmla="*/ 47 w 64"/>
                    <a:gd name="T13" fmla="*/ 29 h 44"/>
                    <a:gd name="T14" fmla="*/ 58 w 64"/>
                    <a:gd name="T15" fmla="*/ 29 h 44"/>
                    <a:gd name="T16" fmla="*/ 64 w 64"/>
                    <a:gd name="T17" fmla="*/ 23 h 44"/>
                    <a:gd name="T18" fmla="*/ 58 w 64"/>
                    <a:gd name="T19" fmla="*/ 17 h 44"/>
                    <a:gd name="T20" fmla="*/ 47 w 64"/>
                    <a:gd name="T21" fmla="*/ 17 h 44"/>
                    <a:gd name="T22" fmla="*/ 20 w 64"/>
                    <a:gd name="T23" fmla="*/ 17 h 44"/>
                    <a:gd name="T24" fmla="*/ 25 w 64"/>
                    <a:gd name="T25" fmla="*/ 13 h 44"/>
                    <a:gd name="T26" fmla="*/ 25 w 64"/>
                    <a:gd name="T27" fmla="*/ 2 h 44"/>
                    <a:gd name="T28" fmla="*/ 16 w 64"/>
                    <a:gd name="T29" fmla="*/ 2 h 44"/>
                    <a:gd name="T30" fmla="*/ 2 w 64"/>
                    <a:gd name="T31" fmla="*/ 19 h 44"/>
                    <a:gd name="T32" fmla="*/ 0 w 64"/>
                    <a:gd name="T33" fmla="*/ 19 h 44"/>
                    <a:gd name="T34" fmla="*/ 0 w 64"/>
                    <a:gd name="T35" fmla="*/ 23 h 44"/>
                    <a:gd name="T36" fmla="*/ 0 w 64"/>
                    <a:gd name="T37" fmla="*/ 25 h 44"/>
                    <a:gd name="T38" fmla="*/ 2 w 64"/>
                    <a:gd name="T39" fmla="*/ 27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64" h="44">
                      <a:moveTo>
                        <a:pt x="2" y="27"/>
                      </a:moveTo>
                      <a:cubicBezTo>
                        <a:pt x="16" y="42"/>
                        <a:pt x="16" y="42"/>
                        <a:pt x="16" y="42"/>
                      </a:cubicBezTo>
                      <a:cubicBezTo>
                        <a:pt x="16" y="42"/>
                        <a:pt x="18" y="44"/>
                        <a:pt x="20" y="44"/>
                      </a:cubicBezTo>
                      <a:cubicBezTo>
                        <a:pt x="23" y="44"/>
                        <a:pt x="23" y="42"/>
                        <a:pt x="25" y="42"/>
                      </a:cubicBezTo>
                      <a:cubicBezTo>
                        <a:pt x="27" y="40"/>
                        <a:pt x="27" y="35"/>
                        <a:pt x="25" y="33"/>
                      </a:cubicBezTo>
                      <a:cubicBezTo>
                        <a:pt x="20" y="29"/>
                        <a:pt x="20" y="29"/>
                        <a:pt x="20" y="29"/>
                      </a:cubicBezTo>
                      <a:cubicBezTo>
                        <a:pt x="47" y="29"/>
                        <a:pt x="47" y="29"/>
                        <a:pt x="47" y="29"/>
                      </a:cubicBezTo>
                      <a:cubicBezTo>
                        <a:pt x="58" y="29"/>
                        <a:pt x="58" y="29"/>
                        <a:pt x="58" y="29"/>
                      </a:cubicBezTo>
                      <a:cubicBezTo>
                        <a:pt x="62" y="29"/>
                        <a:pt x="64" y="25"/>
                        <a:pt x="64" y="23"/>
                      </a:cubicBezTo>
                      <a:cubicBezTo>
                        <a:pt x="64" y="19"/>
                        <a:pt x="62" y="17"/>
                        <a:pt x="58" y="17"/>
                      </a:cubicBezTo>
                      <a:cubicBezTo>
                        <a:pt x="47" y="17"/>
                        <a:pt x="47" y="17"/>
                        <a:pt x="47" y="17"/>
                      </a:cubicBezTo>
                      <a:cubicBezTo>
                        <a:pt x="20" y="17"/>
                        <a:pt x="20" y="17"/>
                        <a:pt x="20" y="17"/>
                      </a:cubicBezTo>
                      <a:cubicBezTo>
                        <a:pt x="25" y="13"/>
                        <a:pt x="25" y="13"/>
                        <a:pt x="25" y="13"/>
                      </a:cubicBezTo>
                      <a:cubicBezTo>
                        <a:pt x="27" y="8"/>
                        <a:pt x="27" y="6"/>
                        <a:pt x="25" y="2"/>
                      </a:cubicBezTo>
                      <a:cubicBezTo>
                        <a:pt x="23" y="0"/>
                        <a:pt x="18" y="0"/>
                        <a:pt x="16" y="2"/>
                      </a:cubicBezTo>
                      <a:cubicBezTo>
                        <a:pt x="2" y="19"/>
                        <a:pt x="2" y="19"/>
                        <a:pt x="2" y="19"/>
                      </a:cubicBezTo>
                      <a:cubicBezTo>
                        <a:pt x="0" y="19"/>
                        <a:pt x="0" y="19"/>
                        <a:pt x="0" y="19"/>
                      </a:cubicBezTo>
                      <a:cubicBezTo>
                        <a:pt x="0" y="21"/>
                        <a:pt x="0" y="21"/>
                        <a:pt x="0" y="23"/>
                      </a:cubicBezTo>
                      <a:cubicBezTo>
                        <a:pt x="0" y="23"/>
                        <a:pt x="0" y="23"/>
                        <a:pt x="0" y="25"/>
                      </a:cubicBezTo>
                      <a:cubicBezTo>
                        <a:pt x="0" y="25"/>
                        <a:pt x="0" y="25"/>
                        <a:pt x="2" y="27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1600"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18" name="Freeform 134">
                  <a:extLst>
                    <a:ext uri="{FF2B5EF4-FFF2-40B4-BE49-F238E27FC236}">
                      <a16:creationId xmlns:a16="http://schemas.microsoft.com/office/drawing/2014/main" id="{2FBB8933-D16B-7486-A243-D43814BE6FE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634163" y="11844338"/>
                  <a:ext cx="90488" cy="95250"/>
                </a:xfrm>
                <a:custGeom>
                  <a:avLst/>
                  <a:gdLst>
                    <a:gd name="T0" fmla="*/ 39 w 49"/>
                    <a:gd name="T1" fmla="*/ 4 h 52"/>
                    <a:gd name="T2" fmla="*/ 31 w 49"/>
                    <a:gd name="T3" fmla="*/ 10 h 52"/>
                    <a:gd name="T4" fmla="*/ 12 w 49"/>
                    <a:gd name="T5" fmla="*/ 31 h 52"/>
                    <a:gd name="T6" fmla="*/ 12 w 49"/>
                    <a:gd name="T7" fmla="*/ 25 h 52"/>
                    <a:gd name="T8" fmla="*/ 6 w 49"/>
                    <a:gd name="T9" fmla="*/ 18 h 52"/>
                    <a:gd name="T10" fmla="*/ 0 w 49"/>
                    <a:gd name="T11" fmla="*/ 25 h 52"/>
                    <a:gd name="T12" fmla="*/ 0 w 49"/>
                    <a:gd name="T13" fmla="*/ 45 h 52"/>
                    <a:gd name="T14" fmla="*/ 0 w 49"/>
                    <a:gd name="T15" fmla="*/ 47 h 52"/>
                    <a:gd name="T16" fmla="*/ 2 w 49"/>
                    <a:gd name="T17" fmla="*/ 50 h 52"/>
                    <a:gd name="T18" fmla="*/ 4 w 49"/>
                    <a:gd name="T19" fmla="*/ 52 h 52"/>
                    <a:gd name="T20" fmla="*/ 6 w 49"/>
                    <a:gd name="T21" fmla="*/ 52 h 52"/>
                    <a:gd name="T22" fmla="*/ 27 w 49"/>
                    <a:gd name="T23" fmla="*/ 52 h 52"/>
                    <a:gd name="T24" fmla="*/ 33 w 49"/>
                    <a:gd name="T25" fmla="*/ 45 h 52"/>
                    <a:gd name="T26" fmla="*/ 27 w 49"/>
                    <a:gd name="T27" fmla="*/ 39 h 52"/>
                    <a:gd name="T28" fmla="*/ 21 w 49"/>
                    <a:gd name="T29" fmla="*/ 39 h 52"/>
                    <a:gd name="T30" fmla="*/ 41 w 49"/>
                    <a:gd name="T31" fmla="*/ 18 h 52"/>
                    <a:gd name="T32" fmla="*/ 47 w 49"/>
                    <a:gd name="T33" fmla="*/ 12 h 52"/>
                    <a:gd name="T34" fmla="*/ 47 w 49"/>
                    <a:gd name="T35" fmla="*/ 4 h 52"/>
                    <a:gd name="T36" fmla="*/ 39 w 49"/>
                    <a:gd name="T37" fmla="*/ 4 h 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9" h="52">
                      <a:moveTo>
                        <a:pt x="39" y="4"/>
                      </a:moveTo>
                      <a:cubicBezTo>
                        <a:pt x="31" y="10"/>
                        <a:pt x="31" y="10"/>
                        <a:pt x="31" y="10"/>
                      </a:cubicBezTo>
                      <a:cubicBezTo>
                        <a:pt x="12" y="31"/>
                        <a:pt x="12" y="31"/>
                        <a:pt x="12" y="31"/>
                      </a:cubicBezTo>
                      <a:cubicBezTo>
                        <a:pt x="12" y="25"/>
                        <a:pt x="12" y="25"/>
                        <a:pt x="12" y="25"/>
                      </a:cubicBezTo>
                      <a:cubicBezTo>
                        <a:pt x="12" y="20"/>
                        <a:pt x="10" y="18"/>
                        <a:pt x="6" y="18"/>
                      </a:cubicBezTo>
                      <a:cubicBezTo>
                        <a:pt x="2" y="18"/>
                        <a:pt x="0" y="20"/>
                        <a:pt x="0" y="25"/>
                      </a:cubicBezTo>
                      <a:cubicBezTo>
                        <a:pt x="0" y="45"/>
                        <a:pt x="0" y="45"/>
                        <a:pt x="0" y="45"/>
                      </a:cubicBezTo>
                      <a:cubicBezTo>
                        <a:pt x="0" y="47"/>
                        <a:pt x="0" y="47"/>
                        <a:pt x="0" y="47"/>
                      </a:cubicBezTo>
                      <a:cubicBezTo>
                        <a:pt x="2" y="50"/>
                        <a:pt x="2" y="50"/>
                        <a:pt x="2" y="50"/>
                      </a:cubicBezTo>
                      <a:cubicBezTo>
                        <a:pt x="2" y="50"/>
                        <a:pt x="2" y="50"/>
                        <a:pt x="4" y="52"/>
                      </a:cubicBezTo>
                      <a:cubicBezTo>
                        <a:pt x="6" y="52"/>
                        <a:pt x="6" y="52"/>
                        <a:pt x="6" y="52"/>
                      </a:cubicBezTo>
                      <a:cubicBezTo>
                        <a:pt x="27" y="52"/>
                        <a:pt x="27" y="52"/>
                        <a:pt x="27" y="52"/>
                      </a:cubicBezTo>
                      <a:cubicBezTo>
                        <a:pt x="31" y="52"/>
                        <a:pt x="33" y="47"/>
                        <a:pt x="33" y="45"/>
                      </a:cubicBezTo>
                      <a:cubicBezTo>
                        <a:pt x="33" y="41"/>
                        <a:pt x="31" y="39"/>
                        <a:pt x="27" y="39"/>
                      </a:cubicBezTo>
                      <a:cubicBezTo>
                        <a:pt x="21" y="39"/>
                        <a:pt x="21" y="39"/>
                        <a:pt x="21" y="39"/>
                      </a:cubicBezTo>
                      <a:cubicBezTo>
                        <a:pt x="41" y="18"/>
                        <a:pt x="41" y="18"/>
                        <a:pt x="41" y="18"/>
                      </a:cubicBezTo>
                      <a:cubicBezTo>
                        <a:pt x="47" y="12"/>
                        <a:pt x="47" y="12"/>
                        <a:pt x="47" y="12"/>
                      </a:cubicBezTo>
                      <a:cubicBezTo>
                        <a:pt x="49" y="10"/>
                        <a:pt x="49" y="6"/>
                        <a:pt x="47" y="4"/>
                      </a:cubicBezTo>
                      <a:cubicBezTo>
                        <a:pt x="45" y="0"/>
                        <a:pt x="41" y="0"/>
                        <a:pt x="39" y="4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1600"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19" name="Freeform 135">
                  <a:extLst>
                    <a:ext uri="{FF2B5EF4-FFF2-40B4-BE49-F238E27FC236}">
                      <a16:creationId xmlns:a16="http://schemas.microsoft.com/office/drawing/2014/main" id="{E88B7222-6D21-555C-B225-3A654E546B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727826" y="11868150"/>
                  <a:ext cx="80963" cy="117475"/>
                </a:xfrm>
                <a:custGeom>
                  <a:avLst/>
                  <a:gdLst>
                    <a:gd name="T0" fmla="*/ 33 w 44"/>
                    <a:gd name="T1" fmla="*/ 39 h 64"/>
                    <a:gd name="T2" fmla="*/ 29 w 44"/>
                    <a:gd name="T3" fmla="*/ 43 h 64"/>
                    <a:gd name="T4" fmla="*/ 29 w 44"/>
                    <a:gd name="T5" fmla="*/ 15 h 64"/>
                    <a:gd name="T6" fmla="*/ 29 w 44"/>
                    <a:gd name="T7" fmla="*/ 6 h 64"/>
                    <a:gd name="T8" fmla="*/ 23 w 44"/>
                    <a:gd name="T9" fmla="*/ 0 h 64"/>
                    <a:gd name="T10" fmla="*/ 17 w 44"/>
                    <a:gd name="T11" fmla="*/ 6 h 64"/>
                    <a:gd name="T12" fmla="*/ 17 w 44"/>
                    <a:gd name="T13" fmla="*/ 17 h 64"/>
                    <a:gd name="T14" fmla="*/ 17 w 44"/>
                    <a:gd name="T15" fmla="*/ 43 h 64"/>
                    <a:gd name="T16" fmla="*/ 13 w 44"/>
                    <a:gd name="T17" fmla="*/ 39 h 64"/>
                    <a:gd name="T18" fmla="*/ 2 w 44"/>
                    <a:gd name="T19" fmla="*/ 39 h 64"/>
                    <a:gd name="T20" fmla="*/ 2 w 44"/>
                    <a:gd name="T21" fmla="*/ 48 h 64"/>
                    <a:gd name="T22" fmla="*/ 19 w 44"/>
                    <a:gd name="T23" fmla="*/ 64 h 64"/>
                    <a:gd name="T24" fmla="*/ 21 w 44"/>
                    <a:gd name="T25" fmla="*/ 64 h 64"/>
                    <a:gd name="T26" fmla="*/ 23 w 44"/>
                    <a:gd name="T27" fmla="*/ 64 h 64"/>
                    <a:gd name="T28" fmla="*/ 25 w 44"/>
                    <a:gd name="T29" fmla="*/ 64 h 64"/>
                    <a:gd name="T30" fmla="*/ 27 w 44"/>
                    <a:gd name="T31" fmla="*/ 64 h 64"/>
                    <a:gd name="T32" fmla="*/ 42 w 44"/>
                    <a:gd name="T33" fmla="*/ 48 h 64"/>
                    <a:gd name="T34" fmla="*/ 42 w 44"/>
                    <a:gd name="T35" fmla="*/ 39 h 64"/>
                    <a:gd name="T36" fmla="*/ 33 w 44"/>
                    <a:gd name="T37" fmla="*/ 39 h 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4" h="64">
                      <a:moveTo>
                        <a:pt x="33" y="39"/>
                      </a:moveTo>
                      <a:cubicBezTo>
                        <a:pt x="29" y="43"/>
                        <a:pt x="29" y="43"/>
                        <a:pt x="29" y="43"/>
                      </a:cubicBezTo>
                      <a:cubicBezTo>
                        <a:pt x="29" y="15"/>
                        <a:pt x="29" y="15"/>
                        <a:pt x="29" y="15"/>
                      </a:cubicBezTo>
                      <a:cubicBezTo>
                        <a:pt x="29" y="6"/>
                        <a:pt x="29" y="6"/>
                        <a:pt x="29" y="6"/>
                      </a:cubicBezTo>
                      <a:cubicBezTo>
                        <a:pt x="29" y="2"/>
                        <a:pt x="25" y="0"/>
                        <a:pt x="23" y="0"/>
                      </a:cubicBezTo>
                      <a:cubicBezTo>
                        <a:pt x="19" y="0"/>
                        <a:pt x="17" y="2"/>
                        <a:pt x="17" y="6"/>
                      </a:cubicBezTo>
                      <a:cubicBezTo>
                        <a:pt x="17" y="17"/>
                        <a:pt x="17" y="17"/>
                        <a:pt x="17" y="17"/>
                      </a:cubicBezTo>
                      <a:cubicBezTo>
                        <a:pt x="17" y="43"/>
                        <a:pt x="17" y="43"/>
                        <a:pt x="17" y="43"/>
                      </a:cubicBezTo>
                      <a:cubicBezTo>
                        <a:pt x="13" y="39"/>
                        <a:pt x="13" y="39"/>
                        <a:pt x="13" y="39"/>
                      </a:cubicBezTo>
                      <a:cubicBezTo>
                        <a:pt x="11" y="37"/>
                        <a:pt x="6" y="37"/>
                        <a:pt x="2" y="39"/>
                      </a:cubicBezTo>
                      <a:cubicBezTo>
                        <a:pt x="0" y="41"/>
                        <a:pt x="0" y="45"/>
                        <a:pt x="2" y="48"/>
                      </a:cubicBezTo>
                      <a:cubicBezTo>
                        <a:pt x="19" y="64"/>
                        <a:pt x="19" y="64"/>
                        <a:pt x="19" y="64"/>
                      </a:cubicBezTo>
                      <a:cubicBezTo>
                        <a:pt x="19" y="64"/>
                        <a:pt x="19" y="64"/>
                        <a:pt x="21" y="64"/>
                      </a:cubicBezTo>
                      <a:cubicBezTo>
                        <a:pt x="21" y="64"/>
                        <a:pt x="21" y="64"/>
                        <a:pt x="23" y="64"/>
                      </a:cubicBezTo>
                      <a:cubicBezTo>
                        <a:pt x="23" y="64"/>
                        <a:pt x="23" y="64"/>
                        <a:pt x="25" y="64"/>
                      </a:cubicBezTo>
                      <a:cubicBezTo>
                        <a:pt x="27" y="64"/>
                        <a:pt x="27" y="64"/>
                        <a:pt x="27" y="64"/>
                      </a:cubicBezTo>
                      <a:cubicBezTo>
                        <a:pt x="42" y="48"/>
                        <a:pt x="42" y="48"/>
                        <a:pt x="42" y="48"/>
                      </a:cubicBezTo>
                      <a:cubicBezTo>
                        <a:pt x="44" y="45"/>
                        <a:pt x="44" y="41"/>
                        <a:pt x="42" y="39"/>
                      </a:cubicBezTo>
                      <a:cubicBezTo>
                        <a:pt x="40" y="37"/>
                        <a:pt x="35" y="37"/>
                        <a:pt x="33" y="39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1600"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20" name="Freeform 136">
                  <a:extLst>
                    <a:ext uri="{FF2B5EF4-FFF2-40B4-BE49-F238E27FC236}">
                      <a16:creationId xmlns:a16="http://schemas.microsoft.com/office/drawing/2014/main" id="{D629170A-368A-CC9F-F418-ADAA49A78D7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08788" y="11839575"/>
                  <a:ext cx="95250" cy="92075"/>
                </a:xfrm>
                <a:custGeom>
                  <a:avLst/>
                  <a:gdLst>
                    <a:gd name="T0" fmla="*/ 45 w 52"/>
                    <a:gd name="T1" fmla="*/ 17 h 50"/>
                    <a:gd name="T2" fmla="*/ 39 w 52"/>
                    <a:gd name="T3" fmla="*/ 23 h 50"/>
                    <a:gd name="T4" fmla="*/ 39 w 52"/>
                    <a:gd name="T5" fmla="*/ 29 h 50"/>
                    <a:gd name="T6" fmla="*/ 18 w 52"/>
                    <a:gd name="T7" fmla="*/ 8 h 50"/>
                    <a:gd name="T8" fmla="*/ 12 w 52"/>
                    <a:gd name="T9" fmla="*/ 2 h 50"/>
                    <a:gd name="T10" fmla="*/ 4 w 52"/>
                    <a:gd name="T11" fmla="*/ 2 h 50"/>
                    <a:gd name="T12" fmla="*/ 4 w 52"/>
                    <a:gd name="T13" fmla="*/ 10 h 50"/>
                    <a:gd name="T14" fmla="*/ 10 w 52"/>
                    <a:gd name="T15" fmla="*/ 19 h 50"/>
                    <a:gd name="T16" fmla="*/ 31 w 52"/>
                    <a:gd name="T17" fmla="*/ 38 h 50"/>
                    <a:gd name="T18" fmla="*/ 25 w 52"/>
                    <a:gd name="T19" fmla="*/ 38 h 50"/>
                    <a:gd name="T20" fmla="*/ 18 w 52"/>
                    <a:gd name="T21" fmla="*/ 44 h 50"/>
                    <a:gd name="T22" fmla="*/ 25 w 52"/>
                    <a:gd name="T23" fmla="*/ 50 h 50"/>
                    <a:gd name="T24" fmla="*/ 45 w 52"/>
                    <a:gd name="T25" fmla="*/ 50 h 50"/>
                    <a:gd name="T26" fmla="*/ 47 w 52"/>
                    <a:gd name="T27" fmla="*/ 50 h 50"/>
                    <a:gd name="T28" fmla="*/ 50 w 52"/>
                    <a:gd name="T29" fmla="*/ 48 h 50"/>
                    <a:gd name="T30" fmla="*/ 52 w 52"/>
                    <a:gd name="T31" fmla="*/ 46 h 50"/>
                    <a:gd name="T32" fmla="*/ 52 w 52"/>
                    <a:gd name="T33" fmla="*/ 44 h 50"/>
                    <a:gd name="T34" fmla="*/ 52 w 52"/>
                    <a:gd name="T35" fmla="*/ 23 h 50"/>
                    <a:gd name="T36" fmla="*/ 45 w 52"/>
                    <a:gd name="T37" fmla="*/ 17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52" h="50">
                      <a:moveTo>
                        <a:pt x="45" y="17"/>
                      </a:moveTo>
                      <a:cubicBezTo>
                        <a:pt x="41" y="17"/>
                        <a:pt x="39" y="21"/>
                        <a:pt x="39" y="23"/>
                      </a:cubicBezTo>
                      <a:cubicBezTo>
                        <a:pt x="39" y="29"/>
                        <a:pt x="39" y="29"/>
                        <a:pt x="39" y="29"/>
                      </a:cubicBezTo>
                      <a:cubicBezTo>
                        <a:pt x="18" y="8"/>
                        <a:pt x="18" y="8"/>
                        <a:pt x="18" y="8"/>
                      </a:cubicBezTo>
                      <a:cubicBezTo>
                        <a:pt x="12" y="2"/>
                        <a:pt x="12" y="2"/>
                        <a:pt x="12" y="2"/>
                      </a:cubicBezTo>
                      <a:cubicBezTo>
                        <a:pt x="10" y="0"/>
                        <a:pt x="6" y="0"/>
                        <a:pt x="4" y="2"/>
                      </a:cubicBezTo>
                      <a:cubicBezTo>
                        <a:pt x="0" y="4"/>
                        <a:pt x="0" y="8"/>
                        <a:pt x="4" y="10"/>
                      </a:cubicBezTo>
                      <a:cubicBezTo>
                        <a:pt x="10" y="19"/>
                        <a:pt x="10" y="19"/>
                        <a:pt x="10" y="19"/>
                      </a:cubicBezTo>
                      <a:cubicBezTo>
                        <a:pt x="31" y="38"/>
                        <a:pt x="31" y="38"/>
                        <a:pt x="31" y="38"/>
                      </a:cubicBezTo>
                      <a:cubicBezTo>
                        <a:pt x="25" y="38"/>
                        <a:pt x="25" y="38"/>
                        <a:pt x="25" y="38"/>
                      </a:cubicBezTo>
                      <a:cubicBezTo>
                        <a:pt x="21" y="38"/>
                        <a:pt x="18" y="42"/>
                        <a:pt x="18" y="44"/>
                      </a:cubicBezTo>
                      <a:cubicBezTo>
                        <a:pt x="18" y="48"/>
                        <a:pt x="21" y="50"/>
                        <a:pt x="25" y="50"/>
                      </a:cubicBezTo>
                      <a:cubicBezTo>
                        <a:pt x="45" y="50"/>
                        <a:pt x="45" y="50"/>
                        <a:pt x="45" y="50"/>
                      </a:cubicBezTo>
                      <a:cubicBezTo>
                        <a:pt x="47" y="50"/>
                        <a:pt x="47" y="50"/>
                        <a:pt x="47" y="50"/>
                      </a:cubicBezTo>
                      <a:cubicBezTo>
                        <a:pt x="47" y="50"/>
                        <a:pt x="50" y="50"/>
                        <a:pt x="50" y="48"/>
                      </a:cubicBezTo>
                      <a:cubicBezTo>
                        <a:pt x="50" y="48"/>
                        <a:pt x="50" y="48"/>
                        <a:pt x="52" y="46"/>
                      </a:cubicBezTo>
                      <a:cubicBezTo>
                        <a:pt x="52" y="46"/>
                        <a:pt x="52" y="46"/>
                        <a:pt x="52" y="44"/>
                      </a:cubicBezTo>
                      <a:cubicBezTo>
                        <a:pt x="52" y="23"/>
                        <a:pt x="52" y="23"/>
                        <a:pt x="52" y="23"/>
                      </a:cubicBezTo>
                      <a:cubicBezTo>
                        <a:pt x="52" y="21"/>
                        <a:pt x="47" y="17"/>
                        <a:pt x="45" y="17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1600"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21" name="Freeform 137">
                  <a:extLst>
                    <a:ext uri="{FF2B5EF4-FFF2-40B4-BE49-F238E27FC236}">
                      <a16:creationId xmlns:a16="http://schemas.microsoft.com/office/drawing/2014/main" id="{4746F7AD-71F8-59B0-C640-1C445CB8140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27838" y="11758613"/>
                  <a:ext cx="125413" cy="77788"/>
                </a:xfrm>
                <a:custGeom>
                  <a:avLst/>
                  <a:gdLst>
                    <a:gd name="T0" fmla="*/ 44 w 68"/>
                    <a:gd name="T1" fmla="*/ 16 h 43"/>
                    <a:gd name="T2" fmla="*/ 15 w 68"/>
                    <a:gd name="T3" fmla="*/ 16 h 43"/>
                    <a:gd name="T4" fmla="*/ 7 w 68"/>
                    <a:gd name="T5" fmla="*/ 16 h 43"/>
                    <a:gd name="T6" fmla="*/ 0 w 68"/>
                    <a:gd name="T7" fmla="*/ 23 h 43"/>
                    <a:gd name="T8" fmla="*/ 7 w 68"/>
                    <a:gd name="T9" fmla="*/ 29 h 43"/>
                    <a:gd name="T10" fmla="*/ 17 w 68"/>
                    <a:gd name="T11" fmla="*/ 29 h 43"/>
                    <a:gd name="T12" fmla="*/ 44 w 68"/>
                    <a:gd name="T13" fmla="*/ 29 h 43"/>
                    <a:gd name="T14" fmla="*/ 40 w 68"/>
                    <a:gd name="T15" fmla="*/ 33 h 43"/>
                    <a:gd name="T16" fmla="*/ 40 w 68"/>
                    <a:gd name="T17" fmla="*/ 41 h 43"/>
                    <a:gd name="T18" fmla="*/ 44 w 68"/>
                    <a:gd name="T19" fmla="*/ 43 h 43"/>
                    <a:gd name="T20" fmla="*/ 51 w 68"/>
                    <a:gd name="T21" fmla="*/ 41 h 43"/>
                    <a:gd name="T22" fmla="*/ 65 w 68"/>
                    <a:gd name="T23" fmla="*/ 27 h 43"/>
                    <a:gd name="T24" fmla="*/ 65 w 68"/>
                    <a:gd name="T25" fmla="*/ 25 h 43"/>
                    <a:gd name="T26" fmla="*/ 68 w 68"/>
                    <a:gd name="T27" fmla="*/ 23 h 43"/>
                    <a:gd name="T28" fmla="*/ 65 w 68"/>
                    <a:gd name="T29" fmla="*/ 18 h 43"/>
                    <a:gd name="T30" fmla="*/ 65 w 68"/>
                    <a:gd name="T31" fmla="*/ 16 h 43"/>
                    <a:gd name="T32" fmla="*/ 51 w 68"/>
                    <a:gd name="T33" fmla="*/ 2 h 43"/>
                    <a:gd name="T34" fmla="*/ 40 w 68"/>
                    <a:gd name="T35" fmla="*/ 2 h 43"/>
                    <a:gd name="T36" fmla="*/ 40 w 68"/>
                    <a:gd name="T37" fmla="*/ 12 h 43"/>
                    <a:gd name="T38" fmla="*/ 44 w 68"/>
                    <a:gd name="T39" fmla="*/ 16 h 43"/>
                    <a:gd name="T40" fmla="*/ 44 w 68"/>
                    <a:gd name="T41" fmla="*/ 16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68" h="43">
                      <a:moveTo>
                        <a:pt x="44" y="16"/>
                      </a:moveTo>
                      <a:cubicBezTo>
                        <a:pt x="15" y="16"/>
                        <a:pt x="15" y="16"/>
                        <a:pt x="15" y="16"/>
                      </a:cubicBezTo>
                      <a:cubicBezTo>
                        <a:pt x="7" y="16"/>
                        <a:pt x="7" y="16"/>
                        <a:pt x="7" y="16"/>
                      </a:cubicBezTo>
                      <a:cubicBezTo>
                        <a:pt x="2" y="16"/>
                        <a:pt x="0" y="18"/>
                        <a:pt x="0" y="23"/>
                      </a:cubicBezTo>
                      <a:cubicBezTo>
                        <a:pt x="0" y="25"/>
                        <a:pt x="2" y="29"/>
                        <a:pt x="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44" y="29"/>
                        <a:pt x="44" y="29"/>
                        <a:pt x="44" y="29"/>
                      </a:cubicBezTo>
                      <a:cubicBezTo>
                        <a:pt x="40" y="33"/>
                        <a:pt x="40" y="33"/>
                        <a:pt x="40" y="33"/>
                      </a:cubicBezTo>
                      <a:cubicBezTo>
                        <a:pt x="38" y="35"/>
                        <a:pt x="38" y="39"/>
                        <a:pt x="40" y="41"/>
                      </a:cubicBezTo>
                      <a:cubicBezTo>
                        <a:pt x="42" y="41"/>
                        <a:pt x="44" y="43"/>
                        <a:pt x="44" y="43"/>
                      </a:cubicBezTo>
                      <a:cubicBezTo>
                        <a:pt x="47" y="43"/>
                        <a:pt x="49" y="41"/>
                        <a:pt x="51" y="41"/>
                      </a:cubicBezTo>
                      <a:cubicBezTo>
                        <a:pt x="65" y="27"/>
                        <a:pt x="65" y="27"/>
                        <a:pt x="65" y="27"/>
                      </a:cubicBezTo>
                      <a:cubicBezTo>
                        <a:pt x="65" y="25"/>
                        <a:pt x="65" y="25"/>
                        <a:pt x="65" y="25"/>
                      </a:cubicBezTo>
                      <a:cubicBezTo>
                        <a:pt x="65" y="23"/>
                        <a:pt x="68" y="23"/>
                        <a:pt x="68" y="23"/>
                      </a:cubicBezTo>
                      <a:cubicBezTo>
                        <a:pt x="68" y="21"/>
                        <a:pt x="65" y="21"/>
                        <a:pt x="65" y="18"/>
                      </a:cubicBezTo>
                      <a:cubicBezTo>
                        <a:pt x="65" y="18"/>
                        <a:pt x="65" y="18"/>
                        <a:pt x="65" y="16"/>
                      </a:cubicBezTo>
                      <a:cubicBezTo>
                        <a:pt x="51" y="2"/>
                        <a:pt x="51" y="2"/>
                        <a:pt x="51" y="2"/>
                      </a:cubicBezTo>
                      <a:cubicBezTo>
                        <a:pt x="47" y="0"/>
                        <a:pt x="42" y="0"/>
                        <a:pt x="40" y="2"/>
                      </a:cubicBezTo>
                      <a:cubicBezTo>
                        <a:pt x="38" y="4"/>
                        <a:pt x="38" y="8"/>
                        <a:pt x="40" y="12"/>
                      </a:cubicBezTo>
                      <a:cubicBezTo>
                        <a:pt x="44" y="16"/>
                        <a:pt x="44" y="16"/>
                        <a:pt x="44" y="16"/>
                      </a:cubicBezTo>
                      <a:cubicBezTo>
                        <a:pt x="44" y="16"/>
                        <a:pt x="44" y="16"/>
                        <a:pt x="44" y="16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1600"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22" name="Freeform 138">
                  <a:extLst>
                    <a:ext uri="{FF2B5EF4-FFF2-40B4-BE49-F238E27FC236}">
                      <a16:creationId xmlns:a16="http://schemas.microsoft.com/office/drawing/2014/main" id="{C5F6CC2C-BABD-B8A0-9DFA-2FD4B13C21A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04026" y="11660188"/>
                  <a:ext cx="90488" cy="98425"/>
                </a:xfrm>
                <a:custGeom>
                  <a:avLst/>
                  <a:gdLst>
                    <a:gd name="T0" fmla="*/ 6 w 49"/>
                    <a:gd name="T1" fmla="*/ 53 h 53"/>
                    <a:gd name="T2" fmla="*/ 10 w 49"/>
                    <a:gd name="T3" fmla="*/ 51 h 53"/>
                    <a:gd name="T4" fmla="*/ 18 w 49"/>
                    <a:gd name="T5" fmla="*/ 42 h 53"/>
                    <a:gd name="T6" fmla="*/ 37 w 49"/>
                    <a:gd name="T7" fmla="*/ 23 h 53"/>
                    <a:gd name="T8" fmla="*/ 37 w 49"/>
                    <a:gd name="T9" fmla="*/ 28 h 53"/>
                    <a:gd name="T10" fmla="*/ 43 w 49"/>
                    <a:gd name="T11" fmla="*/ 34 h 53"/>
                    <a:gd name="T12" fmla="*/ 49 w 49"/>
                    <a:gd name="T13" fmla="*/ 28 h 53"/>
                    <a:gd name="T14" fmla="*/ 49 w 49"/>
                    <a:gd name="T15" fmla="*/ 7 h 53"/>
                    <a:gd name="T16" fmla="*/ 49 w 49"/>
                    <a:gd name="T17" fmla="*/ 5 h 53"/>
                    <a:gd name="T18" fmla="*/ 47 w 49"/>
                    <a:gd name="T19" fmla="*/ 2 h 53"/>
                    <a:gd name="T20" fmla="*/ 47 w 49"/>
                    <a:gd name="T21" fmla="*/ 2 h 53"/>
                    <a:gd name="T22" fmla="*/ 43 w 49"/>
                    <a:gd name="T23" fmla="*/ 0 h 53"/>
                    <a:gd name="T24" fmla="*/ 22 w 49"/>
                    <a:gd name="T25" fmla="*/ 0 h 53"/>
                    <a:gd name="T26" fmla="*/ 16 w 49"/>
                    <a:gd name="T27" fmla="*/ 7 h 53"/>
                    <a:gd name="T28" fmla="*/ 22 w 49"/>
                    <a:gd name="T29" fmla="*/ 13 h 53"/>
                    <a:gd name="T30" fmla="*/ 28 w 49"/>
                    <a:gd name="T31" fmla="*/ 13 h 53"/>
                    <a:gd name="T32" fmla="*/ 10 w 49"/>
                    <a:gd name="T33" fmla="*/ 34 h 53"/>
                    <a:gd name="T34" fmla="*/ 2 w 49"/>
                    <a:gd name="T35" fmla="*/ 40 h 53"/>
                    <a:gd name="T36" fmla="*/ 2 w 49"/>
                    <a:gd name="T37" fmla="*/ 51 h 53"/>
                    <a:gd name="T38" fmla="*/ 6 w 49"/>
                    <a:gd name="T39" fmla="*/ 53 h 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49" h="53">
                      <a:moveTo>
                        <a:pt x="6" y="53"/>
                      </a:moveTo>
                      <a:cubicBezTo>
                        <a:pt x="8" y="53"/>
                        <a:pt x="10" y="51"/>
                        <a:pt x="10" y="51"/>
                      </a:cubicBezTo>
                      <a:cubicBezTo>
                        <a:pt x="18" y="42"/>
                        <a:pt x="18" y="42"/>
                        <a:pt x="18" y="42"/>
                      </a:cubicBezTo>
                      <a:cubicBezTo>
                        <a:pt x="37" y="23"/>
                        <a:pt x="37" y="23"/>
                        <a:pt x="37" y="23"/>
                      </a:cubicBezTo>
                      <a:cubicBezTo>
                        <a:pt x="37" y="28"/>
                        <a:pt x="37" y="28"/>
                        <a:pt x="37" y="28"/>
                      </a:cubicBezTo>
                      <a:cubicBezTo>
                        <a:pt x="37" y="32"/>
                        <a:pt x="41" y="34"/>
                        <a:pt x="43" y="34"/>
                      </a:cubicBezTo>
                      <a:cubicBezTo>
                        <a:pt x="47" y="34"/>
                        <a:pt x="49" y="32"/>
                        <a:pt x="49" y="28"/>
                      </a:cubicBezTo>
                      <a:cubicBezTo>
                        <a:pt x="49" y="7"/>
                        <a:pt x="49" y="7"/>
                        <a:pt x="49" y="7"/>
                      </a:cubicBezTo>
                      <a:cubicBezTo>
                        <a:pt x="49" y="7"/>
                        <a:pt x="49" y="7"/>
                        <a:pt x="49" y="5"/>
                      </a:cubicBezTo>
                      <a:cubicBezTo>
                        <a:pt x="49" y="5"/>
                        <a:pt x="49" y="5"/>
                        <a:pt x="47" y="2"/>
                      </a:cubicBezTo>
                      <a:cubicBezTo>
                        <a:pt x="47" y="2"/>
                        <a:pt x="47" y="2"/>
                        <a:pt x="47" y="2"/>
                      </a:cubicBezTo>
                      <a:cubicBezTo>
                        <a:pt x="45" y="0"/>
                        <a:pt x="45" y="0"/>
                        <a:pt x="43" y="0"/>
                      </a:cubicBezTo>
                      <a:cubicBezTo>
                        <a:pt x="22" y="0"/>
                        <a:pt x="22" y="0"/>
                        <a:pt x="22" y="0"/>
                      </a:cubicBezTo>
                      <a:cubicBezTo>
                        <a:pt x="20" y="0"/>
                        <a:pt x="16" y="5"/>
                        <a:pt x="16" y="7"/>
                      </a:cubicBezTo>
                      <a:cubicBezTo>
                        <a:pt x="16" y="11"/>
                        <a:pt x="20" y="13"/>
                        <a:pt x="22" y="13"/>
                      </a:cubicBezTo>
                      <a:cubicBezTo>
                        <a:pt x="28" y="13"/>
                        <a:pt x="28" y="13"/>
                        <a:pt x="28" y="13"/>
                      </a:cubicBezTo>
                      <a:cubicBezTo>
                        <a:pt x="10" y="34"/>
                        <a:pt x="10" y="34"/>
                        <a:pt x="10" y="34"/>
                      </a:cubicBezTo>
                      <a:cubicBezTo>
                        <a:pt x="2" y="40"/>
                        <a:pt x="2" y="40"/>
                        <a:pt x="2" y="40"/>
                      </a:cubicBezTo>
                      <a:cubicBezTo>
                        <a:pt x="0" y="44"/>
                        <a:pt x="0" y="46"/>
                        <a:pt x="2" y="51"/>
                      </a:cubicBezTo>
                      <a:cubicBezTo>
                        <a:pt x="4" y="51"/>
                        <a:pt x="4" y="53"/>
                        <a:pt x="6" y="53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1600"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23" name="Freeform 139">
                  <a:extLst>
                    <a:ext uri="{FF2B5EF4-FFF2-40B4-BE49-F238E27FC236}">
                      <a16:creationId xmlns:a16="http://schemas.microsoft.com/office/drawing/2014/main" id="{8FE702DC-42B1-7F1A-CB56-07DCBF98956B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499226" y="11152188"/>
                  <a:ext cx="509588" cy="349250"/>
                </a:xfrm>
                <a:custGeom>
                  <a:avLst/>
                  <a:gdLst>
                    <a:gd name="T0" fmla="*/ 255 w 321"/>
                    <a:gd name="T1" fmla="*/ 3 h 220"/>
                    <a:gd name="T2" fmla="*/ 255 w 321"/>
                    <a:gd name="T3" fmla="*/ 3 h 220"/>
                    <a:gd name="T4" fmla="*/ 255 w 321"/>
                    <a:gd name="T5" fmla="*/ 3 h 220"/>
                    <a:gd name="T6" fmla="*/ 65 w 321"/>
                    <a:gd name="T7" fmla="*/ 3 h 220"/>
                    <a:gd name="T8" fmla="*/ 65 w 321"/>
                    <a:gd name="T9" fmla="*/ 3 h 220"/>
                    <a:gd name="T10" fmla="*/ 65 w 321"/>
                    <a:gd name="T11" fmla="*/ 3 h 220"/>
                    <a:gd name="T12" fmla="*/ 65 w 321"/>
                    <a:gd name="T13" fmla="*/ 0 h 220"/>
                    <a:gd name="T14" fmla="*/ 0 w 321"/>
                    <a:gd name="T15" fmla="*/ 0 h 220"/>
                    <a:gd name="T16" fmla="*/ 0 w 321"/>
                    <a:gd name="T17" fmla="*/ 29 h 220"/>
                    <a:gd name="T18" fmla="*/ 65 w 321"/>
                    <a:gd name="T19" fmla="*/ 29 h 220"/>
                    <a:gd name="T20" fmla="*/ 65 w 321"/>
                    <a:gd name="T21" fmla="*/ 29 h 220"/>
                    <a:gd name="T22" fmla="*/ 147 w 321"/>
                    <a:gd name="T23" fmla="*/ 109 h 220"/>
                    <a:gd name="T24" fmla="*/ 65 w 321"/>
                    <a:gd name="T25" fmla="*/ 194 h 220"/>
                    <a:gd name="T26" fmla="*/ 65 w 321"/>
                    <a:gd name="T27" fmla="*/ 194 h 220"/>
                    <a:gd name="T28" fmla="*/ 0 w 321"/>
                    <a:gd name="T29" fmla="*/ 194 h 220"/>
                    <a:gd name="T30" fmla="*/ 0 w 321"/>
                    <a:gd name="T31" fmla="*/ 220 h 220"/>
                    <a:gd name="T32" fmla="*/ 65 w 321"/>
                    <a:gd name="T33" fmla="*/ 220 h 220"/>
                    <a:gd name="T34" fmla="*/ 65 w 321"/>
                    <a:gd name="T35" fmla="*/ 218 h 220"/>
                    <a:gd name="T36" fmla="*/ 65 w 321"/>
                    <a:gd name="T37" fmla="*/ 218 h 220"/>
                    <a:gd name="T38" fmla="*/ 255 w 321"/>
                    <a:gd name="T39" fmla="*/ 218 h 220"/>
                    <a:gd name="T40" fmla="*/ 255 w 321"/>
                    <a:gd name="T41" fmla="*/ 220 h 220"/>
                    <a:gd name="T42" fmla="*/ 321 w 321"/>
                    <a:gd name="T43" fmla="*/ 220 h 220"/>
                    <a:gd name="T44" fmla="*/ 321 w 321"/>
                    <a:gd name="T45" fmla="*/ 194 h 220"/>
                    <a:gd name="T46" fmla="*/ 255 w 321"/>
                    <a:gd name="T47" fmla="*/ 194 h 220"/>
                    <a:gd name="T48" fmla="*/ 255 w 321"/>
                    <a:gd name="T49" fmla="*/ 194 h 220"/>
                    <a:gd name="T50" fmla="*/ 173 w 321"/>
                    <a:gd name="T51" fmla="*/ 109 h 220"/>
                    <a:gd name="T52" fmla="*/ 255 w 321"/>
                    <a:gd name="T53" fmla="*/ 29 h 220"/>
                    <a:gd name="T54" fmla="*/ 255 w 321"/>
                    <a:gd name="T55" fmla="*/ 29 h 220"/>
                    <a:gd name="T56" fmla="*/ 321 w 321"/>
                    <a:gd name="T57" fmla="*/ 29 h 220"/>
                    <a:gd name="T58" fmla="*/ 321 w 321"/>
                    <a:gd name="T59" fmla="*/ 0 h 220"/>
                    <a:gd name="T60" fmla="*/ 255 w 321"/>
                    <a:gd name="T61" fmla="*/ 0 h 220"/>
                    <a:gd name="T62" fmla="*/ 255 w 321"/>
                    <a:gd name="T63" fmla="*/ 3 h 220"/>
                    <a:gd name="T64" fmla="*/ 255 w 321"/>
                    <a:gd name="T65" fmla="*/ 3 h 220"/>
                    <a:gd name="T66" fmla="*/ 255 w 321"/>
                    <a:gd name="T67" fmla="*/ 3 h 220"/>
                    <a:gd name="T68" fmla="*/ 229 w 321"/>
                    <a:gd name="T69" fmla="*/ 199 h 220"/>
                    <a:gd name="T70" fmla="*/ 87 w 321"/>
                    <a:gd name="T71" fmla="*/ 199 h 220"/>
                    <a:gd name="T72" fmla="*/ 159 w 321"/>
                    <a:gd name="T73" fmla="*/ 123 h 220"/>
                    <a:gd name="T74" fmla="*/ 229 w 321"/>
                    <a:gd name="T75" fmla="*/ 199 h 220"/>
                    <a:gd name="T76" fmla="*/ 229 w 321"/>
                    <a:gd name="T77" fmla="*/ 199 h 220"/>
                    <a:gd name="T78" fmla="*/ 229 w 321"/>
                    <a:gd name="T79" fmla="*/ 199 h 220"/>
                    <a:gd name="T80" fmla="*/ 159 w 321"/>
                    <a:gd name="T81" fmla="*/ 98 h 220"/>
                    <a:gd name="T82" fmla="*/ 87 w 321"/>
                    <a:gd name="T83" fmla="*/ 23 h 220"/>
                    <a:gd name="T84" fmla="*/ 229 w 321"/>
                    <a:gd name="T85" fmla="*/ 23 h 220"/>
                    <a:gd name="T86" fmla="*/ 159 w 321"/>
                    <a:gd name="T87" fmla="*/ 98 h 220"/>
                    <a:gd name="T88" fmla="*/ 159 w 321"/>
                    <a:gd name="T89" fmla="*/ 98 h 220"/>
                    <a:gd name="T90" fmla="*/ 159 w 321"/>
                    <a:gd name="T91" fmla="*/ 98 h 2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</a:cxnLst>
                  <a:rect l="0" t="0" r="r" b="b"/>
                  <a:pathLst>
                    <a:path w="321" h="220">
                      <a:moveTo>
                        <a:pt x="255" y="3"/>
                      </a:moveTo>
                      <a:lnTo>
                        <a:pt x="255" y="3"/>
                      </a:lnTo>
                      <a:lnTo>
                        <a:pt x="255" y="3"/>
                      </a:lnTo>
                      <a:lnTo>
                        <a:pt x="65" y="3"/>
                      </a:lnTo>
                      <a:lnTo>
                        <a:pt x="65" y="3"/>
                      </a:lnTo>
                      <a:lnTo>
                        <a:pt x="65" y="3"/>
                      </a:lnTo>
                      <a:lnTo>
                        <a:pt x="65" y="0"/>
                      </a:lnTo>
                      <a:lnTo>
                        <a:pt x="0" y="0"/>
                      </a:lnTo>
                      <a:lnTo>
                        <a:pt x="0" y="29"/>
                      </a:lnTo>
                      <a:lnTo>
                        <a:pt x="65" y="29"/>
                      </a:lnTo>
                      <a:lnTo>
                        <a:pt x="65" y="29"/>
                      </a:lnTo>
                      <a:lnTo>
                        <a:pt x="147" y="109"/>
                      </a:lnTo>
                      <a:lnTo>
                        <a:pt x="65" y="194"/>
                      </a:lnTo>
                      <a:lnTo>
                        <a:pt x="65" y="194"/>
                      </a:lnTo>
                      <a:lnTo>
                        <a:pt x="0" y="194"/>
                      </a:lnTo>
                      <a:lnTo>
                        <a:pt x="0" y="220"/>
                      </a:lnTo>
                      <a:lnTo>
                        <a:pt x="65" y="220"/>
                      </a:lnTo>
                      <a:lnTo>
                        <a:pt x="65" y="218"/>
                      </a:lnTo>
                      <a:lnTo>
                        <a:pt x="65" y="218"/>
                      </a:lnTo>
                      <a:lnTo>
                        <a:pt x="255" y="218"/>
                      </a:lnTo>
                      <a:lnTo>
                        <a:pt x="255" y="220"/>
                      </a:lnTo>
                      <a:lnTo>
                        <a:pt x="321" y="220"/>
                      </a:lnTo>
                      <a:lnTo>
                        <a:pt x="321" y="194"/>
                      </a:lnTo>
                      <a:lnTo>
                        <a:pt x="255" y="194"/>
                      </a:lnTo>
                      <a:lnTo>
                        <a:pt x="255" y="194"/>
                      </a:lnTo>
                      <a:lnTo>
                        <a:pt x="173" y="109"/>
                      </a:lnTo>
                      <a:lnTo>
                        <a:pt x="255" y="29"/>
                      </a:lnTo>
                      <a:lnTo>
                        <a:pt x="255" y="29"/>
                      </a:lnTo>
                      <a:lnTo>
                        <a:pt x="321" y="29"/>
                      </a:lnTo>
                      <a:lnTo>
                        <a:pt x="321" y="0"/>
                      </a:lnTo>
                      <a:lnTo>
                        <a:pt x="255" y="0"/>
                      </a:lnTo>
                      <a:lnTo>
                        <a:pt x="255" y="3"/>
                      </a:lnTo>
                      <a:lnTo>
                        <a:pt x="255" y="3"/>
                      </a:lnTo>
                      <a:lnTo>
                        <a:pt x="255" y="3"/>
                      </a:lnTo>
                      <a:close/>
                      <a:moveTo>
                        <a:pt x="229" y="199"/>
                      </a:moveTo>
                      <a:lnTo>
                        <a:pt x="87" y="199"/>
                      </a:lnTo>
                      <a:lnTo>
                        <a:pt x="159" y="123"/>
                      </a:lnTo>
                      <a:lnTo>
                        <a:pt x="229" y="199"/>
                      </a:lnTo>
                      <a:lnTo>
                        <a:pt x="229" y="199"/>
                      </a:lnTo>
                      <a:lnTo>
                        <a:pt x="229" y="199"/>
                      </a:lnTo>
                      <a:close/>
                      <a:moveTo>
                        <a:pt x="159" y="98"/>
                      </a:moveTo>
                      <a:lnTo>
                        <a:pt x="87" y="23"/>
                      </a:lnTo>
                      <a:lnTo>
                        <a:pt x="229" y="23"/>
                      </a:lnTo>
                      <a:lnTo>
                        <a:pt x="159" y="98"/>
                      </a:lnTo>
                      <a:lnTo>
                        <a:pt x="159" y="98"/>
                      </a:lnTo>
                      <a:lnTo>
                        <a:pt x="159" y="98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1600"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1936" name="그룹 1935">
              <a:extLst>
                <a:ext uri="{FF2B5EF4-FFF2-40B4-BE49-F238E27FC236}">
                  <a16:creationId xmlns:a16="http://schemas.microsoft.com/office/drawing/2014/main" id="{976EDB70-8357-4067-A5BB-5DD3F5DA0069}"/>
                </a:ext>
              </a:extLst>
            </p:cNvPr>
            <p:cNvGrpSpPr/>
            <p:nvPr/>
          </p:nvGrpSpPr>
          <p:grpSpPr>
            <a:xfrm>
              <a:off x="3947294" y="1820235"/>
              <a:ext cx="803265" cy="131168"/>
              <a:chOff x="3723244" y="3642406"/>
              <a:chExt cx="1093034" cy="284690"/>
            </a:xfrm>
          </p:grpSpPr>
          <p:cxnSp>
            <p:nvCxnSpPr>
              <p:cNvPr id="1937" name="직선 연결선 4147">
                <a:extLst>
                  <a:ext uri="{FF2B5EF4-FFF2-40B4-BE49-F238E27FC236}">
                    <a16:creationId xmlns:a16="http://schemas.microsoft.com/office/drawing/2014/main" id="{80AE8507-6B80-8BD4-0533-6B0474317178}"/>
                  </a:ext>
                </a:extLst>
              </p:cNvPr>
              <p:cNvCxnSpPr/>
              <p:nvPr/>
            </p:nvCxnSpPr>
            <p:spPr>
              <a:xfrm>
                <a:off x="3909056" y="3786853"/>
                <a:ext cx="306000" cy="0"/>
              </a:xfrm>
              <a:prstGeom prst="line">
                <a:avLst/>
              </a:prstGeom>
              <a:ln w="57150" cmpd="dbl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38" name="원호 4148">
                <a:extLst>
                  <a:ext uri="{FF2B5EF4-FFF2-40B4-BE49-F238E27FC236}">
                    <a16:creationId xmlns:a16="http://schemas.microsoft.com/office/drawing/2014/main" id="{E0DF515C-DD3F-F371-1DD8-77BE9F800E01}"/>
                  </a:ext>
                </a:extLst>
              </p:cNvPr>
              <p:cNvSpPr/>
              <p:nvPr/>
            </p:nvSpPr>
            <p:spPr>
              <a:xfrm>
                <a:off x="4045044" y="3745779"/>
                <a:ext cx="34023" cy="82148"/>
              </a:xfrm>
              <a:prstGeom prst="arc">
                <a:avLst>
                  <a:gd name="adj1" fmla="val 13028058"/>
                  <a:gd name="adj2" fmla="val 8838978"/>
                </a:avLst>
              </a:prstGeom>
              <a:grpFill/>
              <a:ln w="9525">
                <a:solidFill>
                  <a:schemeClr val="tx1">
                    <a:lumMod val="50000"/>
                    <a:lumOff val="50000"/>
                  </a:schemeClr>
                </a:solidFill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lIns="83969" tIns="41985" rIns="83969" bIns="41985"/>
              <a:lstStyle/>
              <a:p>
                <a:pPr latinLnBrk="0"/>
                <a:endParaRPr lang="ko-KR" altLang="en-US" sz="1600" b="1">
                  <a:ln>
                    <a:solidFill>
                      <a:schemeClr val="tx1">
                        <a:alpha val="0"/>
                      </a:schemeClr>
                    </a:solidFill>
                  </a:ln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1939" name="Freeform 232">
                <a:extLst>
                  <a:ext uri="{FF2B5EF4-FFF2-40B4-BE49-F238E27FC236}">
                    <a16:creationId xmlns:a16="http://schemas.microsoft.com/office/drawing/2014/main" id="{85D019A5-C024-9133-1F92-C1D9D4EBD6F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76192" y="3692452"/>
                <a:ext cx="108915" cy="86307"/>
              </a:xfrm>
              <a:custGeom>
                <a:avLst/>
                <a:gdLst>
                  <a:gd name="T0" fmla="*/ 238 w 238"/>
                  <a:gd name="T1" fmla="*/ 26 h 185"/>
                  <a:gd name="T2" fmla="*/ 238 w 238"/>
                  <a:gd name="T3" fmla="*/ 0 h 185"/>
                  <a:gd name="T4" fmla="*/ 184 w 238"/>
                  <a:gd name="T5" fmla="*/ 0 h 185"/>
                  <a:gd name="T6" fmla="*/ 184 w 238"/>
                  <a:gd name="T7" fmla="*/ 8 h 185"/>
                  <a:gd name="T8" fmla="*/ 52 w 238"/>
                  <a:gd name="T9" fmla="*/ 8 h 185"/>
                  <a:gd name="T10" fmla="*/ 52 w 238"/>
                  <a:gd name="T11" fmla="*/ 0 h 185"/>
                  <a:gd name="T12" fmla="*/ 0 w 238"/>
                  <a:gd name="T13" fmla="*/ 0 h 185"/>
                  <a:gd name="T14" fmla="*/ 0 w 238"/>
                  <a:gd name="T15" fmla="*/ 26 h 185"/>
                  <a:gd name="T16" fmla="*/ 22 w 238"/>
                  <a:gd name="T17" fmla="*/ 26 h 185"/>
                  <a:gd name="T18" fmla="*/ 22 w 238"/>
                  <a:gd name="T19" fmla="*/ 159 h 185"/>
                  <a:gd name="T20" fmla="*/ 0 w 238"/>
                  <a:gd name="T21" fmla="*/ 159 h 185"/>
                  <a:gd name="T22" fmla="*/ 0 w 238"/>
                  <a:gd name="T23" fmla="*/ 185 h 185"/>
                  <a:gd name="T24" fmla="*/ 52 w 238"/>
                  <a:gd name="T25" fmla="*/ 185 h 185"/>
                  <a:gd name="T26" fmla="*/ 52 w 238"/>
                  <a:gd name="T27" fmla="*/ 177 h 185"/>
                  <a:gd name="T28" fmla="*/ 184 w 238"/>
                  <a:gd name="T29" fmla="*/ 177 h 185"/>
                  <a:gd name="T30" fmla="*/ 184 w 238"/>
                  <a:gd name="T31" fmla="*/ 185 h 185"/>
                  <a:gd name="T32" fmla="*/ 238 w 238"/>
                  <a:gd name="T33" fmla="*/ 185 h 185"/>
                  <a:gd name="T34" fmla="*/ 238 w 238"/>
                  <a:gd name="T35" fmla="*/ 159 h 185"/>
                  <a:gd name="T36" fmla="*/ 216 w 238"/>
                  <a:gd name="T37" fmla="*/ 159 h 185"/>
                  <a:gd name="T38" fmla="*/ 216 w 238"/>
                  <a:gd name="T39" fmla="*/ 26 h 185"/>
                  <a:gd name="T40" fmla="*/ 238 w 238"/>
                  <a:gd name="T41" fmla="*/ 26 h 185"/>
                  <a:gd name="T42" fmla="*/ 52 w 238"/>
                  <a:gd name="T43" fmla="*/ 26 h 185"/>
                  <a:gd name="T44" fmla="*/ 52 w 238"/>
                  <a:gd name="T45" fmla="*/ 18 h 185"/>
                  <a:gd name="T46" fmla="*/ 184 w 238"/>
                  <a:gd name="T47" fmla="*/ 18 h 185"/>
                  <a:gd name="T48" fmla="*/ 184 w 238"/>
                  <a:gd name="T49" fmla="*/ 26 h 185"/>
                  <a:gd name="T50" fmla="*/ 188 w 238"/>
                  <a:gd name="T51" fmla="*/ 26 h 185"/>
                  <a:gd name="T52" fmla="*/ 118 w 238"/>
                  <a:gd name="T53" fmla="*/ 86 h 185"/>
                  <a:gd name="T54" fmla="*/ 48 w 238"/>
                  <a:gd name="T55" fmla="*/ 26 h 185"/>
                  <a:gd name="T56" fmla="*/ 52 w 238"/>
                  <a:gd name="T57" fmla="*/ 26 h 185"/>
                  <a:gd name="T58" fmla="*/ 30 w 238"/>
                  <a:gd name="T59" fmla="*/ 159 h 185"/>
                  <a:gd name="T60" fmla="*/ 30 w 238"/>
                  <a:gd name="T61" fmla="*/ 26 h 185"/>
                  <a:gd name="T62" fmla="*/ 34 w 238"/>
                  <a:gd name="T63" fmla="*/ 26 h 185"/>
                  <a:gd name="T64" fmla="*/ 112 w 238"/>
                  <a:gd name="T65" fmla="*/ 92 h 185"/>
                  <a:gd name="T66" fmla="*/ 34 w 238"/>
                  <a:gd name="T67" fmla="*/ 159 h 185"/>
                  <a:gd name="T68" fmla="*/ 30 w 238"/>
                  <a:gd name="T69" fmla="*/ 159 h 185"/>
                  <a:gd name="T70" fmla="*/ 184 w 238"/>
                  <a:gd name="T71" fmla="*/ 159 h 185"/>
                  <a:gd name="T72" fmla="*/ 184 w 238"/>
                  <a:gd name="T73" fmla="*/ 167 h 185"/>
                  <a:gd name="T74" fmla="*/ 52 w 238"/>
                  <a:gd name="T75" fmla="*/ 167 h 185"/>
                  <a:gd name="T76" fmla="*/ 52 w 238"/>
                  <a:gd name="T77" fmla="*/ 159 h 185"/>
                  <a:gd name="T78" fmla="*/ 48 w 238"/>
                  <a:gd name="T79" fmla="*/ 159 h 185"/>
                  <a:gd name="T80" fmla="*/ 118 w 238"/>
                  <a:gd name="T81" fmla="*/ 98 h 185"/>
                  <a:gd name="T82" fmla="*/ 188 w 238"/>
                  <a:gd name="T83" fmla="*/ 159 h 185"/>
                  <a:gd name="T84" fmla="*/ 184 w 238"/>
                  <a:gd name="T85" fmla="*/ 159 h 185"/>
                  <a:gd name="T86" fmla="*/ 206 w 238"/>
                  <a:gd name="T87" fmla="*/ 159 h 185"/>
                  <a:gd name="T88" fmla="*/ 202 w 238"/>
                  <a:gd name="T89" fmla="*/ 159 h 185"/>
                  <a:gd name="T90" fmla="*/ 126 w 238"/>
                  <a:gd name="T91" fmla="*/ 92 h 185"/>
                  <a:gd name="T92" fmla="*/ 202 w 238"/>
                  <a:gd name="T93" fmla="*/ 26 h 185"/>
                  <a:gd name="T94" fmla="*/ 206 w 238"/>
                  <a:gd name="T95" fmla="*/ 26 h 185"/>
                  <a:gd name="T96" fmla="*/ 206 w 238"/>
                  <a:gd name="T97" fmla="*/ 159 h 1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38" h="185">
                    <a:moveTo>
                      <a:pt x="238" y="26"/>
                    </a:moveTo>
                    <a:lnTo>
                      <a:pt x="238" y="0"/>
                    </a:lnTo>
                    <a:lnTo>
                      <a:pt x="184" y="0"/>
                    </a:lnTo>
                    <a:lnTo>
                      <a:pt x="184" y="8"/>
                    </a:lnTo>
                    <a:lnTo>
                      <a:pt x="52" y="8"/>
                    </a:lnTo>
                    <a:lnTo>
                      <a:pt x="52" y="0"/>
                    </a:lnTo>
                    <a:lnTo>
                      <a:pt x="0" y="0"/>
                    </a:lnTo>
                    <a:lnTo>
                      <a:pt x="0" y="26"/>
                    </a:lnTo>
                    <a:lnTo>
                      <a:pt x="22" y="26"/>
                    </a:lnTo>
                    <a:lnTo>
                      <a:pt x="22" y="159"/>
                    </a:lnTo>
                    <a:lnTo>
                      <a:pt x="0" y="159"/>
                    </a:lnTo>
                    <a:lnTo>
                      <a:pt x="0" y="185"/>
                    </a:lnTo>
                    <a:lnTo>
                      <a:pt x="52" y="185"/>
                    </a:lnTo>
                    <a:lnTo>
                      <a:pt x="52" y="177"/>
                    </a:lnTo>
                    <a:lnTo>
                      <a:pt x="184" y="177"/>
                    </a:lnTo>
                    <a:lnTo>
                      <a:pt x="184" y="185"/>
                    </a:lnTo>
                    <a:lnTo>
                      <a:pt x="238" y="185"/>
                    </a:lnTo>
                    <a:lnTo>
                      <a:pt x="238" y="159"/>
                    </a:lnTo>
                    <a:lnTo>
                      <a:pt x="216" y="159"/>
                    </a:lnTo>
                    <a:lnTo>
                      <a:pt x="216" y="26"/>
                    </a:lnTo>
                    <a:lnTo>
                      <a:pt x="238" y="26"/>
                    </a:lnTo>
                    <a:close/>
                    <a:moveTo>
                      <a:pt x="52" y="26"/>
                    </a:moveTo>
                    <a:lnTo>
                      <a:pt x="52" y="18"/>
                    </a:lnTo>
                    <a:lnTo>
                      <a:pt x="184" y="18"/>
                    </a:lnTo>
                    <a:lnTo>
                      <a:pt x="184" y="26"/>
                    </a:lnTo>
                    <a:lnTo>
                      <a:pt x="188" y="26"/>
                    </a:lnTo>
                    <a:lnTo>
                      <a:pt x="118" y="86"/>
                    </a:lnTo>
                    <a:lnTo>
                      <a:pt x="48" y="26"/>
                    </a:lnTo>
                    <a:lnTo>
                      <a:pt x="52" y="26"/>
                    </a:lnTo>
                    <a:close/>
                    <a:moveTo>
                      <a:pt x="30" y="159"/>
                    </a:moveTo>
                    <a:lnTo>
                      <a:pt x="30" y="26"/>
                    </a:lnTo>
                    <a:lnTo>
                      <a:pt x="34" y="26"/>
                    </a:lnTo>
                    <a:lnTo>
                      <a:pt x="112" y="92"/>
                    </a:lnTo>
                    <a:lnTo>
                      <a:pt x="34" y="159"/>
                    </a:lnTo>
                    <a:lnTo>
                      <a:pt x="30" y="159"/>
                    </a:lnTo>
                    <a:close/>
                    <a:moveTo>
                      <a:pt x="184" y="159"/>
                    </a:moveTo>
                    <a:lnTo>
                      <a:pt x="184" y="167"/>
                    </a:lnTo>
                    <a:lnTo>
                      <a:pt x="52" y="167"/>
                    </a:lnTo>
                    <a:lnTo>
                      <a:pt x="52" y="159"/>
                    </a:lnTo>
                    <a:lnTo>
                      <a:pt x="48" y="159"/>
                    </a:lnTo>
                    <a:lnTo>
                      <a:pt x="118" y="98"/>
                    </a:lnTo>
                    <a:lnTo>
                      <a:pt x="188" y="159"/>
                    </a:lnTo>
                    <a:lnTo>
                      <a:pt x="184" y="159"/>
                    </a:lnTo>
                    <a:close/>
                    <a:moveTo>
                      <a:pt x="206" y="159"/>
                    </a:moveTo>
                    <a:lnTo>
                      <a:pt x="202" y="159"/>
                    </a:lnTo>
                    <a:lnTo>
                      <a:pt x="126" y="92"/>
                    </a:lnTo>
                    <a:lnTo>
                      <a:pt x="202" y="26"/>
                    </a:lnTo>
                    <a:lnTo>
                      <a:pt x="206" y="26"/>
                    </a:lnTo>
                    <a:lnTo>
                      <a:pt x="206" y="15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atinLnBrk="0"/>
                <a:endParaRPr lang="ko-KR" altLang="en-US" sz="1600"/>
              </a:p>
            </p:txBody>
          </p:sp>
          <p:cxnSp>
            <p:nvCxnSpPr>
              <p:cNvPr id="1940" name="직선 연결선 4150">
                <a:extLst>
                  <a:ext uri="{FF2B5EF4-FFF2-40B4-BE49-F238E27FC236}">
                    <a16:creationId xmlns:a16="http://schemas.microsoft.com/office/drawing/2014/main" id="{B0141B2F-8A47-9A6C-1E58-0B60FFEE85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51156" y="3789267"/>
                <a:ext cx="360000" cy="0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41" name="Freeform 111">
                <a:extLst>
                  <a:ext uri="{FF2B5EF4-FFF2-40B4-BE49-F238E27FC236}">
                    <a16:creationId xmlns:a16="http://schemas.microsoft.com/office/drawing/2014/main" id="{B9485843-29F9-F6E0-0CDF-4B54DFA4CEC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95411" y="3680563"/>
                <a:ext cx="211797" cy="208169"/>
              </a:xfrm>
              <a:custGeom>
                <a:avLst/>
                <a:gdLst>
                  <a:gd name="T0" fmla="*/ 0 w 472"/>
                  <a:gd name="T1" fmla="*/ 5 h 465"/>
                  <a:gd name="T2" fmla="*/ 3 w 472"/>
                  <a:gd name="T3" fmla="*/ 0 h 465"/>
                  <a:gd name="T4" fmla="*/ 135 w 472"/>
                  <a:gd name="T5" fmla="*/ 0 h 465"/>
                  <a:gd name="T6" fmla="*/ 135 w 472"/>
                  <a:gd name="T7" fmla="*/ 104 h 465"/>
                  <a:gd name="T8" fmla="*/ 0 w 472"/>
                  <a:gd name="T9" fmla="*/ 104 h 465"/>
                  <a:gd name="T10" fmla="*/ 0 w 472"/>
                  <a:gd name="T11" fmla="*/ 5 h 465"/>
                  <a:gd name="T12" fmla="*/ 0 w 472"/>
                  <a:gd name="T13" fmla="*/ 124 h 465"/>
                  <a:gd name="T14" fmla="*/ 145 w 472"/>
                  <a:gd name="T15" fmla="*/ 124 h 465"/>
                  <a:gd name="T16" fmla="*/ 337 w 472"/>
                  <a:gd name="T17" fmla="*/ 124 h 465"/>
                  <a:gd name="T18" fmla="*/ 337 w 472"/>
                  <a:gd name="T19" fmla="*/ 223 h 465"/>
                  <a:gd name="T20" fmla="*/ 145 w 472"/>
                  <a:gd name="T21" fmla="*/ 223 h 465"/>
                  <a:gd name="T22" fmla="*/ 0 w 472"/>
                  <a:gd name="T23" fmla="*/ 223 h 465"/>
                  <a:gd name="T24" fmla="*/ 0 w 472"/>
                  <a:gd name="T25" fmla="*/ 124 h 465"/>
                  <a:gd name="T26" fmla="*/ 0 w 472"/>
                  <a:gd name="T27" fmla="*/ 243 h 465"/>
                  <a:gd name="T28" fmla="*/ 135 w 472"/>
                  <a:gd name="T29" fmla="*/ 243 h 465"/>
                  <a:gd name="T30" fmla="*/ 135 w 472"/>
                  <a:gd name="T31" fmla="*/ 344 h 465"/>
                  <a:gd name="T32" fmla="*/ 0 w 472"/>
                  <a:gd name="T33" fmla="*/ 344 h 465"/>
                  <a:gd name="T34" fmla="*/ 0 w 472"/>
                  <a:gd name="T35" fmla="*/ 243 h 465"/>
                  <a:gd name="T36" fmla="*/ 337 w 472"/>
                  <a:gd name="T37" fmla="*/ 465 h 465"/>
                  <a:gd name="T38" fmla="*/ 3 w 472"/>
                  <a:gd name="T39" fmla="*/ 465 h 465"/>
                  <a:gd name="T40" fmla="*/ 0 w 472"/>
                  <a:gd name="T41" fmla="*/ 460 h 465"/>
                  <a:gd name="T42" fmla="*/ 0 w 472"/>
                  <a:gd name="T43" fmla="*/ 364 h 465"/>
                  <a:gd name="T44" fmla="*/ 145 w 472"/>
                  <a:gd name="T45" fmla="*/ 364 h 465"/>
                  <a:gd name="T46" fmla="*/ 337 w 472"/>
                  <a:gd name="T47" fmla="*/ 364 h 465"/>
                  <a:gd name="T48" fmla="*/ 337 w 472"/>
                  <a:gd name="T49" fmla="*/ 465 h 465"/>
                  <a:gd name="T50" fmla="*/ 472 w 472"/>
                  <a:gd name="T51" fmla="*/ 458 h 465"/>
                  <a:gd name="T52" fmla="*/ 464 w 472"/>
                  <a:gd name="T53" fmla="*/ 465 h 465"/>
                  <a:gd name="T54" fmla="*/ 357 w 472"/>
                  <a:gd name="T55" fmla="*/ 465 h 465"/>
                  <a:gd name="T56" fmla="*/ 357 w 472"/>
                  <a:gd name="T57" fmla="*/ 364 h 465"/>
                  <a:gd name="T58" fmla="*/ 472 w 472"/>
                  <a:gd name="T59" fmla="*/ 364 h 465"/>
                  <a:gd name="T60" fmla="*/ 472 w 472"/>
                  <a:gd name="T61" fmla="*/ 458 h 465"/>
                  <a:gd name="T62" fmla="*/ 472 w 472"/>
                  <a:gd name="T63" fmla="*/ 344 h 465"/>
                  <a:gd name="T64" fmla="*/ 347 w 472"/>
                  <a:gd name="T65" fmla="*/ 344 h 465"/>
                  <a:gd name="T66" fmla="*/ 155 w 472"/>
                  <a:gd name="T67" fmla="*/ 344 h 465"/>
                  <a:gd name="T68" fmla="*/ 155 w 472"/>
                  <a:gd name="T69" fmla="*/ 243 h 465"/>
                  <a:gd name="T70" fmla="*/ 472 w 472"/>
                  <a:gd name="T71" fmla="*/ 243 h 465"/>
                  <a:gd name="T72" fmla="*/ 472 w 472"/>
                  <a:gd name="T73" fmla="*/ 344 h 465"/>
                  <a:gd name="T74" fmla="*/ 472 w 472"/>
                  <a:gd name="T75" fmla="*/ 223 h 465"/>
                  <a:gd name="T76" fmla="*/ 357 w 472"/>
                  <a:gd name="T77" fmla="*/ 223 h 465"/>
                  <a:gd name="T78" fmla="*/ 357 w 472"/>
                  <a:gd name="T79" fmla="*/ 124 h 465"/>
                  <a:gd name="T80" fmla="*/ 472 w 472"/>
                  <a:gd name="T81" fmla="*/ 124 h 465"/>
                  <a:gd name="T82" fmla="*/ 472 w 472"/>
                  <a:gd name="T83" fmla="*/ 223 h 465"/>
                  <a:gd name="T84" fmla="*/ 472 w 472"/>
                  <a:gd name="T85" fmla="*/ 104 h 465"/>
                  <a:gd name="T86" fmla="*/ 347 w 472"/>
                  <a:gd name="T87" fmla="*/ 104 h 465"/>
                  <a:gd name="T88" fmla="*/ 155 w 472"/>
                  <a:gd name="T89" fmla="*/ 104 h 465"/>
                  <a:gd name="T90" fmla="*/ 155 w 472"/>
                  <a:gd name="T91" fmla="*/ 0 h 465"/>
                  <a:gd name="T92" fmla="*/ 205 w 472"/>
                  <a:gd name="T93" fmla="*/ 0 h 465"/>
                  <a:gd name="T94" fmla="*/ 213 w 472"/>
                  <a:gd name="T95" fmla="*/ 0 h 465"/>
                  <a:gd name="T96" fmla="*/ 469 w 472"/>
                  <a:gd name="T97" fmla="*/ 0 h 465"/>
                  <a:gd name="T98" fmla="*/ 472 w 472"/>
                  <a:gd name="T99" fmla="*/ 5 h 465"/>
                  <a:gd name="T100" fmla="*/ 472 w 472"/>
                  <a:gd name="T101" fmla="*/ 104 h 4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472" h="465">
                    <a:moveTo>
                      <a:pt x="0" y="5"/>
                    </a:moveTo>
                    <a:cubicBezTo>
                      <a:pt x="0" y="3"/>
                      <a:pt x="0" y="0"/>
                      <a:pt x="3" y="0"/>
                    </a:cubicBezTo>
                    <a:cubicBezTo>
                      <a:pt x="135" y="0"/>
                      <a:pt x="135" y="0"/>
                      <a:pt x="135" y="0"/>
                    </a:cubicBezTo>
                    <a:cubicBezTo>
                      <a:pt x="135" y="104"/>
                      <a:pt x="135" y="104"/>
                      <a:pt x="135" y="104"/>
                    </a:cubicBezTo>
                    <a:cubicBezTo>
                      <a:pt x="0" y="104"/>
                      <a:pt x="0" y="104"/>
                      <a:pt x="0" y="104"/>
                    </a:cubicBezTo>
                    <a:lnTo>
                      <a:pt x="0" y="5"/>
                    </a:lnTo>
                    <a:close/>
                    <a:moveTo>
                      <a:pt x="0" y="124"/>
                    </a:moveTo>
                    <a:cubicBezTo>
                      <a:pt x="145" y="124"/>
                      <a:pt x="145" y="124"/>
                      <a:pt x="145" y="124"/>
                    </a:cubicBezTo>
                    <a:cubicBezTo>
                      <a:pt x="337" y="124"/>
                      <a:pt x="337" y="124"/>
                      <a:pt x="337" y="124"/>
                    </a:cubicBezTo>
                    <a:cubicBezTo>
                      <a:pt x="337" y="223"/>
                      <a:pt x="337" y="223"/>
                      <a:pt x="337" y="223"/>
                    </a:cubicBezTo>
                    <a:cubicBezTo>
                      <a:pt x="145" y="223"/>
                      <a:pt x="145" y="223"/>
                      <a:pt x="145" y="223"/>
                    </a:cubicBezTo>
                    <a:cubicBezTo>
                      <a:pt x="0" y="223"/>
                      <a:pt x="0" y="223"/>
                      <a:pt x="0" y="223"/>
                    </a:cubicBezTo>
                    <a:cubicBezTo>
                      <a:pt x="0" y="124"/>
                      <a:pt x="0" y="124"/>
                      <a:pt x="0" y="124"/>
                    </a:cubicBezTo>
                    <a:close/>
                    <a:moveTo>
                      <a:pt x="0" y="243"/>
                    </a:moveTo>
                    <a:cubicBezTo>
                      <a:pt x="135" y="243"/>
                      <a:pt x="135" y="243"/>
                      <a:pt x="135" y="243"/>
                    </a:cubicBezTo>
                    <a:cubicBezTo>
                      <a:pt x="135" y="344"/>
                      <a:pt x="135" y="344"/>
                      <a:pt x="135" y="344"/>
                    </a:cubicBezTo>
                    <a:cubicBezTo>
                      <a:pt x="0" y="344"/>
                      <a:pt x="0" y="344"/>
                      <a:pt x="0" y="344"/>
                    </a:cubicBezTo>
                    <a:cubicBezTo>
                      <a:pt x="0" y="243"/>
                      <a:pt x="0" y="243"/>
                      <a:pt x="0" y="243"/>
                    </a:cubicBezTo>
                    <a:close/>
                    <a:moveTo>
                      <a:pt x="337" y="465"/>
                    </a:moveTo>
                    <a:cubicBezTo>
                      <a:pt x="3" y="465"/>
                      <a:pt x="3" y="465"/>
                      <a:pt x="3" y="465"/>
                    </a:cubicBezTo>
                    <a:cubicBezTo>
                      <a:pt x="0" y="465"/>
                      <a:pt x="0" y="463"/>
                      <a:pt x="0" y="460"/>
                    </a:cubicBezTo>
                    <a:cubicBezTo>
                      <a:pt x="0" y="364"/>
                      <a:pt x="0" y="364"/>
                      <a:pt x="0" y="364"/>
                    </a:cubicBezTo>
                    <a:cubicBezTo>
                      <a:pt x="145" y="364"/>
                      <a:pt x="145" y="364"/>
                      <a:pt x="145" y="364"/>
                    </a:cubicBezTo>
                    <a:cubicBezTo>
                      <a:pt x="337" y="364"/>
                      <a:pt x="337" y="364"/>
                      <a:pt x="337" y="364"/>
                    </a:cubicBezTo>
                    <a:cubicBezTo>
                      <a:pt x="337" y="465"/>
                      <a:pt x="337" y="465"/>
                      <a:pt x="337" y="465"/>
                    </a:cubicBezTo>
                    <a:close/>
                    <a:moveTo>
                      <a:pt x="472" y="458"/>
                    </a:moveTo>
                    <a:cubicBezTo>
                      <a:pt x="464" y="465"/>
                      <a:pt x="464" y="465"/>
                      <a:pt x="464" y="465"/>
                    </a:cubicBezTo>
                    <a:cubicBezTo>
                      <a:pt x="357" y="465"/>
                      <a:pt x="357" y="465"/>
                      <a:pt x="357" y="465"/>
                    </a:cubicBezTo>
                    <a:cubicBezTo>
                      <a:pt x="357" y="364"/>
                      <a:pt x="357" y="364"/>
                      <a:pt x="357" y="364"/>
                    </a:cubicBezTo>
                    <a:cubicBezTo>
                      <a:pt x="472" y="364"/>
                      <a:pt x="472" y="364"/>
                      <a:pt x="472" y="364"/>
                    </a:cubicBezTo>
                    <a:lnTo>
                      <a:pt x="472" y="458"/>
                    </a:lnTo>
                    <a:close/>
                    <a:moveTo>
                      <a:pt x="472" y="344"/>
                    </a:moveTo>
                    <a:cubicBezTo>
                      <a:pt x="347" y="344"/>
                      <a:pt x="347" y="344"/>
                      <a:pt x="347" y="344"/>
                    </a:cubicBezTo>
                    <a:cubicBezTo>
                      <a:pt x="155" y="344"/>
                      <a:pt x="155" y="344"/>
                      <a:pt x="155" y="344"/>
                    </a:cubicBezTo>
                    <a:cubicBezTo>
                      <a:pt x="155" y="243"/>
                      <a:pt x="155" y="243"/>
                      <a:pt x="155" y="243"/>
                    </a:cubicBezTo>
                    <a:cubicBezTo>
                      <a:pt x="472" y="243"/>
                      <a:pt x="472" y="243"/>
                      <a:pt x="472" y="243"/>
                    </a:cubicBezTo>
                    <a:cubicBezTo>
                      <a:pt x="472" y="344"/>
                      <a:pt x="472" y="344"/>
                      <a:pt x="472" y="344"/>
                    </a:cubicBezTo>
                    <a:close/>
                    <a:moveTo>
                      <a:pt x="472" y="223"/>
                    </a:moveTo>
                    <a:cubicBezTo>
                      <a:pt x="357" y="223"/>
                      <a:pt x="357" y="223"/>
                      <a:pt x="357" y="223"/>
                    </a:cubicBezTo>
                    <a:cubicBezTo>
                      <a:pt x="357" y="124"/>
                      <a:pt x="357" y="124"/>
                      <a:pt x="357" y="124"/>
                    </a:cubicBezTo>
                    <a:cubicBezTo>
                      <a:pt x="472" y="124"/>
                      <a:pt x="472" y="124"/>
                      <a:pt x="472" y="124"/>
                    </a:cubicBezTo>
                    <a:cubicBezTo>
                      <a:pt x="472" y="223"/>
                      <a:pt x="472" y="223"/>
                      <a:pt x="472" y="223"/>
                    </a:cubicBezTo>
                    <a:close/>
                    <a:moveTo>
                      <a:pt x="472" y="104"/>
                    </a:moveTo>
                    <a:cubicBezTo>
                      <a:pt x="347" y="104"/>
                      <a:pt x="347" y="104"/>
                      <a:pt x="347" y="104"/>
                    </a:cubicBezTo>
                    <a:cubicBezTo>
                      <a:pt x="155" y="104"/>
                      <a:pt x="155" y="104"/>
                      <a:pt x="155" y="104"/>
                    </a:cubicBezTo>
                    <a:cubicBezTo>
                      <a:pt x="155" y="0"/>
                      <a:pt x="155" y="0"/>
                      <a:pt x="155" y="0"/>
                    </a:cubicBezTo>
                    <a:cubicBezTo>
                      <a:pt x="182" y="0"/>
                      <a:pt x="197" y="0"/>
                      <a:pt x="205" y="0"/>
                    </a:cubicBezTo>
                    <a:cubicBezTo>
                      <a:pt x="211" y="0"/>
                      <a:pt x="213" y="0"/>
                      <a:pt x="213" y="0"/>
                    </a:cubicBezTo>
                    <a:cubicBezTo>
                      <a:pt x="233" y="0"/>
                      <a:pt x="296" y="0"/>
                      <a:pt x="469" y="0"/>
                    </a:cubicBezTo>
                    <a:cubicBezTo>
                      <a:pt x="472" y="0"/>
                      <a:pt x="472" y="3"/>
                      <a:pt x="472" y="5"/>
                    </a:cubicBezTo>
                    <a:cubicBezTo>
                      <a:pt x="472" y="104"/>
                      <a:pt x="472" y="104"/>
                      <a:pt x="472" y="10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>
                  <a:ea typeface="맑은 고딕" panose="020B0503020000020004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1942" name="Freeform 110">
                <a:extLst>
                  <a:ext uri="{FF2B5EF4-FFF2-40B4-BE49-F238E27FC236}">
                    <a16:creationId xmlns:a16="http://schemas.microsoft.com/office/drawing/2014/main" id="{015E528E-1F65-64F4-6B3F-BFB9A091BB6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86340" y="3671492"/>
                <a:ext cx="229938" cy="226764"/>
              </a:xfrm>
              <a:custGeom>
                <a:avLst/>
                <a:gdLst>
                  <a:gd name="T0" fmla="*/ 165 w 512"/>
                  <a:gd name="T1" fmla="*/ 0 h 506"/>
                  <a:gd name="T2" fmla="*/ 0 w 512"/>
                  <a:gd name="T3" fmla="*/ 25 h 506"/>
                  <a:gd name="T4" fmla="*/ 0 w 512"/>
                  <a:gd name="T5" fmla="*/ 253 h 506"/>
                  <a:gd name="T6" fmla="*/ 0 w 512"/>
                  <a:gd name="T7" fmla="*/ 480 h 506"/>
                  <a:gd name="T8" fmla="*/ 367 w 512"/>
                  <a:gd name="T9" fmla="*/ 506 h 506"/>
                  <a:gd name="T10" fmla="*/ 497 w 512"/>
                  <a:gd name="T11" fmla="*/ 503 h 506"/>
                  <a:gd name="T12" fmla="*/ 512 w 512"/>
                  <a:gd name="T13" fmla="*/ 480 h 506"/>
                  <a:gd name="T14" fmla="*/ 512 w 512"/>
                  <a:gd name="T15" fmla="*/ 253 h 506"/>
                  <a:gd name="T16" fmla="*/ 512 w 512"/>
                  <a:gd name="T17" fmla="*/ 25 h 506"/>
                  <a:gd name="T18" fmla="*/ 20 w 512"/>
                  <a:gd name="T19" fmla="*/ 25 h 506"/>
                  <a:gd name="T20" fmla="*/ 155 w 512"/>
                  <a:gd name="T21" fmla="*/ 20 h 506"/>
                  <a:gd name="T22" fmla="*/ 20 w 512"/>
                  <a:gd name="T23" fmla="*/ 124 h 506"/>
                  <a:gd name="T24" fmla="*/ 20 w 512"/>
                  <a:gd name="T25" fmla="*/ 144 h 506"/>
                  <a:gd name="T26" fmla="*/ 357 w 512"/>
                  <a:gd name="T27" fmla="*/ 144 h 506"/>
                  <a:gd name="T28" fmla="*/ 165 w 512"/>
                  <a:gd name="T29" fmla="*/ 243 h 506"/>
                  <a:gd name="T30" fmla="*/ 20 w 512"/>
                  <a:gd name="T31" fmla="*/ 144 h 506"/>
                  <a:gd name="T32" fmla="*/ 155 w 512"/>
                  <a:gd name="T33" fmla="*/ 263 h 506"/>
                  <a:gd name="T34" fmla="*/ 20 w 512"/>
                  <a:gd name="T35" fmla="*/ 364 h 506"/>
                  <a:gd name="T36" fmla="*/ 357 w 512"/>
                  <a:gd name="T37" fmla="*/ 485 h 506"/>
                  <a:gd name="T38" fmla="*/ 20 w 512"/>
                  <a:gd name="T39" fmla="*/ 480 h 506"/>
                  <a:gd name="T40" fmla="*/ 165 w 512"/>
                  <a:gd name="T41" fmla="*/ 384 h 506"/>
                  <a:gd name="T42" fmla="*/ 357 w 512"/>
                  <a:gd name="T43" fmla="*/ 485 h 506"/>
                  <a:gd name="T44" fmla="*/ 484 w 512"/>
                  <a:gd name="T45" fmla="*/ 485 h 506"/>
                  <a:gd name="T46" fmla="*/ 377 w 512"/>
                  <a:gd name="T47" fmla="*/ 384 h 506"/>
                  <a:gd name="T48" fmla="*/ 492 w 512"/>
                  <a:gd name="T49" fmla="*/ 478 h 506"/>
                  <a:gd name="T50" fmla="*/ 367 w 512"/>
                  <a:gd name="T51" fmla="*/ 364 h 506"/>
                  <a:gd name="T52" fmla="*/ 175 w 512"/>
                  <a:gd name="T53" fmla="*/ 263 h 506"/>
                  <a:gd name="T54" fmla="*/ 492 w 512"/>
                  <a:gd name="T55" fmla="*/ 364 h 506"/>
                  <a:gd name="T56" fmla="*/ 377 w 512"/>
                  <a:gd name="T57" fmla="*/ 243 h 506"/>
                  <a:gd name="T58" fmla="*/ 492 w 512"/>
                  <a:gd name="T59" fmla="*/ 144 h 506"/>
                  <a:gd name="T60" fmla="*/ 492 w 512"/>
                  <a:gd name="T61" fmla="*/ 124 h 506"/>
                  <a:gd name="T62" fmla="*/ 175 w 512"/>
                  <a:gd name="T63" fmla="*/ 124 h 506"/>
                  <a:gd name="T64" fmla="*/ 225 w 512"/>
                  <a:gd name="T65" fmla="*/ 20 h 506"/>
                  <a:gd name="T66" fmla="*/ 489 w 512"/>
                  <a:gd name="T67" fmla="*/ 20 h 506"/>
                  <a:gd name="T68" fmla="*/ 492 w 512"/>
                  <a:gd name="T69" fmla="*/ 124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12" h="506">
                    <a:moveTo>
                      <a:pt x="489" y="0"/>
                    </a:moveTo>
                    <a:cubicBezTo>
                      <a:pt x="165" y="0"/>
                      <a:pt x="165" y="0"/>
                      <a:pt x="165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3"/>
                      <a:pt x="0" y="25"/>
                    </a:cubicBezTo>
                    <a:cubicBezTo>
                      <a:pt x="0" y="134"/>
                      <a:pt x="0" y="134"/>
                      <a:pt x="0" y="134"/>
                    </a:cubicBezTo>
                    <a:cubicBezTo>
                      <a:pt x="0" y="253"/>
                      <a:pt x="0" y="253"/>
                      <a:pt x="0" y="253"/>
                    </a:cubicBezTo>
                    <a:cubicBezTo>
                      <a:pt x="0" y="374"/>
                      <a:pt x="0" y="374"/>
                      <a:pt x="0" y="374"/>
                    </a:cubicBezTo>
                    <a:cubicBezTo>
                      <a:pt x="0" y="480"/>
                      <a:pt x="0" y="480"/>
                      <a:pt x="0" y="480"/>
                    </a:cubicBezTo>
                    <a:cubicBezTo>
                      <a:pt x="0" y="495"/>
                      <a:pt x="10" y="506"/>
                      <a:pt x="23" y="506"/>
                    </a:cubicBezTo>
                    <a:cubicBezTo>
                      <a:pt x="367" y="506"/>
                      <a:pt x="367" y="506"/>
                      <a:pt x="367" y="506"/>
                    </a:cubicBezTo>
                    <a:cubicBezTo>
                      <a:pt x="489" y="506"/>
                      <a:pt x="489" y="506"/>
                      <a:pt x="489" y="506"/>
                    </a:cubicBezTo>
                    <a:cubicBezTo>
                      <a:pt x="492" y="506"/>
                      <a:pt x="494" y="506"/>
                      <a:pt x="497" y="503"/>
                    </a:cubicBezTo>
                    <a:cubicBezTo>
                      <a:pt x="509" y="488"/>
                      <a:pt x="509" y="488"/>
                      <a:pt x="509" y="488"/>
                    </a:cubicBezTo>
                    <a:cubicBezTo>
                      <a:pt x="512" y="488"/>
                      <a:pt x="512" y="485"/>
                      <a:pt x="512" y="480"/>
                    </a:cubicBezTo>
                    <a:cubicBezTo>
                      <a:pt x="512" y="374"/>
                      <a:pt x="512" y="374"/>
                      <a:pt x="512" y="374"/>
                    </a:cubicBezTo>
                    <a:cubicBezTo>
                      <a:pt x="512" y="253"/>
                      <a:pt x="512" y="253"/>
                      <a:pt x="512" y="253"/>
                    </a:cubicBezTo>
                    <a:cubicBezTo>
                      <a:pt x="512" y="134"/>
                      <a:pt x="512" y="134"/>
                      <a:pt x="512" y="134"/>
                    </a:cubicBezTo>
                    <a:cubicBezTo>
                      <a:pt x="512" y="25"/>
                      <a:pt x="512" y="25"/>
                      <a:pt x="512" y="25"/>
                    </a:cubicBezTo>
                    <a:cubicBezTo>
                      <a:pt x="512" y="13"/>
                      <a:pt x="502" y="0"/>
                      <a:pt x="489" y="0"/>
                    </a:cubicBezTo>
                    <a:close/>
                    <a:moveTo>
                      <a:pt x="20" y="25"/>
                    </a:moveTo>
                    <a:cubicBezTo>
                      <a:pt x="20" y="23"/>
                      <a:pt x="20" y="20"/>
                      <a:pt x="23" y="20"/>
                    </a:cubicBezTo>
                    <a:cubicBezTo>
                      <a:pt x="155" y="20"/>
                      <a:pt x="155" y="20"/>
                      <a:pt x="155" y="20"/>
                    </a:cubicBezTo>
                    <a:cubicBezTo>
                      <a:pt x="155" y="124"/>
                      <a:pt x="155" y="124"/>
                      <a:pt x="155" y="124"/>
                    </a:cubicBezTo>
                    <a:cubicBezTo>
                      <a:pt x="20" y="124"/>
                      <a:pt x="20" y="124"/>
                      <a:pt x="20" y="124"/>
                    </a:cubicBezTo>
                    <a:lnTo>
                      <a:pt x="20" y="25"/>
                    </a:lnTo>
                    <a:close/>
                    <a:moveTo>
                      <a:pt x="20" y="144"/>
                    </a:moveTo>
                    <a:cubicBezTo>
                      <a:pt x="165" y="144"/>
                      <a:pt x="165" y="144"/>
                      <a:pt x="165" y="144"/>
                    </a:cubicBezTo>
                    <a:cubicBezTo>
                      <a:pt x="357" y="144"/>
                      <a:pt x="357" y="144"/>
                      <a:pt x="357" y="144"/>
                    </a:cubicBezTo>
                    <a:cubicBezTo>
                      <a:pt x="357" y="243"/>
                      <a:pt x="357" y="243"/>
                      <a:pt x="357" y="243"/>
                    </a:cubicBezTo>
                    <a:cubicBezTo>
                      <a:pt x="165" y="243"/>
                      <a:pt x="165" y="243"/>
                      <a:pt x="165" y="243"/>
                    </a:cubicBezTo>
                    <a:cubicBezTo>
                      <a:pt x="20" y="243"/>
                      <a:pt x="20" y="243"/>
                      <a:pt x="20" y="243"/>
                    </a:cubicBezTo>
                    <a:cubicBezTo>
                      <a:pt x="20" y="144"/>
                      <a:pt x="20" y="144"/>
                      <a:pt x="20" y="144"/>
                    </a:cubicBezTo>
                    <a:close/>
                    <a:moveTo>
                      <a:pt x="20" y="263"/>
                    </a:moveTo>
                    <a:cubicBezTo>
                      <a:pt x="155" y="263"/>
                      <a:pt x="155" y="263"/>
                      <a:pt x="155" y="263"/>
                    </a:cubicBezTo>
                    <a:cubicBezTo>
                      <a:pt x="155" y="364"/>
                      <a:pt x="155" y="364"/>
                      <a:pt x="155" y="364"/>
                    </a:cubicBezTo>
                    <a:cubicBezTo>
                      <a:pt x="20" y="364"/>
                      <a:pt x="20" y="364"/>
                      <a:pt x="20" y="364"/>
                    </a:cubicBezTo>
                    <a:cubicBezTo>
                      <a:pt x="20" y="263"/>
                      <a:pt x="20" y="263"/>
                      <a:pt x="20" y="263"/>
                    </a:cubicBezTo>
                    <a:close/>
                    <a:moveTo>
                      <a:pt x="357" y="485"/>
                    </a:moveTo>
                    <a:cubicBezTo>
                      <a:pt x="23" y="485"/>
                      <a:pt x="23" y="485"/>
                      <a:pt x="23" y="485"/>
                    </a:cubicBezTo>
                    <a:cubicBezTo>
                      <a:pt x="20" y="485"/>
                      <a:pt x="20" y="483"/>
                      <a:pt x="20" y="480"/>
                    </a:cubicBezTo>
                    <a:cubicBezTo>
                      <a:pt x="20" y="384"/>
                      <a:pt x="20" y="384"/>
                      <a:pt x="20" y="384"/>
                    </a:cubicBezTo>
                    <a:cubicBezTo>
                      <a:pt x="165" y="384"/>
                      <a:pt x="165" y="384"/>
                      <a:pt x="165" y="384"/>
                    </a:cubicBezTo>
                    <a:cubicBezTo>
                      <a:pt x="357" y="384"/>
                      <a:pt x="357" y="384"/>
                      <a:pt x="357" y="384"/>
                    </a:cubicBezTo>
                    <a:cubicBezTo>
                      <a:pt x="357" y="485"/>
                      <a:pt x="357" y="485"/>
                      <a:pt x="357" y="485"/>
                    </a:cubicBezTo>
                    <a:close/>
                    <a:moveTo>
                      <a:pt x="492" y="478"/>
                    </a:moveTo>
                    <a:cubicBezTo>
                      <a:pt x="484" y="485"/>
                      <a:pt x="484" y="485"/>
                      <a:pt x="484" y="485"/>
                    </a:cubicBezTo>
                    <a:cubicBezTo>
                      <a:pt x="377" y="485"/>
                      <a:pt x="377" y="485"/>
                      <a:pt x="377" y="485"/>
                    </a:cubicBezTo>
                    <a:cubicBezTo>
                      <a:pt x="377" y="384"/>
                      <a:pt x="377" y="384"/>
                      <a:pt x="377" y="384"/>
                    </a:cubicBezTo>
                    <a:cubicBezTo>
                      <a:pt x="492" y="384"/>
                      <a:pt x="492" y="384"/>
                      <a:pt x="492" y="384"/>
                    </a:cubicBezTo>
                    <a:lnTo>
                      <a:pt x="492" y="478"/>
                    </a:lnTo>
                    <a:close/>
                    <a:moveTo>
                      <a:pt x="492" y="364"/>
                    </a:moveTo>
                    <a:cubicBezTo>
                      <a:pt x="367" y="364"/>
                      <a:pt x="367" y="364"/>
                      <a:pt x="367" y="364"/>
                    </a:cubicBezTo>
                    <a:cubicBezTo>
                      <a:pt x="175" y="364"/>
                      <a:pt x="175" y="364"/>
                      <a:pt x="175" y="364"/>
                    </a:cubicBezTo>
                    <a:cubicBezTo>
                      <a:pt x="175" y="263"/>
                      <a:pt x="175" y="263"/>
                      <a:pt x="175" y="263"/>
                    </a:cubicBezTo>
                    <a:cubicBezTo>
                      <a:pt x="492" y="263"/>
                      <a:pt x="492" y="263"/>
                      <a:pt x="492" y="263"/>
                    </a:cubicBezTo>
                    <a:cubicBezTo>
                      <a:pt x="492" y="364"/>
                      <a:pt x="492" y="364"/>
                      <a:pt x="492" y="364"/>
                    </a:cubicBezTo>
                    <a:close/>
                    <a:moveTo>
                      <a:pt x="492" y="243"/>
                    </a:moveTo>
                    <a:cubicBezTo>
                      <a:pt x="377" y="243"/>
                      <a:pt x="377" y="243"/>
                      <a:pt x="377" y="243"/>
                    </a:cubicBezTo>
                    <a:cubicBezTo>
                      <a:pt x="377" y="144"/>
                      <a:pt x="377" y="144"/>
                      <a:pt x="377" y="144"/>
                    </a:cubicBezTo>
                    <a:cubicBezTo>
                      <a:pt x="492" y="144"/>
                      <a:pt x="492" y="144"/>
                      <a:pt x="492" y="144"/>
                    </a:cubicBezTo>
                    <a:cubicBezTo>
                      <a:pt x="492" y="243"/>
                      <a:pt x="492" y="243"/>
                      <a:pt x="492" y="243"/>
                    </a:cubicBezTo>
                    <a:close/>
                    <a:moveTo>
                      <a:pt x="492" y="124"/>
                    </a:moveTo>
                    <a:cubicBezTo>
                      <a:pt x="367" y="124"/>
                      <a:pt x="367" y="124"/>
                      <a:pt x="367" y="124"/>
                    </a:cubicBezTo>
                    <a:cubicBezTo>
                      <a:pt x="175" y="124"/>
                      <a:pt x="175" y="124"/>
                      <a:pt x="175" y="124"/>
                    </a:cubicBezTo>
                    <a:cubicBezTo>
                      <a:pt x="175" y="20"/>
                      <a:pt x="175" y="20"/>
                      <a:pt x="175" y="20"/>
                    </a:cubicBezTo>
                    <a:cubicBezTo>
                      <a:pt x="202" y="20"/>
                      <a:pt x="217" y="20"/>
                      <a:pt x="225" y="20"/>
                    </a:cubicBezTo>
                    <a:cubicBezTo>
                      <a:pt x="231" y="20"/>
                      <a:pt x="233" y="20"/>
                      <a:pt x="233" y="20"/>
                    </a:cubicBezTo>
                    <a:cubicBezTo>
                      <a:pt x="253" y="20"/>
                      <a:pt x="316" y="20"/>
                      <a:pt x="489" y="20"/>
                    </a:cubicBezTo>
                    <a:cubicBezTo>
                      <a:pt x="492" y="20"/>
                      <a:pt x="492" y="23"/>
                      <a:pt x="492" y="25"/>
                    </a:cubicBezTo>
                    <a:cubicBezTo>
                      <a:pt x="492" y="124"/>
                      <a:pt x="492" y="124"/>
                      <a:pt x="492" y="124"/>
                    </a:cubicBezTo>
                    <a:close/>
                  </a:path>
                </a:pathLst>
              </a:cu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>
                  <a:ea typeface="맑은 고딕" panose="020B0503020000020004" pitchFamily="50" charset="-127"/>
                  <a:cs typeface="Calibri" panose="020F0502020204030204" pitchFamily="34" charset="0"/>
                </a:endParaRPr>
              </a:p>
            </p:txBody>
          </p:sp>
          <p:grpSp>
            <p:nvGrpSpPr>
              <p:cNvPr id="1943" name="그룹 1942">
                <a:extLst>
                  <a:ext uri="{FF2B5EF4-FFF2-40B4-BE49-F238E27FC236}">
                    <a16:creationId xmlns:a16="http://schemas.microsoft.com/office/drawing/2014/main" id="{546B4E3E-C17A-22A0-A8D5-0FF47B02D545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723244" y="3642406"/>
                <a:ext cx="207943" cy="284690"/>
                <a:chOff x="6361113" y="11072813"/>
                <a:chExt cx="782638" cy="977900"/>
              </a:xfrm>
            </p:grpSpPr>
            <p:sp>
              <p:nvSpPr>
                <p:cNvPr id="1957" name="Freeform 140">
                  <a:extLst>
                    <a:ext uri="{FF2B5EF4-FFF2-40B4-BE49-F238E27FC236}">
                      <a16:creationId xmlns:a16="http://schemas.microsoft.com/office/drawing/2014/main" id="{6C76AB6E-7463-BD72-CF8A-D05042344E0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89688" y="11104563"/>
                  <a:ext cx="722313" cy="915988"/>
                </a:xfrm>
                <a:custGeom>
                  <a:avLst/>
                  <a:gdLst>
                    <a:gd name="T0" fmla="*/ 394 w 394"/>
                    <a:gd name="T1" fmla="*/ 498 h 500"/>
                    <a:gd name="T2" fmla="*/ 390 w 394"/>
                    <a:gd name="T3" fmla="*/ 500 h 500"/>
                    <a:gd name="T4" fmla="*/ 5 w 394"/>
                    <a:gd name="T5" fmla="*/ 500 h 500"/>
                    <a:gd name="T6" fmla="*/ 0 w 394"/>
                    <a:gd name="T7" fmla="*/ 498 h 500"/>
                    <a:gd name="T8" fmla="*/ 0 w 394"/>
                    <a:gd name="T9" fmla="*/ 258 h 500"/>
                    <a:gd name="T10" fmla="*/ 394 w 394"/>
                    <a:gd name="T11" fmla="*/ 258 h 500"/>
                    <a:gd name="T12" fmla="*/ 394 w 394"/>
                    <a:gd name="T13" fmla="*/ 498 h 500"/>
                    <a:gd name="T14" fmla="*/ 394 w 394"/>
                    <a:gd name="T15" fmla="*/ 498 h 500"/>
                    <a:gd name="T16" fmla="*/ 0 w 394"/>
                    <a:gd name="T17" fmla="*/ 4 h 500"/>
                    <a:gd name="T18" fmla="*/ 5 w 394"/>
                    <a:gd name="T19" fmla="*/ 0 h 500"/>
                    <a:gd name="T20" fmla="*/ 390 w 394"/>
                    <a:gd name="T21" fmla="*/ 0 h 500"/>
                    <a:gd name="T22" fmla="*/ 394 w 394"/>
                    <a:gd name="T23" fmla="*/ 4 h 500"/>
                    <a:gd name="T24" fmla="*/ 394 w 394"/>
                    <a:gd name="T25" fmla="*/ 242 h 500"/>
                    <a:gd name="T26" fmla="*/ 0 w 394"/>
                    <a:gd name="T27" fmla="*/ 242 h 500"/>
                    <a:gd name="T28" fmla="*/ 0 w 394"/>
                    <a:gd name="T29" fmla="*/ 4 h 500"/>
                    <a:gd name="T30" fmla="*/ 0 w 394"/>
                    <a:gd name="T31" fmla="*/ 4 h 5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394" h="500">
                      <a:moveTo>
                        <a:pt x="394" y="498"/>
                      </a:moveTo>
                      <a:cubicBezTo>
                        <a:pt x="394" y="500"/>
                        <a:pt x="392" y="500"/>
                        <a:pt x="390" y="500"/>
                      </a:cubicBezTo>
                      <a:cubicBezTo>
                        <a:pt x="5" y="500"/>
                        <a:pt x="5" y="500"/>
                        <a:pt x="5" y="500"/>
                      </a:cubicBezTo>
                      <a:cubicBezTo>
                        <a:pt x="2" y="500"/>
                        <a:pt x="0" y="500"/>
                        <a:pt x="0" y="498"/>
                      </a:cubicBezTo>
                      <a:cubicBezTo>
                        <a:pt x="0" y="258"/>
                        <a:pt x="0" y="258"/>
                        <a:pt x="0" y="258"/>
                      </a:cubicBezTo>
                      <a:cubicBezTo>
                        <a:pt x="394" y="258"/>
                        <a:pt x="394" y="258"/>
                        <a:pt x="394" y="258"/>
                      </a:cubicBezTo>
                      <a:cubicBezTo>
                        <a:pt x="394" y="498"/>
                        <a:pt x="394" y="498"/>
                        <a:pt x="394" y="498"/>
                      </a:cubicBezTo>
                      <a:cubicBezTo>
                        <a:pt x="394" y="498"/>
                        <a:pt x="394" y="498"/>
                        <a:pt x="394" y="498"/>
                      </a:cubicBezTo>
                      <a:close/>
                      <a:moveTo>
                        <a:pt x="0" y="4"/>
                      </a:moveTo>
                      <a:cubicBezTo>
                        <a:pt x="0" y="2"/>
                        <a:pt x="2" y="0"/>
                        <a:pt x="5" y="0"/>
                      </a:cubicBezTo>
                      <a:cubicBezTo>
                        <a:pt x="390" y="0"/>
                        <a:pt x="390" y="0"/>
                        <a:pt x="390" y="0"/>
                      </a:cubicBezTo>
                      <a:cubicBezTo>
                        <a:pt x="392" y="0"/>
                        <a:pt x="394" y="2"/>
                        <a:pt x="394" y="4"/>
                      </a:cubicBezTo>
                      <a:cubicBezTo>
                        <a:pt x="394" y="242"/>
                        <a:pt x="394" y="242"/>
                        <a:pt x="394" y="242"/>
                      </a:cubicBezTo>
                      <a:cubicBezTo>
                        <a:pt x="0" y="242"/>
                        <a:pt x="0" y="242"/>
                        <a:pt x="0" y="242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1600"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58" name="Freeform 129">
                  <a:extLst>
                    <a:ext uri="{FF2B5EF4-FFF2-40B4-BE49-F238E27FC236}">
                      <a16:creationId xmlns:a16="http://schemas.microsoft.com/office/drawing/2014/main" id="{3F42C123-1BBD-C430-562C-C1931BED449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11072813"/>
                  <a:ext cx="782638" cy="977900"/>
                </a:xfrm>
                <a:custGeom>
                  <a:avLst/>
                  <a:gdLst>
                    <a:gd name="T0" fmla="*/ 406 w 427"/>
                    <a:gd name="T1" fmla="*/ 0 h 534"/>
                    <a:gd name="T2" fmla="*/ 21 w 427"/>
                    <a:gd name="T3" fmla="*/ 0 h 534"/>
                    <a:gd name="T4" fmla="*/ 0 w 427"/>
                    <a:gd name="T5" fmla="*/ 21 h 534"/>
                    <a:gd name="T6" fmla="*/ 0 w 427"/>
                    <a:gd name="T7" fmla="*/ 267 h 534"/>
                    <a:gd name="T8" fmla="*/ 0 w 427"/>
                    <a:gd name="T9" fmla="*/ 515 h 534"/>
                    <a:gd name="T10" fmla="*/ 21 w 427"/>
                    <a:gd name="T11" fmla="*/ 534 h 534"/>
                    <a:gd name="T12" fmla="*/ 406 w 427"/>
                    <a:gd name="T13" fmla="*/ 534 h 534"/>
                    <a:gd name="T14" fmla="*/ 427 w 427"/>
                    <a:gd name="T15" fmla="*/ 515 h 534"/>
                    <a:gd name="T16" fmla="*/ 427 w 427"/>
                    <a:gd name="T17" fmla="*/ 267 h 534"/>
                    <a:gd name="T18" fmla="*/ 427 w 427"/>
                    <a:gd name="T19" fmla="*/ 21 h 534"/>
                    <a:gd name="T20" fmla="*/ 406 w 427"/>
                    <a:gd name="T21" fmla="*/ 0 h 534"/>
                    <a:gd name="T22" fmla="*/ 410 w 427"/>
                    <a:gd name="T23" fmla="*/ 515 h 534"/>
                    <a:gd name="T24" fmla="*/ 406 w 427"/>
                    <a:gd name="T25" fmla="*/ 517 h 534"/>
                    <a:gd name="T26" fmla="*/ 21 w 427"/>
                    <a:gd name="T27" fmla="*/ 517 h 534"/>
                    <a:gd name="T28" fmla="*/ 16 w 427"/>
                    <a:gd name="T29" fmla="*/ 515 h 534"/>
                    <a:gd name="T30" fmla="*/ 16 w 427"/>
                    <a:gd name="T31" fmla="*/ 275 h 534"/>
                    <a:gd name="T32" fmla="*/ 410 w 427"/>
                    <a:gd name="T33" fmla="*/ 275 h 534"/>
                    <a:gd name="T34" fmla="*/ 410 w 427"/>
                    <a:gd name="T35" fmla="*/ 515 h 534"/>
                    <a:gd name="T36" fmla="*/ 410 w 427"/>
                    <a:gd name="T37" fmla="*/ 515 h 534"/>
                    <a:gd name="T38" fmla="*/ 16 w 427"/>
                    <a:gd name="T39" fmla="*/ 21 h 534"/>
                    <a:gd name="T40" fmla="*/ 21 w 427"/>
                    <a:gd name="T41" fmla="*/ 17 h 534"/>
                    <a:gd name="T42" fmla="*/ 406 w 427"/>
                    <a:gd name="T43" fmla="*/ 17 h 534"/>
                    <a:gd name="T44" fmla="*/ 410 w 427"/>
                    <a:gd name="T45" fmla="*/ 21 h 534"/>
                    <a:gd name="T46" fmla="*/ 410 w 427"/>
                    <a:gd name="T47" fmla="*/ 259 h 534"/>
                    <a:gd name="T48" fmla="*/ 16 w 427"/>
                    <a:gd name="T49" fmla="*/ 259 h 534"/>
                    <a:gd name="T50" fmla="*/ 16 w 427"/>
                    <a:gd name="T51" fmla="*/ 21 h 534"/>
                    <a:gd name="T52" fmla="*/ 16 w 427"/>
                    <a:gd name="T53" fmla="*/ 21 h 5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427" h="534">
                      <a:moveTo>
                        <a:pt x="406" y="0"/>
                      </a:moveTo>
                      <a:cubicBezTo>
                        <a:pt x="21" y="0"/>
                        <a:pt x="21" y="0"/>
                        <a:pt x="21" y="0"/>
                      </a:cubicBezTo>
                      <a:cubicBezTo>
                        <a:pt x="8" y="0"/>
                        <a:pt x="0" y="9"/>
                        <a:pt x="0" y="21"/>
                      </a:cubicBezTo>
                      <a:cubicBezTo>
                        <a:pt x="0" y="267"/>
                        <a:pt x="0" y="267"/>
                        <a:pt x="0" y="267"/>
                      </a:cubicBezTo>
                      <a:cubicBezTo>
                        <a:pt x="0" y="515"/>
                        <a:pt x="0" y="515"/>
                        <a:pt x="0" y="515"/>
                      </a:cubicBezTo>
                      <a:cubicBezTo>
                        <a:pt x="0" y="525"/>
                        <a:pt x="8" y="534"/>
                        <a:pt x="21" y="534"/>
                      </a:cubicBezTo>
                      <a:cubicBezTo>
                        <a:pt x="406" y="534"/>
                        <a:pt x="406" y="534"/>
                        <a:pt x="406" y="534"/>
                      </a:cubicBezTo>
                      <a:cubicBezTo>
                        <a:pt x="416" y="534"/>
                        <a:pt x="427" y="525"/>
                        <a:pt x="427" y="515"/>
                      </a:cubicBezTo>
                      <a:cubicBezTo>
                        <a:pt x="427" y="267"/>
                        <a:pt x="427" y="267"/>
                        <a:pt x="427" y="267"/>
                      </a:cubicBezTo>
                      <a:cubicBezTo>
                        <a:pt x="427" y="21"/>
                        <a:pt x="427" y="21"/>
                        <a:pt x="427" y="21"/>
                      </a:cubicBezTo>
                      <a:cubicBezTo>
                        <a:pt x="427" y="9"/>
                        <a:pt x="416" y="0"/>
                        <a:pt x="406" y="0"/>
                      </a:cubicBezTo>
                      <a:close/>
                      <a:moveTo>
                        <a:pt x="410" y="515"/>
                      </a:moveTo>
                      <a:cubicBezTo>
                        <a:pt x="410" y="517"/>
                        <a:pt x="408" y="517"/>
                        <a:pt x="406" y="517"/>
                      </a:cubicBezTo>
                      <a:cubicBezTo>
                        <a:pt x="21" y="517"/>
                        <a:pt x="21" y="517"/>
                        <a:pt x="21" y="517"/>
                      </a:cubicBezTo>
                      <a:cubicBezTo>
                        <a:pt x="18" y="517"/>
                        <a:pt x="16" y="517"/>
                        <a:pt x="16" y="515"/>
                      </a:cubicBezTo>
                      <a:cubicBezTo>
                        <a:pt x="16" y="275"/>
                        <a:pt x="16" y="275"/>
                        <a:pt x="16" y="275"/>
                      </a:cubicBezTo>
                      <a:cubicBezTo>
                        <a:pt x="410" y="275"/>
                        <a:pt x="410" y="275"/>
                        <a:pt x="410" y="275"/>
                      </a:cubicBezTo>
                      <a:cubicBezTo>
                        <a:pt x="410" y="515"/>
                        <a:pt x="410" y="515"/>
                        <a:pt x="410" y="515"/>
                      </a:cubicBezTo>
                      <a:cubicBezTo>
                        <a:pt x="410" y="515"/>
                        <a:pt x="410" y="515"/>
                        <a:pt x="410" y="515"/>
                      </a:cubicBezTo>
                      <a:close/>
                      <a:moveTo>
                        <a:pt x="16" y="21"/>
                      </a:moveTo>
                      <a:cubicBezTo>
                        <a:pt x="16" y="19"/>
                        <a:pt x="18" y="17"/>
                        <a:pt x="21" y="17"/>
                      </a:cubicBezTo>
                      <a:cubicBezTo>
                        <a:pt x="406" y="17"/>
                        <a:pt x="406" y="17"/>
                        <a:pt x="406" y="17"/>
                      </a:cubicBezTo>
                      <a:cubicBezTo>
                        <a:pt x="408" y="17"/>
                        <a:pt x="410" y="19"/>
                        <a:pt x="410" y="21"/>
                      </a:cubicBezTo>
                      <a:cubicBezTo>
                        <a:pt x="410" y="259"/>
                        <a:pt x="410" y="259"/>
                        <a:pt x="410" y="259"/>
                      </a:cubicBezTo>
                      <a:cubicBezTo>
                        <a:pt x="16" y="259"/>
                        <a:pt x="16" y="259"/>
                        <a:pt x="16" y="259"/>
                      </a:cubicBezTo>
                      <a:cubicBezTo>
                        <a:pt x="16" y="21"/>
                        <a:pt x="16" y="21"/>
                        <a:pt x="16" y="21"/>
                      </a:cubicBezTo>
                      <a:cubicBezTo>
                        <a:pt x="16" y="21"/>
                        <a:pt x="16" y="21"/>
                        <a:pt x="16" y="21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1600"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59" name="Freeform 130">
                  <a:extLst>
                    <a:ext uri="{FF2B5EF4-FFF2-40B4-BE49-F238E27FC236}">
                      <a16:creationId xmlns:a16="http://schemas.microsoft.com/office/drawing/2014/main" id="{B7FDB174-921B-9681-EDA2-1FFBBF91828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711951" y="11747500"/>
                  <a:ext cx="106363" cy="106363"/>
                </a:xfrm>
                <a:custGeom>
                  <a:avLst/>
                  <a:gdLst>
                    <a:gd name="T0" fmla="*/ 58 w 58"/>
                    <a:gd name="T1" fmla="*/ 28 h 58"/>
                    <a:gd name="T2" fmla="*/ 28 w 58"/>
                    <a:gd name="T3" fmla="*/ 0 h 58"/>
                    <a:gd name="T4" fmla="*/ 0 w 58"/>
                    <a:gd name="T5" fmla="*/ 28 h 58"/>
                    <a:gd name="T6" fmla="*/ 28 w 58"/>
                    <a:gd name="T7" fmla="*/ 58 h 58"/>
                    <a:gd name="T8" fmla="*/ 58 w 58"/>
                    <a:gd name="T9" fmla="*/ 28 h 58"/>
                    <a:gd name="T10" fmla="*/ 28 w 58"/>
                    <a:gd name="T11" fmla="*/ 17 h 58"/>
                    <a:gd name="T12" fmla="*/ 41 w 58"/>
                    <a:gd name="T13" fmla="*/ 28 h 58"/>
                    <a:gd name="T14" fmla="*/ 28 w 58"/>
                    <a:gd name="T15" fmla="*/ 41 h 58"/>
                    <a:gd name="T16" fmla="*/ 17 w 58"/>
                    <a:gd name="T17" fmla="*/ 28 h 58"/>
                    <a:gd name="T18" fmla="*/ 28 w 58"/>
                    <a:gd name="T19" fmla="*/ 17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58" h="58">
                      <a:moveTo>
                        <a:pt x="58" y="28"/>
                      </a:moveTo>
                      <a:cubicBezTo>
                        <a:pt x="58" y="13"/>
                        <a:pt x="45" y="0"/>
                        <a:pt x="28" y="0"/>
                      </a:cubicBezTo>
                      <a:cubicBezTo>
                        <a:pt x="13" y="0"/>
                        <a:pt x="0" y="13"/>
                        <a:pt x="0" y="28"/>
                      </a:cubicBezTo>
                      <a:cubicBezTo>
                        <a:pt x="0" y="45"/>
                        <a:pt x="13" y="58"/>
                        <a:pt x="28" y="58"/>
                      </a:cubicBezTo>
                      <a:cubicBezTo>
                        <a:pt x="45" y="58"/>
                        <a:pt x="58" y="45"/>
                        <a:pt x="58" y="28"/>
                      </a:cubicBezTo>
                      <a:close/>
                      <a:moveTo>
                        <a:pt x="28" y="17"/>
                      </a:moveTo>
                      <a:cubicBezTo>
                        <a:pt x="34" y="17"/>
                        <a:pt x="41" y="22"/>
                        <a:pt x="41" y="28"/>
                      </a:cubicBezTo>
                      <a:cubicBezTo>
                        <a:pt x="41" y="34"/>
                        <a:pt x="34" y="41"/>
                        <a:pt x="28" y="41"/>
                      </a:cubicBezTo>
                      <a:cubicBezTo>
                        <a:pt x="22" y="41"/>
                        <a:pt x="17" y="34"/>
                        <a:pt x="17" y="28"/>
                      </a:cubicBezTo>
                      <a:cubicBezTo>
                        <a:pt x="17" y="22"/>
                        <a:pt x="22" y="17"/>
                        <a:pt x="28" y="17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1600"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60" name="Freeform 131">
                  <a:extLst>
                    <a:ext uri="{FF2B5EF4-FFF2-40B4-BE49-F238E27FC236}">
                      <a16:creationId xmlns:a16="http://schemas.microsoft.com/office/drawing/2014/main" id="{7E169941-C263-391E-EA5E-D75E176B523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724651" y="11612563"/>
                  <a:ext cx="79375" cy="119063"/>
                </a:xfrm>
                <a:custGeom>
                  <a:avLst/>
                  <a:gdLst>
                    <a:gd name="T0" fmla="*/ 11 w 44"/>
                    <a:gd name="T1" fmla="*/ 24 h 65"/>
                    <a:gd name="T2" fmla="*/ 15 w 44"/>
                    <a:gd name="T3" fmla="*/ 20 h 65"/>
                    <a:gd name="T4" fmla="*/ 15 w 44"/>
                    <a:gd name="T5" fmla="*/ 49 h 65"/>
                    <a:gd name="T6" fmla="*/ 15 w 44"/>
                    <a:gd name="T7" fmla="*/ 59 h 65"/>
                    <a:gd name="T8" fmla="*/ 21 w 44"/>
                    <a:gd name="T9" fmla="*/ 65 h 65"/>
                    <a:gd name="T10" fmla="*/ 27 w 44"/>
                    <a:gd name="T11" fmla="*/ 59 h 65"/>
                    <a:gd name="T12" fmla="*/ 27 w 44"/>
                    <a:gd name="T13" fmla="*/ 49 h 65"/>
                    <a:gd name="T14" fmla="*/ 27 w 44"/>
                    <a:gd name="T15" fmla="*/ 20 h 65"/>
                    <a:gd name="T16" fmla="*/ 31 w 44"/>
                    <a:gd name="T17" fmla="*/ 24 h 65"/>
                    <a:gd name="T18" fmla="*/ 36 w 44"/>
                    <a:gd name="T19" fmla="*/ 26 h 65"/>
                    <a:gd name="T20" fmla="*/ 40 w 44"/>
                    <a:gd name="T21" fmla="*/ 24 h 65"/>
                    <a:gd name="T22" fmla="*/ 40 w 44"/>
                    <a:gd name="T23" fmla="*/ 16 h 65"/>
                    <a:gd name="T24" fmla="*/ 25 w 44"/>
                    <a:gd name="T25" fmla="*/ 2 h 65"/>
                    <a:gd name="T26" fmla="*/ 23 w 44"/>
                    <a:gd name="T27" fmla="*/ 0 h 65"/>
                    <a:gd name="T28" fmla="*/ 21 w 44"/>
                    <a:gd name="T29" fmla="*/ 0 h 65"/>
                    <a:gd name="T30" fmla="*/ 19 w 44"/>
                    <a:gd name="T31" fmla="*/ 0 h 65"/>
                    <a:gd name="T32" fmla="*/ 17 w 44"/>
                    <a:gd name="T33" fmla="*/ 2 h 65"/>
                    <a:gd name="T34" fmla="*/ 2 w 44"/>
                    <a:gd name="T35" fmla="*/ 16 h 65"/>
                    <a:gd name="T36" fmla="*/ 2 w 44"/>
                    <a:gd name="T37" fmla="*/ 24 h 65"/>
                    <a:gd name="T38" fmla="*/ 11 w 44"/>
                    <a:gd name="T39" fmla="*/ 24 h 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44" h="65">
                      <a:moveTo>
                        <a:pt x="11" y="24"/>
                      </a:moveTo>
                      <a:cubicBezTo>
                        <a:pt x="15" y="20"/>
                        <a:pt x="15" y="20"/>
                        <a:pt x="15" y="20"/>
                      </a:cubicBezTo>
                      <a:cubicBezTo>
                        <a:pt x="15" y="49"/>
                        <a:pt x="15" y="49"/>
                        <a:pt x="15" y="49"/>
                      </a:cubicBezTo>
                      <a:cubicBezTo>
                        <a:pt x="15" y="59"/>
                        <a:pt x="15" y="59"/>
                        <a:pt x="15" y="59"/>
                      </a:cubicBezTo>
                      <a:cubicBezTo>
                        <a:pt x="15" y="61"/>
                        <a:pt x="19" y="65"/>
                        <a:pt x="21" y="65"/>
                      </a:cubicBezTo>
                      <a:cubicBezTo>
                        <a:pt x="25" y="65"/>
                        <a:pt x="27" y="61"/>
                        <a:pt x="27" y="59"/>
                      </a:cubicBezTo>
                      <a:cubicBezTo>
                        <a:pt x="27" y="49"/>
                        <a:pt x="27" y="49"/>
                        <a:pt x="27" y="49"/>
                      </a:cubicBezTo>
                      <a:cubicBezTo>
                        <a:pt x="27" y="20"/>
                        <a:pt x="27" y="20"/>
                        <a:pt x="27" y="20"/>
                      </a:cubicBezTo>
                      <a:cubicBezTo>
                        <a:pt x="31" y="24"/>
                        <a:pt x="31" y="24"/>
                        <a:pt x="31" y="24"/>
                      </a:cubicBezTo>
                      <a:cubicBezTo>
                        <a:pt x="33" y="26"/>
                        <a:pt x="36" y="26"/>
                        <a:pt x="36" y="26"/>
                      </a:cubicBezTo>
                      <a:cubicBezTo>
                        <a:pt x="38" y="26"/>
                        <a:pt x="40" y="26"/>
                        <a:pt x="40" y="24"/>
                      </a:cubicBezTo>
                      <a:cubicBezTo>
                        <a:pt x="44" y="22"/>
                        <a:pt x="44" y="18"/>
                        <a:pt x="40" y="16"/>
                      </a:cubicBezTo>
                      <a:cubicBezTo>
                        <a:pt x="25" y="2"/>
                        <a:pt x="25" y="2"/>
                        <a:pt x="25" y="2"/>
                      </a:cubicBezTo>
                      <a:cubicBezTo>
                        <a:pt x="25" y="2"/>
                        <a:pt x="25" y="0"/>
                        <a:pt x="23" y="0"/>
                      </a:cubicBezTo>
                      <a:cubicBezTo>
                        <a:pt x="23" y="0"/>
                        <a:pt x="23" y="0"/>
                        <a:pt x="21" y="0"/>
                      </a:cubicBezTo>
                      <a:cubicBezTo>
                        <a:pt x="19" y="0"/>
                        <a:pt x="19" y="0"/>
                        <a:pt x="19" y="0"/>
                      </a:cubicBezTo>
                      <a:cubicBezTo>
                        <a:pt x="17" y="2"/>
                        <a:pt x="17" y="2"/>
                        <a:pt x="17" y="2"/>
                      </a:cubicBezTo>
                      <a:cubicBezTo>
                        <a:pt x="2" y="16"/>
                        <a:pt x="2" y="16"/>
                        <a:pt x="2" y="16"/>
                      </a:cubicBezTo>
                      <a:cubicBezTo>
                        <a:pt x="0" y="18"/>
                        <a:pt x="0" y="22"/>
                        <a:pt x="2" y="24"/>
                      </a:cubicBezTo>
                      <a:cubicBezTo>
                        <a:pt x="4" y="26"/>
                        <a:pt x="9" y="26"/>
                        <a:pt x="11" y="24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1600"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61" name="Freeform 132">
                  <a:extLst>
                    <a:ext uri="{FF2B5EF4-FFF2-40B4-BE49-F238E27FC236}">
                      <a16:creationId xmlns:a16="http://schemas.microsoft.com/office/drawing/2014/main" id="{B36B2D82-B758-2A15-2129-5564B9215F7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624638" y="11668125"/>
                  <a:ext cx="98425" cy="92075"/>
                </a:xfrm>
                <a:custGeom>
                  <a:avLst/>
                  <a:gdLst>
                    <a:gd name="T0" fmla="*/ 7 w 53"/>
                    <a:gd name="T1" fmla="*/ 33 h 50"/>
                    <a:gd name="T2" fmla="*/ 13 w 53"/>
                    <a:gd name="T3" fmla="*/ 27 h 50"/>
                    <a:gd name="T4" fmla="*/ 13 w 53"/>
                    <a:gd name="T5" fmla="*/ 21 h 50"/>
                    <a:gd name="T6" fmla="*/ 34 w 53"/>
                    <a:gd name="T7" fmla="*/ 40 h 50"/>
                    <a:gd name="T8" fmla="*/ 40 w 53"/>
                    <a:gd name="T9" fmla="*/ 48 h 50"/>
                    <a:gd name="T10" fmla="*/ 46 w 53"/>
                    <a:gd name="T11" fmla="*/ 50 h 50"/>
                    <a:gd name="T12" fmla="*/ 51 w 53"/>
                    <a:gd name="T13" fmla="*/ 48 h 50"/>
                    <a:gd name="T14" fmla="*/ 51 w 53"/>
                    <a:gd name="T15" fmla="*/ 40 h 50"/>
                    <a:gd name="T16" fmla="*/ 42 w 53"/>
                    <a:gd name="T17" fmla="*/ 31 h 50"/>
                    <a:gd name="T18" fmla="*/ 23 w 53"/>
                    <a:gd name="T19" fmla="*/ 12 h 50"/>
                    <a:gd name="T20" fmla="*/ 30 w 53"/>
                    <a:gd name="T21" fmla="*/ 12 h 50"/>
                    <a:gd name="T22" fmla="*/ 36 w 53"/>
                    <a:gd name="T23" fmla="*/ 6 h 50"/>
                    <a:gd name="T24" fmla="*/ 30 w 53"/>
                    <a:gd name="T25" fmla="*/ 0 h 50"/>
                    <a:gd name="T26" fmla="*/ 7 w 53"/>
                    <a:gd name="T27" fmla="*/ 0 h 50"/>
                    <a:gd name="T28" fmla="*/ 5 w 53"/>
                    <a:gd name="T29" fmla="*/ 0 h 50"/>
                    <a:gd name="T30" fmla="*/ 3 w 53"/>
                    <a:gd name="T31" fmla="*/ 2 h 50"/>
                    <a:gd name="T32" fmla="*/ 3 w 53"/>
                    <a:gd name="T33" fmla="*/ 4 h 50"/>
                    <a:gd name="T34" fmla="*/ 0 w 53"/>
                    <a:gd name="T35" fmla="*/ 6 h 50"/>
                    <a:gd name="T36" fmla="*/ 0 w 53"/>
                    <a:gd name="T37" fmla="*/ 27 h 50"/>
                    <a:gd name="T38" fmla="*/ 7 w 53"/>
                    <a:gd name="T39" fmla="*/ 33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53" h="50">
                      <a:moveTo>
                        <a:pt x="7" y="33"/>
                      </a:moveTo>
                      <a:cubicBezTo>
                        <a:pt x="11" y="33"/>
                        <a:pt x="13" y="31"/>
                        <a:pt x="13" y="27"/>
                      </a:cubicBezTo>
                      <a:cubicBezTo>
                        <a:pt x="13" y="21"/>
                        <a:pt x="13" y="21"/>
                        <a:pt x="13" y="21"/>
                      </a:cubicBezTo>
                      <a:cubicBezTo>
                        <a:pt x="34" y="40"/>
                        <a:pt x="34" y="40"/>
                        <a:pt x="34" y="40"/>
                      </a:cubicBezTo>
                      <a:cubicBezTo>
                        <a:pt x="40" y="48"/>
                        <a:pt x="40" y="48"/>
                        <a:pt x="40" y="48"/>
                      </a:cubicBezTo>
                      <a:cubicBezTo>
                        <a:pt x="42" y="50"/>
                        <a:pt x="44" y="50"/>
                        <a:pt x="46" y="50"/>
                      </a:cubicBezTo>
                      <a:cubicBezTo>
                        <a:pt x="46" y="50"/>
                        <a:pt x="49" y="50"/>
                        <a:pt x="51" y="48"/>
                      </a:cubicBezTo>
                      <a:cubicBezTo>
                        <a:pt x="53" y="46"/>
                        <a:pt x="53" y="42"/>
                        <a:pt x="51" y="40"/>
                      </a:cubicBezTo>
                      <a:cubicBezTo>
                        <a:pt x="42" y="31"/>
                        <a:pt x="42" y="31"/>
                        <a:pt x="42" y="31"/>
                      </a:cubicBezTo>
                      <a:cubicBezTo>
                        <a:pt x="23" y="12"/>
                        <a:pt x="23" y="12"/>
                        <a:pt x="23" y="12"/>
                      </a:cubicBezTo>
                      <a:cubicBezTo>
                        <a:pt x="30" y="12"/>
                        <a:pt x="30" y="12"/>
                        <a:pt x="30" y="12"/>
                      </a:cubicBezTo>
                      <a:cubicBezTo>
                        <a:pt x="32" y="12"/>
                        <a:pt x="36" y="10"/>
                        <a:pt x="36" y="6"/>
                      </a:cubicBezTo>
                      <a:cubicBezTo>
                        <a:pt x="36" y="2"/>
                        <a:pt x="32" y="0"/>
                        <a:pt x="30" y="0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7" y="0"/>
                        <a:pt x="7" y="0"/>
                        <a:pt x="5" y="0"/>
                      </a:cubicBezTo>
                      <a:cubicBezTo>
                        <a:pt x="5" y="0"/>
                        <a:pt x="5" y="0"/>
                        <a:pt x="3" y="2"/>
                      </a:cubicBezTo>
                      <a:cubicBezTo>
                        <a:pt x="3" y="2"/>
                        <a:pt x="3" y="2"/>
                        <a:pt x="3" y="4"/>
                      </a:cubicBezTo>
                      <a:cubicBezTo>
                        <a:pt x="3" y="4"/>
                        <a:pt x="0" y="4"/>
                        <a:pt x="0" y="6"/>
                      </a:cubicBezTo>
                      <a:cubicBezTo>
                        <a:pt x="0" y="27"/>
                        <a:pt x="0" y="27"/>
                        <a:pt x="0" y="27"/>
                      </a:cubicBezTo>
                      <a:cubicBezTo>
                        <a:pt x="0" y="31"/>
                        <a:pt x="5" y="33"/>
                        <a:pt x="7" y="33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1600"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62" name="Freeform 133">
                  <a:extLst>
                    <a:ext uri="{FF2B5EF4-FFF2-40B4-BE49-F238E27FC236}">
                      <a16:creationId xmlns:a16="http://schemas.microsoft.com/office/drawing/2014/main" id="{019A84FF-018C-7E69-30E0-5040E0D6D56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583363" y="11763375"/>
                  <a:ext cx="117475" cy="80963"/>
                </a:xfrm>
                <a:custGeom>
                  <a:avLst/>
                  <a:gdLst>
                    <a:gd name="T0" fmla="*/ 2 w 64"/>
                    <a:gd name="T1" fmla="*/ 27 h 44"/>
                    <a:gd name="T2" fmla="*/ 16 w 64"/>
                    <a:gd name="T3" fmla="*/ 42 h 44"/>
                    <a:gd name="T4" fmla="*/ 20 w 64"/>
                    <a:gd name="T5" fmla="*/ 44 h 44"/>
                    <a:gd name="T6" fmla="*/ 25 w 64"/>
                    <a:gd name="T7" fmla="*/ 42 h 44"/>
                    <a:gd name="T8" fmla="*/ 25 w 64"/>
                    <a:gd name="T9" fmla="*/ 33 h 44"/>
                    <a:gd name="T10" fmla="*/ 20 w 64"/>
                    <a:gd name="T11" fmla="*/ 29 h 44"/>
                    <a:gd name="T12" fmla="*/ 47 w 64"/>
                    <a:gd name="T13" fmla="*/ 29 h 44"/>
                    <a:gd name="T14" fmla="*/ 58 w 64"/>
                    <a:gd name="T15" fmla="*/ 29 h 44"/>
                    <a:gd name="T16" fmla="*/ 64 w 64"/>
                    <a:gd name="T17" fmla="*/ 23 h 44"/>
                    <a:gd name="T18" fmla="*/ 58 w 64"/>
                    <a:gd name="T19" fmla="*/ 17 h 44"/>
                    <a:gd name="T20" fmla="*/ 47 w 64"/>
                    <a:gd name="T21" fmla="*/ 17 h 44"/>
                    <a:gd name="T22" fmla="*/ 20 w 64"/>
                    <a:gd name="T23" fmla="*/ 17 h 44"/>
                    <a:gd name="T24" fmla="*/ 25 w 64"/>
                    <a:gd name="T25" fmla="*/ 13 h 44"/>
                    <a:gd name="T26" fmla="*/ 25 w 64"/>
                    <a:gd name="T27" fmla="*/ 2 h 44"/>
                    <a:gd name="T28" fmla="*/ 16 w 64"/>
                    <a:gd name="T29" fmla="*/ 2 h 44"/>
                    <a:gd name="T30" fmla="*/ 2 w 64"/>
                    <a:gd name="T31" fmla="*/ 19 h 44"/>
                    <a:gd name="T32" fmla="*/ 0 w 64"/>
                    <a:gd name="T33" fmla="*/ 19 h 44"/>
                    <a:gd name="T34" fmla="*/ 0 w 64"/>
                    <a:gd name="T35" fmla="*/ 23 h 44"/>
                    <a:gd name="T36" fmla="*/ 0 w 64"/>
                    <a:gd name="T37" fmla="*/ 25 h 44"/>
                    <a:gd name="T38" fmla="*/ 2 w 64"/>
                    <a:gd name="T39" fmla="*/ 27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64" h="44">
                      <a:moveTo>
                        <a:pt x="2" y="27"/>
                      </a:moveTo>
                      <a:cubicBezTo>
                        <a:pt x="16" y="42"/>
                        <a:pt x="16" y="42"/>
                        <a:pt x="16" y="42"/>
                      </a:cubicBezTo>
                      <a:cubicBezTo>
                        <a:pt x="16" y="42"/>
                        <a:pt x="18" y="44"/>
                        <a:pt x="20" y="44"/>
                      </a:cubicBezTo>
                      <a:cubicBezTo>
                        <a:pt x="23" y="44"/>
                        <a:pt x="23" y="42"/>
                        <a:pt x="25" y="42"/>
                      </a:cubicBezTo>
                      <a:cubicBezTo>
                        <a:pt x="27" y="40"/>
                        <a:pt x="27" y="35"/>
                        <a:pt x="25" y="33"/>
                      </a:cubicBezTo>
                      <a:cubicBezTo>
                        <a:pt x="20" y="29"/>
                        <a:pt x="20" y="29"/>
                        <a:pt x="20" y="29"/>
                      </a:cubicBezTo>
                      <a:cubicBezTo>
                        <a:pt x="47" y="29"/>
                        <a:pt x="47" y="29"/>
                        <a:pt x="47" y="29"/>
                      </a:cubicBezTo>
                      <a:cubicBezTo>
                        <a:pt x="58" y="29"/>
                        <a:pt x="58" y="29"/>
                        <a:pt x="58" y="29"/>
                      </a:cubicBezTo>
                      <a:cubicBezTo>
                        <a:pt x="62" y="29"/>
                        <a:pt x="64" y="25"/>
                        <a:pt x="64" y="23"/>
                      </a:cubicBezTo>
                      <a:cubicBezTo>
                        <a:pt x="64" y="19"/>
                        <a:pt x="62" y="17"/>
                        <a:pt x="58" y="17"/>
                      </a:cubicBezTo>
                      <a:cubicBezTo>
                        <a:pt x="47" y="17"/>
                        <a:pt x="47" y="17"/>
                        <a:pt x="47" y="17"/>
                      </a:cubicBezTo>
                      <a:cubicBezTo>
                        <a:pt x="20" y="17"/>
                        <a:pt x="20" y="17"/>
                        <a:pt x="20" y="17"/>
                      </a:cubicBezTo>
                      <a:cubicBezTo>
                        <a:pt x="25" y="13"/>
                        <a:pt x="25" y="13"/>
                        <a:pt x="25" y="13"/>
                      </a:cubicBezTo>
                      <a:cubicBezTo>
                        <a:pt x="27" y="8"/>
                        <a:pt x="27" y="6"/>
                        <a:pt x="25" y="2"/>
                      </a:cubicBezTo>
                      <a:cubicBezTo>
                        <a:pt x="23" y="0"/>
                        <a:pt x="18" y="0"/>
                        <a:pt x="16" y="2"/>
                      </a:cubicBezTo>
                      <a:cubicBezTo>
                        <a:pt x="2" y="19"/>
                        <a:pt x="2" y="19"/>
                        <a:pt x="2" y="19"/>
                      </a:cubicBezTo>
                      <a:cubicBezTo>
                        <a:pt x="0" y="19"/>
                        <a:pt x="0" y="19"/>
                        <a:pt x="0" y="19"/>
                      </a:cubicBezTo>
                      <a:cubicBezTo>
                        <a:pt x="0" y="21"/>
                        <a:pt x="0" y="21"/>
                        <a:pt x="0" y="23"/>
                      </a:cubicBezTo>
                      <a:cubicBezTo>
                        <a:pt x="0" y="23"/>
                        <a:pt x="0" y="23"/>
                        <a:pt x="0" y="25"/>
                      </a:cubicBezTo>
                      <a:cubicBezTo>
                        <a:pt x="0" y="25"/>
                        <a:pt x="0" y="25"/>
                        <a:pt x="2" y="27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1600"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63" name="Freeform 134">
                  <a:extLst>
                    <a:ext uri="{FF2B5EF4-FFF2-40B4-BE49-F238E27FC236}">
                      <a16:creationId xmlns:a16="http://schemas.microsoft.com/office/drawing/2014/main" id="{1376C67B-498C-9280-4839-E2309717AC1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634163" y="11844338"/>
                  <a:ext cx="90488" cy="95250"/>
                </a:xfrm>
                <a:custGeom>
                  <a:avLst/>
                  <a:gdLst>
                    <a:gd name="T0" fmla="*/ 39 w 49"/>
                    <a:gd name="T1" fmla="*/ 4 h 52"/>
                    <a:gd name="T2" fmla="*/ 31 w 49"/>
                    <a:gd name="T3" fmla="*/ 10 h 52"/>
                    <a:gd name="T4" fmla="*/ 12 w 49"/>
                    <a:gd name="T5" fmla="*/ 31 h 52"/>
                    <a:gd name="T6" fmla="*/ 12 w 49"/>
                    <a:gd name="T7" fmla="*/ 25 h 52"/>
                    <a:gd name="T8" fmla="*/ 6 w 49"/>
                    <a:gd name="T9" fmla="*/ 18 h 52"/>
                    <a:gd name="T10" fmla="*/ 0 w 49"/>
                    <a:gd name="T11" fmla="*/ 25 h 52"/>
                    <a:gd name="T12" fmla="*/ 0 w 49"/>
                    <a:gd name="T13" fmla="*/ 45 h 52"/>
                    <a:gd name="T14" fmla="*/ 0 w 49"/>
                    <a:gd name="T15" fmla="*/ 47 h 52"/>
                    <a:gd name="T16" fmla="*/ 2 w 49"/>
                    <a:gd name="T17" fmla="*/ 50 h 52"/>
                    <a:gd name="T18" fmla="*/ 4 w 49"/>
                    <a:gd name="T19" fmla="*/ 52 h 52"/>
                    <a:gd name="T20" fmla="*/ 6 w 49"/>
                    <a:gd name="T21" fmla="*/ 52 h 52"/>
                    <a:gd name="T22" fmla="*/ 27 w 49"/>
                    <a:gd name="T23" fmla="*/ 52 h 52"/>
                    <a:gd name="T24" fmla="*/ 33 w 49"/>
                    <a:gd name="T25" fmla="*/ 45 h 52"/>
                    <a:gd name="T26" fmla="*/ 27 w 49"/>
                    <a:gd name="T27" fmla="*/ 39 h 52"/>
                    <a:gd name="T28" fmla="*/ 21 w 49"/>
                    <a:gd name="T29" fmla="*/ 39 h 52"/>
                    <a:gd name="T30" fmla="*/ 41 w 49"/>
                    <a:gd name="T31" fmla="*/ 18 h 52"/>
                    <a:gd name="T32" fmla="*/ 47 w 49"/>
                    <a:gd name="T33" fmla="*/ 12 h 52"/>
                    <a:gd name="T34" fmla="*/ 47 w 49"/>
                    <a:gd name="T35" fmla="*/ 4 h 52"/>
                    <a:gd name="T36" fmla="*/ 39 w 49"/>
                    <a:gd name="T37" fmla="*/ 4 h 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9" h="52">
                      <a:moveTo>
                        <a:pt x="39" y="4"/>
                      </a:moveTo>
                      <a:cubicBezTo>
                        <a:pt x="31" y="10"/>
                        <a:pt x="31" y="10"/>
                        <a:pt x="31" y="10"/>
                      </a:cubicBezTo>
                      <a:cubicBezTo>
                        <a:pt x="12" y="31"/>
                        <a:pt x="12" y="31"/>
                        <a:pt x="12" y="31"/>
                      </a:cubicBezTo>
                      <a:cubicBezTo>
                        <a:pt x="12" y="25"/>
                        <a:pt x="12" y="25"/>
                        <a:pt x="12" y="25"/>
                      </a:cubicBezTo>
                      <a:cubicBezTo>
                        <a:pt x="12" y="20"/>
                        <a:pt x="10" y="18"/>
                        <a:pt x="6" y="18"/>
                      </a:cubicBezTo>
                      <a:cubicBezTo>
                        <a:pt x="2" y="18"/>
                        <a:pt x="0" y="20"/>
                        <a:pt x="0" y="25"/>
                      </a:cubicBezTo>
                      <a:cubicBezTo>
                        <a:pt x="0" y="45"/>
                        <a:pt x="0" y="45"/>
                        <a:pt x="0" y="45"/>
                      </a:cubicBezTo>
                      <a:cubicBezTo>
                        <a:pt x="0" y="47"/>
                        <a:pt x="0" y="47"/>
                        <a:pt x="0" y="47"/>
                      </a:cubicBezTo>
                      <a:cubicBezTo>
                        <a:pt x="2" y="50"/>
                        <a:pt x="2" y="50"/>
                        <a:pt x="2" y="50"/>
                      </a:cubicBezTo>
                      <a:cubicBezTo>
                        <a:pt x="2" y="50"/>
                        <a:pt x="2" y="50"/>
                        <a:pt x="4" y="52"/>
                      </a:cubicBezTo>
                      <a:cubicBezTo>
                        <a:pt x="6" y="52"/>
                        <a:pt x="6" y="52"/>
                        <a:pt x="6" y="52"/>
                      </a:cubicBezTo>
                      <a:cubicBezTo>
                        <a:pt x="27" y="52"/>
                        <a:pt x="27" y="52"/>
                        <a:pt x="27" y="52"/>
                      </a:cubicBezTo>
                      <a:cubicBezTo>
                        <a:pt x="31" y="52"/>
                        <a:pt x="33" y="47"/>
                        <a:pt x="33" y="45"/>
                      </a:cubicBezTo>
                      <a:cubicBezTo>
                        <a:pt x="33" y="41"/>
                        <a:pt x="31" y="39"/>
                        <a:pt x="27" y="39"/>
                      </a:cubicBezTo>
                      <a:cubicBezTo>
                        <a:pt x="21" y="39"/>
                        <a:pt x="21" y="39"/>
                        <a:pt x="21" y="39"/>
                      </a:cubicBezTo>
                      <a:cubicBezTo>
                        <a:pt x="41" y="18"/>
                        <a:pt x="41" y="18"/>
                        <a:pt x="41" y="18"/>
                      </a:cubicBezTo>
                      <a:cubicBezTo>
                        <a:pt x="47" y="12"/>
                        <a:pt x="47" y="12"/>
                        <a:pt x="47" y="12"/>
                      </a:cubicBezTo>
                      <a:cubicBezTo>
                        <a:pt x="49" y="10"/>
                        <a:pt x="49" y="6"/>
                        <a:pt x="47" y="4"/>
                      </a:cubicBezTo>
                      <a:cubicBezTo>
                        <a:pt x="45" y="0"/>
                        <a:pt x="41" y="0"/>
                        <a:pt x="39" y="4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1600"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64" name="Freeform 135">
                  <a:extLst>
                    <a:ext uri="{FF2B5EF4-FFF2-40B4-BE49-F238E27FC236}">
                      <a16:creationId xmlns:a16="http://schemas.microsoft.com/office/drawing/2014/main" id="{5D91A414-17D3-F11D-00D3-BE28649510E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727826" y="11868150"/>
                  <a:ext cx="80963" cy="117475"/>
                </a:xfrm>
                <a:custGeom>
                  <a:avLst/>
                  <a:gdLst>
                    <a:gd name="T0" fmla="*/ 33 w 44"/>
                    <a:gd name="T1" fmla="*/ 39 h 64"/>
                    <a:gd name="T2" fmla="*/ 29 w 44"/>
                    <a:gd name="T3" fmla="*/ 43 h 64"/>
                    <a:gd name="T4" fmla="*/ 29 w 44"/>
                    <a:gd name="T5" fmla="*/ 15 h 64"/>
                    <a:gd name="T6" fmla="*/ 29 w 44"/>
                    <a:gd name="T7" fmla="*/ 6 h 64"/>
                    <a:gd name="T8" fmla="*/ 23 w 44"/>
                    <a:gd name="T9" fmla="*/ 0 h 64"/>
                    <a:gd name="T10" fmla="*/ 17 w 44"/>
                    <a:gd name="T11" fmla="*/ 6 h 64"/>
                    <a:gd name="T12" fmla="*/ 17 w 44"/>
                    <a:gd name="T13" fmla="*/ 17 h 64"/>
                    <a:gd name="T14" fmla="*/ 17 w 44"/>
                    <a:gd name="T15" fmla="*/ 43 h 64"/>
                    <a:gd name="T16" fmla="*/ 13 w 44"/>
                    <a:gd name="T17" fmla="*/ 39 h 64"/>
                    <a:gd name="T18" fmla="*/ 2 w 44"/>
                    <a:gd name="T19" fmla="*/ 39 h 64"/>
                    <a:gd name="T20" fmla="*/ 2 w 44"/>
                    <a:gd name="T21" fmla="*/ 48 h 64"/>
                    <a:gd name="T22" fmla="*/ 19 w 44"/>
                    <a:gd name="T23" fmla="*/ 64 h 64"/>
                    <a:gd name="T24" fmla="*/ 21 w 44"/>
                    <a:gd name="T25" fmla="*/ 64 h 64"/>
                    <a:gd name="T26" fmla="*/ 23 w 44"/>
                    <a:gd name="T27" fmla="*/ 64 h 64"/>
                    <a:gd name="T28" fmla="*/ 25 w 44"/>
                    <a:gd name="T29" fmla="*/ 64 h 64"/>
                    <a:gd name="T30" fmla="*/ 27 w 44"/>
                    <a:gd name="T31" fmla="*/ 64 h 64"/>
                    <a:gd name="T32" fmla="*/ 42 w 44"/>
                    <a:gd name="T33" fmla="*/ 48 h 64"/>
                    <a:gd name="T34" fmla="*/ 42 w 44"/>
                    <a:gd name="T35" fmla="*/ 39 h 64"/>
                    <a:gd name="T36" fmla="*/ 33 w 44"/>
                    <a:gd name="T37" fmla="*/ 39 h 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4" h="64">
                      <a:moveTo>
                        <a:pt x="33" y="39"/>
                      </a:moveTo>
                      <a:cubicBezTo>
                        <a:pt x="29" y="43"/>
                        <a:pt x="29" y="43"/>
                        <a:pt x="29" y="43"/>
                      </a:cubicBezTo>
                      <a:cubicBezTo>
                        <a:pt x="29" y="15"/>
                        <a:pt x="29" y="15"/>
                        <a:pt x="29" y="15"/>
                      </a:cubicBezTo>
                      <a:cubicBezTo>
                        <a:pt x="29" y="6"/>
                        <a:pt x="29" y="6"/>
                        <a:pt x="29" y="6"/>
                      </a:cubicBezTo>
                      <a:cubicBezTo>
                        <a:pt x="29" y="2"/>
                        <a:pt x="25" y="0"/>
                        <a:pt x="23" y="0"/>
                      </a:cubicBezTo>
                      <a:cubicBezTo>
                        <a:pt x="19" y="0"/>
                        <a:pt x="17" y="2"/>
                        <a:pt x="17" y="6"/>
                      </a:cubicBezTo>
                      <a:cubicBezTo>
                        <a:pt x="17" y="17"/>
                        <a:pt x="17" y="17"/>
                        <a:pt x="17" y="17"/>
                      </a:cubicBezTo>
                      <a:cubicBezTo>
                        <a:pt x="17" y="43"/>
                        <a:pt x="17" y="43"/>
                        <a:pt x="17" y="43"/>
                      </a:cubicBezTo>
                      <a:cubicBezTo>
                        <a:pt x="13" y="39"/>
                        <a:pt x="13" y="39"/>
                        <a:pt x="13" y="39"/>
                      </a:cubicBezTo>
                      <a:cubicBezTo>
                        <a:pt x="11" y="37"/>
                        <a:pt x="6" y="37"/>
                        <a:pt x="2" y="39"/>
                      </a:cubicBezTo>
                      <a:cubicBezTo>
                        <a:pt x="0" y="41"/>
                        <a:pt x="0" y="45"/>
                        <a:pt x="2" y="48"/>
                      </a:cubicBezTo>
                      <a:cubicBezTo>
                        <a:pt x="19" y="64"/>
                        <a:pt x="19" y="64"/>
                        <a:pt x="19" y="64"/>
                      </a:cubicBezTo>
                      <a:cubicBezTo>
                        <a:pt x="19" y="64"/>
                        <a:pt x="19" y="64"/>
                        <a:pt x="21" y="64"/>
                      </a:cubicBezTo>
                      <a:cubicBezTo>
                        <a:pt x="21" y="64"/>
                        <a:pt x="21" y="64"/>
                        <a:pt x="23" y="64"/>
                      </a:cubicBezTo>
                      <a:cubicBezTo>
                        <a:pt x="23" y="64"/>
                        <a:pt x="23" y="64"/>
                        <a:pt x="25" y="64"/>
                      </a:cubicBezTo>
                      <a:cubicBezTo>
                        <a:pt x="27" y="64"/>
                        <a:pt x="27" y="64"/>
                        <a:pt x="27" y="64"/>
                      </a:cubicBezTo>
                      <a:cubicBezTo>
                        <a:pt x="42" y="48"/>
                        <a:pt x="42" y="48"/>
                        <a:pt x="42" y="48"/>
                      </a:cubicBezTo>
                      <a:cubicBezTo>
                        <a:pt x="44" y="45"/>
                        <a:pt x="44" y="41"/>
                        <a:pt x="42" y="39"/>
                      </a:cubicBezTo>
                      <a:cubicBezTo>
                        <a:pt x="40" y="37"/>
                        <a:pt x="35" y="37"/>
                        <a:pt x="33" y="39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1600"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65" name="Freeform 136">
                  <a:extLst>
                    <a:ext uri="{FF2B5EF4-FFF2-40B4-BE49-F238E27FC236}">
                      <a16:creationId xmlns:a16="http://schemas.microsoft.com/office/drawing/2014/main" id="{0ED6823C-4B1B-46DC-6F78-517AA48B0F0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08788" y="11839575"/>
                  <a:ext cx="95250" cy="92075"/>
                </a:xfrm>
                <a:custGeom>
                  <a:avLst/>
                  <a:gdLst>
                    <a:gd name="T0" fmla="*/ 45 w 52"/>
                    <a:gd name="T1" fmla="*/ 17 h 50"/>
                    <a:gd name="T2" fmla="*/ 39 w 52"/>
                    <a:gd name="T3" fmla="*/ 23 h 50"/>
                    <a:gd name="T4" fmla="*/ 39 w 52"/>
                    <a:gd name="T5" fmla="*/ 29 h 50"/>
                    <a:gd name="T6" fmla="*/ 18 w 52"/>
                    <a:gd name="T7" fmla="*/ 8 h 50"/>
                    <a:gd name="T8" fmla="*/ 12 w 52"/>
                    <a:gd name="T9" fmla="*/ 2 h 50"/>
                    <a:gd name="T10" fmla="*/ 4 w 52"/>
                    <a:gd name="T11" fmla="*/ 2 h 50"/>
                    <a:gd name="T12" fmla="*/ 4 w 52"/>
                    <a:gd name="T13" fmla="*/ 10 h 50"/>
                    <a:gd name="T14" fmla="*/ 10 w 52"/>
                    <a:gd name="T15" fmla="*/ 19 h 50"/>
                    <a:gd name="T16" fmla="*/ 31 w 52"/>
                    <a:gd name="T17" fmla="*/ 38 h 50"/>
                    <a:gd name="T18" fmla="*/ 25 w 52"/>
                    <a:gd name="T19" fmla="*/ 38 h 50"/>
                    <a:gd name="T20" fmla="*/ 18 w 52"/>
                    <a:gd name="T21" fmla="*/ 44 h 50"/>
                    <a:gd name="T22" fmla="*/ 25 w 52"/>
                    <a:gd name="T23" fmla="*/ 50 h 50"/>
                    <a:gd name="T24" fmla="*/ 45 w 52"/>
                    <a:gd name="T25" fmla="*/ 50 h 50"/>
                    <a:gd name="T26" fmla="*/ 47 w 52"/>
                    <a:gd name="T27" fmla="*/ 50 h 50"/>
                    <a:gd name="T28" fmla="*/ 50 w 52"/>
                    <a:gd name="T29" fmla="*/ 48 h 50"/>
                    <a:gd name="T30" fmla="*/ 52 w 52"/>
                    <a:gd name="T31" fmla="*/ 46 h 50"/>
                    <a:gd name="T32" fmla="*/ 52 w 52"/>
                    <a:gd name="T33" fmla="*/ 44 h 50"/>
                    <a:gd name="T34" fmla="*/ 52 w 52"/>
                    <a:gd name="T35" fmla="*/ 23 h 50"/>
                    <a:gd name="T36" fmla="*/ 45 w 52"/>
                    <a:gd name="T37" fmla="*/ 17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52" h="50">
                      <a:moveTo>
                        <a:pt x="45" y="17"/>
                      </a:moveTo>
                      <a:cubicBezTo>
                        <a:pt x="41" y="17"/>
                        <a:pt x="39" y="21"/>
                        <a:pt x="39" y="23"/>
                      </a:cubicBezTo>
                      <a:cubicBezTo>
                        <a:pt x="39" y="29"/>
                        <a:pt x="39" y="29"/>
                        <a:pt x="39" y="29"/>
                      </a:cubicBezTo>
                      <a:cubicBezTo>
                        <a:pt x="18" y="8"/>
                        <a:pt x="18" y="8"/>
                        <a:pt x="18" y="8"/>
                      </a:cubicBezTo>
                      <a:cubicBezTo>
                        <a:pt x="12" y="2"/>
                        <a:pt x="12" y="2"/>
                        <a:pt x="12" y="2"/>
                      </a:cubicBezTo>
                      <a:cubicBezTo>
                        <a:pt x="10" y="0"/>
                        <a:pt x="6" y="0"/>
                        <a:pt x="4" y="2"/>
                      </a:cubicBezTo>
                      <a:cubicBezTo>
                        <a:pt x="0" y="4"/>
                        <a:pt x="0" y="8"/>
                        <a:pt x="4" y="10"/>
                      </a:cubicBezTo>
                      <a:cubicBezTo>
                        <a:pt x="10" y="19"/>
                        <a:pt x="10" y="19"/>
                        <a:pt x="10" y="19"/>
                      </a:cubicBezTo>
                      <a:cubicBezTo>
                        <a:pt x="31" y="38"/>
                        <a:pt x="31" y="38"/>
                        <a:pt x="31" y="38"/>
                      </a:cubicBezTo>
                      <a:cubicBezTo>
                        <a:pt x="25" y="38"/>
                        <a:pt x="25" y="38"/>
                        <a:pt x="25" y="38"/>
                      </a:cubicBezTo>
                      <a:cubicBezTo>
                        <a:pt x="21" y="38"/>
                        <a:pt x="18" y="42"/>
                        <a:pt x="18" y="44"/>
                      </a:cubicBezTo>
                      <a:cubicBezTo>
                        <a:pt x="18" y="48"/>
                        <a:pt x="21" y="50"/>
                        <a:pt x="25" y="50"/>
                      </a:cubicBezTo>
                      <a:cubicBezTo>
                        <a:pt x="45" y="50"/>
                        <a:pt x="45" y="50"/>
                        <a:pt x="45" y="50"/>
                      </a:cubicBezTo>
                      <a:cubicBezTo>
                        <a:pt x="47" y="50"/>
                        <a:pt x="47" y="50"/>
                        <a:pt x="47" y="50"/>
                      </a:cubicBezTo>
                      <a:cubicBezTo>
                        <a:pt x="47" y="50"/>
                        <a:pt x="50" y="50"/>
                        <a:pt x="50" y="48"/>
                      </a:cubicBezTo>
                      <a:cubicBezTo>
                        <a:pt x="50" y="48"/>
                        <a:pt x="50" y="48"/>
                        <a:pt x="52" y="46"/>
                      </a:cubicBezTo>
                      <a:cubicBezTo>
                        <a:pt x="52" y="46"/>
                        <a:pt x="52" y="46"/>
                        <a:pt x="52" y="44"/>
                      </a:cubicBezTo>
                      <a:cubicBezTo>
                        <a:pt x="52" y="23"/>
                        <a:pt x="52" y="23"/>
                        <a:pt x="52" y="23"/>
                      </a:cubicBezTo>
                      <a:cubicBezTo>
                        <a:pt x="52" y="21"/>
                        <a:pt x="47" y="17"/>
                        <a:pt x="45" y="17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1600"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66" name="Freeform 137">
                  <a:extLst>
                    <a:ext uri="{FF2B5EF4-FFF2-40B4-BE49-F238E27FC236}">
                      <a16:creationId xmlns:a16="http://schemas.microsoft.com/office/drawing/2014/main" id="{2F55CEDB-86ED-9C10-4DBC-E41C4A21414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27838" y="11758613"/>
                  <a:ext cx="125413" cy="77788"/>
                </a:xfrm>
                <a:custGeom>
                  <a:avLst/>
                  <a:gdLst>
                    <a:gd name="T0" fmla="*/ 44 w 68"/>
                    <a:gd name="T1" fmla="*/ 16 h 43"/>
                    <a:gd name="T2" fmla="*/ 15 w 68"/>
                    <a:gd name="T3" fmla="*/ 16 h 43"/>
                    <a:gd name="T4" fmla="*/ 7 w 68"/>
                    <a:gd name="T5" fmla="*/ 16 h 43"/>
                    <a:gd name="T6" fmla="*/ 0 w 68"/>
                    <a:gd name="T7" fmla="*/ 23 h 43"/>
                    <a:gd name="T8" fmla="*/ 7 w 68"/>
                    <a:gd name="T9" fmla="*/ 29 h 43"/>
                    <a:gd name="T10" fmla="*/ 17 w 68"/>
                    <a:gd name="T11" fmla="*/ 29 h 43"/>
                    <a:gd name="T12" fmla="*/ 44 w 68"/>
                    <a:gd name="T13" fmla="*/ 29 h 43"/>
                    <a:gd name="T14" fmla="*/ 40 w 68"/>
                    <a:gd name="T15" fmla="*/ 33 h 43"/>
                    <a:gd name="T16" fmla="*/ 40 w 68"/>
                    <a:gd name="T17" fmla="*/ 41 h 43"/>
                    <a:gd name="T18" fmla="*/ 44 w 68"/>
                    <a:gd name="T19" fmla="*/ 43 h 43"/>
                    <a:gd name="T20" fmla="*/ 51 w 68"/>
                    <a:gd name="T21" fmla="*/ 41 h 43"/>
                    <a:gd name="T22" fmla="*/ 65 w 68"/>
                    <a:gd name="T23" fmla="*/ 27 h 43"/>
                    <a:gd name="T24" fmla="*/ 65 w 68"/>
                    <a:gd name="T25" fmla="*/ 25 h 43"/>
                    <a:gd name="T26" fmla="*/ 68 w 68"/>
                    <a:gd name="T27" fmla="*/ 23 h 43"/>
                    <a:gd name="T28" fmla="*/ 65 w 68"/>
                    <a:gd name="T29" fmla="*/ 18 h 43"/>
                    <a:gd name="T30" fmla="*/ 65 w 68"/>
                    <a:gd name="T31" fmla="*/ 16 h 43"/>
                    <a:gd name="T32" fmla="*/ 51 w 68"/>
                    <a:gd name="T33" fmla="*/ 2 h 43"/>
                    <a:gd name="T34" fmla="*/ 40 w 68"/>
                    <a:gd name="T35" fmla="*/ 2 h 43"/>
                    <a:gd name="T36" fmla="*/ 40 w 68"/>
                    <a:gd name="T37" fmla="*/ 12 h 43"/>
                    <a:gd name="T38" fmla="*/ 44 w 68"/>
                    <a:gd name="T39" fmla="*/ 16 h 43"/>
                    <a:gd name="T40" fmla="*/ 44 w 68"/>
                    <a:gd name="T41" fmla="*/ 16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68" h="43">
                      <a:moveTo>
                        <a:pt x="44" y="16"/>
                      </a:moveTo>
                      <a:cubicBezTo>
                        <a:pt x="15" y="16"/>
                        <a:pt x="15" y="16"/>
                        <a:pt x="15" y="16"/>
                      </a:cubicBezTo>
                      <a:cubicBezTo>
                        <a:pt x="7" y="16"/>
                        <a:pt x="7" y="16"/>
                        <a:pt x="7" y="16"/>
                      </a:cubicBezTo>
                      <a:cubicBezTo>
                        <a:pt x="2" y="16"/>
                        <a:pt x="0" y="18"/>
                        <a:pt x="0" y="23"/>
                      </a:cubicBezTo>
                      <a:cubicBezTo>
                        <a:pt x="0" y="25"/>
                        <a:pt x="2" y="29"/>
                        <a:pt x="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44" y="29"/>
                        <a:pt x="44" y="29"/>
                        <a:pt x="44" y="29"/>
                      </a:cubicBezTo>
                      <a:cubicBezTo>
                        <a:pt x="40" y="33"/>
                        <a:pt x="40" y="33"/>
                        <a:pt x="40" y="33"/>
                      </a:cubicBezTo>
                      <a:cubicBezTo>
                        <a:pt x="38" y="35"/>
                        <a:pt x="38" y="39"/>
                        <a:pt x="40" y="41"/>
                      </a:cubicBezTo>
                      <a:cubicBezTo>
                        <a:pt x="42" y="41"/>
                        <a:pt x="44" y="43"/>
                        <a:pt x="44" y="43"/>
                      </a:cubicBezTo>
                      <a:cubicBezTo>
                        <a:pt x="47" y="43"/>
                        <a:pt x="49" y="41"/>
                        <a:pt x="51" y="41"/>
                      </a:cubicBezTo>
                      <a:cubicBezTo>
                        <a:pt x="65" y="27"/>
                        <a:pt x="65" y="27"/>
                        <a:pt x="65" y="27"/>
                      </a:cubicBezTo>
                      <a:cubicBezTo>
                        <a:pt x="65" y="25"/>
                        <a:pt x="65" y="25"/>
                        <a:pt x="65" y="25"/>
                      </a:cubicBezTo>
                      <a:cubicBezTo>
                        <a:pt x="65" y="23"/>
                        <a:pt x="68" y="23"/>
                        <a:pt x="68" y="23"/>
                      </a:cubicBezTo>
                      <a:cubicBezTo>
                        <a:pt x="68" y="21"/>
                        <a:pt x="65" y="21"/>
                        <a:pt x="65" y="18"/>
                      </a:cubicBezTo>
                      <a:cubicBezTo>
                        <a:pt x="65" y="18"/>
                        <a:pt x="65" y="18"/>
                        <a:pt x="65" y="16"/>
                      </a:cubicBezTo>
                      <a:cubicBezTo>
                        <a:pt x="51" y="2"/>
                        <a:pt x="51" y="2"/>
                        <a:pt x="51" y="2"/>
                      </a:cubicBezTo>
                      <a:cubicBezTo>
                        <a:pt x="47" y="0"/>
                        <a:pt x="42" y="0"/>
                        <a:pt x="40" y="2"/>
                      </a:cubicBezTo>
                      <a:cubicBezTo>
                        <a:pt x="38" y="4"/>
                        <a:pt x="38" y="8"/>
                        <a:pt x="40" y="12"/>
                      </a:cubicBezTo>
                      <a:cubicBezTo>
                        <a:pt x="44" y="16"/>
                        <a:pt x="44" y="16"/>
                        <a:pt x="44" y="16"/>
                      </a:cubicBezTo>
                      <a:cubicBezTo>
                        <a:pt x="44" y="16"/>
                        <a:pt x="44" y="16"/>
                        <a:pt x="44" y="16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1600"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67" name="Freeform 138">
                  <a:extLst>
                    <a:ext uri="{FF2B5EF4-FFF2-40B4-BE49-F238E27FC236}">
                      <a16:creationId xmlns:a16="http://schemas.microsoft.com/office/drawing/2014/main" id="{71ADEC7E-A10F-36BF-5072-56C805C6717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04026" y="11660188"/>
                  <a:ext cx="90488" cy="98425"/>
                </a:xfrm>
                <a:custGeom>
                  <a:avLst/>
                  <a:gdLst>
                    <a:gd name="T0" fmla="*/ 6 w 49"/>
                    <a:gd name="T1" fmla="*/ 53 h 53"/>
                    <a:gd name="T2" fmla="*/ 10 w 49"/>
                    <a:gd name="T3" fmla="*/ 51 h 53"/>
                    <a:gd name="T4" fmla="*/ 18 w 49"/>
                    <a:gd name="T5" fmla="*/ 42 h 53"/>
                    <a:gd name="T6" fmla="*/ 37 w 49"/>
                    <a:gd name="T7" fmla="*/ 23 h 53"/>
                    <a:gd name="T8" fmla="*/ 37 w 49"/>
                    <a:gd name="T9" fmla="*/ 28 h 53"/>
                    <a:gd name="T10" fmla="*/ 43 w 49"/>
                    <a:gd name="T11" fmla="*/ 34 h 53"/>
                    <a:gd name="T12" fmla="*/ 49 w 49"/>
                    <a:gd name="T13" fmla="*/ 28 h 53"/>
                    <a:gd name="T14" fmla="*/ 49 w 49"/>
                    <a:gd name="T15" fmla="*/ 7 h 53"/>
                    <a:gd name="T16" fmla="*/ 49 w 49"/>
                    <a:gd name="T17" fmla="*/ 5 h 53"/>
                    <a:gd name="T18" fmla="*/ 47 w 49"/>
                    <a:gd name="T19" fmla="*/ 2 h 53"/>
                    <a:gd name="T20" fmla="*/ 47 w 49"/>
                    <a:gd name="T21" fmla="*/ 2 h 53"/>
                    <a:gd name="T22" fmla="*/ 43 w 49"/>
                    <a:gd name="T23" fmla="*/ 0 h 53"/>
                    <a:gd name="T24" fmla="*/ 22 w 49"/>
                    <a:gd name="T25" fmla="*/ 0 h 53"/>
                    <a:gd name="T26" fmla="*/ 16 w 49"/>
                    <a:gd name="T27" fmla="*/ 7 h 53"/>
                    <a:gd name="T28" fmla="*/ 22 w 49"/>
                    <a:gd name="T29" fmla="*/ 13 h 53"/>
                    <a:gd name="T30" fmla="*/ 28 w 49"/>
                    <a:gd name="T31" fmla="*/ 13 h 53"/>
                    <a:gd name="T32" fmla="*/ 10 w 49"/>
                    <a:gd name="T33" fmla="*/ 34 h 53"/>
                    <a:gd name="T34" fmla="*/ 2 w 49"/>
                    <a:gd name="T35" fmla="*/ 40 h 53"/>
                    <a:gd name="T36" fmla="*/ 2 w 49"/>
                    <a:gd name="T37" fmla="*/ 51 h 53"/>
                    <a:gd name="T38" fmla="*/ 6 w 49"/>
                    <a:gd name="T39" fmla="*/ 53 h 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49" h="53">
                      <a:moveTo>
                        <a:pt x="6" y="53"/>
                      </a:moveTo>
                      <a:cubicBezTo>
                        <a:pt x="8" y="53"/>
                        <a:pt x="10" y="51"/>
                        <a:pt x="10" y="51"/>
                      </a:cubicBezTo>
                      <a:cubicBezTo>
                        <a:pt x="18" y="42"/>
                        <a:pt x="18" y="42"/>
                        <a:pt x="18" y="42"/>
                      </a:cubicBezTo>
                      <a:cubicBezTo>
                        <a:pt x="37" y="23"/>
                        <a:pt x="37" y="23"/>
                        <a:pt x="37" y="23"/>
                      </a:cubicBezTo>
                      <a:cubicBezTo>
                        <a:pt x="37" y="28"/>
                        <a:pt x="37" y="28"/>
                        <a:pt x="37" y="28"/>
                      </a:cubicBezTo>
                      <a:cubicBezTo>
                        <a:pt x="37" y="32"/>
                        <a:pt x="41" y="34"/>
                        <a:pt x="43" y="34"/>
                      </a:cubicBezTo>
                      <a:cubicBezTo>
                        <a:pt x="47" y="34"/>
                        <a:pt x="49" y="32"/>
                        <a:pt x="49" y="28"/>
                      </a:cubicBezTo>
                      <a:cubicBezTo>
                        <a:pt x="49" y="7"/>
                        <a:pt x="49" y="7"/>
                        <a:pt x="49" y="7"/>
                      </a:cubicBezTo>
                      <a:cubicBezTo>
                        <a:pt x="49" y="7"/>
                        <a:pt x="49" y="7"/>
                        <a:pt x="49" y="5"/>
                      </a:cubicBezTo>
                      <a:cubicBezTo>
                        <a:pt x="49" y="5"/>
                        <a:pt x="49" y="5"/>
                        <a:pt x="47" y="2"/>
                      </a:cubicBezTo>
                      <a:cubicBezTo>
                        <a:pt x="47" y="2"/>
                        <a:pt x="47" y="2"/>
                        <a:pt x="47" y="2"/>
                      </a:cubicBezTo>
                      <a:cubicBezTo>
                        <a:pt x="45" y="0"/>
                        <a:pt x="45" y="0"/>
                        <a:pt x="43" y="0"/>
                      </a:cubicBezTo>
                      <a:cubicBezTo>
                        <a:pt x="22" y="0"/>
                        <a:pt x="22" y="0"/>
                        <a:pt x="22" y="0"/>
                      </a:cubicBezTo>
                      <a:cubicBezTo>
                        <a:pt x="20" y="0"/>
                        <a:pt x="16" y="5"/>
                        <a:pt x="16" y="7"/>
                      </a:cubicBezTo>
                      <a:cubicBezTo>
                        <a:pt x="16" y="11"/>
                        <a:pt x="20" y="13"/>
                        <a:pt x="22" y="13"/>
                      </a:cubicBezTo>
                      <a:cubicBezTo>
                        <a:pt x="28" y="13"/>
                        <a:pt x="28" y="13"/>
                        <a:pt x="28" y="13"/>
                      </a:cubicBezTo>
                      <a:cubicBezTo>
                        <a:pt x="10" y="34"/>
                        <a:pt x="10" y="34"/>
                        <a:pt x="10" y="34"/>
                      </a:cubicBezTo>
                      <a:cubicBezTo>
                        <a:pt x="2" y="40"/>
                        <a:pt x="2" y="40"/>
                        <a:pt x="2" y="40"/>
                      </a:cubicBezTo>
                      <a:cubicBezTo>
                        <a:pt x="0" y="44"/>
                        <a:pt x="0" y="46"/>
                        <a:pt x="2" y="51"/>
                      </a:cubicBezTo>
                      <a:cubicBezTo>
                        <a:pt x="4" y="51"/>
                        <a:pt x="4" y="53"/>
                        <a:pt x="6" y="53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1600"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68" name="Freeform 139">
                  <a:extLst>
                    <a:ext uri="{FF2B5EF4-FFF2-40B4-BE49-F238E27FC236}">
                      <a16:creationId xmlns:a16="http://schemas.microsoft.com/office/drawing/2014/main" id="{13B1E344-14FA-3453-7312-A3A3A36C80D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499226" y="11152188"/>
                  <a:ext cx="509588" cy="349250"/>
                </a:xfrm>
                <a:custGeom>
                  <a:avLst/>
                  <a:gdLst>
                    <a:gd name="T0" fmla="*/ 255 w 321"/>
                    <a:gd name="T1" fmla="*/ 3 h 220"/>
                    <a:gd name="T2" fmla="*/ 255 w 321"/>
                    <a:gd name="T3" fmla="*/ 3 h 220"/>
                    <a:gd name="T4" fmla="*/ 255 w 321"/>
                    <a:gd name="T5" fmla="*/ 3 h 220"/>
                    <a:gd name="T6" fmla="*/ 65 w 321"/>
                    <a:gd name="T7" fmla="*/ 3 h 220"/>
                    <a:gd name="T8" fmla="*/ 65 w 321"/>
                    <a:gd name="T9" fmla="*/ 3 h 220"/>
                    <a:gd name="T10" fmla="*/ 65 w 321"/>
                    <a:gd name="T11" fmla="*/ 3 h 220"/>
                    <a:gd name="T12" fmla="*/ 65 w 321"/>
                    <a:gd name="T13" fmla="*/ 0 h 220"/>
                    <a:gd name="T14" fmla="*/ 0 w 321"/>
                    <a:gd name="T15" fmla="*/ 0 h 220"/>
                    <a:gd name="T16" fmla="*/ 0 w 321"/>
                    <a:gd name="T17" fmla="*/ 29 h 220"/>
                    <a:gd name="T18" fmla="*/ 65 w 321"/>
                    <a:gd name="T19" fmla="*/ 29 h 220"/>
                    <a:gd name="T20" fmla="*/ 65 w 321"/>
                    <a:gd name="T21" fmla="*/ 29 h 220"/>
                    <a:gd name="T22" fmla="*/ 147 w 321"/>
                    <a:gd name="T23" fmla="*/ 109 h 220"/>
                    <a:gd name="T24" fmla="*/ 65 w 321"/>
                    <a:gd name="T25" fmla="*/ 194 h 220"/>
                    <a:gd name="T26" fmla="*/ 65 w 321"/>
                    <a:gd name="T27" fmla="*/ 194 h 220"/>
                    <a:gd name="T28" fmla="*/ 0 w 321"/>
                    <a:gd name="T29" fmla="*/ 194 h 220"/>
                    <a:gd name="T30" fmla="*/ 0 w 321"/>
                    <a:gd name="T31" fmla="*/ 220 h 220"/>
                    <a:gd name="T32" fmla="*/ 65 w 321"/>
                    <a:gd name="T33" fmla="*/ 220 h 220"/>
                    <a:gd name="T34" fmla="*/ 65 w 321"/>
                    <a:gd name="T35" fmla="*/ 218 h 220"/>
                    <a:gd name="T36" fmla="*/ 65 w 321"/>
                    <a:gd name="T37" fmla="*/ 218 h 220"/>
                    <a:gd name="T38" fmla="*/ 255 w 321"/>
                    <a:gd name="T39" fmla="*/ 218 h 220"/>
                    <a:gd name="T40" fmla="*/ 255 w 321"/>
                    <a:gd name="T41" fmla="*/ 220 h 220"/>
                    <a:gd name="T42" fmla="*/ 321 w 321"/>
                    <a:gd name="T43" fmla="*/ 220 h 220"/>
                    <a:gd name="T44" fmla="*/ 321 w 321"/>
                    <a:gd name="T45" fmla="*/ 194 h 220"/>
                    <a:gd name="T46" fmla="*/ 255 w 321"/>
                    <a:gd name="T47" fmla="*/ 194 h 220"/>
                    <a:gd name="T48" fmla="*/ 255 w 321"/>
                    <a:gd name="T49" fmla="*/ 194 h 220"/>
                    <a:gd name="T50" fmla="*/ 173 w 321"/>
                    <a:gd name="T51" fmla="*/ 109 h 220"/>
                    <a:gd name="T52" fmla="*/ 255 w 321"/>
                    <a:gd name="T53" fmla="*/ 29 h 220"/>
                    <a:gd name="T54" fmla="*/ 255 w 321"/>
                    <a:gd name="T55" fmla="*/ 29 h 220"/>
                    <a:gd name="T56" fmla="*/ 321 w 321"/>
                    <a:gd name="T57" fmla="*/ 29 h 220"/>
                    <a:gd name="T58" fmla="*/ 321 w 321"/>
                    <a:gd name="T59" fmla="*/ 0 h 220"/>
                    <a:gd name="T60" fmla="*/ 255 w 321"/>
                    <a:gd name="T61" fmla="*/ 0 h 220"/>
                    <a:gd name="T62" fmla="*/ 255 w 321"/>
                    <a:gd name="T63" fmla="*/ 3 h 220"/>
                    <a:gd name="T64" fmla="*/ 255 w 321"/>
                    <a:gd name="T65" fmla="*/ 3 h 220"/>
                    <a:gd name="T66" fmla="*/ 255 w 321"/>
                    <a:gd name="T67" fmla="*/ 3 h 220"/>
                    <a:gd name="T68" fmla="*/ 229 w 321"/>
                    <a:gd name="T69" fmla="*/ 199 h 220"/>
                    <a:gd name="T70" fmla="*/ 87 w 321"/>
                    <a:gd name="T71" fmla="*/ 199 h 220"/>
                    <a:gd name="T72" fmla="*/ 159 w 321"/>
                    <a:gd name="T73" fmla="*/ 123 h 220"/>
                    <a:gd name="T74" fmla="*/ 229 w 321"/>
                    <a:gd name="T75" fmla="*/ 199 h 220"/>
                    <a:gd name="T76" fmla="*/ 229 w 321"/>
                    <a:gd name="T77" fmla="*/ 199 h 220"/>
                    <a:gd name="T78" fmla="*/ 229 w 321"/>
                    <a:gd name="T79" fmla="*/ 199 h 220"/>
                    <a:gd name="T80" fmla="*/ 159 w 321"/>
                    <a:gd name="T81" fmla="*/ 98 h 220"/>
                    <a:gd name="T82" fmla="*/ 87 w 321"/>
                    <a:gd name="T83" fmla="*/ 23 h 220"/>
                    <a:gd name="T84" fmla="*/ 229 w 321"/>
                    <a:gd name="T85" fmla="*/ 23 h 220"/>
                    <a:gd name="T86" fmla="*/ 159 w 321"/>
                    <a:gd name="T87" fmla="*/ 98 h 220"/>
                    <a:gd name="T88" fmla="*/ 159 w 321"/>
                    <a:gd name="T89" fmla="*/ 98 h 220"/>
                    <a:gd name="T90" fmla="*/ 159 w 321"/>
                    <a:gd name="T91" fmla="*/ 98 h 2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</a:cxnLst>
                  <a:rect l="0" t="0" r="r" b="b"/>
                  <a:pathLst>
                    <a:path w="321" h="220">
                      <a:moveTo>
                        <a:pt x="255" y="3"/>
                      </a:moveTo>
                      <a:lnTo>
                        <a:pt x="255" y="3"/>
                      </a:lnTo>
                      <a:lnTo>
                        <a:pt x="255" y="3"/>
                      </a:lnTo>
                      <a:lnTo>
                        <a:pt x="65" y="3"/>
                      </a:lnTo>
                      <a:lnTo>
                        <a:pt x="65" y="3"/>
                      </a:lnTo>
                      <a:lnTo>
                        <a:pt x="65" y="3"/>
                      </a:lnTo>
                      <a:lnTo>
                        <a:pt x="65" y="0"/>
                      </a:lnTo>
                      <a:lnTo>
                        <a:pt x="0" y="0"/>
                      </a:lnTo>
                      <a:lnTo>
                        <a:pt x="0" y="29"/>
                      </a:lnTo>
                      <a:lnTo>
                        <a:pt x="65" y="29"/>
                      </a:lnTo>
                      <a:lnTo>
                        <a:pt x="65" y="29"/>
                      </a:lnTo>
                      <a:lnTo>
                        <a:pt x="147" y="109"/>
                      </a:lnTo>
                      <a:lnTo>
                        <a:pt x="65" y="194"/>
                      </a:lnTo>
                      <a:lnTo>
                        <a:pt x="65" y="194"/>
                      </a:lnTo>
                      <a:lnTo>
                        <a:pt x="0" y="194"/>
                      </a:lnTo>
                      <a:lnTo>
                        <a:pt x="0" y="220"/>
                      </a:lnTo>
                      <a:lnTo>
                        <a:pt x="65" y="220"/>
                      </a:lnTo>
                      <a:lnTo>
                        <a:pt x="65" y="218"/>
                      </a:lnTo>
                      <a:lnTo>
                        <a:pt x="65" y="218"/>
                      </a:lnTo>
                      <a:lnTo>
                        <a:pt x="255" y="218"/>
                      </a:lnTo>
                      <a:lnTo>
                        <a:pt x="255" y="220"/>
                      </a:lnTo>
                      <a:lnTo>
                        <a:pt x="321" y="220"/>
                      </a:lnTo>
                      <a:lnTo>
                        <a:pt x="321" y="194"/>
                      </a:lnTo>
                      <a:lnTo>
                        <a:pt x="255" y="194"/>
                      </a:lnTo>
                      <a:lnTo>
                        <a:pt x="255" y="194"/>
                      </a:lnTo>
                      <a:lnTo>
                        <a:pt x="173" y="109"/>
                      </a:lnTo>
                      <a:lnTo>
                        <a:pt x="255" y="29"/>
                      </a:lnTo>
                      <a:lnTo>
                        <a:pt x="255" y="29"/>
                      </a:lnTo>
                      <a:lnTo>
                        <a:pt x="321" y="29"/>
                      </a:lnTo>
                      <a:lnTo>
                        <a:pt x="321" y="0"/>
                      </a:lnTo>
                      <a:lnTo>
                        <a:pt x="255" y="0"/>
                      </a:lnTo>
                      <a:lnTo>
                        <a:pt x="255" y="3"/>
                      </a:lnTo>
                      <a:lnTo>
                        <a:pt x="255" y="3"/>
                      </a:lnTo>
                      <a:lnTo>
                        <a:pt x="255" y="3"/>
                      </a:lnTo>
                      <a:close/>
                      <a:moveTo>
                        <a:pt x="229" y="199"/>
                      </a:moveTo>
                      <a:lnTo>
                        <a:pt x="87" y="199"/>
                      </a:lnTo>
                      <a:lnTo>
                        <a:pt x="159" y="123"/>
                      </a:lnTo>
                      <a:lnTo>
                        <a:pt x="229" y="199"/>
                      </a:lnTo>
                      <a:lnTo>
                        <a:pt x="229" y="199"/>
                      </a:lnTo>
                      <a:lnTo>
                        <a:pt x="229" y="199"/>
                      </a:lnTo>
                      <a:close/>
                      <a:moveTo>
                        <a:pt x="159" y="98"/>
                      </a:moveTo>
                      <a:lnTo>
                        <a:pt x="87" y="23"/>
                      </a:lnTo>
                      <a:lnTo>
                        <a:pt x="229" y="23"/>
                      </a:lnTo>
                      <a:lnTo>
                        <a:pt x="159" y="98"/>
                      </a:lnTo>
                      <a:lnTo>
                        <a:pt x="159" y="98"/>
                      </a:lnTo>
                      <a:lnTo>
                        <a:pt x="159" y="98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1600"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944" name="그룹 1943">
                <a:extLst>
                  <a:ext uri="{FF2B5EF4-FFF2-40B4-BE49-F238E27FC236}">
                    <a16:creationId xmlns:a16="http://schemas.microsoft.com/office/drawing/2014/main" id="{BB4E0450-6B76-D2C9-BF7B-3B1FE19962BA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190698" y="3642406"/>
                <a:ext cx="207943" cy="284690"/>
                <a:chOff x="6361113" y="11072813"/>
                <a:chExt cx="782638" cy="977900"/>
              </a:xfrm>
            </p:grpSpPr>
            <p:sp>
              <p:nvSpPr>
                <p:cNvPr id="1945" name="Freeform 140">
                  <a:extLst>
                    <a:ext uri="{FF2B5EF4-FFF2-40B4-BE49-F238E27FC236}">
                      <a16:creationId xmlns:a16="http://schemas.microsoft.com/office/drawing/2014/main" id="{53CDE428-FEC1-5B28-99CD-E8B1B9D8D2C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89688" y="11104563"/>
                  <a:ext cx="722313" cy="915988"/>
                </a:xfrm>
                <a:custGeom>
                  <a:avLst/>
                  <a:gdLst>
                    <a:gd name="T0" fmla="*/ 394 w 394"/>
                    <a:gd name="T1" fmla="*/ 498 h 500"/>
                    <a:gd name="T2" fmla="*/ 390 w 394"/>
                    <a:gd name="T3" fmla="*/ 500 h 500"/>
                    <a:gd name="T4" fmla="*/ 5 w 394"/>
                    <a:gd name="T5" fmla="*/ 500 h 500"/>
                    <a:gd name="T6" fmla="*/ 0 w 394"/>
                    <a:gd name="T7" fmla="*/ 498 h 500"/>
                    <a:gd name="T8" fmla="*/ 0 w 394"/>
                    <a:gd name="T9" fmla="*/ 258 h 500"/>
                    <a:gd name="T10" fmla="*/ 394 w 394"/>
                    <a:gd name="T11" fmla="*/ 258 h 500"/>
                    <a:gd name="T12" fmla="*/ 394 w 394"/>
                    <a:gd name="T13" fmla="*/ 498 h 500"/>
                    <a:gd name="T14" fmla="*/ 394 w 394"/>
                    <a:gd name="T15" fmla="*/ 498 h 500"/>
                    <a:gd name="T16" fmla="*/ 0 w 394"/>
                    <a:gd name="T17" fmla="*/ 4 h 500"/>
                    <a:gd name="T18" fmla="*/ 5 w 394"/>
                    <a:gd name="T19" fmla="*/ 0 h 500"/>
                    <a:gd name="T20" fmla="*/ 390 w 394"/>
                    <a:gd name="T21" fmla="*/ 0 h 500"/>
                    <a:gd name="T22" fmla="*/ 394 w 394"/>
                    <a:gd name="T23" fmla="*/ 4 h 500"/>
                    <a:gd name="T24" fmla="*/ 394 w 394"/>
                    <a:gd name="T25" fmla="*/ 242 h 500"/>
                    <a:gd name="T26" fmla="*/ 0 w 394"/>
                    <a:gd name="T27" fmla="*/ 242 h 500"/>
                    <a:gd name="T28" fmla="*/ 0 w 394"/>
                    <a:gd name="T29" fmla="*/ 4 h 500"/>
                    <a:gd name="T30" fmla="*/ 0 w 394"/>
                    <a:gd name="T31" fmla="*/ 4 h 5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394" h="500">
                      <a:moveTo>
                        <a:pt x="394" y="498"/>
                      </a:moveTo>
                      <a:cubicBezTo>
                        <a:pt x="394" y="500"/>
                        <a:pt x="392" y="500"/>
                        <a:pt x="390" y="500"/>
                      </a:cubicBezTo>
                      <a:cubicBezTo>
                        <a:pt x="5" y="500"/>
                        <a:pt x="5" y="500"/>
                        <a:pt x="5" y="500"/>
                      </a:cubicBezTo>
                      <a:cubicBezTo>
                        <a:pt x="2" y="500"/>
                        <a:pt x="0" y="500"/>
                        <a:pt x="0" y="498"/>
                      </a:cubicBezTo>
                      <a:cubicBezTo>
                        <a:pt x="0" y="258"/>
                        <a:pt x="0" y="258"/>
                        <a:pt x="0" y="258"/>
                      </a:cubicBezTo>
                      <a:cubicBezTo>
                        <a:pt x="394" y="258"/>
                        <a:pt x="394" y="258"/>
                        <a:pt x="394" y="258"/>
                      </a:cubicBezTo>
                      <a:cubicBezTo>
                        <a:pt x="394" y="498"/>
                        <a:pt x="394" y="498"/>
                        <a:pt x="394" y="498"/>
                      </a:cubicBezTo>
                      <a:cubicBezTo>
                        <a:pt x="394" y="498"/>
                        <a:pt x="394" y="498"/>
                        <a:pt x="394" y="498"/>
                      </a:cubicBezTo>
                      <a:close/>
                      <a:moveTo>
                        <a:pt x="0" y="4"/>
                      </a:moveTo>
                      <a:cubicBezTo>
                        <a:pt x="0" y="2"/>
                        <a:pt x="2" y="0"/>
                        <a:pt x="5" y="0"/>
                      </a:cubicBezTo>
                      <a:cubicBezTo>
                        <a:pt x="390" y="0"/>
                        <a:pt x="390" y="0"/>
                        <a:pt x="390" y="0"/>
                      </a:cubicBezTo>
                      <a:cubicBezTo>
                        <a:pt x="392" y="0"/>
                        <a:pt x="394" y="2"/>
                        <a:pt x="394" y="4"/>
                      </a:cubicBezTo>
                      <a:cubicBezTo>
                        <a:pt x="394" y="242"/>
                        <a:pt x="394" y="242"/>
                        <a:pt x="394" y="242"/>
                      </a:cubicBezTo>
                      <a:cubicBezTo>
                        <a:pt x="0" y="242"/>
                        <a:pt x="0" y="242"/>
                        <a:pt x="0" y="242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1600"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46" name="Freeform 129">
                  <a:extLst>
                    <a:ext uri="{FF2B5EF4-FFF2-40B4-BE49-F238E27FC236}">
                      <a16:creationId xmlns:a16="http://schemas.microsoft.com/office/drawing/2014/main" id="{538DCC26-1E8B-9449-7E3A-59CA36B691D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11072813"/>
                  <a:ext cx="782638" cy="977900"/>
                </a:xfrm>
                <a:custGeom>
                  <a:avLst/>
                  <a:gdLst>
                    <a:gd name="T0" fmla="*/ 406 w 427"/>
                    <a:gd name="T1" fmla="*/ 0 h 534"/>
                    <a:gd name="T2" fmla="*/ 21 w 427"/>
                    <a:gd name="T3" fmla="*/ 0 h 534"/>
                    <a:gd name="T4" fmla="*/ 0 w 427"/>
                    <a:gd name="T5" fmla="*/ 21 h 534"/>
                    <a:gd name="T6" fmla="*/ 0 w 427"/>
                    <a:gd name="T7" fmla="*/ 267 h 534"/>
                    <a:gd name="T8" fmla="*/ 0 w 427"/>
                    <a:gd name="T9" fmla="*/ 515 h 534"/>
                    <a:gd name="T10" fmla="*/ 21 w 427"/>
                    <a:gd name="T11" fmla="*/ 534 h 534"/>
                    <a:gd name="T12" fmla="*/ 406 w 427"/>
                    <a:gd name="T13" fmla="*/ 534 h 534"/>
                    <a:gd name="T14" fmla="*/ 427 w 427"/>
                    <a:gd name="T15" fmla="*/ 515 h 534"/>
                    <a:gd name="T16" fmla="*/ 427 w 427"/>
                    <a:gd name="T17" fmla="*/ 267 h 534"/>
                    <a:gd name="T18" fmla="*/ 427 w 427"/>
                    <a:gd name="T19" fmla="*/ 21 h 534"/>
                    <a:gd name="T20" fmla="*/ 406 w 427"/>
                    <a:gd name="T21" fmla="*/ 0 h 534"/>
                    <a:gd name="T22" fmla="*/ 410 w 427"/>
                    <a:gd name="T23" fmla="*/ 515 h 534"/>
                    <a:gd name="T24" fmla="*/ 406 w 427"/>
                    <a:gd name="T25" fmla="*/ 517 h 534"/>
                    <a:gd name="T26" fmla="*/ 21 w 427"/>
                    <a:gd name="T27" fmla="*/ 517 h 534"/>
                    <a:gd name="T28" fmla="*/ 16 w 427"/>
                    <a:gd name="T29" fmla="*/ 515 h 534"/>
                    <a:gd name="T30" fmla="*/ 16 w 427"/>
                    <a:gd name="T31" fmla="*/ 275 h 534"/>
                    <a:gd name="T32" fmla="*/ 410 w 427"/>
                    <a:gd name="T33" fmla="*/ 275 h 534"/>
                    <a:gd name="T34" fmla="*/ 410 w 427"/>
                    <a:gd name="T35" fmla="*/ 515 h 534"/>
                    <a:gd name="T36" fmla="*/ 410 w 427"/>
                    <a:gd name="T37" fmla="*/ 515 h 534"/>
                    <a:gd name="T38" fmla="*/ 16 w 427"/>
                    <a:gd name="T39" fmla="*/ 21 h 534"/>
                    <a:gd name="T40" fmla="*/ 21 w 427"/>
                    <a:gd name="T41" fmla="*/ 17 h 534"/>
                    <a:gd name="T42" fmla="*/ 406 w 427"/>
                    <a:gd name="T43" fmla="*/ 17 h 534"/>
                    <a:gd name="T44" fmla="*/ 410 w 427"/>
                    <a:gd name="T45" fmla="*/ 21 h 534"/>
                    <a:gd name="T46" fmla="*/ 410 w 427"/>
                    <a:gd name="T47" fmla="*/ 259 h 534"/>
                    <a:gd name="T48" fmla="*/ 16 w 427"/>
                    <a:gd name="T49" fmla="*/ 259 h 534"/>
                    <a:gd name="T50" fmla="*/ 16 w 427"/>
                    <a:gd name="T51" fmla="*/ 21 h 534"/>
                    <a:gd name="T52" fmla="*/ 16 w 427"/>
                    <a:gd name="T53" fmla="*/ 21 h 5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427" h="534">
                      <a:moveTo>
                        <a:pt x="406" y="0"/>
                      </a:moveTo>
                      <a:cubicBezTo>
                        <a:pt x="21" y="0"/>
                        <a:pt x="21" y="0"/>
                        <a:pt x="21" y="0"/>
                      </a:cubicBezTo>
                      <a:cubicBezTo>
                        <a:pt x="8" y="0"/>
                        <a:pt x="0" y="9"/>
                        <a:pt x="0" y="21"/>
                      </a:cubicBezTo>
                      <a:cubicBezTo>
                        <a:pt x="0" y="267"/>
                        <a:pt x="0" y="267"/>
                        <a:pt x="0" y="267"/>
                      </a:cubicBezTo>
                      <a:cubicBezTo>
                        <a:pt x="0" y="515"/>
                        <a:pt x="0" y="515"/>
                        <a:pt x="0" y="515"/>
                      </a:cubicBezTo>
                      <a:cubicBezTo>
                        <a:pt x="0" y="525"/>
                        <a:pt x="8" y="534"/>
                        <a:pt x="21" y="534"/>
                      </a:cubicBezTo>
                      <a:cubicBezTo>
                        <a:pt x="406" y="534"/>
                        <a:pt x="406" y="534"/>
                        <a:pt x="406" y="534"/>
                      </a:cubicBezTo>
                      <a:cubicBezTo>
                        <a:pt x="416" y="534"/>
                        <a:pt x="427" y="525"/>
                        <a:pt x="427" y="515"/>
                      </a:cubicBezTo>
                      <a:cubicBezTo>
                        <a:pt x="427" y="267"/>
                        <a:pt x="427" y="267"/>
                        <a:pt x="427" y="267"/>
                      </a:cubicBezTo>
                      <a:cubicBezTo>
                        <a:pt x="427" y="21"/>
                        <a:pt x="427" y="21"/>
                        <a:pt x="427" y="21"/>
                      </a:cubicBezTo>
                      <a:cubicBezTo>
                        <a:pt x="427" y="9"/>
                        <a:pt x="416" y="0"/>
                        <a:pt x="406" y="0"/>
                      </a:cubicBezTo>
                      <a:close/>
                      <a:moveTo>
                        <a:pt x="410" y="515"/>
                      </a:moveTo>
                      <a:cubicBezTo>
                        <a:pt x="410" y="517"/>
                        <a:pt x="408" y="517"/>
                        <a:pt x="406" y="517"/>
                      </a:cubicBezTo>
                      <a:cubicBezTo>
                        <a:pt x="21" y="517"/>
                        <a:pt x="21" y="517"/>
                        <a:pt x="21" y="517"/>
                      </a:cubicBezTo>
                      <a:cubicBezTo>
                        <a:pt x="18" y="517"/>
                        <a:pt x="16" y="517"/>
                        <a:pt x="16" y="515"/>
                      </a:cubicBezTo>
                      <a:cubicBezTo>
                        <a:pt x="16" y="275"/>
                        <a:pt x="16" y="275"/>
                        <a:pt x="16" y="275"/>
                      </a:cubicBezTo>
                      <a:cubicBezTo>
                        <a:pt x="410" y="275"/>
                        <a:pt x="410" y="275"/>
                        <a:pt x="410" y="275"/>
                      </a:cubicBezTo>
                      <a:cubicBezTo>
                        <a:pt x="410" y="515"/>
                        <a:pt x="410" y="515"/>
                        <a:pt x="410" y="515"/>
                      </a:cubicBezTo>
                      <a:cubicBezTo>
                        <a:pt x="410" y="515"/>
                        <a:pt x="410" y="515"/>
                        <a:pt x="410" y="515"/>
                      </a:cubicBezTo>
                      <a:close/>
                      <a:moveTo>
                        <a:pt x="16" y="21"/>
                      </a:moveTo>
                      <a:cubicBezTo>
                        <a:pt x="16" y="19"/>
                        <a:pt x="18" y="17"/>
                        <a:pt x="21" y="17"/>
                      </a:cubicBezTo>
                      <a:cubicBezTo>
                        <a:pt x="406" y="17"/>
                        <a:pt x="406" y="17"/>
                        <a:pt x="406" y="17"/>
                      </a:cubicBezTo>
                      <a:cubicBezTo>
                        <a:pt x="408" y="17"/>
                        <a:pt x="410" y="19"/>
                        <a:pt x="410" y="21"/>
                      </a:cubicBezTo>
                      <a:cubicBezTo>
                        <a:pt x="410" y="259"/>
                        <a:pt x="410" y="259"/>
                        <a:pt x="410" y="259"/>
                      </a:cubicBezTo>
                      <a:cubicBezTo>
                        <a:pt x="16" y="259"/>
                        <a:pt x="16" y="259"/>
                        <a:pt x="16" y="259"/>
                      </a:cubicBezTo>
                      <a:cubicBezTo>
                        <a:pt x="16" y="21"/>
                        <a:pt x="16" y="21"/>
                        <a:pt x="16" y="21"/>
                      </a:cubicBezTo>
                      <a:cubicBezTo>
                        <a:pt x="16" y="21"/>
                        <a:pt x="16" y="21"/>
                        <a:pt x="16" y="21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1600"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47" name="Freeform 130">
                  <a:extLst>
                    <a:ext uri="{FF2B5EF4-FFF2-40B4-BE49-F238E27FC236}">
                      <a16:creationId xmlns:a16="http://schemas.microsoft.com/office/drawing/2014/main" id="{871F7789-8D90-62A5-1F51-83D01D43FF3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711951" y="11747500"/>
                  <a:ext cx="106363" cy="106363"/>
                </a:xfrm>
                <a:custGeom>
                  <a:avLst/>
                  <a:gdLst>
                    <a:gd name="T0" fmla="*/ 58 w 58"/>
                    <a:gd name="T1" fmla="*/ 28 h 58"/>
                    <a:gd name="T2" fmla="*/ 28 w 58"/>
                    <a:gd name="T3" fmla="*/ 0 h 58"/>
                    <a:gd name="T4" fmla="*/ 0 w 58"/>
                    <a:gd name="T5" fmla="*/ 28 h 58"/>
                    <a:gd name="T6" fmla="*/ 28 w 58"/>
                    <a:gd name="T7" fmla="*/ 58 h 58"/>
                    <a:gd name="T8" fmla="*/ 58 w 58"/>
                    <a:gd name="T9" fmla="*/ 28 h 58"/>
                    <a:gd name="T10" fmla="*/ 28 w 58"/>
                    <a:gd name="T11" fmla="*/ 17 h 58"/>
                    <a:gd name="T12" fmla="*/ 41 w 58"/>
                    <a:gd name="T13" fmla="*/ 28 h 58"/>
                    <a:gd name="T14" fmla="*/ 28 w 58"/>
                    <a:gd name="T15" fmla="*/ 41 h 58"/>
                    <a:gd name="T16" fmla="*/ 17 w 58"/>
                    <a:gd name="T17" fmla="*/ 28 h 58"/>
                    <a:gd name="T18" fmla="*/ 28 w 58"/>
                    <a:gd name="T19" fmla="*/ 17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58" h="58">
                      <a:moveTo>
                        <a:pt x="58" y="28"/>
                      </a:moveTo>
                      <a:cubicBezTo>
                        <a:pt x="58" y="13"/>
                        <a:pt x="45" y="0"/>
                        <a:pt x="28" y="0"/>
                      </a:cubicBezTo>
                      <a:cubicBezTo>
                        <a:pt x="13" y="0"/>
                        <a:pt x="0" y="13"/>
                        <a:pt x="0" y="28"/>
                      </a:cubicBezTo>
                      <a:cubicBezTo>
                        <a:pt x="0" y="45"/>
                        <a:pt x="13" y="58"/>
                        <a:pt x="28" y="58"/>
                      </a:cubicBezTo>
                      <a:cubicBezTo>
                        <a:pt x="45" y="58"/>
                        <a:pt x="58" y="45"/>
                        <a:pt x="58" y="28"/>
                      </a:cubicBezTo>
                      <a:close/>
                      <a:moveTo>
                        <a:pt x="28" y="17"/>
                      </a:moveTo>
                      <a:cubicBezTo>
                        <a:pt x="34" y="17"/>
                        <a:pt x="41" y="22"/>
                        <a:pt x="41" y="28"/>
                      </a:cubicBezTo>
                      <a:cubicBezTo>
                        <a:pt x="41" y="34"/>
                        <a:pt x="34" y="41"/>
                        <a:pt x="28" y="41"/>
                      </a:cubicBezTo>
                      <a:cubicBezTo>
                        <a:pt x="22" y="41"/>
                        <a:pt x="17" y="34"/>
                        <a:pt x="17" y="28"/>
                      </a:cubicBezTo>
                      <a:cubicBezTo>
                        <a:pt x="17" y="22"/>
                        <a:pt x="22" y="17"/>
                        <a:pt x="28" y="17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1600"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48" name="Freeform 131">
                  <a:extLst>
                    <a:ext uri="{FF2B5EF4-FFF2-40B4-BE49-F238E27FC236}">
                      <a16:creationId xmlns:a16="http://schemas.microsoft.com/office/drawing/2014/main" id="{983446A2-02DC-54DB-08F9-E51DF3E1E2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724651" y="11612563"/>
                  <a:ext cx="79375" cy="119063"/>
                </a:xfrm>
                <a:custGeom>
                  <a:avLst/>
                  <a:gdLst>
                    <a:gd name="T0" fmla="*/ 11 w 44"/>
                    <a:gd name="T1" fmla="*/ 24 h 65"/>
                    <a:gd name="T2" fmla="*/ 15 w 44"/>
                    <a:gd name="T3" fmla="*/ 20 h 65"/>
                    <a:gd name="T4" fmla="*/ 15 w 44"/>
                    <a:gd name="T5" fmla="*/ 49 h 65"/>
                    <a:gd name="T6" fmla="*/ 15 w 44"/>
                    <a:gd name="T7" fmla="*/ 59 h 65"/>
                    <a:gd name="T8" fmla="*/ 21 w 44"/>
                    <a:gd name="T9" fmla="*/ 65 h 65"/>
                    <a:gd name="T10" fmla="*/ 27 w 44"/>
                    <a:gd name="T11" fmla="*/ 59 h 65"/>
                    <a:gd name="T12" fmla="*/ 27 w 44"/>
                    <a:gd name="T13" fmla="*/ 49 h 65"/>
                    <a:gd name="T14" fmla="*/ 27 w 44"/>
                    <a:gd name="T15" fmla="*/ 20 h 65"/>
                    <a:gd name="T16" fmla="*/ 31 w 44"/>
                    <a:gd name="T17" fmla="*/ 24 h 65"/>
                    <a:gd name="T18" fmla="*/ 36 w 44"/>
                    <a:gd name="T19" fmla="*/ 26 h 65"/>
                    <a:gd name="T20" fmla="*/ 40 w 44"/>
                    <a:gd name="T21" fmla="*/ 24 h 65"/>
                    <a:gd name="T22" fmla="*/ 40 w 44"/>
                    <a:gd name="T23" fmla="*/ 16 h 65"/>
                    <a:gd name="T24" fmla="*/ 25 w 44"/>
                    <a:gd name="T25" fmla="*/ 2 h 65"/>
                    <a:gd name="T26" fmla="*/ 23 w 44"/>
                    <a:gd name="T27" fmla="*/ 0 h 65"/>
                    <a:gd name="T28" fmla="*/ 21 w 44"/>
                    <a:gd name="T29" fmla="*/ 0 h 65"/>
                    <a:gd name="T30" fmla="*/ 19 w 44"/>
                    <a:gd name="T31" fmla="*/ 0 h 65"/>
                    <a:gd name="T32" fmla="*/ 17 w 44"/>
                    <a:gd name="T33" fmla="*/ 2 h 65"/>
                    <a:gd name="T34" fmla="*/ 2 w 44"/>
                    <a:gd name="T35" fmla="*/ 16 h 65"/>
                    <a:gd name="T36" fmla="*/ 2 w 44"/>
                    <a:gd name="T37" fmla="*/ 24 h 65"/>
                    <a:gd name="T38" fmla="*/ 11 w 44"/>
                    <a:gd name="T39" fmla="*/ 24 h 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44" h="65">
                      <a:moveTo>
                        <a:pt x="11" y="24"/>
                      </a:moveTo>
                      <a:cubicBezTo>
                        <a:pt x="15" y="20"/>
                        <a:pt x="15" y="20"/>
                        <a:pt x="15" y="20"/>
                      </a:cubicBezTo>
                      <a:cubicBezTo>
                        <a:pt x="15" y="49"/>
                        <a:pt x="15" y="49"/>
                        <a:pt x="15" y="49"/>
                      </a:cubicBezTo>
                      <a:cubicBezTo>
                        <a:pt x="15" y="59"/>
                        <a:pt x="15" y="59"/>
                        <a:pt x="15" y="59"/>
                      </a:cubicBezTo>
                      <a:cubicBezTo>
                        <a:pt x="15" y="61"/>
                        <a:pt x="19" y="65"/>
                        <a:pt x="21" y="65"/>
                      </a:cubicBezTo>
                      <a:cubicBezTo>
                        <a:pt x="25" y="65"/>
                        <a:pt x="27" y="61"/>
                        <a:pt x="27" y="59"/>
                      </a:cubicBezTo>
                      <a:cubicBezTo>
                        <a:pt x="27" y="49"/>
                        <a:pt x="27" y="49"/>
                        <a:pt x="27" y="49"/>
                      </a:cubicBezTo>
                      <a:cubicBezTo>
                        <a:pt x="27" y="20"/>
                        <a:pt x="27" y="20"/>
                        <a:pt x="27" y="20"/>
                      </a:cubicBezTo>
                      <a:cubicBezTo>
                        <a:pt x="31" y="24"/>
                        <a:pt x="31" y="24"/>
                        <a:pt x="31" y="24"/>
                      </a:cubicBezTo>
                      <a:cubicBezTo>
                        <a:pt x="33" y="26"/>
                        <a:pt x="36" y="26"/>
                        <a:pt x="36" y="26"/>
                      </a:cubicBezTo>
                      <a:cubicBezTo>
                        <a:pt x="38" y="26"/>
                        <a:pt x="40" y="26"/>
                        <a:pt x="40" y="24"/>
                      </a:cubicBezTo>
                      <a:cubicBezTo>
                        <a:pt x="44" y="22"/>
                        <a:pt x="44" y="18"/>
                        <a:pt x="40" y="16"/>
                      </a:cubicBezTo>
                      <a:cubicBezTo>
                        <a:pt x="25" y="2"/>
                        <a:pt x="25" y="2"/>
                        <a:pt x="25" y="2"/>
                      </a:cubicBezTo>
                      <a:cubicBezTo>
                        <a:pt x="25" y="2"/>
                        <a:pt x="25" y="0"/>
                        <a:pt x="23" y="0"/>
                      </a:cubicBezTo>
                      <a:cubicBezTo>
                        <a:pt x="23" y="0"/>
                        <a:pt x="23" y="0"/>
                        <a:pt x="21" y="0"/>
                      </a:cubicBezTo>
                      <a:cubicBezTo>
                        <a:pt x="19" y="0"/>
                        <a:pt x="19" y="0"/>
                        <a:pt x="19" y="0"/>
                      </a:cubicBezTo>
                      <a:cubicBezTo>
                        <a:pt x="17" y="2"/>
                        <a:pt x="17" y="2"/>
                        <a:pt x="17" y="2"/>
                      </a:cubicBezTo>
                      <a:cubicBezTo>
                        <a:pt x="2" y="16"/>
                        <a:pt x="2" y="16"/>
                        <a:pt x="2" y="16"/>
                      </a:cubicBezTo>
                      <a:cubicBezTo>
                        <a:pt x="0" y="18"/>
                        <a:pt x="0" y="22"/>
                        <a:pt x="2" y="24"/>
                      </a:cubicBezTo>
                      <a:cubicBezTo>
                        <a:pt x="4" y="26"/>
                        <a:pt x="9" y="26"/>
                        <a:pt x="11" y="24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1600"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49" name="Freeform 132">
                  <a:extLst>
                    <a:ext uri="{FF2B5EF4-FFF2-40B4-BE49-F238E27FC236}">
                      <a16:creationId xmlns:a16="http://schemas.microsoft.com/office/drawing/2014/main" id="{A93EB56D-AE6A-527A-8432-083E7595FEF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624638" y="11668125"/>
                  <a:ext cx="98425" cy="92075"/>
                </a:xfrm>
                <a:custGeom>
                  <a:avLst/>
                  <a:gdLst>
                    <a:gd name="T0" fmla="*/ 7 w 53"/>
                    <a:gd name="T1" fmla="*/ 33 h 50"/>
                    <a:gd name="T2" fmla="*/ 13 w 53"/>
                    <a:gd name="T3" fmla="*/ 27 h 50"/>
                    <a:gd name="T4" fmla="*/ 13 w 53"/>
                    <a:gd name="T5" fmla="*/ 21 h 50"/>
                    <a:gd name="T6" fmla="*/ 34 w 53"/>
                    <a:gd name="T7" fmla="*/ 40 h 50"/>
                    <a:gd name="T8" fmla="*/ 40 w 53"/>
                    <a:gd name="T9" fmla="*/ 48 h 50"/>
                    <a:gd name="T10" fmla="*/ 46 w 53"/>
                    <a:gd name="T11" fmla="*/ 50 h 50"/>
                    <a:gd name="T12" fmla="*/ 51 w 53"/>
                    <a:gd name="T13" fmla="*/ 48 h 50"/>
                    <a:gd name="T14" fmla="*/ 51 w 53"/>
                    <a:gd name="T15" fmla="*/ 40 h 50"/>
                    <a:gd name="T16" fmla="*/ 42 w 53"/>
                    <a:gd name="T17" fmla="*/ 31 h 50"/>
                    <a:gd name="T18" fmla="*/ 23 w 53"/>
                    <a:gd name="T19" fmla="*/ 12 h 50"/>
                    <a:gd name="T20" fmla="*/ 30 w 53"/>
                    <a:gd name="T21" fmla="*/ 12 h 50"/>
                    <a:gd name="T22" fmla="*/ 36 w 53"/>
                    <a:gd name="T23" fmla="*/ 6 h 50"/>
                    <a:gd name="T24" fmla="*/ 30 w 53"/>
                    <a:gd name="T25" fmla="*/ 0 h 50"/>
                    <a:gd name="T26" fmla="*/ 7 w 53"/>
                    <a:gd name="T27" fmla="*/ 0 h 50"/>
                    <a:gd name="T28" fmla="*/ 5 w 53"/>
                    <a:gd name="T29" fmla="*/ 0 h 50"/>
                    <a:gd name="T30" fmla="*/ 3 w 53"/>
                    <a:gd name="T31" fmla="*/ 2 h 50"/>
                    <a:gd name="T32" fmla="*/ 3 w 53"/>
                    <a:gd name="T33" fmla="*/ 4 h 50"/>
                    <a:gd name="T34" fmla="*/ 0 w 53"/>
                    <a:gd name="T35" fmla="*/ 6 h 50"/>
                    <a:gd name="T36" fmla="*/ 0 w 53"/>
                    <a:gd name="T37" fmla="*/ 27 h 50"/>
                    <a:gd name="T38" fmla="*/ 7 w 53"/>
                    <a:gd name="T39" fmla="*/ 33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53" h="50">
                      <a:moveTo>
                        <a:pt x="7" y="33"/>
                      </a:moveTo>
                      <a:cubicBezTo>
                        <a:pt x="11" y="33"/>
                        <a:pt x="13" y="31"/>
                        <a:pt x="13" y="27"/>
                      </a:cubicBezTo>
                      <a:cubicBezTo>
                        <a:pt x="13" y="21"/>
                        <a:pt x="13" y="21"/>
                        <a:pt x="13" y="21"/>
                      </a:cubicBezTo>
                      <a:cubicBezTo>
                        <a:pt x="34" y="40"/>
                        <a:pt x="34" y="40"/>
                        <a:pt x="34" y="40"/>
                      </a:cubicBezTo>
                      <a:cubicBezTo>
                        <a:pt x="40" y="48"/>
                        <a:pt x="40" y="48"/>
                        <a:pt x="40" y="48"/>
                      </a:cubicBezTo>
                      <a:cubicBezTo>
                        <a:pt x="42" y="50"/>
                        <a:pt x="44" y="50"/>
                        <a:pt x="46" y="50"/>
                      </a:cubicBezTo>
                      <a:cubicBezTo>
                        <a:pt x="46" y="50"/>
                        <a:pt x="49" y="50"/>
                        <a:pt x="51" y="48"/>
                      </a:cubicBezTo>
                      <a:cubicBezTo>
                        <a:pt x="53" y="46"/>
                        <a:pt x="53" y="42"/>
                        <a:pt x="51" y="40"/>
                      </a:cubicBezTo>
                      <a:cubicBezTo>
                        <a:pt x="42" y="31"/>
                        <a:pt x="42" y="31"/>
                        <a:pt x="42" y="31"/>
                      </a:cubicBezTo>
                      <a:cubicBezTo>
                        <a:pt x="23" y="12"/>
                        <a:pt x="23" y="12"/>
                        <a:pt x="23" y="12"/>
                      </a:cubicBezTo>
                      <a:cubicBezTo>
                        <a:pt x="30" y="12"/>
                        <a:pt x="30" y="12"/>
                        <a:pt x="30" y="12"/>
                      </a:cubicBezTo>
                      <a:cubicBezTo>
                        <a:pt x="32" y="12"/>
                        <a:pt x="36" y="10"/>
                        <a:pt x="36" y="6"/>
                      </a:cubicBezTo>
                      <a:cubicBezTo>
                        <a:pt x="36" y="2"/>
                        <a:pt x="32" y="0"/>
                        <a:pt x="30" y="0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7" y="0"/>
                        <a:pt x="7" y="0"/>
                        <a:pt x="5" y="0"/>
                      </a:cubicBezTo>
                      <a:cubicBezTo>
                        <a:pt x="5" y="0"/>
                        <a:pt x="5" y="0"/>
                        <a:pt x="3" y="2"/>
                      </a:cubicBezTo>
                      <a:cubicBezTo>
                        <a:pt x="3" y="2"/>
                        <a:pt x="3" y="2"/>
                        <a:pt x="3" y="4"/>
                      </a:cubicBezTo>
                      <a:cubicBezTo>
                        <a:pt x="3" y="4"/>
                        <a:pt x="0" y="4"/>
                        <a:pt x="0" y="6"/>
                      </a:cubicBezTo>
                      <a:cubicBezTo>
                        <a:pt x="0" y="27"/>
                        <a:pt x="0" y="27"/>
                        <a:pt x="0" y="27"/>
                      </a:cubicBezTo>
                      <a:cubicBezTo>
                        <a:pt x="0" y="31"/>
                        <a:pt x="5" y="33"/>
                        <a:pt x="7" y="33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1600"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50" name="Freeform 133">
                  <a:extLst>
                    <a:ext uri="{FF2B5EF4-FFF2-40B4-BE49-F238E27FC236}">
                      <a16:creationId xmlns:a16="http://schemas.microsoft.com/office/drawing/2014/main" id="{9E75921B-B0C7-AC3C-2E60-334C4B38261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583363" y="11763375"/>
                  <a:ext cx="117475" cy="80963"/>
                </a:xfrm>
                <a:custGeom>
                  <a:avLst/>
                  <a:gdLst>
                    <a:gd name="T0" fmla="*/ 2 w 64"/>
                    <a:gd name="T1" fmla="*/ 27 h 44"/>
                    <a:gd name="T2" fmla="*/ 16 w 64"/>
                    <a:gd name="T3" fmla="*/ 42 h 44"/>
                    <a:gd name="T4" fmla="*/ 20 w 64"/>
                    <a:gd name="T5" fmla="*/ 44 h 44"/>
                    <a:gd name="T6" fmla="*/ 25 w 64"/>
                    <a:gd name="T7" fmla="*/ 42 h 44"/>
                    <a:gd name="T8" fmla="*/ 25 w 64"/>
                    <a:gd name="T9" fmla="*/ 33 h 44"/>
                    <a:gd name="T10" fmla="*/ 20 w 64"/>
                    <a:gd name="T11" fmla="*/ 29 h 44"/>
                    <a:gd name="T12" fmla="*/ 47 w 64"/>
                    <a:gd name="T13" fmla="*/ 29 h 44"/>
                    <a:gd name="T14" fmla="*/ 58 w 64"/>
                    <a:gd name="T15" fmla="*/ 29 h 44"/>
                    <a:gd name="T16" fmla="*/ 64 w 64"/>
                    <a:gd name="T17" fmla="*/ 23 h 44"/>
                    <a:gd name="T18" fmla="*/ 58 w 64"/>
                    <a:gd name="T19" fmla="*/ 17 h 44"/>
                    <a:gd name="T20" fmla="*/ 47 w 64"/>
                    <a:gd name="T21" fmla="*/ 17 h 44"/>
                    <a:gd name="T22" fmla="*/ 20 w 64"/>
                    <a:gd name="T23" fmla="*/ 17 h 44"/>
                    <a:gd name="T24" fmla="*/ 25 w 64"/>
                    <a:gd name="T25" fmla="*/ 13 h 44"/>
                    <a:gd name="T26" fmla="*/ 25 w 64"/>
                    <a:gd name="T27" fmla="*/ 2 h 44"/>
                    <a:gd name="T28" fmla="*/ 16 w 64"/>
                    <a:gd name="T29" fmla="*/ 2 h 44"/>
                    <a:gd name="T30" fmla="*/ 2 w 64"/>
                    <a:gd name="T31" fmla="*/ 19 h 44"/>
                    <a:gd name="T32" fmla="*/ 0 w 64"/>
                    <a:gd name="T33" fmla="*/ 19 h 44"/>
                    <a:gd name="T34" fmla="*/ 0 w 64"/>
                    <a:gd name="T35" fmla="*/ 23 h 44"/>
                    <a:gd name="T36" fmla="*/ 0 w 64"/>
                    <a:gd name="T37" fmla="*/ 25 h 44"/>
                    <a:gd name="T38" fmla="*/ 2 w 64"/>
                    <a:gd name="T39" fmla="*/ 27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64" h="44">
                      <a:moveTo>
                        <a:pt x="2" y="27"/>
                      </a:moveTo>
                      <a:cubicBezTo>
                        <a:pt x="16" y="42"/>
                        <a:pt x="16" y="42"/>
                        <a:pt x="16" y="42"/>
                      </a:cubicBezTo>
                      <a:cubicBezTo>
                        <a:pt x="16" y="42"/>
                        <a:pt x="18" y="44"/>
                        <a:pt x="20" y="44"/>
                      </a:cubicBezTo>
                      <a:cubicBezTo>
                        <a:pt x="23" y="44"/>
                        <a:pt x="23" y="42"/>
                        <a:pt x="25" y="42"/>
                      </a:cubicBezTo>
                      <a:cubicBezTo>
                        <a:pt x="27" y="40"/>
                        <a:pt x="27" y="35"/>
                        <a:pt x="25" y="33"/>
                      </a:cubicBezTo>
                      <a:cubicBezTo>
                        <a:pt x="20" y="29"/>
                        <a:pt x="20" y="29"/>
                        <a:pt x="20" y="29"/>
                      </a:cubicBezTo>
                      <a:cubicBezTo>
                        <a:pt x="47" y="29"/>
                        <a:pt x="47" y="29"/>
                        <a:pt x="47" y="29"/>
                      </a:cubicBezTo>
                      <a:cubicBezTo>
                        <a:pt x="58" y="29"/>
                        <a:pt x="58" y="29"/>
                        <a:pt x="58" y="29"/>
                      </a:cubicBezTo>
                      <a:cubicBezTo>
                        <a:pt x="62" y="29"/>
                        <a:pt x="64" y="25"/>
                        <a:pt x="64" y="23"/>
                      </a:cubicBezTo>
                      <a:cubicBezTo>
                        <a:pt x="64" y="19"/>
                        <a:pt x="62" y="17"/>
                        <a:pt x="58" y="17"/>
                      </a:cubicBezTo>
                      <a:cubicBezTo>
                        <a:pt x="47" y="17"/>
                        <a:pt x="47" y="17"/>
                        <a:pt x="47" y="17"/>
                      </a:cubicBezTo>
                      <a:cubicBezTo>
                        <a:pt x="20" y="17"/>
                        <a:pt x="20" y="17"/>
                        <a:pt x="20" y="17"/>
                      </a:cubicBezTo>
                      <a:cubicBezTo>
                        <a:pt x="25" y="13"/>
                        <a:pt x="25" y="13"/>
                        <a:pt x="25" y="13"/>
                      </a:cubicBezTo>
                      <a:cubicBezTo>
                        <a:pt x="27" y="8"/>
                        <a:pt x="27" y="6"/>
                        <a:pt x="25" y="2"/>
                      </a:cubicBezTo>
                      <a:cubicBezTo>
                        <a:pt x="23" y="0"/>
                        <a:pt x="18" y="0"/>
                        <a:pt x="16" y="2"/>
                      </a:cubicBezTo>
                      <a:cubicBezTo>
                        <a:pt x="2" y="19"/>
                        <a:pt x="2" y="19"/>
                        <a:pt x="2" y="19"/>
                      </a:cubicBezTo>
                      <a:cubicBezTo>
                        <a:pt x="0" y="19"/>
                        <a:pt x="0" y="19"/>
                        <a:pt x="0" y="19"/>
                      </a:cubicBezTo>
                      <a:cubicBezTo>
                        <a:pt x="0" y="21"/>
                        <a:pt x="0" y="21"/>
                        <a:pt x="0" y="23"/>
                      </a:cubicBezTo>
                      <a:cubicBezTo>
                        <a:pt x="0" y="23"/>
                        <a:pt x="0" y="23"/>
                        <a:pt x="0" y="25"/>
                      </a:cubicBezTo>
                      <a:cubicBezTo>
                        <a:pt x="0" y="25"/>
                        <a:pt x="0" y="25"/>
                        <a:pt x="2" y="27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1600"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51" name="Freeform 134">
                  <a:extLst>
                    <a:ext uri="{FF2B5EF4-FFF2-40B4-BE49-F238E27FC236}">
                      <a16:creationId xmlns:a16="http://schemas.microsoft.com/office/drawing/2014/main" id="{4C59DA25-77BB-49C0-E2B2-E1C82AB2AF8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634163" y="11844338"/>
                  <a:ext cx="90488" cy="95250"/>
                </a:xfrm>
                <a:custGeom>
                  <a:avLst/>
                  <a:gdLst>
                    <a:gd name="T0" fmla="*/ 39 w 49"/>
                    <a:gd name="T1" fmla="*/ 4 h 52"/>
                    <a:gd name="T2" fmla="*/ 31 w 49"/>
                    <a:gd name="T3" fmla="*/ 10 h 52"/>
                    <a:gd name="T4" fmla="*/ 12 w 49"/>
                    <a:gd name="T5" fmla="*/ 31 h 52"/>
                    <a:gd name="T6" fmla="*/ 12 w 49"/>
                    <a:gd name="T7" fmla="*/ 25 h 52"/>
                    <a:gd name="T8" fmla="*/ 6 w 49"/>
                    <a:gd name="T9" fmla="*/ 18 h 52"/>
                    <a:gd name="T10" fmla="*/ 0 w 49"/>
                    <a:gd name="T11" fmla="*/ 25 h 52"/>
                    <a:gd name="T12" fmla="*/ 0 w 49"/>
                    <a:gd name="T13" fmla="*/ 45 h 52"/>
                    <a:gd name="T14" fmla="*/ 0 w 49"/>
                    <a:gd name="T15" fmla="*/ 47 h 52"/>
                    <a:gd name="T16" fmla="*/ 2 w 49"/>
                    <a:gd name="T17" fmla="*/ 50 h 52"/>
                    <a:gd name="T18" fmla="*/ 4 w 49"/>
                    <a:gd name="T19" fmla="*/ 52 h 52"/>
                    <a:gd name="T20" fmla="*/ 6 w 49"/>
                    <a:gd name="T21" fmla="*/ 52 h 52"/>
                    <a:gd name="T22" fmla="*/ 27 w 49"/>
                    <a:gd name="T23" fmla="*/ 52 h 52"/>
                    <a:gd name="T24" fmla="*/ 33 w 49"/>
                    <a:gd name="T25" fmla="*/ 45 h 52"/>
                    <a:gd name="T26" fmla="*/ 27 w 49"/>
                    <a:gd name="T27" fmla="*/ 39 h 52"/>
                    <a:gd name="T28" fmla="*/ 21 w 49"/>
                    <a:gd name="T29" fmla="*/ 39 h 52"/>
                    <a:gd name="T30" fmla="*/ 41 w 49"/>
                    <a:gd name="T31" fmla="*/ 18 h 52"/>
                    <a:gd name="T32" fmla="*/ 47 w 49"/>
                    <a:gd name="T33" fmla="*/ 12 h 52"/>
                    <a:gd name="T34" fmla="*/ 47 w 49"/>
                    <a:gd name="T35" fmla="*/ 4 h 52"/>
                    <a:gd name="T36" fmla="*/ 39 w 49"/>
                    <a:gd name="T37" fmla="*/ 4 h 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9" h="52">
                      <a:moveTo>
                        <a:pt x="39" y="4"/>
                      </a:moveTo>
                      <a:cubicBezTo>
                        <a:pt x="31" y="10"/>
                        <a:pt x="31" y="10"/>
                        <a:pt x="31" y="10"/>
                      </a:cubicBezTo>
                      <a:cubicBezTo>
                        <a:pt x="12" y="31"/>
                        <a:pt x="12" y="31"/>
                        <a:pt x="12" y="31"/>
                      </a:cubicBezTo>
                      <a:cubicBezTo>
                        <a:pt x="12" y="25"/>
                        <a:pt x="12" y="25"/>
                        <a:pt x="12" y="25"/>
                      </a:cubicBezTo>
                      <a:cubicBezTo>
                        <a:pt x="12" y="20"/>
                        <a:pt x="10" y="18"/>
                        <a:pt x="6" y="18"/>
                      </a:cubicBezTo>
                      <a:cubicBezTo>
                        <a:pt x="2" y="18"/>
                        <a:pt x="0" y="20"/>
                        <a:pt x="0" y="25"/>
                      </a:cubicBezTo>
                      <a:cubicBezTo>
                        <a:pt x="0" y="45"/>
                        <a:pt x="0" y="45"/>
                        <a:pt x="0" y="45"/>
                      </a:cubicBezTo>
                      <a:cubicBezTo>
                        <a:pt x="0" y="47"/>
                        <a:pt x="0" y="47"/>
                        <a:pt x="0" y="47"/>
                      </a:cubicBezTo>
                      <a:cubicBezTo>
                        <a:pt x="2" y="50"/>
                        <a:pt x="2" y="50"/>
                        <a:pt x="2" y="50"/>
                      </a:cubicBezTo>
                      <a:cubicBezTo>
                        <a:pt x="2" y="50"/>
                        <a:pt x="2" y="50"/>
                        <a:pt x="4" y="52"/>
                      </a:cubicBezTo>
                      <a:cubicBezTo>
                        <a:pt x="6" y="52"/>
                        <a:pt x="6" y="52"/>
                        <a:pt x="6" y="52"/>
                      </a:cubicBezTo>
                      <a:cubicBezTo>
                        <a:pt x="27" y="52"/>
                        <a:pt x="27" y="52"/>
                        <a:pt x="27" y="52"/>
                      </a:cubicBezTo>
                      <a:cubicBezTo>
                        <a:pt x="31" y="52"/>
                        <a:pt x="33" y="47"/>
                        <a:pt x="33" y="45"/>
                      </a:cubicBezTo>
                      <a:cubicBezTo>
                        <a:pt x="33" y="41"/>
                        <a:pt x="31" y="39"/>
                        <a:pt x="27" y="39"/>
                      </a:cubicBezTo>
                      <a:cubicBezTo>
                        <a:pt x="21" y="39"/>
                        <a:pt x="21" y="39"/>
                        <a:pt x="21" y="39"/>
                      </a:cubicBezTo>
                      <a:cubicBezTo>
                        <a:pt x="41" y="18"/>
                        <a:pt x="41" y="18"/>
                        <a:pt x="41" y="18"/>
                      </a:cubicBezTo>
                      <a:cubicBezTo>
                        <a:pt x="47" y="12"/>
                        <a:pt x="47" y="12"/>
                        <a:pt x="47" y="12"/>
                      </a:cubicBezTo>
                      <a:cubicBezTo>
                        <a:pt x="49" y="10"/>
                        <a:pt x="49" y="6"/>
                        <a:pt x="47" y="4"/>
                      </a:cubicBezTo>
                      <a:cubicBezTo>
                        <a:pt x="45" y="0"/>
                        <a:pt x="41" y="0"/>
                        <a:pt x="39" y="4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1600"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52" name="Freeform 135">
                  <a:extLst>
                    <a:ext uri="{FF2B5EF4-FFF2-40B4-BE49-F238E27FC236}">
                      <a16:creationId xmlns:a16="http://schemas.microsoft.com/office/drawing/2014/main" id="{6190AF9C-1762-93F5-3F81-1F8D1564A8D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727826" y="11868150"/>
                  <a:ext cx="80963" cy="117475"/>
                </a:xfrm>
                <a:custGeom>
                  <a:avLst/>
                  <a:gdLst>
                    <a:gd name="T0" fmla="*/ 33 w 44"/>
                    <a:gd name="T1" fmla="*/ 39 h 64"/>
                    <a:gd name="T2" fmla="*/ 29 w 44"/>
                    <a:gd name="T3" fmla="*/ 43 h 64"/>
                    <a:gd name="T4" fmla="*/ 29 w 44"/>
                    <a:gd name="T5" fmla="*/ 15 h 64"/>
                    <a:gd name="T6" fmla="*/ 29 w 44"/>
                    <a:gd name="T7" fmla="*/ 6 h 64"/>
                    <a:gd name="T8" fmla="*/ 23 w 44"/>
                    <a:gd name="T9" fmla="*/ 0 h 64"/>
                    <a:gd name="T10" fmla="*/ 17 w 44"/>
                    <a:gd name="T11" fmla="*/ 6 h 64"/>
                    <a:gd name="T12" fmla="*/ 17 w 44"/>
                    <a:gd name="T13" fmla="*/ 17 h 64"/>
                    <a:gd name="T14" fmla="*/ 17 w 44"/>
                    <a:gd name="T15" fmla="*/ 43 h 64"/>
                    <a:gd name="T16" fmla="*/ 13 w 44"/>
                    <a:gd name="T17" fmla="*/ 39 h 64"/>
                    <a:gd name="T18" fmla="*/ 2 w 44"/>
                    <a:gd name="T19" fmla="*/ 39 h 64"/>
                    <a:gd name="T20" fmla="*/ 2 w 44"/>
                    <a:gd name="T21" fmla="*/ 48 h 64"/>
                    <a:gd name="T22" fmla="*/ 19 w 44"/>
                    <a:gd name="T23" fmla="*/ 64 h 64"/>
                    <a:gd name="T24" fmla="*/ 21 w 44"/>
                    <a:gd name="T25" fmla="*/ 64 h 64"/>
                    <a:gd name="T26" fmla="*/ 23 w 44"/>
                    <a:gd name="T27" fmla="*/ 64 h 64"/>
                    <a:gd name="T28" fmla="*/ 25 w 44"/>
                    <a:gd name="T29" fmla="*/ 64 h 64"/>
                    <a:gd name="T30" fmla="*/ 27 w 44"/>
                    <a:gd name="T31" fmla="*/ 64 h 64"/>
                    <a:gd name="T32" fmla="*/ 42 w 44"/>
                    <a:gd name="T33" fmla="*/ 48 h 64"/>
                    <a:gd name="T34" fmla="*/ 42 w 44"/>
                    <a:gd name="T35" fmla="*/ 39 h 64"/>
                    <a:gd name="T36" fmla="*/ 33 w 44"/>
                    <a:gd name="T37" fmla="*/ 39 h 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4" h="64">
                      <a:moveTo>
                        <a:pt x="33" y="39"/>
                      </a:moveTo>
                      <a:cubicBezTo>
                        <a:pt x="29" y="43"/>
                        <a:pt x="29" y="43"/>
                        <a:pt x="29" y="43"/>
                      </a:cubicBezTo>
                      <a:cubicBezTo>
                        <a:pt x="29" y="15"/>
                        <a:pt x="29" y="15"/>
                        <a:pt x="29" y="15"/>
                      </a:cubicBezTo>
                      <a:cubicBezTo>
                        <a:pt x="29" y="6"/>
                        <a:pt x="29" y="6"/>
                        <a:pt x="29" y="6"/>
                      </a:cubicBezTo>
                      <a:cubicBezTo>
                        <a:pt x="29" y="2"/>
                        <a:pt x="25" y="0"/>
                        <a:pt x="23" y="0"/>
                      </a:cubicBezTo>
                      <a:cubicBezTo>
                        <a:pt x="19" y="0"/>
                        <a:pt x="17" y="2"/>
                        <a:pt x="17" y="6"/>
                      </a:cubicBezTo>
                      <a:cubicBezTo>
                        <a:pt x="17" y="17"/>
                        <a:pt x="17" y="17"/>
                        <a:pt x="17" y="17"/>
                      </a:cubicBezTo>
                      <a:cubicBezTo>
                        <a:pt x="17" y="43"/>
                        <a:pt x="17" y="43"/>
                        <a:pt x="17" y="43"/>
                      </a:cubicBezTo>
                      <a:cubicBezTo>
                        <a:pt x="13" y="39"/>
                        <a:pt x="13" y="39"/>
                        <a:pt x="13" y="39"/>
                      </a:cubicBezTo>
                      <a:cubicBezTo>
                        <a:pt x="11" y="37"/>
                        <a:pt x="6" y="37"/>
                        <a:pt x="2" y="39"/>
                      </a:cubicBezTo>
                      <a:cubicBezTo>
                        <a:pt x="0" y="41"/>
                        <a:pt x="0" y="45"/>
                        <a:pt x="2" y="48"/>
                      </a:cubicBezTo>
                      <a:cubicBezTo>
                        <a:pt x="19" y="64"/>
                        <a:pt x="19" y="64"/>
                        <a:pt x="19" y="64"/>
                      </a:cubicBezTo>
                      <a:cubicBezTo>
                        <a:pt x="19" y="64"/>
                        <a:pt x="19" y="64"/>
                        <a:pt x="21" y="64"/>
                      </a:cubicBezTo>
                      <a:cubicBezTo>
                        <a:pt x="21" y="64"/>
                        <a:pt x="21" y="64"/>
                        <a:pt x="23" y="64"/>
                      </a:cubicBezTo>
                      <a:cubicBezTo>
                        <a:pt x="23" y="64"/>
                        <a:pt x="23" y="64"/>
                        <a:pt x="25" y="64"/>
                      </a:cubicBezTo>
                      <a:cubicBezTo>
                        <a:pt x="27" y="64"/>
                        <a:pt x="27" y="64"/>
                        <a:pt x="27" y="64"/>
                      </a:cubicBezTo>
                      <a:cubicBezTo>
                        <a:pt x="42" y="48"/>
                        <a:pt x="42" y="48"/>
                        <a:pt x="42" y="48"/>
                      </a:cubicBezTo>
                      <a:cubicBezTo>
                        <a:pt x="44" y="45"/>
                        <a:pt x="44" y="41"/>
                        <a:pt x="42" y="39"/>
                      </a:cubicBezTo>
                      <a:cubicBezTo>
                        <a:pt x="40" y="37"/>
                        <a:pt x="35" y="37"/>
                        <a:pt x="33" y="39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1600"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53" name="Freeform 136">
                  <a:extLst>
                    <a:ext uri="{FF2B5EF4-FFF2-40B4-BE49-F238E27FC236}">
                      <a16:creationId xmlns:a16="http://schemas.microsoft.com/office/drawing/2014/main" id="{A0B73321-0BD1-8BCB-958E-76422877E0C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08788" y="11839575"/>
                  <a:ext cx="95250" cy="92075"/>
                </a:xfrm>
                <a:custGeom>
                  <a:avLst/>
                  <a:gdLst>
                    <a:gd name="T0" fmla="*/ 45 w 52"/>
                    <a:gd name="T1" fmla="*/ 17 h 50"/>
                    <a:gd name="T2" fmla="*/ 39 w 52"/>
                    <a:gd name="T3" fmla="*/ 23 h 50"/>
                    <a:gd name="T4" fmla="*/ 39 w 52"/>
                    <a:gd name="T5" fmla="*/ 29 h 50"/>
                    <a:gd name="T6" fmla="*/ 18 w 52"/>
                    <a:gd name="T7" fmla="*/ 8 h 50"/>
                    <a:gd name="T8" fmla="*/ 12 w 52"/>
                    <a:gd name="T9" fmla="*/ 2 h 50"/>
                    <a:gd name="T10" fmla="*/ 4 w 52"/>
                    <a:gd name="T11" fmla="*/ 2 h 50"/>
                    <a:gd name="T12" fmla="*/ 4 w 52"/>
                    <a:gd name="T13" fmla="*/ 10 h 50"/>
                    <a:gd name="T14" fmla="*/ 10 w 52"/>
                    <a:gd name="T15" fmla="*/ 19 h 50"/>
                    <a:gd name="T16" fmla="*/ 31 w 52"/>
                    <a:gd name="T17" fmla="*/ 38 h 50"/>
                    <a:gd name="T18" fmla="*/ 25 w 52"/>
                    <a:gd name="T19" fmla="*/ 38 h 50"/>
                    <a:gd name="T20" fmla="*/ 18 w 52"/>
                    <a:gd name="T21" fmla="*/ 44 h 50"/>
                    <a:gd name="T22" fmla="*/ 25 w 52"/>
                    <a:gd name="T23" fmla="*/ 50 h 50"/>
                    <a:gd name="T24" fmla="*/ 45 w 52"/>
                    <a:gd name="T25" fmla="*/ 50 h 50"/>
                    <a:gd name="T26" fmla="*/ 47 w 52"/>
                    <a:gd name="T27" fmla="*/ 50 h 50"/>
                    <a:gd name="T28" fmla="*/ 50 w 52"/>
                    <a:gd name="T29" fmla="*/ 48 h 50"/>
                    <a:gd name="T30" fmla="*/ 52 w 52"/>
                    <a:gd name="T31" fmla="*/ 46 h 50"/>
                    <a:gd name="T32" fmla="*/ 52 w 52"/>
                    <a:gd name="T33" fmla="*/ 44 h 50"/>
                    <a:gd name="T34" fmla="*/ 52 w 52"/>
                    <a:gd name="T35" fmla="*/ 23 h 50"/>
                    <a:gd name="T36" fmla="*/ 45 w 52"/>
                    <a:gd name="T37" fmla="*/ 17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52" h="50">
                      <a:moveTo>
                        <a:pt x="45" y="17"/>
                      </a:moveTo>
                      <a:cubicBezTo>
                        <a:pt x="41" y="17"/>
                        <a:pt x="39" y="21"/>
                        <a:pt x="39" y="23"/>
                      </a:cubicBezTo>
                      <a:cubicBezTo>
                        <a:pt x="39" y="29"/>
                        <a:pt x="39" y="29"/>
                        <a:pt x="39" y="29"/>
                      </a:cubicBezTo>
                      <a:cubicBezTo>
                        <a:pt x="18" y="8"/>
                        <a:pt x="18" y="8"/>
                        <a:pt x="18" y="8"/>
                      </a:cubicBezTo>
                      <a:cubicBezTo>
                        <a:pt x="12" y="2"/>
                        <a:pt x="12" y="2"/>
                        <a:pt x="12" y="2"/>
                      </a:cubicBezTo>
                      <a:cubicBezTo>
                        <a:pt x="10" y="0"/>
                        <a:pt x="6" y="0"/>
                        <a:pt x="4" y="2"/>
                      </a:cubicBezTo>
                      <a:cubicBezTo>
                        <a:pt x="0" y="4"/>
                        <a:pt x="0" y="8"/>
                        <a:pt x="4" y="10"/>
                      </a:cubicBezTo>
                      <a:cubicBezTo>
                        <a:pt x="10" y="19"/>
                        <a:pt x="10" y="19"/>
                        <a:pt x="10" y="19"/>
                      </a:cubicBezTo>
                      <a:cubicBezTo>
                        <a:pt x="31" y="38"/>
                        <a:pt x="31" y="38"/>
                        <a:pt x="31" y="38"/>
                      </a:cubicBezTo>
                      <a:cubicBezTo>
                        <a:pt x="25" y="38"/>
                        <a:pt x="25" y="38"/>
                        <a:pt x="25" y="38"/>
                      </a:cubicBezTo>
                      <a:cubicBezTo>
                        <a:pt x="21" y="38"/>
                        <a:pt x="18" y="42"/>
                        <a:pt x="18" y="44"/>
                      </a:cubicBezTo>
                      <a:cubicBezTo>
                        <a:pt x="18" y="48"/>
                        <a:pt x="21" y="50"/>
                        <a:pt x="25" y="50"/>
                      </a:cubicBezTo>
                      <a:cubicBezTo>
                        <a:pt x="45" y="50"/>
                        <a:pt x="45" y="50"/>
                        <a:pt x="45" y="50"/>
                      </a:cubicBezTo>
                      <a:cubicBezTo>
                        <a:pt x="47" y="50"/>
                        <a:pt x="47" y="50"/>
                        <a:pt x="47" y="50"/>
                      </a:cubicBezTo>
                      <a:cubicBezTo>
                        <a:pt x="47" y="50"/>
                        <a:pt x="50" y="50"/>
                        <a:pt x="50" y="48"/>
                      </a:cubicBezTo>
                      <a:cubicBezTo>
                        <a:pt x="50" y="48"/>
                        <a:pt x="50" y="48"/>
                        <a:pt x="52" y="46"/>
                      </a:cubicBezTo>
                      <a:cubicBezTo>
                        <a:pt x="52" y="46"/>
                        <a:pt x="52" y="46"/>
                        <a:pt x="52" y="44"/>
                      </a:cubicBezTo>
                      <a:cubicBezTo>
                        <a:pt x="52" y="23"/>
                        <a:pt x="52" y="23"/>
                        <a:pt x="52" y="23"/>
                      </a:cubicBezTo>
                      <a:cubicBezTo>
                        <a:pt x="52" y="21"/>
                        <a:pt x="47" y="17"/>
                        <a:pt x="45" y="17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1600"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54" name="Freeform 137">
                  <a:extLst>
                    <a:ext uri="{FF2B5EF4-FFF2-40B4-BE49-F238E27FC236}">
                      <a16:creationId xmlns:a16="http://schemas.microsoft.com/office/drawing/2014/main" id="{742ECF15-8AEB-6140-E9B1-8881AA9E1F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27838" y="11758613"/>
                  <a:ext cx="125413" cy="77788"/>
                </a:xfrm>
                <a:custGeom>
                  <a:avLst/>
                  <a:gdLst>
                    <a:gd name="T0" fmla="*/ 44 w 68"/>
                    <a:gd name="T1" fmla="*/ 16 h 43"/>
                    <a:gd name="T2" fmla="*/ 15 w 68"/>
                    <a:gd name="T3" fmla="*/ 16 h 43"/>
                    <a:gd name="T4" fmla="*/ 7 w 68"/>
                    <a:gd name="T5" fmla="*/ 16 h 43"/>
                    <a:gd name="T6" fmla="*/ 0 w 68"/>
                    <a:gd name="T7" fmla="*/ 23 h 43"/>
                    <a:gd name="T8" fmla="*/ 7 w 68"/>
                    <a:gd name="T9" fmla="*/ 29 h 43"/>
                    <a:gd name="T10" fmla="*/ 17 w 68"/>
                    <a:gd name="T11" fmla="*/ 29 h 43"/>
                    <a:gd name="T12" fmla="*/ 44 w 68"/>
                    <a:gd name="T13" fmla="*/ 29 h 43"/>
                    <a:gd name="T14" fmla="*/ 40 w 68"/>
                    <a:gd name="T15" fmla="*/ 33 h 43"/>
                    <a:gd name="T16" fmla="*/ 40 w 68"/>
                    <a:gd name="T17" fmla="*/ 41 h 43"/>
                    <a:gd name="T18" fmla="*/ 44 w 68"/>
                    <a:gd name="T19" fmla="*/ 43 h 43"/>
                    <a:gd name="T20" fmla="*/ 51 w 68"/>
                    <a:gd name="T21" fmla="*/ 41 h 43"/>
                    <a:gd name="T22" fmla="*/ 65 w 68"/>
                    <a:gd name="T23" fmla="*/ 27 h 43"/>
                    <a:gd name="T24" fmla="*/ 65 w 68"/>
                    <a:gd name="T25" fmla="*/ 25 h 43"/>
                    <a:gd name="T26" fmla="*/ 68 w 68"/>
                    <a:gd name="T27" fmla="*/ 23 h 43"/>
                    <a:gd name="T28" fmla="*/ 65 w 68"/>
                    <a:gd name="T29" fmla="*/ 18 h 43"/>
                    <a:gd name="T30" fmla="*/ 65 w 68"/>
                    <a:gd name="T31" fmla="*/ 16 h 43"/>
                    <a:gd name="T32" fmla="*/ 51 w 68"/>
                    <a:gd name="T33" fmla="*/ 2 h 43"/>
                    <a:gd name="T34" fmla="*/ 40 w 68"/>
                    <a:gd name="T35" fmla="*/ 2 h 43"/>
                    <a:gd name="T36" fmla="*/ 40 w 68"/>
                    <a:gd name="T37" fmla="*/ 12 h 43"/>
                    <a:gd name="T38" fmla="*/ 44 w 68"/>
                    <a:gd name="T39" fmla="*/ 16 h 43"/>
                    <a:gd name="T40" fmla="*/ 44 w 68"/>
                    <a:gd name="T41" fmla="*/ 16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68" h="43">
                      <a:moveTo>
                        <a:pt x="44" y="16"/>
                      </a:moveTo>
                      <a:cubicBezTo>
                        <a:pt x="15" y="16"/>
                        <a:pt x="15" y="16"/>
                        <a:pt x="15" y="16"/>
                      </a:cubicBezTo>
                      <a:cubicBezTo>
                        <a:pt x="7" y="16"/>
                        <a:pt x="7" y="16"/>
                        <a:pt x="7" y="16"/>
                      </a:cubicBezTo>
                      <a:cubicBezTo>
                        <a:pt x="2" y="16"/>
                        <a:pt x="0" y="18"/>
                        <a:pt x="0" y="23"/>
                      </a:cubicBezTo>
                      <a:cubicBezTo>
                        <a:pt x="0" y="25"/>
                        <a:pt x="2" y="29"/>
                        <a:pt x="7" y="29"/>
                      </a:cubicBezTo>
                      <a:cubicBezTo>
                        <a:pt x="17" y="29"/>
                        <a:pt x="17" y="29"/>
                        <a:pt x="17" y="29"/>
                      </a:cubicBezTo>
                      <a:cubicBezTo>
                        <a:pt x="44" y="29"/>
                        <a:pt x="44" y="29"/>
                        <a:pt x="44" y="29"/>
                      </a:cubicBezTo>
                      <a:cubicBezTo>
                        <a:pt x="40" y="33"/>
                        <a:pt x="40" y="33"/>
                        <a:pt x="40" y="33"/>
                      </a:cubicBezTo>
                      <a:cubicBezTo>
                        <a:pt x="38" y="35"/>
                        <a:pt x="38" y="39"/>
                        <a:pt x="40" y="41"/>
                      </a:cubicBezTo>
                      <a:cubicBezTo>
                        <a:pt x="42" y="41"/>
                        <a:pt x="44" y="43"/>
                        <a:pt x="44" y="43"/>
                      </a:cubicBezTo>
                      <a:cubicBezTo>
                        <a:pt x="47" y="43"/>
                        <a:pt x="49" y="41"/>
                        <a:pt x="51" y="41"/>
                      </a:cubicBezTo>
                      <a:cubicBezTo>
                        <a:pt x="65" y="27"/>
                        <a:pt x="65" y="27"/>
                        <a:pt x="65" y="27"/>
                      </a:cubicBezTo>
                      <a:cubicBezTo>
                        <a:pt x="65" y="25"/>
                        <a:pt x="65" y="25"/>
                        <a:pt x="65" y="25"/>
                      </a:cubicBezTo>
                      <a:cubicBezTo>
                        <a:pt x="65" y="23"/>
                        <a:pt x="68" y="23"/>
                        <a:pt x="68" y="23"/>
                      </a:cubicBezTo>
                      <a:cubicBezTo>
                        <a:pt x="68" y="21"/>
                        <a:pt x="65" y="21"/>
                        <a:pt x="65" y="18"/>
                      </a:cubicBezTo>
                      <a:cubicBezTo>
                        <a:pt x="65" y="18"/>
                        <a:pt x="65" y="18"/>
                        <a:pt x="65" y="16"/>
                      </a:cubicBezTo>
                      <a:cubicBezTo>
                        <a:pt x="51" y="2"/>
                        <a:pt x="51" y="2"/>
                        <a:pt x="51" y="2"/>
                      </a:cubicBezTo>
                      <a:cubicBezTo>
                        <a:pt x="47" y="0"/>
                        <a:pt x="42" y="0"/>
                        <a:pt x="40" y="2"/>
                      </a:cubicBezTo>
                      <a:cubicBezTo>
                        <a:pt x="38" y="4"/>
                        <a:pt x="38" y="8"/>
                        <a:pt x="40" y="12"/>
                      </a:cubicBezTo>
                      <a:cubicBezTo>
                        <a:pt x="44" y="16"/>
                        <a:pt x="44" y="16"/>
                        <a:pt x="44" y="16"/>
                      </a:cubicBezTo>
                      <a:cubicBezTo>
                        <a:pt x="44" y="16"/>
                        <a:pt x="44" y="16"/>
                        <a:pt x="44" y="16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1600"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55" name="Freeform 138">
                  <a:extLst>
                    <a:ext uri="{FF2B5EF4-FFF2-40B4-BE49-F238E27FC236}">
                      <a16:creationId xmlns:a16="http://schemas.microsoft.com/office/drawing/2014/main" id="{14B09026-8B6F-9950-DB43-B08B5C585D0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04026" y="11660188"/>
                  <a:ext cx="90488" cy="98425"/>
                </a:xfrm>
                <a:custGeom>
                  <a:avLst/>
                  <a:gdLst>
                    <a:gd name="T0" fmla="*/ 6 w 49"/>
                    <a:gd name="T1" fmla="*/ 53 h 53"/>
                    <a:gd name="T2" fmla="*/ 10 w 49"/>
                    <a:gd name="T3" fmla="*/ 51 h 53"/>
                    <a:gd name="T4" fmla="*/ 18 w 49"/>
                    <a:gd name="T5" fmla="*/ 42 h 53"/>
                    <a:gd name="T6" fmla="*/ 37 w 49"/>
                    <a:gd name="T7" fmla="*/ 23 h 53"/>
                    <a:gd name="T8" fmla="*/ 37 w 49"/>
                    <a:gd name="T9" fmla="*/ 28 h 53"/>
                    <a:gd name="T10" fmla="*/ 43 w 49"/>
                    <a:gd name="T11" fmla="*/ 34 h 53"/>
                    <a:gd name="T12" fmla="*/ 49 w 49"/>
                    <a:gd name="T13" fmla="*/ 28 h 53"/>
                    <a:gd name="T14" fmla="*/ 49 w 49"/>
                    <a:gd name="T15" fmla="*/ 7 h 53"/>
                    <a:gd name="T16" fmla="*/ 49 w 49"/>
                    <a:gd name="T17" fmla="*/ 5 h 53"/>
                    <a:gd name="T18" fmla="*/ 47 w 49"/>
                    <a:gd name="T19" fmla="*/ 2 h 53"/>
                    <a:gd name="T20" fmla="*/ 47 w 49"/>
                    <a:gd name="T21" fmla="*/ 2 h 53"/>
                    <a:gd name="T22" fmla="*/ 43 w 49"/>
                    <a:gd name="T23" fmla="*/ 0 h 53"/>
                    <a:gd name="T24" fmla="*/ 22 w 49"/>
                    <a:gd name="T25" fmla="*/ 0 h 53"/>
                    <a:gd name="T26" fmla="*/ 16 w 49"/>
                    <a:gd name="T27" fmla="*/ 7 h 53"/>
                    <a:gd name="T28" fmla="*/ 22 w 49"/>
                    <a:gd name="T29" fmla="*/ 13 h 53"/>
                    <a:gd name="T30" fmla="*/ 28 w 49"/>
                    <a:gd name="T31" fmla="*/ 13 h 53"/>
                    <a:gd name="T32" fmla="*/ 10 w 49"/>
                    <a:gd name="T33" fmla="*/ 34 h 53"/>
                    <a:gd name="T34" fmla="*/ 2 w 49"/>
                    <a:gd name="T35" fmla="*/ 40 h 53"/>
                    <a:gd name="T36" fmla="*/ 2 w 49"/>
                    <a:gd name="T37" fmla="*/ 51 h 53"/>
                    <a:gd name="T38" fmla="*/ 6 w 49"/>
                    <a:gd name="T39" fmla="*/ 53 h 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49" h="53">
                      <a:moveTo>
                        <a:pt x="6" y="53"/>
                      </a:moveTo>
                      <a:cubicBezTo>
                        <a:pt x="8" y="53"/>
                        <a:pt x="10" y="51"/>
                        <a:pt x="10" y="51"/>
                      </a:cubicBezTo>
                      <a:cubicBezTo>
                        <a:pt x="18" y="42"/>
                        <a:pt x="18" y="42"/>
                        <a:pt x="18" y="42"/>
                      </a:cubicBezTo>
                      <a:cubicBezTo>
                        <a:pt x="37" y="23"/>
                        <a:pt x="37" y="23"/>
                        <a:pt x="37" y="23"/>
                      </a:cubicBezTo>
                      <a:cubicBezTo>
                        <a:pt x="37" y="28"/>
                        <a:pt x="37" y="28"/>
                        <a:pt x="37" y="28"/>
                      </a:cubicBezTo>
                      <a:cubicBezTo>
                        <a:pt x="37" y="32"/>
                        <a:pt x="41" y="34"/>
                        <a:pt x="43" y="34"/>
                      </a:cubicBezTo>
                      <a:cubicBezTo>
                        <a:pt x="47" y="34"/>
                        <a:pt x="49" y="32"/>
                        <a:pt x="49" y="28"/>
                      </a:cubicBezTo>
                      <a:cubicBezTo>
                        <a:pt x="49" y="7"/>
                        <a:pt x="49" y="7"/>
                        <a:pt x="49" y="7"/>
                      </a:cubicBezTo>
                      <a:cubicBezTo>
                        <a:pt x="49" y="7"/>
                        <a:pt x="49" y="7"/>
                        <a:pt x="49" y="5"/>
                      </a:cubicBezTo>
                      <a:cubicBezTo>
                        <a:pt x="49" y="5"/>
                        <a:pt x="49" y="5"/>
                        <a:pt x="47" y="2"/>
                      </a:cubicBezTo>
                      <a:cubicBezTo>
                        <a:pt x="47" y="2"/>
                        <a:pt x="47" y="2"/>
                        <a:pt x="47" y="2"/>
                      </a:cubicBezTo>
                      <a:cubicBezTo>
                        <a:pt x="45" y="0"/>
                        <a:pt x="45" y="0"/>
                        <a:pt x="43" y="0"/>
                      </a:cubicBezTo>
                      <a:cubicBezTo>
                        <a:pt x="22" y="0"/>
                        <a:pt x="22" y="0"/>
                        <a:pt x="22" y="0"/>
                      </a:cubicBezTo>
                      <a:cubicBezTo>
                        <a:pt x="20" y="0"/>
                        <a:pt x="16" y="5"/>
                        <a:pt x="16" y="7"/>
                      </a:cubicBezTo>
                      <a:cubicBezTo>
                        <a:pt x="16" y="11"/>
                        <a:pt x="20" y="13"/>
                        <a:pt x="22" y="13"/>
                      </a:cubicBezTo>
                      <a:cubicBezTo>
                        <a:pt x="28" y="13"/>
                        <a:pt x="28" y="13"/>
                        <a:pt x="28" y="13"/>
                      </a:cubicBezTo>
                      <a:cubicBezTo>
                        <a:pt x="10" y="34"/>
                        <a:pt x="10" y="34"/>
                        <a:pt x="10" y="34"/>
                      </a:cubicBezTo>
                      <a:cubicBezTo>
                        <a:pt x="2" y="40"/>
                        <a:pt x="2" y="40"/>
                        <a:pt x="2" y="40"/>
                      </a:cubicBezTo>
                      <a:cubicBezTo>
                        <a:pt x="0" y="44"/>
                        <a:pt x="0" y="46"/>
                        <a:pt x="2" y="51"/>
                      </a:cubicBezTo>
                      <a:cubicBezTo>
                        <a:pt x="4" y="51"/>
                        <a:pt x="4" y="53"/>
                        <a:pt x="6" y="53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1600"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56" name="Freeform 139">
                  <a:extLst>
                    <a:ext uri="{FF2B5EF4-FFF2-40B4-BE49-F238E27FC236}">
                      <a16:creationId xmlns:a16="http://schemas.microsoft.com/office/drawing/2014/main" id="{D67789B2-CC71-8C83-9140-B4B0B72F75E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499226" y="11152188"/>
                  <a:ext cx="509588" cy="349250"/>
                </a:xfrm>
                <a:custGeom>
                  <a:avLst/>
                  <a:gdLst>
                    <a:gd name="T0" fmla="*/ 255 w 321"/>
                    <a:gd name="T1" fmla="*/ 3 h 220"/>
                    <a:gd name="T2" fmla="*/ 255 w 321"/>
                    <a:gd name="T3" fmla="*/ 3 h 220"/>
                    <a:gd name="T4" fmla="*/ 255 w 321"/>
                    <a:gd name="T5" fmla="*/ 3 h 220"/>
                    <a:gd name="T6" fmla="*/ 65 w 321"/>
                    <a:gd name="T7" fmla="*/ 3 h 220"/>
                    <a:gd name="T8" fmla="*/ 65 w 321"/>
                    <a:gd name="T9" fmla="*/ 3 h 220"/>
                    <a:gd name="T10" fmla="*/ 65 w 321"/>
                    <a:gd name="T11" fmla="*/ 3 h 220"/>
                    <a:gd name="T12" fmla="*/ 65 w 321"/>
                    <a:gd name="T13" fmla="*/ 0 h 220"/>
                    <a:gd name="T14" fmla="*/ 0 w 321"/>
                    <a:gd name="T15" fmla="*/ 0 h 220"/>
                    <a:gd name="T16" fmla="*/ 0 w 321"/>
                    <a:gd name="T17" fmla="*/ 29 h 220"/>
                    <a:gd name="T18" fmla="*/ 65 w 321"/>
                    <a:gd name="T19" fmla="*/ 29 h 220"/>
                    <a:gd name="T20" fmla="*/ 65 w 321"/>
                    <a:gd name="T21" fmla="*/ 29 h 220"/>
                    <a:gd name="T22" fmla="*/ 147 w 321"/>
                    <a:gd name="T23" fmla="*/ 109 h 220"/>
                    <a:gd name="T24" fmla="*/ 65 w 321"/>
                    <a:gd name="T25" fmla="*/ 194 h 220"/>
                    <a:gd name="T26" fmla="*/ 65 w 321"/>
                    <a:gd name="T27" fmla="*/ 194 h 220"/>
                    <a:gd name="T28" fmla="*/ 0 w 321"/>
                    <a:gd name="T29" fmla="*/ 194 h 220"/>
                    <a:gd name="T30" fmla="*/ 0 w 321"/>
                    <a:gd name="T31" fmla="*/ 220 h 220"/>
                    <a:gd name="T32" fmla="*/ 65 w 321"/>
                    <a:gd name="T33" fmla="*/ 220 h 220"/>
                    <a:gd name="T34" fmla="*/ 65 w 321"/>
                    <a:gd name="T35" fmla="*/ 218 h 220"/>
                    <a:gd name="T36" fmla="*/ 65 w 321"/>
                    <a:gd name="T37" fmla="*/ 218 h 220"/>
                    <a:gd name="T38" fmla="*/ 255 w 321"/>
                    <a:gd name="T39" fmla="*/ 218 h 220"/>
                    <a:gd name="T40" fmla="*/ 255 w 321"/>
                    <a:gd name="T41" fmla="*/ 220 h 220"/>
                    <a:gd name="T42" fmla="*/ 321 w 321"/>
                    <a:gd name="T43" fmla="*/ 220 h 220"/>
                    <a:gd name="T44" fmla="*/ 321 w 321"/>
                    <a:gd name="T45" fmla="*/ 194 h 220"/>
                    <a:gd name="T46" fmla="*/ 255 w 321"/>
                    <a:gd name="T47" fmla="*/ 194 h 220"/>
                    <a:gd name="T48" fmla="*/ 255 w 321"/>
                    <a:gd name="T49" fmla="*/ 194 h 220"/>
                    <a:gd name="T50" fmla="*/ 173 w 321"/>
                    <a:gd name="T51" fmla="*/ 109 h 220"/>
                    <a:gd name="T52" fmla="*/ 255 w 321"/>
                    <a:gd name="T53" fmla="*/ 29 h 220"/>
                    <a:gd name="T54" fmla="*/ 255 w 321"/>
                    <a:gd name="T55" fmla="*/ 29 h 220"/>
                    <a:gd name="T56" fmla="*/ 321 w 321"/>
                    <a:gd name="T57" fmla="*/ 29 h 220"/>
                    <a:gd name="T58" fmla="*/ 321 w 321"/>
                    <a:gd name="T59" fmla="*/ 0 h 220"/>
                    <a:gd name="T60" fmla="*/ 255 w 321"/>
                    <a:gd name="T61" fmla="*/ 0 h 220"/>
                    <a:gd name="T62" fmla="*/ 255 w 321"/>
                    <a:gd name="T63" fmla="*/ 3 h 220"/>
                    <a:gd name="T64" fmla="*/ 255 w 321"/>
                    <a:gd name="T65" fmla="*/ 3 h 220"/>
                    <a:gd name="T66" fmla="*/ 255 w 321"/>
                    <a:gd name="T67" fmla="*/ 3 h 220"/>
                    <a:gd name="T68" fmla="*/ 229 w 321"/>
                    <a:gd name="T69" fmla="*/ 199 h 220"/>
                    <a:gd name="T70" fmla="*/ 87 w 321"/>
                    <a:gd name="T71" fmla="*/ 199 h 220"/>
                    <a:gd name="T72" fmla="*/ 159 w 321"/>
                    <a:gd name="T73" fmla="*/ 123 h 220"/>
                    <a:gd name="T74" fmla="*/ 229 w 321"/>
                    <a:gd name="T75" fmla="*/ 199 h 220"/>
                    <a:gd name="T76" fmla="*/ 229 w 321"/>
                    <a:gd name="T77" fmla="*/ 199 h 220"/>
                    <a:gd name="T78" fmla="*/ 229 w 321"/>
                    <a:gd name="T79" fmla="*/ 199 h 220"/>
                    <a:gd name="T80" fmla="*/ 159 w 321"/>
                    <a:gd name="T81" fmla="*/ 98 h 220"/>
                    <a:gd name="T82" fmla="*/ 87 w 321"/>
                    <a:gd name="T83" fmla="*/ 23 h 220"/>
                    <a:gd name="T84" fmla="*/ 229 w 321"/>
                    <a:gd name="T85" fmla="*/ 23 h 220"/>
                    <a:gd name="T86" fmla="*/ 159 w 321"/>
                    <a:gd name="T87" fmla="*/ 98 h 220"/>
                    <a:gd name="T88" fmla="*/ 159 w 321"/>
                    <a:gd name="T89" fmla="*/ 98 h 220"/>
                    <a:gd name="T90" fmla="*/ 159 w 321"/>
                    <a:gd name="T91" fmla="*/ 98 h 2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</a:cxnLst>
                  <a:rect l="0" t="0" r="r" b="b"/>
                  <a:pathLst>
                    <a:path w="321" h="220">
                      <a:moveTo>
                        <a:pt x="255" y="3"/>
                      </a:moveTo>
                      <a:lnTo>
                        <a:pt x="255" y="3"/>
                      </a:lnTo>
                      <a:lnTo>
                        <a:pt x="255" y="3"/>
                      </a:lnTo>
                      <a:lnTo>
                        <a:pt x="65" y="3"/>
                      </a:lnTo>
                      <a:lnTo>
                        <a:pt x="65" y="3"/>
                      </a:lnTo>
                      <a:lnTo>
                        <a:pt x="65" y="3"/>
                      </a:lnTo>
                      <a:lnTo>
                        <a:pt x="65" y="0"/>
                      </a:lnTo>
                      <a:lnTo>
                        <a:pt x="0" y="0"/>
                      </a:lnTo>
                      <a:lnTo>
                        <a:pt x="0" y="29"/>
                      </a:lnTo>
                      <a:lnTo>
                        <a:pt x="65" y="29"/>
                      </a:lnTo>
                      <a:lnTo>
                        <a:pt x="65" y="29"/>
                      </a:lnTo>
                      <a:lnTo>
                        <a:pt x="147" y="109"/>
                      </a:lnTo>
                      <a:lnTo>
                        <a:pt x="65" y="194"/>
                      </a:lnTo>
                      <a:lnTo>
                        <a:pt x="65" y="194"/>
                      </a:lnTo>
                      <a:lnTo>
                        <a:pt x="0" y="194"/>
                      </a:lnTo>
                      <a:lnTo>
                        <a:pt x="0" y="220"/>
                      </a:lnTo>
                      <a:lnTo>
                        <a:pt x="65" y="220"/>
                      </a:lnTo>
                      <a:lnTo>
                        <a:pt x="65" y="218"/>
                      </a:lnTo>
                      <a:lnTo>
                        <a:pt x="65" y="218"/>
                      </a:lnTo>
                      <a:lnTo>
                        <a:pt x="255" y="218"/>
                      </a:lnTo>
                      <a:lnTo>
                        <a:pt x="255" y="220"/>
                      </a:lnTo>
                      <a:lnTo>
                        <a:pt x="321" y="220"/>
                      </a:lnTo>
                      <a:lnTo>
                        <a:pt x="321" y="194"/>
                      </a:lnTo>
                      <a:lnTo>
                        <a:pt x="255" y="194"/>
                      </a:lnTo>
                      <a:lnTo>
                        <a:pt x="255" y="194"/>
                      </a:lnTo>
                      <a:lnTo>
                        <a:pt x="173" y="109"/>
                      </a:lnTo>
                      <a:lnTo>
                        <a:pt x="255" y="29"/>
                      </a:lnTo>
                      <a:lnTo>
                        <a:pt x="255" y="29"/>
                      </a:lnTo>
                      <a:lnTo>
                        <a:pt x="321" y="29"/>
                      </a:lnTo>
                      <a:lnTo>
                        <a:pt x="321" y="0"/>
                      </a:lnTo>
                      <a:lnTo>
                        <a:pt x="255" y="0"/>
                      </a:lnTo>
                      <a:lnTo>
                        <a:pt x="255" y="3"/>
                      </a:lnTo>
                      <a:lnTo>
                        <a:pt x="255" y="3"/>
                      </a:lnTo>
                      <a:lnTo>
                        <a:pt x="255" y="3"/>
                      </a:lnTo>
                      <a:close/>
                      <a:moveTo>
                        <a:pt x="229" y="199"/>
                      </a:moveTo>
                      <a:lnTo>
                        <a:pt x="87" y="199"/>
                      </a:lnTo>
                      <a:lnTo>
                        <a:pt x="159" y="123"/>
                      </a:lnTo>
                      <a:lnTo>
                        <a:pt x="229" y="199"/>
                      </a:lnTo>
                      <a:lnTo>
                        <a:pt x="229" y="199"/>
                      </a:lnTo>
                      <a:lnTo>
                        <a:pt x="229" y="199"/>
                      </a:lnTo>
                      <a:close/>
                      <a:moveTo>
                        <a:pt x="159" y="98"/>
                      </a:moveTo>
                      <a:lnTo>
                        <a:pt x="87" y="23"/>
                      </a:lnTo>
                      <a:lnTo>
                        <a:pt x="229" y="23"/>
                      </a:lnTo>
                      <a:lnTo>
                        <a:pt x="159" y="98"/>
                      </a:lnTo>
                      <a:lnTo>
                        <a:pt x="159" y="98"/>
                      </a:lnTo>
                      <a:lnTo>
                        <a:pt x="159" y="98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1600"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1969" name="그룹 1968">
              <a:extLst>
                <a:ext uri="{FF2B5EF4-FFF2-40B4-BE49-F238E27FC236}">
                  <a16:creationId xmlns:a16="http://schemas.microsoft.com/office/drawing/2014/main" id="{0D1ACD56-B13D-0A64-E79A-6D606F141652}"/>
                </a:ext>
              </a:extLst>
            </p:cNvPr>
            <p:cNvGrpSpPr/>
            <p:nvPr/>
          </p:nvGrpSpPr>
          <p:grpSpPr>
            <a:xfrm>
              <a:off x="5731004" y="1673970"/>
              <a:ext cx="685188" cy="215626"/>
              <a:chOff x="6159260" y="3681255"/>
              <a:chExt cx="932363" cy="468000"/>
            </a:xfrm>
          </p:grpSpPr>
          <p:sp>
            <p:nvSpPr>
              <p:cNvPr id="1970" name="직사각형 1969">
                <a:extLst>
                  <a:ext uri="{FF2B5EF4-FFF2-40B4-BE49-F238E27FC236}">
                    <a16:creationId xmlns:a16="http://schemas.microsoft.com/office/drawing/2014/main" id="{0F9950E0-B189-785A-0958-0913E82087B4}"/>
                  </a:ext>
                </a:extLst>
              </p:cNvPr>
              <p:cNvSpPr/>
              <p:nvPr/>
            </p:nvSpPr>
            <p:spPr>
              <a:xfrm>
                <a:off x="6159260" y="3681255"/>
                <a:ext cx="932363" cy="468000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75000"/>
                  </a:schemeClr>
                </a:solidFill>
                <a:prstDash val="solid"/>
              </a:ln>
              <a:effectLst/>
            </p:spPr>
            <p:txBody>
              <a:bodyPr wrap="square" lIns="0" tIns="36000" rIns="0" bIns="0" anchor="t">
                <a:noAutofit/>
              </a:bodyPr>
              <a:lstStyle/>
              <a:p>
                <a:pPr algn="ctr" defTabSz="1042988" eaLnBrk="0" latinLnBrk="0" hangingPunct="0">
                  <a:buClr>
                    <a:srgbClr val="3271AA"/>
                  </a:buClr>
                  <a:buSzPct val="140000"/>
                  <a:tabLst>
                    <a:tab pos="5648325" algn="l"/>
                  </a:tabLst>
                  <a:defRPr/>
                </a:pPr>
                <a:r>
                  <a:rPr lang="ko-KR" altLang="en-US" sz="5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0000600000000000000" pitchFamily="2" charset="-127"/>
                  </a:rPr>
                  <a:t>데이터코어</a:t>
                </a:r>
                <a:endParaRPr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0000600000000000000" pitchFamily="2" charset="-127"/>
                </a:endParaRPr>
              </a:p>
            </p:txBody>
          </p:sp>
          <p:grpSp>
            <p:nvGrpSpPr>
              <p:cNvPr id="1971" name="그룹 1970">
                <a:extLst>
                  <a:ext uri="{FF2B5EF4-FFF2-40B4-BE49-F238E27FC236}">
                    <a16:creationId xmlns:a16="http://schemas.microsoft.com/office/drawing/2014/main" id="{67BDDF1D-88E6-C140-73AA-ACEA3A1E04CA}"/>
                  </a:ext>
                </a:extLst>
              </p:cNvPr>
              <p:cNvGrpSpPr/>
              <p:nvPr/>
            </p:nvGrpSpPr>
            <p:grpSpPr>
              <a:xfrm>
                <a:off x="6291125" y="3829505"/>
                <a:ext cx="675397" cy="284690"/>
                <a:chOff x="3723244" y="3642406"/>
                <a:chExt cx="675397" cy="284690"/>
              </a:xfrm>
            </p:grpSpPr>
            <p:cxnSp>
              <p:nvCxnSpPr>
                <p:cNvPr id="1972" name="직선 연결선 4193">
                  <a:extLst>
                    <a:ext uri="{FF2B5EF4-FFF2-40B4-BE49-F238E27FC236}">
                      <a16:creationId xmlns:a16="http://schemas.microsoft.com/office/drawing/2014/main" id="{2C46A908-32CC-B26E-DA9F-B753995DBB45}"/>
                    </a:ext>
                  </a:extLst>
                </p:cNvPr>
                <p:cNvCxnSpPr/>
                <p:nvPr/>
              </p:nvCxnSpPr>
              <p:spPr>
                <a:xfrm>
                  <a:off x="3909056" y="3786853"/>
                  <a:ext cx="306000" cy="0"/>
                </a:xfrm>
                <a:prstGeom prst="line">
                  <a:avLst/>
                </a:prstGeom>
                <a:ln w="57150" cmpd="dbl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73" name="원호 4194">
                  <a:extLst>
                    <a:ext uri="{FF2B5EF4-FFF2-40B4-BE49-F238E27FC236}">
                      <a16:creationId xmlns:a16="http://schemas.microsoft.com/office/drawing/2014/main" id="{B126DEBC-4222-ADF5-E20E-92646470B265}"/>
                    </a:ext>
                  </a:extLst>
                </p:cNvPr>
                <p:cNvSpPr/>
                <p:nvPr/>
              </p:nvSpPr>
              <p:spPr>
                <a:xfrm>
                  <a:off x="4045044" y="3745779"/>
                  <a:ext cx="34023" cy="82148"/>
                </a:xfrm>
                <a:prstGeom prst="arc">
                  <a:avLst>
                    <a:gd name="adj1" fmla="val 13028058"/>
                    <a:gd name="adj2" fmla="val 8838978"/>
                  </a:avLst>
                </a:prstGeom>
                <a:grpFill/>
                <a:ln w="9525">
                  <a:solidFill>
                    <a:schemeClr val="tx1">
                      <a:lumMod val="50000"/>
                      <a:lumOff val="50000"/>
                    </a:schemeClr>
                  </a:solidFill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lIns="83969" tIns="41985" rIns="83969" bIns="41985"/>
                <a:lstStyle/>
                <a:p>
                  <a:pPr latinLnBrk="0"/>
                  <a:endParaRPr lang="ko-KR" altLang="en-US" sz="1600" b="1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ea typeface="KoPub돋움체 Medium" panose="02020603020101020101" pitchFamily="18" charset="-127"/>
                  </a:endParaRPr>
                </a:p>
              </p:txBody>
            </p:sp>
            <p:sp>
              <p:nvSpPr>
                <p:cNvPr id="1974" name="Freeform 232">
                  <a:extLst>
                    <a:ext uri="{FF2B5EF4-FFF2-40B4-BE49-F238E27FC236}">
                      <a16:creationId xmlns:a16="http://schemas.microsoft.com/office/drawing/2014/main" id="{98711677-968E-4758-1300-2803C3687FB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3776192" y="3692452"/>
                  <a:ext cx="108915" cy="86307"/>
                </a:xfrm>
                <a:custGeom>
                  <a:avLst/>
                  <a:gdLst>
                    <a:gd name="T0" fmla="*/ 238 w 238"/>
                    <a:gd name="T1" fmla="*/ 26 h 185"/>
                    <a:gd name="T2" fmla="*/ 238 w 238"/>
                    <a:gd name="T3" fmla="*/ 0 h 185"/>
                    <a:gd name="T4" fmla="*/ 184 w 238"/>
                    <a:gd name="T5" fmla="*/ 0 h 185"/>
                    <a:gd name="T6" fmla="*/ 184 w 238"/>
                    <a:gd name="T7" fmla="*/ 8 h 185"/>
                    <a:gd name="T8" fmla="*/ 52 w 238"/>
                    <a:gd name="T9" fmla="*/ 8 h 185"/>
                    <a:gd name="T10" fmla="*/ 52 w 238"/>
                    <a:gd name="T11" fmla="*/ 0 h 185"/>
                    <a:gd name="T12" fmla="*/ 0 w 238"/>
                    <a:gd name="T13" fmla="*/ 0 h 185"/>
                    <a:gd name="T14" fmla="*/ 0 w 238"/>
                    <a:gd name="T15" fmla="*/ 26 h 185"/>
                    <a:gd name="T16" fmla="*/ 22 w 238"/>
                    <a:gd name="T17" fmla="*/ 26 h 185"/>
                    <a:gd name="T18" fmla="*/ 22 w 238"/>
                    <a:gd name="T19" fmla="*/ 159 h 185"/>
                    <a:gd name="T20" fmla="*/ 0 w 238"/>
                    <a:gd name="T21" fmla="*/ 159 h 185"/>
                    <a:gd name="T22" fmla="*/ 0 w 238"/>
                    <a:gd name="T23" fmla="*/ 185 h 185"/>
                    <a:gd name="T24" fmla="*/ 52 w 238"/>
                    <a:gd name="T25" fmla="*/ 185 h 185"/>
                    <a:gd name="T26" fmla="*/ 52 w 238"/>
                    <a:gd name="T27" fmla="*/ 177 h 185"/>
                    <a:gd name="T28" fmla="*/ 184 w 238"/>
                    <a:gd name="T29" fmla="*/ 177 h 185"/>
                    <a:gd name="T30" fmla="*/ 184 w 238"/>
                    <a:gd name="T31" fmla="*/ 185 h 185"/>
                    <a:gd name="T32" fmla="*/ 238 w 238"/>
                    <a:gd name="T33" fmla="*/ 185 h 185"/>
                    <a:gd name="T34" fmla="*/ 238 w 238"/>
                    <a:gd name="T35" fmla="*/ 159 h 185"/>
                    <a:gd name="T36" fmla="*/ 216 w 238"/>
                    <a:gd name="T37" fmla="*/ 159 h 185"/>
                    <a:gd name="T38" fmla="*/ 216 w 238"/>
                    <a:gd name="T39" fmla="*/ 26 h 185"/>
                    <a:gd name="T40" fmla="*/ 238 w 238"/>
                    <a:gd name="T41" fmla="*/ 26 h 185"/>
                    <a:gd name="T42" fmla="*/ 52 w 238"/>
                    <a:gd name="T43" fmla="*/ 26 h 185"/>
                    <a:gd name="T44" fmla="*/ 52 w 238"/>
                    <a:gd name="T45" fmla="*/ 18 h 185"/>
                    <a:gd name="T46" fmla="*/ 184 w 238"/>
                    <a:gd name="T47" fmla="*/ 18 h 185"/>
                    <a:gd name="T48" fmla="*/ 184 w 238"/>
                    <a:gd name="T49" fmla="*/ 26 h 185"/>
                    <a:gd name="T50" fmla="*/ 188 w 238"/>
                    <a:gd name="T51" fmla="*/ 26 h 185"/>
                    <a:gd name="T52" fmla="*/ 118 w 238"/>
                    <a:gd name="T53" fmla="*/ 86 h 185"/>
                    <a:gd name="T54" fmla="*/ 48 w 238"/>
                    <a:gd name="T55" fmla="*/ 26 h 185"/>
                    <a:gd name="T56" fmla="*/ 52 w 238"/>
                    <a:gd name="T57" fmla="*/ 26 h 185"/>
                    <a:gd name="T58" fmla="*/ 30 w 238"/>
                    <a:gd name="T59" fmla="*/ 159 h 185"/>
                    <a:gd name="T60" fmla="*/ 30 w 238"/>
                    <a:gd name="T61" fmla="*/ 26 h 185"/>
                    <a:gd name="T62" fmla="*/ 34 w 238"/>
                    <a:gd name="T63" fmla="*/ 26 h 185"/>
                    <a:gd name="T64" fmla="*/ 112 w 238"/>
                    <a:gd name="T65" fmla="*/ 92 h 185"/>
                    <a:gd name="T66" fmla="*/ 34 w 238"/>
                    <a:gd name="T67" fmla="*/ 159 h 185"/>
                    <a:gd name="T68" fmla="*/ 30 w 238"/>
                    <a:gd name="T69" fmla="*/ 159 h 185"/>
                    <a:gd name="T70" fmla="*/ 184 w 238"/>
                    <a:gd name="T71" fmla="*/ 159 h 185"/>
                    <a:gd name="T72" fmla="*/ 184 w 238"/>
                    <a:gd name="T73" fmla="*/ 167 h 185"/>
                    <a:gd name="T74" fmla="*/ 52 w 238"/>
                    <a:gd name="T75" fmla="*/ 167 h 185"/>
                    <a:gd name="T76" fmla="*/ 52 w 238"/>
                    <a:gd name="T77" fmla="*/ 159 h 185"/>
                    <a:gd name="T78" fmla="*/ 48 w 238"/>
                    <a:gd name="T79" fmla="*/ 159 h 185"/>
                    <a:gd name="T80" fmla="*/ 118 w 238"/>
                    <a:gd name="T81" fmla="*/ 98 h 185"/>
                    <a:gd name="T82" fmla="*/ 188 w 238"/>
                    <a:gd name="T83" fmla="*/ 159 h 185"/>
                    <a:gd name="T84" fmla="*/ 184 w 238"/>
                    <a:gd name="T85" fmla="*/ 159 h 185"/>
                    <a:gd name="T86" fmla="*/ 206 w 238"/>
                    <a:gd name="T87" fmla="*/ 159 h 185"/>
                    <a:gd name="T88" fmla="*/ 202 w 238"/>
                    <a:gd name="T89" fmla="*/ 159 h 185"/>
                    <a:gd name="T90" fmla="*/ 126 w 238"/>
                    <a:gd name="T91" fmla="*/ 92 h 185"/>
                    <a:gd name="T92" fmla="*/ 202 w 238"/>
                    <a:gd name="T93" fmla="*/ 26 h 185"/>
                    <a:gd name="T94" fmla="*/ 206 w 238"/>
                    <a:gd name="T95" fmla="*/ 26 h 185"/>
                    <a:gd name="T96" fmla="*/ 206 w 238"/>
                    <a:gd name="T97" fmla="*/ 159 h 1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238" h="185">
                      <a:moveTo>
                        <a:pt x="238" y="26"/>
                      </a:moveTo>
                      <a:lnTo>
                        <a:pt x="238" y="0"/>
                      </a:lnTo>
                      <a:lnTo>
                        <a:pt x="184" y="0"/>
                      </a:lnTo>
                      <a:lnTo>
                        <a:pt x="184" y="8"/>
                      </a:lnTo>
                      <a:lnTo>
                        <a:pt x="52" y="8"/>
                      </a:lnTo>
                      <a:lnTo>
                        <a:pt x="52" y="0"/>
                      </a:lnTo>
                      <a:lnTo>
                        <a:pt x="0" y="0"/>
                      </a:lnTo>
                      <a:lnTo>
                        <a:pt x="0" y="26"/>
                      </a:lnTo>
                      <a:lnTo>
                        <a:pt x="22" y="26"/>
                      </a:lnTo>
                      <a:lnTo>
                        <a:pt x="22" y="159"/>
                      </a:lnTo>
                      <a:lnTo>
                        <a:pt x="0" y="159"/>
                      </a:lnTo>
                      <a:lnTo>
                        <a:pt x="0" y="185"/>
                      </a:lnTo>
                      <a:lnTo>
                        <a:pt x="52" y="185"/>
                      </a:lnTo>
                      <a:lnTo>
                        <a:pt x="52" y="177"/>
                      </a:lnTo>
                      <a:lnTo>
                        <a:pt x="184" y="177"/>
                      </a:lnTo>
                      <a:lnTo>
                        <a:pt x="184" y="185"/>
                      </a:lnTo>
                      <a:lnTo>
                        <a:pt x="238" y="185"/>
                      </a:lnTo>
                      <a:lnTo>
                        <a:pt x="238" y="159"/>
                      </a:lnTo>
                      <a:lnTo>
                        <a:pt x="216" y="159"/>
                      </a:lnTo>
                      <a:lnTo>
                        <a:pt x="216" y="26"/>
                      </a:lnTo>
                      <a:lnTo>
                        <a:pt x="238" y="26"/>
                      </a:lnTo>
                      <a:close/>
                      <a:moveTo>
                        <a:pt x="52" y="26"/>
                      </a:moveTo>
                      <a:lnTo>
                        <a:pt x="52" y="18"/>
                      </a:lnTo>
                      <a:lnTo>
                        <a:pt x="184" y="18"/>
                      </a:lnTo>
                      <a:lnTo>
                        <a:pt x="184" y="26"/>
                      </a:lnTo>
                      <a:lnTo>
                        <a:pt x="188" y="26"/>
                      </a:lnTo>
                      <a:lnTo>
                        <a:pt x="118" y="86"/>
                      </a:lnTo>
                      <a:lnTo>
                        <a:pt x="48" y="26"/>
                      </a:lnTo>
                      <a:lnTo>
                        <a:pt x="52" y="26"/>
                      </a:lnTo>
                      <a:close/>
                      <a:moveTo>
                        <a:pt x="30" y="159"/>
                      </a:moveTo>
                      <a:lnTo>
                        <a:pt x="30" y="26"/>
                      </a:lnTo>
                      <a:lnTo>
                        <a:pt x="34" y="26"/>
                      </a:lnTo>
                      <a:lnTo>
                        <a:pt x="112" y="92"/>
                      </a:lnTo>
                      <a:lnTo>
                        <a:pt x="34" y="159"/>
                      </a:lnTo>
                      <a:lnTo>
                        <a:pt x="30" y="159"/>
                      </a:lnTo>
                      <a:close/>
                      <a:moveTo>
                        <a:pt x="184" y="159"/>
                      </a:moveTo>
                      <a:lnTo>
                        <a:pt x="184" y="167"/>
                      </a:lnTo>
                      <a:lnTo>
                        <a:pt x="52" y="167"/>
                      </a:lnTo>
                      <a:lnTo>
                        <a:pt x="52" y="159"/>
                      </a:lnTo>
                      <a:lnTo>
                        <a:pt x="48" y="159"/>
                      </a:lnTo>
                      <a:lnTo>
                        <a:pt x="118" y="98"/>
                      </a:lnTo>
                      <a:lnTo>
                        <a:pt x="188" y="159"/>
                      </a:lnTo>
                      <a:lnTo>
                        <a:pt x="184" y="159"/>
                      </a:lnTo>
                      <a:close/>
                      <a:moveTo>
                        <a:pt x="206" y="159"/>
                      </a:moveTo>
                      <a:lnTo>
                        <a:pt x="202" y="159"/>
                      </a:lnTo>
                      <a:lnTo>
                        <a:pt x="126" y="92"/>
                      </a:lnTo>
                      <a:lnTo>
                        <a:pt x="202" y="26"/>
                      </a:lnTo>
                      <a:lnTo>
                        <a:pt x="206" y="26"/>
                      </a:lnTo>
                      <a:lnTo>
                        <a:pt x="206" y="15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latinLnBrk="0"/>
                  <a:endParaRPr lang="ko-KR" altLang="en-US" sz="1600"/>
                </a:p>
              </p:txBody>
            </p:sp>
            <p:grpSp>
              <p:nvGrpSpPr>
                <p:cNvPr id="1975" name="그룹 1974">
                  <a:extLst>
                    <a:ext uri="{FF2B5EF4-FFF2-40B4-BE49-F238E27FC236}">
                      <a16:creationId xmlns:a16="http://schemas.microsoft.com/office/drawing/2014/main" id="{A35781C9-14CF-0EF4-5B04-B02447384D9D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3723244" y="3642406"/>
                  <a:ext cx="207943" cy="284690"/>
                  <a:chOff x="6361113" y="11072813"/>
                  <a:chExt cx="782638" cy="977900"/>
                </a:xfrm>
              </p:grpSpPr>
              <p:sp>
                <p:nvSpPr>
                  <p:cNvPr id="1989" name="Freeform 140">
                    <a:extLst>
                      <a:ext uri="{FF2B5EF4-FFF2-40B4-BE49-F238E27FC236}">
                        <a16:creationId xmlns:a16="http://schemas.microsoft.com/office/drawing/2014/main" id="{098CDF1A-E77F-F1B4-CC53-FD52D0C51366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6389688" y="11104563"/>
                    <a:ext cx="722313" cy="915988"/>
                  </a:xfrm>
                  <a:custGeom>
                    <a:avLst/>
                    <a:gdLst>
                      <a:gd name="T0" fmla="*/ 394 w 394"/>
                      <a:gd name="T1" fmla="*/ 498 h 500"/>
                      <a:gd name="T2" fmla="*/ 390 w 394"/>
                      <a:gd name="T3" fmla="*/ 500 h 500"/>
                      <a:gd name="T4" fmla="*/ 5 w 394"/>
                      <a:gd name="T5" fmla="*/ 500 h 500"/>
                      <a:gd name="T6" fmla="*/ 0 w 394"/>
                      <a:gd name="T7" fmla="*/ 498 h 500"/>
                      <a:gd name="T8" fmla="*/ 0 w 394"/>
                      <a:gd name="T9" fmla="*/ 258 h 500"/>
                      <a:gd name="T10" fmla="*/ 394 w 394"/>
                      <a:gd name="T11" fmla="*/ 258 h 500"/>
                      <a:gd name="T12" fmla="*/ 394 w 394"/>
                      <a:gd name="T13" fmla="*/ 498 h 500"/>
                      <a:gd name="T14" fmla="*/ 394 w 394"/>
                      <a:gd name="T15" fmla="*/ 498 h 500"/>
                      <a:gd name="T16" fmla="*/ 0 w 394"/>
                      <a:gd name="T17" fmla="*/ 4 h 500"/>
                      <a:gd name="T18" fmla="*/ 5 w 394"/>
                      <a:gd name="T19" fmla="*/ 0 h 500"/>
                      <a:gd name="T20" fmla="*/ 390 w 394"/>
                      <a:gd name="T21" fmla="*/ 0 h 500"/>
                      <a:gd name="T22" fmla="*/ 394 w 394"/>
                      <a:gd name="T23" fmla="*/ 4 h 500"/>
                      <a:gd name="T24" fmla="*/ 394 w 394"/>
                      <a:gd name="T25" fmla="*/ 242 h 500"/>
                      <a:gd name="T26" fmla="*/ 0 w 394"/>
                      <a:gd name="T27" fmla="*/ 242 h 500"/>
                      <a:gd name="T28" fmla="*/ 0 w 394"/>
                      <a:gd name="T29" fmla="*/ 4 h 500"/>
                      <a:gd name="T30" fmla="*/ 0 w 394"/>
                      <a:gd name="T31" fmla="*/ 4 h 5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</a:cxnLst>
                    <a:rect l="0" t="0" r="r" b="b"/>
                    <a:pathLst>
                      <a:path w="394" h="500">
                        <a:moveTo>
                          <a:pt x="394" y="498"/>
                        </a:moveTo>
                        <a:cubicBezTo>
                          <a:pt x="394" y="500"/>
                          <a:pt x="392" y="500"/>
                          <a:pt x="390" y="500"/>
                        </a:cubicBezTo>
                        <a:cubicBezTo>
                          <a:pt x="5" y="500"/>
                          <a:pt x="5" y="500"/>
                          <a:pt x="5" y="500"/>
                        </a:cubicBezTo>
                        <a:cubicBezTo>
                          <a:pt x="2" y="500"/>
                          <a:pt x="0" y="500"/>
                          <a:pt x="0" y="498"/>
                        </a:cubicBezTo>
                        <a:cubicBezTo>
                          <a:pt x="0" y="258"/>
                          <a:pt x="0" y="258"/>
                          <a:pt x="0" y="258"/>
                        </a:cubicBezTo>
                        <a:cubicBezTo>
                          <a:pt x="394" y="258"/>
                          <a:pt x="394" y="258"/>
                          <a:pt x="394" y="258"/>
                        </a:cubicBezTo>
                        <a:cubicBezTo>
                          <a:pt x="394" y="498"/>
                          <a:pt x="394" y="498"/>
                          <a:pt x="394" y="498"/>
                        </a:cubicBezTo>
                        <a:cubicBezTo>
                          <a:pt x="394" y="498"/>
                          <a:pt x="394" y="498"/>
                          <a:pt x="394" y="498"/>
                        </a:cubicBezTo>
                        <a:close/>
                        <a:moveTo>
                          <a:pt x="0" y="4"/>
                        </a:moveTo>
                        <a:cubicBezTo>
                          <a:pt x="0" y="2"/>
                          <a:pt x="2" y="0"/>
                          <a:pt x="5" y="0"/>
                        </a:cubicBezTo>
                        <a:cubicBezTo>
                          <a:pt x="390" y="0"/>
                          <a:pt x="390" y="0"/>
                          <a:pt x="390" y="0"/>
                        </a:cubicBezTo>
                        <a:cubicBezTo>
                          <a:pt x="392" y="0"/>
                          <a:pt x="394" y="2"/>
                          <a:pt x="394" y="4"/>
                        </a:cubicBezTo>
                        <a:cubicBezTo>
                          <a:pt x="394" y="242"/>
                          <a:pt x="394" y="242"/>
                          <a:pt x="394" y="242"/>
                        </a:cubicBezTo>
                        <a:cubicBezTo>
                          <a:pt x="0" y="242"/>
                          <a:pt x="0" y="242"/>
                          <a:pt x="0" y="242"/>
                        </a:cubicBezTo>
                        <a:cubicBezTo>
                          <a:pt x="0" y="4"/>
                          <a:pt x="0" y="4"/>
                          <a:pt x="0" y="4"/>
                        </a:cubicBezTo>
                        <a:cubicBezTo>
                          <a:pt x="0" y="4"/>
                          <a:pt x="0" y="4"/>
                          <a:pt x="0" y="4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1600"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990" name="Freeform 129">
                    <a:extLst>
                      <a:ext uri="{FF2B5EF4-FFF2-40B4-BE49-F238E27FC236}">
                        <a16:creationId xmlns:a16="http://schemas.microsoft.com/office/drawing/2014/main" id="{DB2FC248-4FC8-9E34-B635-42959E480B8D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6361113" y="11072813"/>
                    <a:ext cx="782638" cy="977900"/>
                  </a:xfrm>
                  <a:custGeom>
                    <a:avLst/>
                    <a:gdLst>
                      <a:gd name="T0" fmla="*/ 406 w 427"/>
                      <a:gd name="T1" fmla="*/ 0 h 534"/>
                      <a:gd name="T2" fmla="*/ 21 w 427"/>
                      <a:gd name="T3" fmla="*/ 0 h 534"/>
                      <a:gd name="T4" fmla="*/ 0 w 427"/>
                      <a:gd name="T5" fmla="*/ 21 h 534"/>
                      <a:gd name="T6" fmla="*/ 0 w 427"/>
                      <a:gd name="T7" fmla="*/ 267 h 534"/>
                      <a:gd name="T8" fmla="*/ 0 w 427"/>
                      <a:gd name="T9" fmla="*/ 515 h 534"/>
                      <a:gd name="T10" fmla="*/ 21 w 427"/>
                      <a:gd name="T11" fmla="*/ 534 h 534"/>
                      <a:gd name="T12" fmla="*/ 406 w 427"/>
                      <a:gd name="T13" fmla="*/ 534 h 534"/>
                      <a:gd name="T14" fmla="*/ 427 w 427"/>
                      <a:gd name="T15" fmla="*/ 515 h 534"/>
                      <a:gd name="T16" fmla="*/ 427 w 427"/>
                      <a:gd name="T17" fmla="*/ 267 h 534"/>
                      <a:gd name="T18" fmla="*/ 427 w 427"/>
                      <a:gd name="T19" fmla="*/ 21 h 534"/>
                      <a:gd name="T20" fmla="*/ 406 w 427"/>
                      <a:gd name="T21" fmla="*/ 0 h 534"/>
                      <a:gd name="T22" fmla="*/ 410 w 427"/>
                      <a:gd name="T23" fmla="*/ 515 h 534"/>
                      <a:gd name="T24" fmla="*/ 406 w 427"/>
                      <a:gd name="T25" fmla="*/ 517 h 534"/>
                      <a:gd name="T26" fmla="*/ 21 w 427"/>
                      <a:gd name="T27" fmla="*/ 517 h 534"/>
                      <a:gd name="T28" fmla="*/ 16 w 427"/>
                      <a:gd name="T29" fmla="*/ 515 h 534"/>
                      <a:gd name="T30" fmla="*/ 16 w 427"/>
                      <a:gd name="T31" fmla="*/ 275 h 534"/>
                      <a:gd name="T32" fmla="*/ 410 w 427"/>
                      <a:gd name="T33" fmla="*/ 275 h 534"/>
                      <a:gd name="T34" fmla="*/ 410 w 427"/>
                      <a:gd name="T35" fmla="*/ 515 h 534"/>
                      <a:gd name="T36" fmla="*/ 410 w 427"/>
                      <a:gd name="T37" fmla="*/ 515 h 534"/>
                      <a:gd name="T38" fmla="*/ 16 w 427"/>
                      <a:gd name="T39" fmla="*/ 21 h 534"/>
                      <a:gd name="T40" fmla="*/ 21 w 427"/>
                      <a:gd name="T41" fmla="*/ 17 h 534"/>
                      <a:gd name="T42" fmla="*/ 406 w 427"/>
                      <a:gd name="T43" fmla="*/ 17 h 534"/>
                      <a:gd name="T44" fmla="*/ 410 w 427"/>
                      <a:gd name="T45" fmla="*/ 21 h 534"/>
                      <a:gd name="T46" fmla="*/ 410 w 427"/>
                      <a:gd name="T47" fmla="*/ 259 h 534"/>
                      <a:gd name="T48" fmla="*/ 16 w 427"/>
                      <a:gd name="T49" fmla="*/ 259 h 534"/>
                      <a:gd name="T50" fmla="*/ 16 w 427"/>
                      <a:gd name="T51" fmla="*/ 21 h 534"/>
                      <a:gd name="T52" fmla="*/ 16 w 427"/>
                      <a:gd name="T53" fmla="*/ 21 h 53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</a:cxnLst>
                    <a:rect l="0" t="0" r="r" b="b"/>
                    <a:pathLst>
                      <a:path w="427" h="534">
                        <a:moveTo>
                          <a:pt x="406" y="0"/>
                        </a:moveTo>
                        <a:cubicBezTo>
                          <a:pt x="21" y="0"/>
                          <a:pt x="21" y="0"/>
                          <a:pt x="21" y="0"/>
                        </a:cubicBezTo>
                        <a:cubicBezTo>
                          <a:pt x="8" y="0"/>
                          <a:pt x="0" y="9"/>
                          <a:pt x="0" y="21"/>
                        </a:cubicBezTo>
                        <a:cubicBezTo>
                          <a:pt x="0" y="267"/>
                          <a:pt x="0" y="267"/>
                          <a:pt x="0" y="267"/>
                        </a:cubicBezTo>
                        <a:cubicBezTo>
                          <a:pt x="0" y="515"/>
                          <a:pt x="0" y="515"/>
                          <a:pt x="0" y="515"/>
                        </a:cubicBezTo>
                        <a:cubicBezTo>
                          <a:pt x="0" y="525"/>
                          <a:pt x="8" y="534"/>
                          <a:pt x="21" y="534"/>
                        </a:cubicBezTo>
                        <a:cubicBezTo>
                          <a:pt x="406" y="534"/>
                          <a:pt x="406" y="534"/>
                          <a:pt x="406" y="534"/>
                        </a:cubicBezTo>
                        <a:cubicBezTo>
                          <a:pt x="416" y="534"/>
                          <a:pt x="427" y="525"/>
                          <a:pt x="427" y="515"/>
                        </a:cubicBezTo>
                        <a:cubicBezTo>
                          <a:pt x="427" y="267"/>
                          <a:pt x="427" y="267"/>
                          <a:pt x="427" y="267"/>
                        </a:cubicBezTo>
                        <a:cubicBezTo>
                          <a:pt x="427" y="21"/>
                          <a:pt x="427" y="21"/>
                          <a:pt x="427" y="21"/>
                        </a:cubicBezTo>
                        <a:cubicBezTo>
                          <a:pt x="427" y="9"/>
                          <a:pt x="416" y="0"/>
                          <a:pt x="406" y="0"/>
                        </a:cubicBezTo>
                        <a:close/>
                        <a:moveTo>
                          <a:pt x="410" y="515"/>
                        </a:moveTo>
                        <a:cubicBezTo>
                          <a:pt x="410" y="517"/>
                          <a:pt x="408" y="517"/>
                          <a:pt x="406" y="517"/>
                        </a:cubicBezTo>
                        <a:cubicBezTo>
                          <a:pt x="21" y="517"/>
                          <a:pt x="21" y="517"/>
                          <a:pt x="21" y="517"/>
                        </a:cubicBezTo>
                        <a:cubicBezTo>
                          <a:pt x="18" y="517"/>
                          <a:pt x="16" y="517"/>
                          <a:pt x="16" y="515"/>
                        </a:cubicBezTo>
                        <a:cubicBezTo>
                          <a:pt x="16" y="275"/>
                          <a:pt x="16" y="275"/>
                          <a:pt x="16" y="275"/>
                        </a:cubicBezTo>
                        <a:cubicBezTo>
                          <a:pt x="410" y="275"/>
                          <a:pt x="410" y="275"/>
                          <a:pt x="410" y="275"/>
                        </a:cubicBezTo>
                        <a:cubicBezTo>
                          <a:pt x="410" y="515"/>
                          <a:pt x="410" y="515"/>
                          <a:pt x="410" y="515"/>
                        </a:cubicBezTo>
                        <a:cubicBezTo>
                          <a:pt x="410" y="515"/>
                          <a:pt x="410" y="515"/>
                          <a:pt x="410" y="515"/>
                        </a:cubicBezTo>
                        <a:close/>
                        <a:moveTo>
                          <a:pt x="16" y="21"/>
                        </a:moveTo>
                        <a:cubicBezTo>
                          <a:pt x="16" y="19"/>
                          <a:pt x="18" y="17"/>
                          <a:pt x="21" y="17"/>
                        </a:cubicBezTo>
                        <a:cubicBezTo>
                          <a:pt x="406" y="17"/>
                          <a:pt x="406" y="17"/>
                          <a:pt x="406" y="17"/>
                        </a:cubicBezTo>
                        <a:cubicBezTo>
                          <a:pt x="408" y="17"/>
                          <a:pt x="410" y="19"/>
                          <a:pt x="410" y="21"/>
                        </a:cubicBezTo>
                        <a:cubicBezTo>
                          <a:pt x="410" y="259"/>
                          <a:pt x="410" y="259"/>
                          <a:pt x="410" y="259"/>
                        </a:cubicBezTo>
                        <a:cubicBezTo>
                          <a:pt x="16" y="259"/>
                          <a:pt x="16" y="259"/>
                          <a:pt x="16" y="259"/>
                        </a:cubicBezTo>
                        <a:cubicBezTo>
                          <a:pt x="16" y="21"/>
                          <a:pt x="16" y="21"/>
                          <a:pt x="16" y="21"/>
                        </a:cubicBezTo>
                        <a:cubicBezTo>
                          <a:pt x="16" y="21"/>
                          <a:pt x="16" y="21"/>
                          <a:pt x="16" y="21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1600"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991" name="Freeform 130">
                    <a:extLst>
                      <a:ext uri="{FF2B5EF4-FFF2-40B4-BE49-F238E27FC236}">
                        <a16:creationId xmlns:a16="http://schemas.microsoft.com/office/drawing/2014/main" id="{459E85CE-AFE0-A5EF-F4CE-8EFD8EF61901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6711951" y="11747500"/>
                    <a:ext cx="106363" cy="106363"/>
                  </a:xfrm>
                  <a:custGeom>
                    <a:avLst/>
                    <a:gdLst>
                      <a:gd name="T0" fmla="*/ 58 w 58"/>
                      <a:gd name="T1" fmla="*/ 28 h 58"/>
                      <a:gd name="T2" fmla="*/ 28 w 58"/>
                      <a:gd name="T3" fmla="*/ 0 h 58"/>
                      <a:gd name="T4" fmla="*/ 0 w 58"/>
                      <a:gd name="T5" fmla="*/ 28 h 58"/>
                      <a:gd name="T6" fmla="*/ 28 w 58"/>
                      <a:gd name="T7" fmla="*/ 58 h 58"/>
                      <a:gd name="T8" fmla="*/ 58 w 58"/>
                      <a:gd name="T9" fmla="*/ 28 h 58"/>
                      <a:gd name="T10" fmla="*/ 28 w 58"/>
                      <a:gd name="T11" fmla="*/ 17 h 58"/>
                      <a:gd name="T12" fmla="*/ 41 w 58"/>
                      <a:gd name="T13" fmla="*/ 28 h 58"/>
                      <a:gd name="T14" fmla="*/ 28 w 58"/>
                      <a:gd name="T15" fmla="*/ 41 h 58"/>
                      <a:gd name="T16" fmla="*/ 17 w 58"/>
                      <a:gd name="T17" fmla="*/ 28 h 58"/>
                      <a:gd name="T18" fmla="*/ 28 w 58"/>
                      <a:gd name="T19" fmla="*/ 17 h 5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58" h="58">
                        <a:moveTo>
                          <a:pt x="58" y="28"/>
                        </a:moveTo>
                        <a:cubicBezTo>
                          <a:pt x="58" y="13"/>
                          <a:pt x="45" y="0"/>
                          <a:pt x="28" y="0"/>
                        </a:cubicBezTo>
                        <a:cubicBezTo>
                          <a:pt x="13" y="0"/>
                          <a:pt x="0" y="13"/>
                          <a:pt x="0" y="28"/>
                        </a:cubicBezTo>
                        <a:cubicBezTo>
                          <a:pt x="0" y="45"/>
                          <a:pt x="13" y="58"/>
                          <a:pt x="28" y="58"/>
                        </a:cubicBezTo>
                        <a:cubicBezTo>
                          <a:pt x="45" y="58"/>
                          <a:pt x="58" y="45"/>
                          <a:pt x="58" y="28"/>
                        </a:cubicBezTo>
                        <a:close/>
                        <a:moveTo>
                          <a:pt x="28" y="17"/>
                        </a:moveTo>
                        <a:cubicBezTo>
                          <a:pt x="34" y="17"/>
                          <a:pt x="41" y="22"/>
                          <a:pt x="41" y="28"/>
                        </a:cubicBezTo>
                        <a:cubicBezTo>
                          <a:pt x="41" y="34"/>
                          <a:pt x="34" y="41"/>
                          <a:pt x="28" y="41"/>
                        </a:cubicBezTo>
                        <a:cubicBezTo>
                          <a:pt x="22" y="41"/>
                          <a:pt x="17" y="34"/>
                          <a:pt x="17" y="28"/>
                        </a:cubicBezTo>
                        <a:cubicBezTo>
                          <a:pt x="17" y="22"/>
                          <a:pt x="22" y="17"/>
                          <a:pt x="28" y="1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1600"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992" name="Freeform 131">
                    <a:extLst>
                      <a:ext uri="{FF2B5EF4-FFF2-40B4-BE49-F238E27FC236}">
                        <a16:creationId xmlns:a16="http://schemas.microsoft.com/office/drawing/2014/main" id="{C49334E8-AC88-C46C-BABF-F304ABDEECC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724651" y="11612563"/>
                    <a:ext cx="79375" cy="119063"/>
                  </a:xfrm>
                  <a:custGeom>
                    <a:avLst/>
                    <a:gdLst>
                      <a:gd name="T0" fmla="*/ 11 w 44"/>
                      <a:gd name="T1" fmla="*/ 24 h 65"/>
                      <a:gd name="T2" fmla="*/ 15 w 44"/>
                      <a:gd name="T3" fmla="*/ 20 h 65"/>
                      <a:gd name="T4" fmla="*/ 15 w 44"/>
                      <a:gd name="T5" fmla="*/ 49 h 65"/>
                      <a:gd name="T6" fmla="*/ 15 w 44"/>
                      <a:gd name="T7" fmla="*/ 59 h 65"/>
                      <a:gd name="T8" fmla="*/ 21 w 44"/>
                      <a:gd name="T9" fmla="*/ 65 h 65"/>
                      <a:gd name="T10" fmla="*/ 27 w 44"/>
                      <a:gd name="T11" fmla="*/ 59 h 65"/>
                      <a:gd name="T12" fmla="*/ 27 w 44"/>
                      <a:gd name="T13" fmla="*/ 49 h 65"/>
                      <a:gd name="T14" fmla="*/ 27 w 44"/>
                      <a:gd name="T15" fmla="*/ 20 h 65"/>
                      <a:gd name="T16" fmla="*/ 31 w 44"/>
                      <a:gd name="T17" fmla="*/ 24 h 65"/>
                      <a:gd name="T18" fmla="*/ 36 w 44"/>
                      <a:gd name="T19" fmla="*/ 26 h 65"/>
                      <a:gd name="T20" fmla="*/ 40 w 44"/>
                      <a:gd name="T21" fmla="*/ 24 h 65"/>
                      <a:gd name="T22" fmla="*/ 40 w 44"/>
                      <a:gd name="T23" fmla="*/ 16 h 65"/>
                      <a:gd name="T24" fmla="*/ 25 w 44"/>
                      <a:gd name="T25" fmla="*/ 2 h 65"/>
                      <a:gd name="T26" fmla="*/ 23 w 44"/>
                      <a:gd name="T27" fmla="*/ 0 h 65"/>
                      <a:gd name="T28" fmla="*/ 21 w 44"/>
                      <a:gd name="T29" fmla="*/ 0 h 65"/>
                      <a:gd name="T30" fmla="*/ 19 w 44"/>
                      <a:gd name="T31" fmla="*/ 0 h 65"/>
                      <a:gd name="T32" fmla="*/ 17 w 44"/>
                      <a:gd name="T33" fmla="*/ 2 h 65"/>
                      <a:gd name="T34" fmla="*/ 2 w 44"/>
                      <a:gd name="T35" fmla="*/ 16 h 65"/>
                      <a:gd name="T36" fmla="*/ 2 w 44"/>
                      <a:gd name="T37" fmla="*/ 24 h 65"/>
                      <a:gd name="T38" fmla="*/ 11 w 44"/>
                      <a:gd name="T39" fmla="*/ 24 h 6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44" h="65">
                        <a:moveTo>
                          <a:pt x="11" y="24"/>
                        </a:moveTo>
                        <a:cubicBezTo>
                          <a:pt x="15" y="20"/>
                          <a:pt x="15" y="20"/>
                          <a:pt x="15" y="20"/>
                        </a:cubicBezTo>
                        <a:cubicBezTo>
                          <a:pt x="15" y="49"/>
                          <a:pt x="15" y="49"/>
                          <a:pt x="15" y="49"/>
                        </a:cubicBezTo>
                        <a:cubicBezTo>
                          <a:pt x="15" y="59"/>
                          <a:pt x="15" y="59"/>
                          <a:pt x="15" y="59"/>
                        </a:cubicBezTo>
                        <a:cubicBezTo>
                          <a:pt x="15" y="61"/>
                          <a:pt x="19" y="65"/>
                          <a:pt x="21" y="65"/>
                        </a:cubicBezTo>
                        <a:cubicBezTo>
                          <a:pt x="25" y="65"/>
                          <a:pt x="27" y="61"/>
                          <a:pt x="27" y="59"/>
                        </a:cubicBezTo>
                        <a:cubicBezTo>
                          <a:pt x="27" y="49"/>
                          <a:pt x="27" y="49"/>
                          <a:pt x="27" y="49"/>
                        </a:cubicBezTo>
                        <a:cubicBezTo>
                          <a:pt x="27" y="20"/>
                          <a:pt x="27" y="20"/>
                          <a:pt x="27" y="20"/>
                        </a:cubicBezTo>
                        <a:cubicBezTo>
                          <a:pt x="31" y="24"/>
                          <a:pt x="31" y="24"/>
                          <a:pt x="31" y="24"/>
                        </a:cubicBezTo>
                        <a:cubicBezTo>
                          <a:pt x="33" y="26"/>
                          <a:pt x="36" y="26"/>
                          <a:pt x="36" y="26"/>
                        </a:cubicBezTo>
                        <a:cubicBezTo>
                          <a:pt x="38" y="26"/>
                          <a:pt x="40" y="26"/>
                          <a:pt x="40" y="24"/>
                        </a:cubicBezTo>
                        <a:cubicBezTo>
                          <a:pt x="44" y="22"/>
                          <a:pt x="44" y="18"/>
                          <a:pt x="40" y="16"/>
                        </a:cubicBezTo>
                        <a:cubicBezTo>
                          <a:pt x="25" y="2"/>
                          <a:pt x="25" y="2"/>
                          <a:pt x="25" y="2"/>
                        </a:cubicBezTo>
                        <a:cubicBezTo>
                          <a:pt x="25" y="2"/>
                          <a:pt x="25" y="0"/>
                          <a:pt x="23" y="0"/>
                        </a:cubicBezTo>
                        <a:cubicBezTo>
                          <a:pt x="23" y="0"/>
                          <a:pt x="23" y="0"/>
                          <a:pt x="21" y="0"/>
                        </a:cubicBezTo>
                        <a:cubicBezTo>
                          <a:pt x="19" y="0"/>
                          <a:pt x="19" y="0"/>
                          <a:pt x="19" y="0"/>
                        </a:cubicBezTo>
                        <a:cubicBezTo>
                          <a:pt x="17" y="2"/>
                          <a:pt x="17" y="2"/>
                          <a:pt x="17" y="2"/>
                        </a:cubicBezTo>
                        <a:cubicBezTo>
                          <a:pt x="2" y="16"/>
                          <a:pt x="2" y="16"/>
                          <a:pt x="2" y="16"/>
                        </a:cubicBezTo>
                        <a:cubicBezTo>
                          <a:pt x="0" y="18"/>
                          <a:pt x="0" y="22"/>
                          <a:pt x="2" y="24"/>
                        </a:cubicBezTo>
                        <a:cubicBezTo>
                          <a:pt x="4" y="26"/>
                          <a:pt x="9" y="26"/>
                          <a:pt x="11" y="24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1600"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993" name="Freeform 132">
                    <a:extLst>
                      <a:ext uri="{FF2B5EF4-FFF2-40B4-BE49-F238E27FC236}">
                        <a16:creationId xmlns:a16="http://schemas.microsoft.com/office/drawing/2014/main" id="{F8C305F0-5606-38AE-613F-CED7D1E06A0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624638" y="11668125"/>
                    <a:ext cx="98425" cy="92075"/>
                  </a:xfrm>
                  <a:custGeom>
                    <a:avLst/>
                    <a:gdLst>
                      <a:gd name="T0" fmla="*/ 7 w 53"/>
                      <a:gd name="T1" fmla="*/ 33 h 50"/>
                      <a:gd name="T2" fmla="*/ 13 w 53"/>
                      <a:gd name="T3" fmla="*/ 27 h 50"/>
                      <a:gd name="T4" fmla="*/ 13 w 53"/>
                      <a:gd name="T5" fmla="*/ 21 h 50"/>
                      <a:gd name="T6" fmla="*/ 34 w 53"/>
                      <a:gd name="T7" fmla="*/ 40 h 50"/>
                      <a:gd name="T8" fmla="*/ 40 w 53"/>
                      <a:gd name="T9" fmla="*/ 48 h 50"/>
                      <a:gd name="T10" fmla="*/ 46 w 53"/>
                      <a:gd name="T11" fmla="*/ 50 h 50"/>
                      <a:gd name="T12" fmla="*/ 51 w 53"/>
                      <a:gd name="T13" fmla="*/ 48 h 50"/>
                      <a:gd name="T14" fmla="*/ 51 w 53"/>
                      <a:gd name="T15" fmla="*/ 40 h 50"/>
                      <a:gd name="T16" fmla="*/ 42 w 53"/>
                      <a:gd name="T17" fmla="*/ 31 h 50"/>
                      <a:gd name="T18" fmla="*/ 23 w 53"/>
                      <a:gd name="T19" fmla="*/ 12 h 50"/>
                      <a:gd name="T20" fmla="*/ 30 w 53"/>
                      <a:gd name="T21" fmla="*/ 12 h 50"/>
                      <a:gd name="T22" fmla="*/ 36 w 53"/>
                      <a:gd name="T23" fmla="*/ 6 h 50"/>
                      <a:gd name="T24" fmla="*/ 30 w 53"/>
                      <a:gd name="T25" fmla="*/ 0 h 50"/>
                      <a:gd name="T26" fmla="*/ 7 w 53"/>
                      <a:gd name="T27" fmla="*/ 0 h 50"/>
                      <a:gd name="T28" fmla="*/ 5 w 53"/>
                      <a:gd name="T29" fmla="*/ 0 h 50"/>
                      <a:gd name="T30" fmla="*/ 3 w 53"/>
                      <a:gd name="T31" fmla="*/ 2 h 50"/>
                      <a:gd name="T32" fmla="*/ 3 w 53"/>
                      <a:gd name="T33" fmla="*/ 4 h 50"/>
                      <a:gd name="T34" fmla="*/ 0 w 53"/>
                      <a:gd name="T35" fmla="*/ 6 h 50"/>
                      <a:gd name="T36" fmla="*/ 0 w 53"/>
                      <a:gd name="T37" fmla="*/ 27 h 50"/>
                      <a:gd name="T38" fmla="*/ 7 w 53"/>
                      <a:gd name="T39" fmla="*/ 33 h 5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53" h="50">
                        <a:moveTo>
                          <a:pt x="7" y="33"/>
                        </a:moveTo>
                        <a:cubicBezTo>
                          <a:pt x="11" y="33"/>
                          <a:pt x="13" y="31"/>
                          <a:pt x="13" y="27"/>
                        </a:cubicBezTo>
                        <a:cubicBezTo>
                          <a:pt x="13" y="21"/>
                          <a:pt x="13" y="21"/>
                          <a:pt x="13" y="21"/>
                        </a:cubicBezTo>
                        <a:cubicBezTo>
                          <a:pt x="34" y="40"/>
                          <a:pt x="34" y="40"/>
                          <a:pt x="34" y="40"/>
                        </a:cubicBezTo>
                        <a:cubicBezTo>
                          <a:pt x="40" y="48"/>
                          <a:pt x="40" y="48"/>
                          <a:pt x="40" y="48"/>
                        </a:cubicBezTo>
                        <a:cubicBezTo>
                          <a:pt x="42" y="50"/>
                          <a:pt x="44" y="50"/>
                          <a:pt x="46" y="50"/>
                        </a:cubicBezTo>
                        <a:cubicBezTo>
                          <a:pt x="46" y="50"/>
                          <a:pt x="49" y="50"/>
                          <a:pt x="51" y="48"/>
                        </a:cubicBezTo>
                        <a:cubicBezTo>
                          <a:pt x="53" y="46"/>
                          <a:pt x="53" y="42"/>
                          <a:pt x="51" y="40"/>
                        </a:cubicBezTo>
                        <a:cubicBezTo>
                          <a:pt x="42" y="31"/>
                          <a:pt x="42" y="31"/>
                          <a:pt x="42" y="31"/>
                        </a:cubicBezTo>
                        <a:cubicBezTo>
                          <a:pt x="23" y="12"/>
                          <a:pt x="23" y="12"/>
                          <a:pt x="23" y="12"/>
                        </a:cubicBezTo>
                        <a:cubicBezTo>
                          <a:pt x="30" y="12"/>
                          <a:pt x="30" y="12"/>
                          <a:pt x="30" y="12"/>
                        </a:cubicBezTo>
                        <a:cubicBezTo>
                          <a:pt x="32" y="12"/>
                          <a:pt x="36" y="10"/>
                          <a:pt x="36" y="6"/>
                        </a:cubicBezTo>
                        <a:cubicBezTo>
                          <a:pt x="36" y="2"/>
                          <a:pt x="32" y="0"/>
                          <a:pt x="30" y="0"/>
                        </a:cubicBezTo>
                        <a:cubicBezTo>
                          <a:pt x="7" y="0"/>
                          <a:pt x="7" y="0"/>
                          <a:pt x="7" y="0"/>
                        </a:cubicBezTo>
                        <a:cubicBezTo>
                          <a:pt x="7" y="0"/>
                          <a:pt x="7" y="0"/>
                          <a:pt x="5" y="0"/>
                        </a:cubicBezTo>
                        <a:cubicBezTo>
                          <a:pt x="5" y="0"/>
                          <a:pt x="5" y="0"/>
                          <a:pt x="3" y="2"/>
                        </a:cubicBezTo>
                        <a:cubicBezTo>
                          <a:pt x="3" y="2"/>
                          <a:pt x="3" y="2"/>
                          <a:pt x="3" y="4"/>
                        </a:cubicBezTo>
                        <a:cubicBezTo>
                          <a:pt x="3" y="4"/>
                          <a:pt x="0" y="4"/>
                          <a:pt x="0" y="6"/>
                        </a:cubicBezTo>
                        <a:cubicBezTo>
                          <a:pt x="0" y="27"/>
                          <a:pt x="0" y="27"/>
                          <a:pt x="0" y="27"/>
                        </a:cubicBezTo>
                        <a:cubicBezTo>
                          <a:pt x="0" y="31"/>
                          <a:pt x="5" y="33"/>
                          <a:pt x="7" y="33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1600"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994" name="Freeform 133">
                    <a:extLst>
                      <a:ext uri="{FF2B5EF4-FFF2-40B4-BE49-F238E27FC236}">
                        <a16:creationId xmlns:a16="http://schemas.microsoft.com/office/drawing/2014/main" id="{8545521F-A278-D625-42A8-968F37B841A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583363" y="11763375"/>
                    <a:ext cx="117475" cy="80963"/>
                  </a:xfrm>
                  <a:custGeom>
                    <a:avLst/>
                    <a:gdLst>
                      <a:gd name="T0" fmla="*/ 2 w 64"/>
                      <a:gd name="T1" fmla="*/ 27 h 44"/>
                      <a:gd name="T2" fmla="*/ 16 w 64"/>
                      <a:gd name="T3" fmla="*/ 42 h 44"/>
                      <a:gd name="T4" fmla="*/ 20 w 64"/>
                      <a:gd name="T5" fmla="*/ 44 h 44"/>
                      <a:gd name="T6" fmla="*/ 25 w 64"/>
                      <a:gd name="T7" fmla="*/ 42 h 44"/>
                      <a:gd name="T8" fmla="*/ 25 w 64"/>
                      <a:gd name="T9" fmla="*/ 33 h 44"/>
                      <a:gd name="T10" fmla="*/ 20 w 64"/>
                      <a:gd name="T11" fmla="*/ 29 h 44"/>
                      <a:gd name="T12" fmla="*/ 47 w 64"/>
                      <a:gd name="T13" fmla="*/ 29 h 44"/>
                      <a:gd name="T14" fmla="*/ 58 w 64"/>
                      <a:gd name="T15" fmla="*/ 29 h 44"/>
                      <a:gd name="T16" fmla="*/ 64 w 64"/>
                      <a:gd name="T17" fmla="*/ 23 h 44"/>
                      <a:gd name="T18" fmla="*/ 58 w 64"/>
                      <a:gd name="T19" fmla="*/ 17 h 44"/>
                      <a:gd name="T20" fmla="*/ 47 w 64"/>
                      <a:gd name="T21" fmla="*/ 17 h 44"/>
                      <a:gd name="T22" fmla="*/ 20 w 64"/>
                      <a:gd name="T23" fmla="*/ 17 h 44"/>
                      <a:gd name="T24" fmla="*/ 25 w 64"/>
                      <a:gd name="T25" fmla="*/ 13 h 44"/>
                      <a:gd name="T26" fmla="*/ 25 w 64"/>
                      <a:gd name="T27" fmla="*/ 2 h 44"/>
                      <a:gd name="T28" fmla="*/ 16 w 64"/>
                      <a:gd name="T29" fmla="*/ 2 h 44"/>
                      <a:gd name="T30" fmla="*/ 2 w 64"/>
                      <a:gd name="T31" fmla="*/ 19 h 44"/>
                      <a:gd name="T32" fmla="*/ 0 w 64"/>
                      <a:gd name="T33" fmla="*/ 19 h 44"/>
                      <a:gd name="T34" fmla="*/ 0 w 64"/>
                      <a:gd name="T35" fmla="*/ 23 h 44"/>
                      <a:gd name="T36" fmla="*/ 0 w 64"/>
                      <a:gd name="T37" fmla="*/ 25 h 44"/>
                      <a:gd name="T38" fmla="*/ 2 w 64"/>
                      <a:gd name="T39" fmla="*/ 27 h 4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64" h="44">
                        <a:moveTo>
                          <a:pt x="2" y="27"/>
                        </a:moveTo>
                        <a:cubicBezTo>
                          <a:pt x="16" y="42"/>
                          <a:pt x="16" y="42"/>
                          <a:pt x="16" y="42"/>
                        </a:cubicBezTo>
                        <a:cubicBezTo>
                          <a:pt x="16" y="42"/>
                          <a:pt x="18" y="44"/>
                          <a:pt x="20" y="44"/>
                        </a:cubicBezTo>
                        <a:cubicBezTo>
                          <a:pt x="23" y="44"/>
                          <a:pt x="23" y="42"/>
                          <a:pt x="25" y="42"/>
                        </a:cubicBezTo>
                        <a:cubicBezTo>
                          <a:pt x="27" y="40"/>
                          <a:pt x="27" y="35"/>
                          <a:pt x="25" y="33"/>
                        </a:cubicBezTo>
                        <a:cubicBezTo>
                          <a:pt x="20" y="29"/>
                          <a:pt x="20" y="29"/>
                          <a:pt x="20" y="29"/>
                        </a:cubicBezTo>
                        <a:cubicBezTo>
                          <a:pt x="47" y="29"/>
                          <a:pt x="47" y="29"/>
                          <a:pt x="47" y="29"/>
                        </a:cubicBezTo>
                        <a:cubicBezTo>
                          <a:pt x="58" y="29"/>
                          <a:pt x="58" y="29"/>
                          <a:pt x="58" y="29"/>
                        </a:cubicBezTo>
                        <a:cubicBezTo>
                          <a:pt x="62" y="29"/>
                          <a:pt x="64" y="25"/>
                          <a:pt x="64" y="23"/>
                        </a:cubicBezTo>
                        <a:cubicBezTo>
                          <a:pt x="64" y="19"/>
                          <a:pt x="62" y="17"/>
                          <a:pt x="58" y="17"/>
                        </a:cubicBezTo>
                        <a:cubicBezTo>
                          <a:pt x="47" y="17"/>
                          <a:pt x="47" y="17"/>
                          <a:pt x="47" y="17"/>
                        </a:cubicBezTo>
                        <a:cubicBezTo>
                          <a:pt x="20" y="17"/>
                          <a:pt x="20" y="17"/>
                          <a:pt x="20" y="17"/>
                        </a:cubicBezTo>
                        <a:cubicBezTo>
                          <a:pt x="25" y="13"/>
                          <a:pt x="25" y="13"/>
                          <a:pt x="25" y="13"/>
                        </a:cubicBezTo>
                        <a:cubicBezTo>
                          <a:pt x="27" y="8"/>
                          <a:pt x="27" y="6"/>
                          <a:pt x="25" y="2"/>
                        </a:cubicBezTo>
                        <a:cubicBezTo>
                          <a:pt x="23" y="0"/>
                          <a:pt x="18" y="0"/>
                          <a:pt x="16" y="2"/>
                        </a:cubicBezTo>
                        <a:cubicBezTo>
                          <a:pt x="2" y="19"/>
                          <a:pt x="2" y="19"/>
                          <a:pt x="2" y="19"/>
                        </a:cubicBezTo>
                        <a:cubicBezTo>
                          <a:pt x="0" y="19"/>
                          <a:pt x="0" y="19"/>
                          <a:pt x="0" y="19"/>
                        </a:cubicBezTo>
                        <a:cubicBezTo>
                          <a:pt x="0" y="21"/>
                          <a:pt x="0" y="21"/>
                          <a:pt x="0" y="23"/>
                        </a:cubicBezTo>
                        <a:cubicBezTo>
                          <a:pt x="0" y="23"/>
                          <a:pt x="0" y="23"/>
                          <a:pt x="0" y="25"/>
                        </a:cubicBezTo>
                        <a:cubicBezTo>
                          <a:pt x="0" y="25"/>
                          <a:pt x="0" y="25"/>
                          <a:pt x="2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1600"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995" name="Freeform 134">
                    <a:extLst>
                      <a:ext uri="{FF2B5EF4-FFF2-40B4-BE49-F238E27FC236}">
                        <a16:creationId xmlns:a16="http://schemas.microsoft.com/office/drawing/2014/main" id="{823F0C1F-0737-1652-AF10-74D46CF2999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634163" y="11844338"/>
                    <a:ext cx="90488" cy="95250"/>
                  </a:xfrm>
                  <a:custGeom>
                    <a:avLst/>
                    <a:gdLst>
                      <a:gd name="T0" fmla="*/ 39 w 49"/>
                      <a:gd name="T1" fmla="*/ 4 h 52"/>
                      <a:gd name="T2" fmla="*/ 31 w 49"/>
                      <a:gd name="T3" fmla="*/ 10 h 52"/>
                      <a:gd name="T4" fmla="*/ 12 w 49"/>
                      <a:gd name="T5" fmla="*/ 31 h 52"/>
                      <a:gd name="T6" fmla="*/ 12 w 49"/>
                      <a:gd name="T7" fmla="*/ 25 h 52"/>
                      <a:gd name="T8" fmla="*/ 6 w 49"/>
                      <a:gd name="T9" fmla="*/ 18 h 52"/>
                      <a:gd name="T10" fmla="*/ 0 w 49"/>
                      <a:gd name="T11" fmla="*/ 25 h 52"/>
                      <a:gd name="T12" fmla="*/ 0 w 49"/>
                      <a:gd name="T13" fmla="*/ 45 h 52"/>
                      <a:gd name="T14" fmla="*/ 0 w 49"/>
                      <a:gd name="T15" fmla="*/ 47 h 52"/>
                      <a:gd name="T16" fmla="*/ 2 w 49"/>
                      <a:gd name="T17" fmla="*/ 50 h 52"/>
                      <a:gd name="T18" fmla="*/ 4 w 49"/>
                      <a:gd name="T19" fmla="*/ 52 h 52"/>
                      <a:gd name="T20" fmla="*/ 6 w 49"/>
                      <a:gd name="T21" fmla="*/ 52 h 52"/>
                      <a:gd name="T22" fmla="*/ 27 w 49"/>
                      <a:gd name="T23" fmla="*/ 52 h 52"/>
                      <a:gd name="T24" fmla="*/ 33 w 49"/>
                      <a:gd name="T25" fmla="*/ 45 h 52"/>
                      <a:gd name="T26" fmla="*/ 27 w 49"/>
                      <a:gd name="T27" fmla="*/ 39 h 52"/>
                      <a:gd name="T28" fmla="*/ 21 w 49"/>
                      <a:gd name="T29" fmla="*/ 39 h 52"/>
                      <a:gd name="T30" fmla="*/ 41 w 49"/>
                      <a:gd name="T31" fmla="*/ 18 h 52"/>
                      <a:gd name="T32" fmla="*/ 47 w 49"/>
                      <a:gd name="T33" fmla="*/ 12 h 52"/>
                      <a:gd name="T34" fmla="*/ 47 w 49"/>
                      <a:gd name="T35" fmla="*/ 4 h 52"/>
                      <a:gd name="T36" fmla="*/ 39 w 49"/>
                      <a:gd name="T37" fmla="*/ 4 h 5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</a:cxnLst>
                    <a:rect l="0" t="0" r="r" b="b"/>
                    <a:pathLst>
                      <a:path w="49" h="52">
                        <a:moveTo>
                          <a:pt x="39" y="4"/>
                        </a:moveTo>
                        <a:cubicBezTo>
                          <a:pt x="31" y="10"/>
                          <a:pt x="31" y="10"/>
                          <a:pt x="31" y="10"/>
                        </a:cubicBezTo>
                        <a:cubicBezTo>
                          <a:pt x="12" y="31"/>
                          <a:pt x="12" y="31"/>
                          <a:pt x="12" y="31"/>
                        </a:cubicBezTo>
                        <a:cubicBezTo>
                          <a:pt x="12" y="25"/>
                          <a:pt x="12" y="25"/>
                          <a:pt x="12" y="25"/>
                        </a:cubicBezTo>
                        <a:cubicBezTo>
                          <a:pt x="12" y="20"/>
                          <a:pt x="10" y="18"/>
                          <a:pt x="6" y="18"/>
                        </a:cubicBezTo>
                        <a:cubicBezTo>
                          <a:pt x="2" y="18"/>
                          <a:pt x="0" y="20"/>
                          <a:pt x="0" y="25"/>
                        </a:cubicBezTo>
                        <a:cubicBezTo>
                          <a:pt x="0" y="45"/>
                          <a:pt x="0" y="45"/>
                          <a:pt x="0" y="45"/>
                        </a:cubicBezTo>
                        <a:cubicBezTo>
                          <a:pt x="0" y="47"/>
                          <a:pt x="0" y="47"/>
                          <a:pt x="0" y="47"/>
                        </a:cubicBezTo>
                        <a:cubicBezTo>
                          <a:pt x="2" y="50"/>
                          <a:pt x="2" y="50"/>
                          <a:pt x="2" y="50"/>
                        </a:cubicBezTo>
                        <a:cubicBezTo>
                          <a:pt x="2" y="50"/>
                          <a:pt x="2" y="50"/>
                          <a:pt x="4" y="52"/>
                        </a:cubicBezTo>
                        <a:cubicBezTo>
                          <a:pt x="6" y="52"/>
                          <a:pt x="6" y="52"/>
                          <a:pt x="6" y="52"/>
                        </a:cubicBezTo>
                        <a:cubicBezTo>
                          <a:pt x="27" y="52"/>
                          <a:pt x="27" y="52"/>
                          <a:pt x="27" y="52"/>
                        </a:cubicBezTo>
                        <a:cubicBezTo>
                          <a:pt x="31" y="52"/>
                          <a:pt x="33" y="47"/>
                          <a:pt x="33" y="45"/>
                        </a:cubicBezTo>
                        <a:cubicBezTo>
                          <a:pt x="33" y="41"/>
                          <a:pt x="31" y="39"/>
                          <a:pt x="27" y="39"/>
                        </a:cubicBezTo>
                        <a:cubicBezTo>
                          <a:pt x="21" y="39"/>
                          <a:pt x="21" y="39"/>
                          <a:pt x="21" y="39"/>
                        </a:cubicBezTo>
                        <a:cubicBezTo>
                          <a:pt x="41" y="18"/>
                          <a:pt x="41" y="18"/>
                          <a:pt x="41" y="18"/>
                        </a:cubicBezTo>
                        <a:cubicBezTo>
                          <a:pt x="47" y="12"/>
                          <a:pt x="47" y="12"/>
                          <a:pt x="47" y="12"/>
                        </a:cubicBezTo>
                        <a:cubicBezTo>
                          <a:pt x="49" y="10"/>
                          <a:pt x="49" y="6"/>
                          <a:pt x="47" y="4"/>
                        </a:cubicBezTo>
                        <a:cubicBezTo>
                          <a:pt x="45" y="0"/>
                          <a:pt x="41" y="0"/>
                          <a:pt x="39" y="4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1600"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996" name="Freeform 135">
                    <a:extLst>
                      <a:ext uri="{FF2B5EF4-FFF2-40B4-BE49-F238E27FC236}">
                        <a16:creationId xmlns:a16="http://schemas.microsoft.com/office/drawing/2014/main" id="{B3F2AF6B-F283-549D-4F57-B62A9921FB5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727826" y="11868150"/>
                    <a:ext cx="80963" cy="117475"/>
                  </a:xfrm>
                  <a:custGeom>
                    <a:avLst/>
                    <a:gdLst>
                      <a:gd name="T0" fmla="*/ 33 w 44"/>
                      <a:gd name="T1" fmla="*/ 39 h 64"/>
                      <a:gd name="T2" fmla="*/ 29 w 44"/>
                      <a:gd name="T3" fmla="*/ 43 h 64"/>
                      <a:gd name="T4" fmla="*/ 29 w 44"/>
                      <a:gd name="T5" fmla="*/ 15 h 64"/>
                      <a:gd name="T6" fmla="*/ 29 w 44"/>
                      <a:gd name="T7" fmla="*/ 6 h 64"/>
                      <a:gd name="T8" fmla="*/ 23 w 44"/>
                      <a:gd name="T9" fmla="*/ 0 h 64"/>
                      <a:gd name="T10" fmla="*/ 17 w 44"/>
                      <a:gd name="T11" fmla="*/ 6 h 64"/>
                      <a:gd name="T12" fmla="*/ 17 w 44"/>
                      <a:gd name="T13" fmla="*/ 17 h 64"/>
                      <a:gd name="T14" fmla="*/ 17 w 44"/>
                      <a:gd name="T15" fmla="*/ 43 h 64"/>
                      <a:gd name="T16" fmla="*/ 13 w 44"/>
                      <a:gd name="T17" fmla="*/ 39 h 64"/>
                      <a:gd name="T18" fmla="*/ 2 w 44"/>
                      <a:gd name="T19" fmla="*/ 39 h 64"/>
                      <a:gd name="T20" fmla="*/ 2 w 44"/>
                      <a:gd name="T21" fmla="*/ 48 h 64"/>
                      <a:gd name="T22" fmla="*/ 19 w 44"/>
                      <a:gd name="T23" fmla="*/ 64 h 64"/>
                      <a:gd name="T24" fmla="*/ 21 w 44"/>
                      <a:gd name="T25" fmla="*/ 64 h 64"/>
                      <a:gd name="T26" fmla="*/ 23 w 44"/>
                      <a:gd name="T27" fmla="*/ 64 h 64"/>
                      <a:gd name="T28" fmla="*/ 25 w 44"/>
                      <a:gd name="T29" fmla="*/ 64 h 64"/>
                      <a:gd name="T30" fmla="*/ 27 w 44"/>
                      <a:gd name="T31" fmla="*/ 64 h 64"/>
                      <a:gd name="T32" fmla="*/ 42 w 44"/>
                      <a:gd name="T33" fmla="*/ 48 h 64"/>
                      <a:gd name="T34" fmla="*/ 42 w 44"/>
                      <a:gd name="T35" fmla="*/ 39 h 64"/>
                      <a:gd name="T36" fmla="*/ 33 w 44"/>
                      <a:gd name="T37" fmla="*/ 39 h 6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</a:cxnLst>
                    <a:rect l="0" t="0" r="r" b="b"/>
                    <a:pathLst>
                      <a:path w="44" h="64">
                        <a:moveTo>
                          <a:pt x="33" y="39"/>
                        </a:moveTo>
                        <a:cubicBezTo>
                          <a:pt x="29" y="43"/>
                          <a:pt x="29" y="43"/>
                          <a:pt x="29" y="43"/>
                        </a:cubicBezTo>
                        <a:cubicBezTo>
                          <a:pt x="29" y="15"/>
                          <a:pt x="29" y="15"/>
                          <a:pt x="29" y="15"/>
                        </a:cubicBezTo>
                        <a:cubicBezTo>
                          <a:pt x="29" y="6"/>
                          <a:pt x="29" y="6"/>
                          <a:pt x="29" y="6"/>
                        </a:cubicBezTo>
                        <a:cubicBezTo>
                          <a:pt x="29" y="2"/>
                          <a:pt x="25" y="0"/>
                          <a:pt x="23" y="0"/>
                        </a:cubicBezTo>
                        <a:cubicBezTo>
                          <a:pt x="19" y="0"/>
                          <a:pt x="17" y="2"/>
                          <a:pt x="17" y="6"/>
                        </a:cubicBezTo>
                        <a:cubicBezTo>
                          <a:pt x="17" y="17"/>
                          <a:pt x="17" y="17"/>
                          <a:pt x="17" y="17"/>
                        </a:cubicBezTo>
                        <a:cubicBezTo>
                          <a:pt x="17" y="43"/>
                          <a:pt x="17" y="43"/>
                          <a:pt x="17" y="43"/>
                        </a:cubicBezTo>
                        <a:cubicBezTo>
                          <a:pt x="13" y="39"/>
                          <a:pt x="13" y="39"/>
                          <a:pt x="13" y="39"/>
                        </a:cubicBezTo>
                        <a:cubicBezTo>
                          <a:pt x="11" y="37"/>
                          <a:pt x="6" y="37"/>
                          <a:pt x="2" y="39"/>
                        </a:cubicBezTo>
                        <a:cubicBezTo>
                          <a:pt x="0" y="41"/>
                          <a:pt x="0" y="45"/>
                          <a:pt x="2" y="48"/>
                        </a:cubicBezTo>
                        <a:cubicBezTo>
                          <a:pt x="19" y="64"/>
                          <a:pt x="19" y="64"/>
                          <a:pt x="19" y="64"/>
                        </a:cubicBezTo>
                        <a:cubicBezTo>
                          <a:pt x="19" y="64"/>
                          <a:pt x="19" y="64"/>
                          <a:pt x="21" y="64"/>
                        </a:cubicBezTo>
                        <a:cubicBezTo>
                          <a:pt x="21" y="64"/>
                          <a:pt x="21" y="64"/>
                          <a:pt x="23" y="64"/>
                        </a:cubicBezTo>
                        <a:cubicBezTo>
                          <a:pt x="23" y="64"/>
                          <a:pt x="23" y="64"/>
                          <a:pt x="25" y="64"/>
                        </a:cubicBezTo>
                        <a:cubicBezTo>
                          <a:pt x="27" y="64"/>
                          <a:pt x="27" y="64"/>
                          <a:pt x="27" y="64"/>
                        </a:cubicBezTo>
                        <a:cubicBezTo>
                          <a:pt x="42" y="48"/>
                          <a:pt x="42" y="48"/>
                          <a:pt x="42" y="48"/>
                        </a:cubicBezTo>
                        <a:cubicBezTo>
                          <a:pt x="44" y="45"/>
                          <a:pt x="44" y="41"/>
                          <a:pt x="42" y="39"/>
                        </a:cubicBezTo>
                        <a:cubicBezTo>
                          <a:pt x="40" y="37"/>
                          <a:pt x="35" y="37"/>
                          <a:pt x="33" y="39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1600"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997" name="Freeform 136">
                    <a:extLst>
                      <a:ext uri="{FF2B5EF4-FFF2-40B4-BE49-F238E27FC236}">
                        <a16:creationId xmlns:a16="http://schemas.microsoft.com/office/drawing/2014/main" id="{09A82BEC-FD9D-22EB-ECDB-26ECA48D8A6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808788" y="11839575"/>
                    <a:ext cx="95250" cy="92075"/>
                  </a:xfrm>
                  <a:custGeom>
                    <a:avLst/>
                    <a:gdLst>
                      <a:gd name="T0" fmla="*/ 45 w 52"/>
                      <a:gd name="T1" fmla="*/ 17 h 50"/>
                      <a:gd name="T2" fmla="*/ 39 w 52"/>
                      <a:gd name="T3" fmla="*/ 23 h 50"/>
                      <a:gd name="T4" fmla="*/ 39 w 52"/>
                      <a:gd name="T5" fmla="*/ 29 h 50"/>
                      <a:gd name="T6" fmla="*/ 18 w 52"/>
                      <a:gd name="T7" fmla="*/ 8 h 50"/>
                      <a:gd name="T8" fmla="*/ 12 w 52"/>
                      <a:gd name="T9" fmla="*/ 2 h 50"/>
                      <a:gd name="T10" fmla="*/ 4 w 52"/>
                      <a:gd name="T11" fmla="*/ 2 h 50"/>
                      <a:gd name="T12" fmla="*/ 4 w 52"/>
                      <a:gd name="T13" fmla="*/ 10 h 50"/>
                      <a:gd name="T14" fmla="*/ 10 w 52"/>
                      <a:gd name="T15" fmla="*/ 19 h 50"/>
                      <a:gd name="T16" fmla="*/ 31 w 52"/>
                      <a:gd name="T17" fmla="*/ 38 h 50"/>
                      <a:gd name="T18" fmla="*/ 25 w 52"/>
                      <a:gd name="T19" fmla="*/ 38 h 50"/>
                      <a:gd name="T20" fmla="*/ 18 w 52"/>
                      <a:gd name="T21" fmla="*/ 44 h 50"/>
                      <a:gd name="T22" fmla="*/ 25 w 52"/>
                      <a:gd name="T23" fmla="*/ 50 h 50"/>
                      <a:gd name="T24" fmla="*/ 45 w 52"/>
                      <a:gd name="T25" fmla="*/ 50 h 50"/>
                      <a:gd name="T26" fmla="*/ 47 w 52"/>
                      <a:gd name="T27" fmla="*/ 50 h 50"/>
                      <a:gd name="T28" fmla="*/ 50 w 52"/>
                      <a:gd name="T29" fmla="*/ 48 h 50"/>
                      <a:gd name="T30" fmla="*/ 52 w 52"/>
                      <a:gd name="T31" fmla="*/ 46 h 50"/>
                      <a:gd name="T32" fmla="*/ 52 w 52"/>
                      <a:gd name="T33" fmla="*/ 44 h 50"/>
                      <a:gd name="T34" fmla="*/ 52 w 52"/>
                      <a:gd name="T35" fmla="*/ 23 h 50"/>
                      <a:gd name="T36" fmla="*/ 45 w 52"/>
                      <a:gd name="T37" fmla="*/ 17 h 5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</a:cxnLst>
                    <a:rect l="0" t="0" r="r" b="b"/>
                    <a:pathLst>
                      <a:path w="52" h="50">
                        <a:moveTo>
                          <a:pt x="45" y="17"/>
                        </a:moveTo>
                        <a:cubicBezTo>
                          <a:pt x="41" y="17"/>
                          <a:pt x="39" y="21"/>
                          <a:pt x="39" y="23"/>
                        </a:cubicBezTo>
                        <a:cubicBezTo>
                          <a:pt x="39" y="29"/>
                          <a:pt x="39" y="29"/>
                          <a:pt x="39" y="29"/>
                        </a:cubicBezTo>
                        <a:cubicBezTo>
                          <a:pt x="18" y="8"/>
                          <a:pt x="18" y="8"/>
                          <a:pt x="18" y="8"/>
                        </a:cubicBezTo>
                        <a:cubicBezTo>
                          <a:pt x="12" y="2"/>
                          <a:pt x="12" y="2"/>
                          <a:pt x="12" y="2"/>
                        </a:cubicBezTo>
                        <a:cubicBezTo>
                          <a:pt x="10" y="0"/>
                          <a:pt x="6" y="0"/>
                          <a:pt x="4" y="2"/>
                        </a:cubicBezTo>
                        <a:cubicBezTo>
                          <a:pt x="0" y="4"/>
                          <a:pt x="0" y="8"/>
                          <a:pt x="4" y="10"/>
                        </a:cubicBezTo>
                        <a:cubicBezTo>
                          <a:pt x="10" y="19"/>
                          <a:pt x="10" y="19"/>
                          <a:pt x="10" y="19"/>
                        </a:cubicBezTo>
                        <a:cubicBezTo>
                          <a:pt x="31" y="38"/>
                          <a:pt x="31" y="38"/>
                          <a:pt x="31" y="38"/>
                        </a:cubicBezTo>
                        <a:cubicBezTo>
                          <a:pt x="25" y="38"/>
                          <a:pt x="25" y="38"/>
                          <a:pt x="25" y="38"/>
                        </a:cubicBezTo>
                        <a:cubicBezTo>
                          <a:pt x="21" y="38"/>
                          <a:pt x="18" y="42"/>
                          <a:pt x="18" y="44"/>
                        </a:cubicBezTo>
                        <a:cubicBezTo>
                          <a:pt x="18" y="48"/>
                          <a:pt x="21" y="50"/>
                          <a:pt x="25" y="50"/>
                        </a:cubicBezTo>
                        <a:cubicBezTo>
                          <a:pt x="45" y="50"/>
                          <a:pt x="45" y="50"/>
                          <a:pt x="45" y="50"/>
                        </a:cubicBezTo>
                        <a:cubicBezTo>
                          <a:pt x="47" y="50"/>
                          <a:pt x="47" y="50"/>
                          <a:pt x="47" y="50"/>
                        </a:cubicBezTo>
                        <a:cubicBezTo>
                          <a:pt x="47" y="50"/>
                          <a:pt x="50" y="50"/>
                          <a:pt x="50" y="48"/>
                        </a:cubicBezTo>
                        <a:cubicBezTo>
                          <a:pt x="50" y="48"/>
                          <a:pt x="50" y="48"/>
                          <a:pt x="52" y="46"/>
                        </a:cubicBezTo>
                        <a:cubicBezTo>
                          <a:pt x="52" y="46"/>
                          <a:pt x="52" y="46"/>
                          <a:pt x="52" y="44"/>
                        </a:cubicBezTo>
                        <a:cubicBezTo>
                          <a:pt x="52" y="23"/>
                          <a:pt x="52" y="23"/>
                          <a:pt x="52" y="23"/>
                        </a:cubicBezTo>
                        <a:cubicBezTo>
                          <a:pt x="52" y="21"/>
                          <a:pt x="47" y="17"/>
                          <a:pt x="45" y="1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1600"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998" name="Freeform 137">
                    <a:extLst>
                      <a:ext uri="{FF2B5EF4-FFF2-40B4-BE49-F238E27FC236}">
                        <a16:creationId xmlns:a16="http://schemas.microsoft.com/office/drawing/2014/main" id="{48C06114-6D93-63B6-908E-2571731A3E8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827838" y="11758613"/>
                    <a:ext cx="125413" cy="77788"/>
                  </a:xfrm>
                  <a:custGeom>
                    <a:avLst/>
                    <a:gdLst>
                      <a:gd name="T0" fmla="*/ 44 w 68"/>
                      <a:gd name="T1" fmla="*/ 16 h 43"/>
                      <a:gd name="T2" fmla="*/ 15 w 68"/>
                      <a:gd name="T3" fmla="*/ 16 h 43"/>
                      <a:gd name="T4" fmla="*/ 7 w 68"/>
                      <a:gd name="T5" fmla="*/ 16 h 43"/>
                      <a:gd name="T6" fmla="*/ 0 w 68"/>
                      <a:gd name="T7" fmla="*/ 23 h 43"/>
                      <a:gd name="T8" fmla="*/ 7 w 68"/>
                      <a:gd name="T9" fmla="*/ 29 h 43"/>
                      <a:gd name="T10" fmla="*/ 17 w 68"/>
                      <a:gd name="T11" fmla="*/ 29 h 43"/>
                      <a:gd name="T12" fmla="*/ 44 w 68"/>
                      <a:gd name="T13" fmla="*/ 29 h 43"/>
                      <a:gd name="T14" fmla="*/ 40 w 68"/>
                      <a:gd name="T15" fmla="*/ 33 h 43"/>
                      <a:gd name="T16" fmla="*/ 40 w 68"/>
                      <a:gd name="T17" fmla="*/ 41 h 43"/>
                      <a:gd name="T18" fmla="*/ 44 w 68"/>
                      <a:gd name="T19" fmla="*/ 43 h 43"/>
                      <a:gd name="T20" fmla="*/ 51 w 68"/>
                      <a:gd name="T21" fmla="*/ 41 h 43"/>
                      <a:gd name="T22" fmla="*/ 65 w 68"/>
                      <a:gd name="T23" fmla="*/ 27 h 43"/>
                      <a:gd name="T24" fmla="*/ 65 w 68"/>
                      <a:gd name="T25" fmla="*/ 25 h 43"/>
                      <a:gd name="T26" fmla="*/ 68 w 68"/>
                      <a:gd name="T27" fmla="*/ 23 h 43"/>
                      <a:gd name="T28" fmla="*/ 65 w 68"/>
                      <a:gd name="T29" fmla="*/ 18 h 43"/>
                      <a:gd name="T30" fmla="*/ 65 w 68"/>
                      <a:gd name="T31" fmla="*/ 16 h 43"/>
                      <a:gd name="T32" fmla="*/ 51 w 68"/>
                      <a:gd name="T33" fmla="*/ 2 h 43"/>
                      <a:gd name="T34" fmla="*/ 40 w 68"/>
                      <a:gd name="T35" fmla="*/ 2 h 43"/>
                      <a:gd name="T36" fmla="*/ 40 w 68"/>
                      <a:gd name="T37" fmla="*/ 12 h 43"/>
                      <a:gd name="T38" fmla="*/ 44 w 68"/>
                      <a:gd name="T39" fmla="*/ 16 h 43"/>
                      <a:gd name="T40" fmla="*/ 44 w 68"/>
                      <a:gd name="T41" fmla="*/ 16 h 4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</a:cxnLst>
                    <a:rect l="0" t="0" r="r" b="b"/>
                    <a:pathLst>
                      <a:path w="68" h="43">
                        <a:moveTo>
                          <a:pt x="44" y="16"/>
                        </a:moveTo>
                        <a:cubicBezTo>
                          <a:pt x="15" y="16"/>
                          <a:pt x="15" y="16"/>
                          <a:pt x="15" y="16"/>
                        </a:cubicBezTo>
                        <a:cubicBezTo>
                          <a:pt x="7" y="16"/>
                          <a:pt x="7" y="16"/>
                          <a:pt x="7" y="16"/>
                        </a:cubicBezTo>
                        <a:cubicBezTo>
                          <a:pt x="2" y="16"/>
                          <a:pt x="0" y="18"/>
                          <a:pt x="0" y="23"/>
                        </a:cubicBezTo>
                        <a:cubicBezTo>
                          <a:pt x="0" y="25"/>
                          <a:pt x="2" y="29"/>
                          <a:pt x="7" y="29"/>
                        </a:cubicBezTo>
                        <a:cubicBezTo>
                          <a:pt x="17" y="29"/>
                          <a:pt x="17" y="29"/>
                          <a:pt x="17" y="29"/>
                        </a:cubicBezTo>
                        <a:cubicBezTo>
                          <a:pt x="44" y="29"/>
                          <a:pt x="44" y="29"/>
                          <a:pt x="44" y="29"/>
                        </a:cubicBezTo>
                        <a:cubicBezTo>
                          <a:pt x="40" y="33"/>
                          <a:pt x="40" y="33"/>
                          <a:pt x="40" y="33"/>
                        </a:cubicBezTo>
                        <a:cubicBezTo>
                          <a:pt x="38" y="35"/>
                          <a:pt x="38" y="39"/>
                          <a:pt x="40" y="41"/>
                        </a:cubicBezTo>
                        <a:cubicBezTo>
                          <a:pt x="42" y="41"/>
                          <a:pt x="44" y="43"/>
                          <a:pt x="44" y="43"/>
                        </a:cubicBezTo>
                        <a:cubicBezTo>
                          <a:pt x="47" y="43"/>
                          <a:pt x="49" y="41"/>
                          <a:pt x="51" y="41"/>
                        </a:cubicBezTo>
                        <a:cubicBezTo>
                          <a:pt x="65" y="27"/>
                          <a:pt x="65" y="27"/>
                          <a:pt x="65" y="27"/>
                        </a:cubicBezTo>
                        <a:cubicBezTo>
                          <a:pt x="65" y="25"/>
                          <a:pt x="65" y="25"/>
                          <a:pt x="65" y="25"/>
                        </a:cubicBezTo>
                        <a:cubicBezTo>
                          <a:pt x="65" y="23"/>
                          <a:pt x="68" y="23"/>
                          <a:pt x="68" y="23"/>
                        </a:cubicBezTo>
                        <a:cubicBezTo>
                          <a:pt x="68" y="21"/>
                          <a:pt x="65" y="21"/>
                          <a:pt x="65" y="18"/>
                        </a:cubicBezTo>
                        <a:cubicBezTo>
                          <a:pt x="65" y="18"/>
                          <a:pt x="65" y="18"/>
                          <a:pt x="65" y="16"/>
                        </a:cubicBezTo>
                        <a:cubicBezTo>
                          <a:pt x="51" y="2"/>
                          <a:pt x="51" y="2"/>
                          <a:pt x="51" y="2"/>
                        </a:cubicBezTo>
                        <a:cubicBezTo>
                          <a:pt x="47" y="0"/>
                          <a:pt x="42" y="0"/>
                          <a:pt x="40" y="2"/>
                        </a:cubicBezTo>
                        <a:cubicBezTo>
                          <a:pt x="38" y="4"/>
                          <a:pt x="38" y="8"/>
                          <a:pt x="40" y="12"/>
                        </a:cubicBezTo>
                        <a:cubicBezTo>
                          <a:pt x="44" y="16"/>
                          <a:pt x="44" y="16"/>
                          <a:pt x="44" y="16"/>
                        </a:cubicBezTo>
                        <a:cubicBezTo>
                          <a:pt x="44" y="16"/>
                          <a:pt x="44" y="16"/>
                          <a:pt x="44" y="16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1600"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999" name="Freeform 138">
                    <a:extLst>
                      <a:ext uri="{FF2B5EF4-FFF2-40B4-BE49-F238E27FC236}">
                        <a16:creationId xmlns:a16="http://schemas.microsoft.com/office/drawing/2014/main" id="{DA3DA7D4-ECA5-7D27-FE8E-CA7CA7944A5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804026" y="11660188"/>
                    <a:ext cx="90488" cy="98425"/>
                  </a:xfrm>
                  <a:custGeom>
                    <a:avLst/>
                    <a:gdLst>
                      <a:gd name="T0" fmla="*/ 6 w 49"/>
                      <a:gd name="T1" fmla="*/ 53 h 53"/>
                      <a:gd name="T2" fmla="*/ 10 w 49"/>
                      <a:gd name="T3" fmla="*/ 51 h 53"/>
                      <a:gd name="T4" fmla="*/ 18 w 49"/>
                      <a:gd name="T5" fmla="*/ 42 h 53"/>
                      <a:gd name="T6" fmla="*/ 37 w 49"/>
                      <a:gd name="T7" fmla="*/ 23 h 53"/>
                      <a:gd name="T8" fmla="*/ 37 w 49"/>
                      <a:gd name="T9" fmla="*/ 28 h 53"/>
                      <a:gd name="T10" fmla="*/ 43 w 49"/>
                      <a:gd name="T11" fmla="*/ 34 h 53"/>
                      <a:gd name="T12" fmla="*/ 49 w 49"/>
                      <a:gd name="T13" fmla="*/ 28 h 53"/>
                      <a:gd name="T14" fmla="*/ 49 w 49"/>
                      <a:gd name="T15" fmla="*/ 7 h 53"/>
                      <a:gd name="T16" fmla="*/ 49 w 49"/>
                      <a:gd name="T17" fmla="*/ 5 h 53"/>
                      <a:gd name="T18" fmla="*/ 47 w 49"/>
                      <a:gd name="T19" fmla="*/ 2 h 53"/>
                      <a:gd name="T20" fmla="*/ 47 w 49"/>
                      <a:gd name="T21" fmla="*/ 2 h 53"/>
                      <a:gd name="T22" fmla="*/ 43 w 49"/>
                      <a:gd name="T23" fmla="*/ 0 h 53"/>
                      <a:gd name="T24" fmla="*/ 22 w 49"/>
                      <a:gd name="T25" fmla="*/ 0 h 53"/>
                      <a:gd name="T26" fmla="*/ 16 w 49"/>
                      <a:gd name="T27" fmla="*/ 7 h 53"/>
                      <a:gd name="T28" fmla="*/ 22 w 49"/>
                      <a:gd name="T29" fmla="*/ 13 h 53"/>
                      <a:gd name="T30" fmla="*/ 28 w 49"/>
                      <a:gd name="T31" fmla="*/ 13 h 53"/>
                      <a:gd name="T32" fmla="*/ 10 w 49"/>
                      <a:gd name="T33" fmla="*/ 34 h 53"/>
                      <a:gd name="T34" fmla="*/ 2 w 49"/>
                      <a:gd name="T35" fmla="*/ 40 h 53"/>
                      <a:gd name="T36" fmla="*/ 2 w 49"/>
                      <a:gd name="T37" fmla="*/ 51 h 53"/>
                      <a:gd name="T38" fmla="*/ 6 w 49"/>
                      <a:gd name="T39" fmla="*/ 53 h 5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49" h="53">
                        <a:moveTo>
                          <a:pt x="6" y="53"/>
                        </a:moveTo>
                        <a:cubicBezTo>
                          <a:pt x="8" y="53"/>
                          <a:pt x="10" y="51"/>
                          <a:pt x="10" y="51"/>
                        </a:cubicBezTo>
                        <a:cubicBezTo>
                          <a:pt x="18" y="42"/>
                          <a:pt x="18" y="42"/>
                          <a:pt x="18" y="42"/>
                        </a:cubicBezTo>
                        <a:cubicBezTo>
                          <a:pt x="37" y="23"/>
                          <a:pt x="37" y="23"/>
                          <a:pt x="37" y="23"/>
                        </a:cubicBezTo>
                        <a:cubicBezTo>
                          <a:pt x="37" y="28"/>
                          <a:pt x="37" y="28"/>
                          <a:pt x="37" y="28"/>
                        </a:cubicBezTo>
                        <a:cubicBezTo>
                          <a:pt x="37" y="32"/>
                          <a:pt x="41" y="34"/>
                          <a:pt x="43" y="34"/>
                        </a:cubicBezTo>
                        <a:cubicBezTo>
                          <a:pt x="47" y="34"/>
                          <a:pt x="49" y="32"/>
                          <a:pt x="49" y="28"/>
                        </a:cubicBezTo>
                        <a:cubicBezTo>
                          <a:pt x="49" y="7"/>
                          <a:pt x="49" y="7"/>
                          <a:pt x="49" y="7"/>
                        </a:cubicBezTo>
                        <a:cubicBezTo>
                          <a:pt x="49" y="7"/>
                          <a:pt x="49" y="7"/>
                          <a:pt x="49" y="5"/>
                        </a:cubicBezTo>
                        <a:cubicBezTo>
                          <a:pt x="49" y="5"/>
                          <a:pt x="49" y="5"/>
                          <a:pt x="47" y="2"/>
                        </a:cubicBezTo>
                        <a:cubicBezTo>
                          <a:pt x="47" y="2"/>
                          <a:pt x="47" y="2"/>
                          <a:pt x="47" y="2"/>
                        </a:cubicBezTo>
                        <a:cubicBezTo>
                          <a:pt x="45" y="0"/>
                          <a:pt x="45" y="0"/>
                          <a:pt x="43" y="0"/>
                        </a:cubicBezTo>
                        <a:cubicBezTo>
                          <a:pt x="22" y="0"/>
                          <a:pt x="22" y="0"/>
                          <a:pt x="22" y="0"/>
                        </a:cubicBezTo>
                        <a:cubicBezTo>
                          <a:pt x="20" y="0"/>
                          <a:pt x="16" y="5"/>
                          <a:pt x="16" y="7"/>
                        </a:cubicBezTo>
                        <a:cubicBezTo>
                          <a:pt x="16" y="11"/>
                          <a:pt x="20" y="13"/>
                          <a:pt x="22" y="13"/>
                        </a:cubicBezTo>
                        <a:cubicBezTo>
                          <a:pt x="28" y="13"/>
                          <a:pt x="28" y="13"/>
                          <a:pt x="28" y="13"/>
                        </a:cubicBezTo>
                        <a:cubicBezTo>
                          <a:pt x="10" y="34"/>
                          <a:pt x="10" y="34"/>
                          <a:pt x="10" y="34"/>
                        </a:cubicBezTo>
                        <a:cubicBezTo>
                          <a:pt x="2" y="40"/>
                          <a:pt x="2" y="40"/>
                          <a:pt x="2" y="40"/>
                        </a:cubicBezTo>
                        <a:cubicBezTo>
                          <a:pt x="0" y="44"/>
                          <a:pt x="0" y="46"/>
                          <a:pt x="2" y="51"/>
                        </a:cubicBezTo>
                        <a:cubicBezTo>
                          <a:pt x="4" y="51"/>
                          <a:pt x="4" y="53"/>
                          <a:pt x="6" y="53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1600"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000" name="Freeform 139">
                    <a:extLst>
                      <a:ext uri="{FF2B5EF4-FFF2-40B4-BE49-F238E27FC236}">
                        <a16:creationId xmlns:a16="http://schemas.microsoft.com/office/drawing/2014/main" id="{7B22CAF3-6FE0-AB3F-8116-FDA4B0133218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6499226" y="11152188"/>
                    <a:ext cx="509588" cy="349250"/>
                  </a:xfrm>
                  <a:custGeom>
                    <a:avLst/>
                    <a:gdLst>
                      <a:gd name="T0" fmla="*/ 255 w 321"/>
                      <a:gd name="T1" fmla="*/ 3 h 220"/>
                      <a:gd name="T2" fmla="*/ 255 w 321"/>
                      <a:gd name="T3" fmla="*/ 3 h 220"/>
                      <a:gd name="T4" fmla="*/ 255 w 321"/>
                      <a:gd name="T5" fmla="*/ 3 h 220"/>
                      <a:gd name="T6" fmla="*/ 65 w 321"/>
                      <a:gd name="T7" fmla="*/ 3 h 220"/>
                      <a:gd name="T8" fmla="*/ 65 w 321"/>
                      <a:gd name="T9" fmla="*/ 3 h 220"/>
                      <a:gd name="T10" fmla="*/ 65 w 321"/>
                      <a:gd name="T11" fmla="*/ 3 h 220"/>
                      <a:gd name="T12" fmla="*/ 65 w 321"/>
                      <a:gd name="T13" fmla="*/ 0 h 220"/>
                      <a:gd name="T14" fmla="*/ 0 w 321"/>
                      <a:gd name="T15" fmla="*/ 0 h 220"/>
                      <a:gd name="T16" fmla="*/ 0 w 321"/>
                      <a:gd name="T17" fmla="*/ 29 h 220"/>
                      <a:gd name="T18" fmla="*/ 65 w 321"/>
                      <a:gd name="T19" fmla="*/ 29 h 220"/>
                      <a:gd name="T20" fmla="*/ 65 w 321"/>
                      <a:gd name="T21" fmla="*/ 29 h 220"/>
                      <a:gd name="T22" fmla="*/ 147 w 321"/>
                      <a:gd name="T23" fmla="*/ 109 h 220"/>
                      <a:gd name="T24" fmla="*/ 65 w 321"/>
                      <a:gd name="T25" fmla="*/ 194 h 220"/>
                      <a:gd name="T26" fmla="*/ 65 w 321"/>
                      <a:gd name="T27" fmla="*/ 194 h 220"/>
                      <a:gd name="T28" fmla="*/ 0 w 321"/>
                      <a:gd name="T29" fmla="*/ 194 h 220"/>
                      <a:gd name="T30" fmla="*/ 0 w 321"/>
                      <a:gd name="T31" fmla="*/ 220 h 220"/>
                      <a:gd name="T32" fmla="*/ 65 w 321"/>
                      <a:gd name="T33" fmla="*/ 220 h 220"/>
                      <a:gd name="T34" fmla="*/ 65 w 321"/>
                      <a:gd name="T35" fmla="*/ 218 h 220"/>
                      <a:gd name="T36" fmla="*/ 65 w 321"/>
                      <a:gd name="T37" fmla="*/ 218 h 220"/>
                      <a:gd name="T38" fmla="*/ 255 w 321"/>
                      <a:gd name="T39" fmla="*/ 218 h 220"/>
                      <a:gd name="T40" fmla="*/ 255 w 321"/>
                      <a:gd name="T41" fmla="*/ 220 h 220"/>
                      <a:gd name="T42" fmla="*/ 321 w 321"/>
                      <a:gd name="T43" fmla="*/ 220 h 220"/>
                      <a:gd name="T44" fmla="*/ 321 w 321"/>
                      <a:gd name="T45" fmla="*/ 194 h 220"/>
                      <a:gd name="T46" fmla="*/ 255 w 321"/>
                      <a:gd name="T47" fmla="*/ 194 h 220"/>
                      <a:gd name="T48" fmla="*/ 255 w 321"/>
                      <a:gd name="T49" fmla="*/ 194 h 220"/>
                      <a:gd name="T50" fmla="*/ 173 w 321"/>
                      <a:gd name="T51" fmla="*/ 109 h 220"/>
                      <a:gd name="T52" fmla="*/ 255 w 321"/>
                      <a:gd name="T53" fmla="*/ 29 h 220"/>
                      <a:gd name="T54" fmla="*/ 255 w 321"/>
                      <a:gd name="T55" fmla="*/ 29 h 220"/>
                      <a:gd name="T56" fmla="*/ 321 w 321"/>
                      <a:gd name="T57" fmla="*/ 29 h 220"/>
                      <a:gd name="T58" fmla="*/ 321 w 321"/>
                      <a:gd name="T59" fmla="*/ 0 h 220"/>
                      <a:gd name="T60" fmla="*/ 255 w 321"/>
                      <a:gd name="T61" fmla="*/ 0 h 220"/>
                      <a:gd name="T62" fmla="*/ 255 w 321"/>
                      <a:gd name="T63" fmla="*/ 3 h 220"/>
                      <a:gd name="T64" fmla="*/ 255 w 321"/>
                      <a:gd name="T65" fmla="*/ 3 h 220"/>
                      <a:gd name="T66" fmla="*/ 255 w 321"/>
                      <a:gd name="T67" fmla="*/ 3 h 220"/>
                      <a:gd name="T68" fmla="*/ 229 w 321"/>
                      <a:gd name="T69" fmla="*/ 199 h 220"/>
                      <a:gd name="T70" fmla="*/ 87 w 321"/>
                      <a:gd name="T71" fmla="*/ 199 h 220"/>
                      <a:gd name="T72" fmla="*/ 159 w 321"/>
                      <a:gd name="T73" fmla="*/ 123 h 220"/>
                      <a:gd name="T74" fmla="*/ 229 w 321"/>
                      <a:gd name="T75" fmla="*/ 199 h 220"/>
                      <a:gd name="T76" fmla="*/ 229 w 321"/>
                      <a:gd name="T77" fmla="*/ 199 h 220"/>
                      <a:gd name="T78" fmla="*/ 229 w 321"/>
                      <a:gd name="T79" fmla="*/ 199 h 220"/>
                      <a:gd name="T80" fmla="*/ 159 w 321"/>
                      <a:gd name="T81" fmla="*/ 98 h 220"/>
                      <a:gd name="T82" fmla="*/ 87 w 321"/>
                      <a:gd name="T83" fmla="*/ 23 h 220"/>
                      <a:gd name="T84" fmla="*/ 229 w 321"/>
                      <a:gd name="T85" fmla="*/ 23 h 220"/>
                      <a:gd name="T86" fmla="*/ 159 w 321"/>
                      <a:gd name="T87" fmla="*/ 98 h 220"/>
                      <a:gd name="T88" fmla="*/ 159 w 321"/>
                      <a:gd name="T89" fmla="*/ 98 h 220"/>
                      <a:gd name="T90" fmla="*/ 159 w 321"/>
                      <a:gd name="T91" fmla="*/ 98 h 22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</a:cxnLst>
                    <a:rect l="0" t="0" r="r" b="b"/>
                    <a:pathLst>
                      <a:path w="321" h="220">
                        <a:moveTo>
                          <a:pt x="255" y="3"/>
                        </a:moveTo>
                        <a:lnTo>
                          <a:pt x="255" y="3"/>
                        </a:lnTo>
                        <a:lnTo>
                          <a:pt x="255" y="3"/>
                        </a:lnTo>
                        <a:lnTo>
                          <a:pt x="65" y="3"/>
                        </a:lnTo>
                        <a:lnTo>
                          <a:pt x="65" y="3"/>
                        </a:lnTo>
                        <a:lnTo>
                          <a:pt x="65" y="3"/>
                        </a:lnTo>
                        <a:lnTo>
                          <a:pt x="65" y="0"/>
                        </a:lnTo>
                        <a:lnTo>
                          <a:pt x="0" y="0"/>
                        </a:lnTo>
                        <a:lnTo>
                          <a:pt x="0" y="29"/>
                        </a:lnTo>
                        <a:lnTo>
                          <a:pt x="65" y="29"/>
                        </a:lnTo>
                        <a:lnTo>
                          <a:pt x="65" y="29"/>
                        </a:lnTo>
                        <a:lnTo>
                          <a:pt x="147" y="109"/>
                        </a:lnTo>
                        <a:lnTo>
                          <a:pt x="65" y="194"/>
                        </a:lnTo>
                        <a:lnTo>
                          <a:pt x="65" y="194"/>
                        </a:lnTo>
                        <a:lnTo>
                          <a:pt x="0" y="194"/>
                        </a:lnTo>
                        <a:lnTo>
                          <a:pt x="0" y="220"/>
                        </a:lnTo>
                        <a:lnTo>
                          <a:pt x="65" y="220"/>
                        </a:lnTo>
                        <a:lnTo>
                          <a:pt x="65" y="218"/>
                        </a:lnTo>
                        <a:lnTo>
                          <a:pt x="65" y="218"/>
                        </a:lnTo>
                        <a:lnTo>
                          <a:pt x="255" y="218"/>
                        </a:lnTo>
                        <a:lnTo>
                          <a:pt x="255" y="220"/>
                        </a:lnTo>
                        <a:lnTo>
                          <a:pt x="321" y="220"/>
                        </a:lnTo>
                        <a:lnTo>
                          <a:pt x="321" y="194"/>
                        </a:lnTo>
                        <a:lnTo>
                          <a:pt x="255" y="194"/>
                        </a:lnTo>
                        <a:lnTo>
                          <a:pt x="255" y="194"/>
                        </a:lnTo>
                        <a:lnTo>
                          <a:pt x="173" y="109"/>
                        </a:lnTo>
                        <a:lnTo>
                          <a:pt x="255" y="29"/>
                        </a:lnTo>
                        <a:lnTo>
                          <a:pt x="255" y="29"/>
                        </a:lnTo>
                        <a:lnTo>
                          <a:pt x="321" y="29"/>
                        </a:lnTo>
                        <a:lnTo>
                          <a:pt x="321" y="0"/>
                        </a:lnTo>
                        <a:lnTo>
                          <a:pt x="255" y="0"/>
                        </a:lnTo>
                        <a:lnTo>
                          <a:pt x="255" y="3"/>
                        </a:lnTo>
                        <a:lnTo>
                          <a:pt x="255" y="3"/>
                        </a:lnTo>
                        <a:lnTo>
                          <a:pt x="255" y="3"/>
                        </a:lnTo>
                        <a:close/>
                        <a:moveTo>
                          <a:pt x="229" y="199"/>
                        </a:moveTo>
                        <a:lnTo>
                          <a:pt x="87" y="199"/>
                        </a:lnTo>
                        <a:lnTo>
                          <a:pt x="159" y="123"/>
                        </a:lnTo>
                        <a:lnTo>
                          <a:pt x="229" y="199"/>
                        </a:lnTo>
                        <a:lnTo>
                          <a:pt x="229" y="199"/>
                        </a:lnTo>
                        <a:lnTo>
                          <a:pt x="229" y="199"/>
                        </a:lnTo>
                        <a:close/>
                        <a:moveTo>
                          <a:pt x="159" y="98"/>
                        </a:moveTo>
                        <a:lnTo>
                          <a:pt x="87" y="23"/>
                        </a:lnTo>
                        <a:lnTo>
                          <a:pt x="229" y="23"/>
                        </a:lnTo>
                        <a:lnTo>
                          <a:pt x="159" y="98"/>
                        </a:lnTo>
                        <a:lnTo>
                          <a:pt x="159" y="98"/>
                        </a:lnTo>
                        <a:lnTo>
                          <a:pt x="159" y="98"/>
                        </a:ln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1600"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976" name="그룹 1975">
                  <a:extLst>
                    <a:ext uri="{FF2B5EF4-FFF2-40B4-BE49-F238E27FC236}">
                      <a16:creationId xmlns:a16="http://schemas.microsoft.com/office/drawing/2014/main" id="{F864FCEF-0D64-915C-1CC4-B749B8014895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4190698" y="3642406"/>
                  <a:ext cx="207943" cy="284690"/>
                  <a:chOff x="6361113" y="11072813"/>
                  <a:chExt cx="782638" cy="977900"/>
                </a:xfrm>
              </p:grpSpPr>
              <p:sp>
                <p:nvSpPr>
                  <p:cNvPr id="1977" name="Freeform 140">
                    <a:extLst>
                      <a:ext uri="{FF2B5EF4-FFF2-40B4-BE49-F238E27FC236}">
                        <a16:creationId xmlns:a16="http://schemas.microsoft.com/office/drawing/2014/main" id="{57060F3B-0AB8-3D91-5FB1-D6E5B9AB8919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6389688" y="11104563"/>
                    <a:ext cx="722313" cy="915988"/>
                  </a:xfrm>
                  <a:custGeom>
                    <a:avLst/>
                    <a:gdLst>
                      <a:gd name="T0" fmla="*/ 394 w 394"/>
                      <a:gd name="T1" fmla="*/ 498 h 500"/>
                      <a:gd name="T2" fmla="*/ 390 w 394"/>
                      <a:gd name="T3" fmla="*/ 500 h 500"/>
                      <a:gd name="T4" fmla="*/ 5 w 394"/>
                      <a:gd name="T5" fmla="*/ 500 h 500"/>
                      <a:gd name="T6" fmla="*/ 0 w 394"/>
                      <a:gd name="T7" fmla="*/ 498 h 500"/>
                      <a:gd name="T8" fmla="*/ 0 w 394"/>
                      <a:gd name="T9" fmla="*/ 258 h 500"/>
                      <a:gd name="T10" fmla="*/ 394 w 394"/>
                      <a:gd name="T11" fmla="*/ 258 h 500"/>
                      <a:gd name="T12" fmla="*/ 394 w 394"/>
                      <a:gd name="T13" fmla="*/ 498 h 500"/>
                      <a:gd name="T14" fmla="*/ 394 w 394"/>
                      <a:gd name="T15" fmla="*/ 498 h 500"/>
                      <a:gd name="T16" fmla="*/ 0 w 394"/>
                      <a:gd name="T17" fmla="*/ 4 h 500"/>
                      <a:gd name="T18" fmla="*/ 5 w 394"/>
                      <a:gd name="T19" fmla="*/ 0 h 500"/>
                      <a:gd name="T20" fmla="*/ 390 w 394"/>
                      <a:gd name="T21" fmla="*/ 0 h 500"/>
                      <a:gd name="T22" fmla="*/ 394 w 394"/>
                      <a:gd name="T23" fmla="*/ 4 h 500"/>
                      <a:gd name="T24" fmla="*/ 394 w 394"/>
                      <a:gd name="T25" fmla="*/ 242 h 500"/>
                      <a:gd name="T26" fmla="*/ 0 w 394"/>
                      <a:gd name="T27" fmla="*/ 242 h 500"/>
                      <a:gd name="T28" fmla="*/ 0 w 394"/>
                      <a:gd name="T29" fmla="*/ 4 h 500"/>
                      <a:gd name="T30" fmla="*/ 0 w 394"/>
                      <a:gd name="T31" fmla="*/ 4 h 5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</a:cxnLst>
                    <a:rect l="0" t="0" r="r" b="b"/>
                    <a:pathLst>
                      <a:path w="394" h="500">
                        <a:moveTo>
                          <a:pt x="394" y="498"/>
                        </a:moveTo>
                        <a:cubicBezTo>
                          <a:pt x="394" y="500"/>
                          <a:pt x="392" y="500"/>
                          <a:pt x="390" y="500"/>
                        </a:cubicBezTo>
                        <a:cubicBezTo>
                          <a:pt x="5" y="500"/>
                          <a:pt x="5" y="500"/>
                          <a:pt x="5" y="500"/>
                        </a:cubicBezTo>
                        <a:cubicBezTo>
                          <a:pt x="2" y="500"/>
                          <a:pt x="0" y="500"/>
                          <a:pt x="0" y="498"/>
                        </a:cubicBezTo>
                        <a:cubicBezTo>
                          <a:pt x="0" y="258"/>
                          <a:pt x="0" y="258"/>
                          <a:pt x="0" y="258"/>
                        </a:cubicBezTo>
                        <a:cubicBezTo>
                          <a:pt x="394" y="258"/>
                          <a:pt x="394" y="258"/>
                          <a:pt x="394" y="258"/>
                        </a:cubicBezTo>
                        <a:cubicBezTo>
                          <a:pt x="394" y="498"/>
                          <a:pt x="394" y="498"/>
                          <a:pt x="394" y="498"/>
                        </a:cubicBezTo>
                        <a:cubicBezTo>
                          <a:pt x="394" y="498"/>
                          <a:pt x="394" y="498"/>
                          <a:pt x="394" y="498"/>
                        </a:cubicBezTo>
                        <a:close/>
                        <a:moveTo>
                          <a:pt x="0" y="4"/>
                        </a:moveTo>
                        <a:cubicBezTo>
                          <a:pt x="0" y="2"/>
                          <a:pt x="2" y="0"/>
                          <a:pt x="5" y="0"/>
                        </a:cubicBezTo>
                        <a:cubicBezTo>
                          <a:pt x="390" y="0"/>
                          <a:pt x="390" y="0"/>
                          <a:pt x="390" y="0"/>
                        </a:cubicBezTo>
                        <a:cubicBezTo>
                          <a:pt x="392" y="0"/>
                          <a:pt x="394" y="2"/>
                          <a:pt x="394" y="4"/>
                        </a:cubicBezTo>
                        <a:cubicBezTo>
                          <a:pt x="394" y="242"/>
                          <a:pt x="394" y="242"/>
                          <a:pt x="394" y="242"/>
                        </a:cubicBezTo>
                        <a:cubicBezTo>
                          <a:pt x="0" y="242"/>
                          <a:pt x="0" y="242"/>
                          <a:pt x="0" y="242"/>
                        </a:cubicBezTo>
                        <a:cubicBezTo>
                          <a:pt x="0" y="4"/>
                          <a:pt x="0" y="4"/>
                          <a:pt x="0" y="4"/>
                        </a:cubicBezTo>
                        <a:cubicBezTo>
                          <a:pt x="0" y="4"/>
                          <a:pt x="0" y="4"/>
                          <a:pt x="0" y="4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1600"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978" name="Freeform 129">
                    <a:extLst>
                      <a:ext uri="{FF2B5EF4-FFF2-40B4-BE49-F238E27FC236}">
                        <a16:creationId xmlns:a16="http://schemas.microsoft.com/office/drawing/2014/main" id="{AD2B406D-E4FC-BF80-ACFF-FDFC202E1C44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6361113" y="11072813"/>
                    <a:ext cx="782638" cy="977900"/>
                  </a:xfrm>
                  <a:custGeom>
                    <a:avLst/>
                    <a:gdLst>
                      <a:gd name="T0" fmla="*/ 406 w 427"/>
                      <a:gd name="T1" fmla="*/ 0 h 534"/>
                      <a:gd name="T2" fmla="*/ 21 w 427"/>
                      <a:gd name="T3" fmla="*/ 0 h 534"/>
                      <a:gd name="T4" fmla="*/ 0 w 427"/>
                      <a:gd name="T5" fmla="*/ 21 h 534"/>
                      <a:gd name="T6" fmla="*/ 0 w 427"/>
                      <a:gd name="T7" fmla="*/ 267 h 534"/>
                      <a:gd name="T8" fmla="*/ 0 w 427"/>
                      <a:gd name="T9" fmla="*/ 515 h 534"/>
                      <a:gd name="T10" fmla="*/ 21 w 427"/>
                      <a:gd name="T11" fmla="*/ 534 h 534"/>
                      <a:gd name="T12" fmla="*/ 406 w 427"/>
                      <a:gd name="T13" fmla="*/ 534 h 534"/>
                      <a:gd name="T14" fmla="*/ 427 w 427"/>
                      <a:gd name="T15" fmla="*/ 515 h 534"/>
                      <a:gd name="T16" fmla="*/ 427 w 427"/>
                      <a:gd name="T17" fmla="*/ 267 h 534"/>
                      <a:gd name="T18" fmla="*/ 427 w 427"/>
                      <a:gd name="T19" fmla="*/ 21 h 534"/>
                      <a:gd name="T20" fmla="*/ 406 w 427"/>
                      <a:gd name="T21" fmla="*/ 0 h 534"/>
                      <a:gd name="T22" fmla="*/ 410 w 427"/>
                      <a:gd name="T23" fmla="*/ 515 h 534"/>
                      <a:gd name="T24" fmla="*/ 406 w 427"/>
                      <a:gd name="T25" fmla="*/ 517 h 534"/>
                      <a:gd name="T26" fmla="*/ 21 w 427"/>
                      <a:gd name="T27" fmla="*/ 517 h 534"/>
                      <a:gd name="T28" fmla="*/ 16 w 427"/>
                      <a:gd name="T29" fmla="*/ 515 h 534"/>
                      <a:gd name="T30" fmla="*/ 16 w 427"/>
                      <a:gd name="T31" fmla="*/ 275 h 534"/>
                      <a:gd name="T32" fmla="*/ 410 w 427"/>
                      <a:gd name="T33" fmla="*/ 275 h 534"/>
                      <a:gd name="T34" fmla="*/ 410 w 427"/>
                      <a:gd name="T35" fmla="*/ 515 h 534"/>
                      <a:gd name="T36" fmla="*/ 410 w 427"/>
                      <a:gd name="T37" fmla="*/ 515 h 534"/>
                      <a:gd name="T38" fmla="*/ 16 w 427"/>
                      <a:gd name="T39" fmla="*/ 21 h 534"/>
                      <a:gd name="T40" fmla="*/ 21 w 427"/>
                      <a:gd name="T41" fmla="*/ 17 h 534"/>
                      <a:gd name="T42" fmla="*/ 406 w 427"/>
                      <a:gd name="T43" fmla="*/ 17 h 534"/>
                      <a:gd name="T44" fmla="*/ 410 w 427"/>
                      <a:gd name="T45" fmla="*/ 21 h 534"/>
                      <a:gd name="T46" fmla="*/ 410 w 427"/>
                      <a:gd name="T47" fmla="*/ 259 h 534"/>
                      <a:gd name="T48" fmla="*/ 16 w 427"/>
                      <a:gd name="T49" fmla="*/ 259 h 534"/>
                      <a:gd name="T50" fmla="*/ 16 w 427"/>
                      <a:gd name="T51" fmla="*/ 21 h 534"/>
                      <a:gd name="T52" fmla="*/ 16 w 427"/>
                      <a:gd name="T53" fmla="*/ 21 h 53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</a:cxnLst>
                    <a:rect l="0" t="0" r="r" b="b"/>
                    <a:pathLst>
                      <a:path w="427" h="534">
                        <a:moveTo>
                          <a:pt x="406" y="0"/>
                        </a:moveTo>
                        <a:cubicBezTo>
                          <a:pt x="21" y="0"/>
                          <a:pt x="21" y="0"/>
                          <a:pt x="21" y="0"/>
                        </a:cubicBezTo>
                        <a:cubicBezTo>
                          <a:pt x="8" y="0"/>
                          <a:pt x="0" y="9"/>
                          <a:pt x="0" y="21"/>
                        </a:cubicBezTo>
                        <a:cubicBezTo>
                          <a:pt x="0" y="267"/>
                          <a:pt x="0" y="267"/>
                          <a:pt x="0" y="267"/>
                        </a:cubicBezTo>
                        <a:cubicBezTo>
                          <a:pt x="0" y="515"/>
                          <a:pt x="0" y="515"/>
                          <a:pt x="0" y="515"/>
                        </a:cubicBezTo>
                        <a:cubicBezTo>
                          <a:pt x="0" y="525"/>
                          <a:pt x="8" y="534"/>
                          <a:pt x="21" y="534"/>
                        </a:cubicBezTo>
                        <a:cubicBezTo>
                          <a:pt x="406" y="534"/>
                          <a:pt x="406" y="534"/>
                          <a:pt x="406" y="534"/>
                        </a:cubicBezTo>
                        <a:cubicBezTo>
                          <a:pt x="416" y="534"/>
                          <a:pt x="427" y="525"/>
                          <a:pt x="427" y="515"/>
                        </a:cubicBezTo>
                        <a:cubicBezTo>
                          <a:pt x="427" y="267"/>
                          <a:pt x="427" y="267"/>
                          <a:pt x="427" y="267"/>
                        </a:cubicBezTo>
                        <a:cubicBezTo>
                          <a:pt x="427" y="21"/>
                          <a:pt x="427" y="21"/>
                          <a:pt x="427" y="21"/>
                        </a:cubicBezTo>
                        <a:cubicBezTo>
                          <a:pt x="427" y="9"/>
                          <a:pt x="416" y="0"/>
                          <a:pt x="406" y="0"/>
                        </a:cubicBezTo>
                        <a:close/>
                        <a:moveTo>
                          <a:pt x="410" y="515"/>
                        </a:moveTo>
                        <a:cubicBezTo>
                          <a:pt x="410" y="517"/>
                          <a:pt x="408" y="517"/>
                          <a:pt x="406" y="517"/>
                        </a:cubicBezTo>
                        <a:cubicBezTo>
                          <a:pt x="21" y="517"/>
                          <a:pt x="21" y="517"/>
                          <a:pt x="21" y="517"/>
                        </a:cubicBezTo>
                        <a:cubicBezTo>
                          <a:pt x="18" y="517"/>
                          <a:pt x="16" y="517"/>
                          <a:pt x="16" y="515"/>
                        </a:cubicBezTo>
                        <a:cubicBezTo>
                          <a:pt x="16" y="275"/>
                          <a:pt x="16" y="275"/>
                          <a:pt x="16" y="275"/>
                        </a:cubicBezTo>
                        <a:cubicBezTo>
                          <a:pt x="410" y="275"/>
                          <a:pt x="410" y="275"/>
                          <a:pt x="410" y="275"/>
                        </a:cubicBezTo>
                        <a:cubicBezTo>
                          <a:pt x="410" y="515"/>
                          <a:pt x="410" y="515"/>
                          <a:pt x="410" y="515"/>
                        </a:cubicBezTo>
                        <a:cubicBezTo>
                          <a:pt x="410" y="515"/>
                          <a:pt x="410" y="515"/>
                          <a:pt x="410" y="515"/>
                        </a:cubicBezTo>
                        <a:close/>
                        <a:moveTo>
                          <a:pt x="16" y="21"/>
                        </a:moveTo>
                        <a:cubicBezTo>
                          <a:pt x="16" y="19"/>
                          <a:pt x="18" y="17"/>
                          <a:pt x="21" y="17"/>
                        </a:cubicBezTo>
                        <a:cubicBezTo>
                          <a:pt x="406" y="17"/>
                          <a:pt x="406" y="17"/>
                          <a:pt x="406" y="17"/>
                        </a:cubicBezTo>
                        <a:cubicBezTo>
                          <a:pt x="408" y="17"/>
                          <a:pt x="410" y="19"/>
                          <a:pt x="410" y="21"/>
                        </a:cubicBezTo>
                        <a:cubicBezTo>
                          <a:pt x="410" y="259"/>
                          <a:pt x="410" y="259"/>
                          <a:pt x="410" y="259"/>
                        </a:cubicBezTo>
                        <a:cubicBezTo>
                          <a:pt x="16" y="259"/>
                          <a:pt x="16" y="259"/>
                          <a:pt x="16" y="259"/>
                        </a:cubicBezTo>
                        <a:cubicBezTo>
                          <a:pt x="16" y="21"/>
                          <a:pt x="16" y="21"/>
                          <a:pt x="16" y="21"/>
                        </a:cubicBezTo>
                        <a:cubicBezTo>
                          <a:pt x="16" y="21"/>
                          <a:pt x="16" y="21"/>
                          <a:pt x="16" y="21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1600"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979" name="Freeform 130">
                    <a:extLst>
                      <a:ext uri="{FF2B5EF4-FFF2-40B4-BE49-F238E27FC236}">
                        <a16:creationId xmlns:a16="http://schemas.microsoft.com/office/drawing/2014/main" id="{F5F44559-BDCD-B557-4130-C98AAF5DBA95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6711951" y="11747500"/>
                    <a:ext cx="106363" cy="106363"/>
                  </a:xfrm>
                  <a:custGeom>
                    <a:avLst/>
                    <a:gdLst>
                      <a:gd name="T0" fmla="*/ 58 w 58"/>
                      <a:gd name="T1" fmla="*/ 28 h 58"/>
                      <a:gd name="T2" fmla="*/ 28 w 58"/>
                      <a:gd name="T3" fmla="*/ 0 h 58"/>
                      <a:gd name="T4" fmla="*/ 0 w 58"/>
                      <a:gd name="T5" fmla="*/ 28 h 58"/>
                      <a:gd name="T6" fmla="*/ 28 w 58"/>
                      <a:gd name="T7" fmla="*/ 58 h 58"/>
                      <a:gd name="T8" fmla="*/ 58 w 58"/>
                      <a:gd name="T9" fmla="*/ 28 h 58"/>
                      <a:gd name="T10" fmla="*/ 28 w 58"/>
                      <a:gd name="T11" fmla="*/ 17 h 58"/>
                      <a:gd name="T12" fmla="*/ 41 w 58"/>
                      <a:gd name="T13" fmla="*/ 28 h 58"/>
                      <a:gd name="T14" fmla="*/ 28 w 58"/>
                      <a:gd name="T15" fmla="*/ 41 h 58"/>
                      <a:gd name="T16" fmla="*/ 17 w 58"/>
                      <a:gd name="T17" fmla="*/ 28 h 58"/>
                      <a:gd name="T18" fmla="*/ 28 w 58"/>
                      <a:gd name="T19" fmla="*/ 17 h 5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58" h="58">
                        <a:moveTo>
                          <a:pt x="58" y="28"/>
                        </a:moveTo>
                        <a:cubicBezTo>
                          <a:pt x="58" y="13"/>
                          <a:pt x="45" y="0"/>
                          <a:pt x="28" y="0"/>
                        </a:cubicBezTo>
                        <a:cubicBezTo>
                          <a:pt x="13" y="0"/>
                          <a:pt x="0" y="13"/>
                          <a:pt x="0" y="28"/>
                        </a:cubicBezTo>
                        <a:cubicBezTo>
                          <a:pt x="0" y="45"/>
                          <a:pt x="13" y="58"/>
                          <a:pt x="28" y="58"/>
                        </a:cubicBezTo>
                        <a:cubicBezTo>
                          <a:pt x="45" y="58"/>
                          <a:pt x="58" y="45"/>
                          <a:pt x="58" y="28"/>
                        </a:cubicBezTo>
                        <a:close/>
                        <a:moveTo>
                          <a:pt x="28" y="17"/>
                        </a:moveTo>
                        <a:cubicBezTo>
                          <a:pt x="34" y="17"/>
                          <a:pt x="41" y="22"/>
                          <a:pt x="41" y="28"/>
                        </a:cubicBezTo>
                        <a:cubicBezTo>
                          <a:pt x="41" y="34"/>
                          <a:pt x="34" y="41"/>
                          <a:pt x="28" y="41"/>
                        </a:cubicBezTo>
                        <a:cubicBezTo>
                          <a:pt x="22" y="41"/>
                          <a:pt x="17" y="34"/>
                          <a:pt x="17" y="28"/>
                        </a:cubicBezTo>
                        <a:cubicBezTo>
                          <a:pt x="17" y="22"/>
                          <a:pt x="22" y="17"/>
                          <a:pt x="28" y="1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1600"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980" name="Freeform 131">
                    <a:extLst>
                      <a:ext uri="{FF2B5EF4-FFF2-40B4-BE49-F238E27FC236}">
                        <a16:creationId xmlns:a16="http://schemas.microsoft.com/office/drawing/2014/main" id="{541E525D-AB96-7276-F5F7-3A15EEFB1BE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724651" y="11612563"/>
                    <a:ext cx="79375" cy="119063"/>
                  </a:xfrm>
                  <a:custGeom>
                    <a:avLst/>
                    <a:gdLst>
                      <a:gd name="T0" fmla="*/ 11 w 44"/>
                      <a:gd name="T1" fmla="*/ 24 h 65"/>
                      <a:gd name="T2" fmla="*/ 15 w 44"/>
                      <a:gd name="T3" fmla="*/ 20 h 65"/>
                      <a:gd name="T4" fmla="*/ 15 w 44"/>
                      <a:gd name="T5" fmla="*/ 49 h 65"/>
                      <a:gd name="T6" fmla="*/ 15 w 44"/>
                      <a:gd name="T7" fmla="*/ 59 h 65"/>
                      <a:gd name="T8" fmla="*/ 21 w 44"/>
                      <a:gd name="T9" fmla="*/ 65 h 65"/>
                      <a:gd name="T10" fmla="*/ 27 w 44"/>
                      <a:gd name="T11" fmla="*/ 59 h 65"/>
                      <a:gd name="T12" fmla="*/ 27 w 44"/>
                      <a:gd name="T13" fmla="*/ 49 h 65"/>
                      <a:gd name="T14" fmla="*/ 27 w 44"/>
                      <a:gd name="T15" fmla="*/ 20 h 65"/>
                      <a:gd name="T16" fmla="*/ 31 w 44"/>
                      <a:gd name="T17" fmla="*/ 24 h 65"/>
                      <a:gd name="T18" fmla="*/ 36 w 44"/>
                      <a:gd name="T19" fmla="*/ 26 h 65"/>
                      <a:gd name="T20" fmla="*/ 40 w 44"/>
                      <a:gd name="T21" fmla="*/ 24 h 65"/>
                      <a:gd name="T22" fmla="*/ 40 w 44"/>
                      <a:gd name="T23" fmla="*/ 16 h 65"/>
                      <a:gd name="T24" fmla="*/ 25 w 44"/>
                      <a:gd name="T25" fmla="*/ 2 h 65"/>
                      <a:gd name="T26" fmla="*/ 23 w 44"/>
                      <a:gd name="T27" fmla="*/ 0 h 65"/>
                      <a:gd name="T28" fmla="*/ 21 w 44"/>
                      <a:gd name="T29" fmla="*/ 0 h 65"/>
                      <a:gd name="T30" fmla="*/ 19 w 44"/>
                      <a:gd name="T31" fmla="*/ 0 h 65"/>
                      <a:gd name="T32" fmla="*/ 17 w 44"/>
                      <a:gd name="T33" fmla="*/ 2 h 65"/>
                      <a:gd name="T34" fmla="*/ 2 w 44"/>
                      <a:gd name="T35" fmla="*/ 16 h 65"/>
                      <a:gd name="T36" fmla="*/ 2 w 44"/>
                      <a:gd name="T37" fmla="*/ 24 h 65"/>
                      <a:gd name="T38" fmla="*/ 11 w 44"/>
                      <a:gd name="T39" fmla="*/ 24 h 6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44" h="65">
                        <a:moveTo>
                          <a:pt x="11" y="24"/>
                        </a:moveTo>
                        <a:cubicBezTo>
                          <a:pt x="15" y="20"/>
                          <a:pt x="15" y="20"/>
                          <a:pt x="15" y="20"/>
                        </a:cubicBezTo>
                        <a:cubicBezTo>
                          <a:pt x="15" y="49"/>
                          <a:pt x="15" y="49"/>
                          <a:pt x="15" y="49"/>
                        </a:cubicBezTo>
                        <a:cubicBezTo>
                          <a:pt x="15" y="59"/>
                          <a:pt x="15" y="59"/>
                          <a:pt x="15" y="59"/>
                        </a:cubicBezTo>
                        <a:cubicBezTo>
                          <a:pt x="15" y="61"/>
                          <a:pt x="19" y="65"/>
                          <a:pt x="21" y="65"/>
                        </a:cubicBezTo>
                        <a:cubicBezTo>
                          <a:pt x="25" y="65"/>
                          <a:pt x="27" y="61"/>
                          <a:pt x="27" y="59"/>
                        </a:cubicBezTo>
                        <a:cubicBezTo>
                          <a:pt x="27" y="49"/>
                          <a:pt x="27" y="49"/>
                          <a:pt x="27" y="49"/>
                        </a:cubicBezTo>
                        <a:cubicBezTo>
                          <a:pt x="27" y="20"/>
                          <a:pt x="27" y="20"/>
                          <a:pt x="27" y="20"/>
                        </a:cubicBezTo>
                        <a:cubicBezTo>
                          <a:pt x="31" y="24"/>
                          <a:pt x="31" y="24"/>
                          <a:pt x="31" y="24"/>
                        </a:cubicBezTo>
                        <a:cubicBezTo>
                          <a:pt x="33" y="26"/>
                          <a:pt x="36" y="26"/>
                          <a:pt x="36" y="26"/>
                        </a:cubicBezTo>
                        <a:cubicBezTo>
                          <a:pt x="38" y="26"/>
                          <a:pt x="40" y="26"/>
                          <a:pt x="40" y="24"/>
                        </a:cubicBezTo>
                        <a:cubicBezTo>
                          <a:pt x="44" y="22"/>
                          <a:pt x="44" y="18"/>
                          <a:pt x="40" y="16"/>
                        </a:cubicBezTo>
                        <a:cubicBezTo>
                          <a:pt x="25" y="2"/>
                          <a:pt x="25" y="2"/>
                          <a:pt x="25" y="2"/>
                        </a:cubicBezTo>
                        <a:cubicBezTo>
                          <a:pt x="25" y="2"/>
                          <a:pt x="25" y="0"/>
                          <a:pt x="23" y="0"/>
                        </a:cubicBezTo>
                        <a:cubicBezTo>
                          <a:pt x="23" y="0"/>
                          <a:pt x="23" y="0"/>
                          <a:pt x="21" y="0"/>
                        </a:cubicBezTo>
                        <a:cubicBezTo>
                          <a:pt x="19" y="0"/>
                          <a:pt x="19" y="0"/>
                          <a:pt x="19" y="0"/>
                        </a:cubicBezTo>
                        <a:cubicBezTo>
                          <a:pt x="17" y="2"/>
                          <a:pt x="17" y="2"/>
                          <a:pt x="17" y="2"/>
                        </a:cubicBezTo>
                        <a:cubicBezTo>
                          <a:pt x="2" y="16"/>
                          <a:pt x="2" y="16"/>
                          <a:pt x="2" y="16"/>
                        </a:cubicBezTo>
                        <a:cubicBezTo>
                          <a:pt x="0" y="18"/>
                          <a:pt x="0" y="22"/>
                          <a:pt x="2" y="24"/>
                        </a:cubicBezTo>
                        <a:cubicBezTo>
                          <a:pt x="4" y="26"/>
                          <a:pt x="9" y="26"/>
                          <a:pt x="11" y="24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1600"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981" name="Freeform 132">
                    <a:extLst>
                      <a:ext uri="{FF2B5EF4-FFF2-40B4-BE49-F238E27FC236}">
                        <a16:creationId xmlns:a16="http://schemas.microsoft.com/office/drawing/2014/main" id="{A30D4B5A-F674-C1DA-83C3-59C2B12CE7B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624638" y="11668125"/>
                    <a:ext cx="98425" cy="92075"/>
                  </a:xfrm>
                  <a:custGeom>
                    <a:avLst/>
                    <a:gdLst>
                      <a:gd name="T0" fmla="*/ 7 w 53"/>
                      <a:gd name="T1" fmla="*/ 33 h 50"/>
                      <a:gd name="T2" fmla="*/ 13 w 53"/>
                      <a:gd name="T3" fmla="*/ 27 h 50"/>
                      <a:gd name="T4" fmla="*/ 13 w 53"/>
                      <a:gd name="T5" fmla="*/ 21 h 50"/>
                      <a:gd name="T6" fmla="*/ 34 w 53"/>
                      <a:gd name="T7" fmla="*/ 40 h 50"/>
                      <a:gd name="T8" fmla="*/ 40 w 53"/>
                      <a:gd name="T9" fmla="*/ 48 h 50"/>
                      <a:gd name="T10" fmla="*/ 46 w 53"/>
                      <a:gd name="T11" fmla="*/ 50 h 50"/>
                      <a:gd name="T12" fmla="*/ 51 w 53"/>
                      <a:gd name="T13" fmla="*/ 48 h 50"/>
                      <a:gd name="T14" fmla="*/ 51 w 53"/>
                      <a:gd name="T15" fmla="*/ 40 h 50"/>
                      <a:gd name="T16" fmla="*/ 42 w 53"/>
                      <a:gd name="T17" fmla="*/ 31 h 50"/>
                      <a:gd name="T18" fmla="*/ 23 w 53"/>
                      <a:gd name="T19" fmla="*/ 12 h 50"/>
                      <a:gd name="T20" fmla="*/ 30 w 53"/>
                      <a:gd name="T21" fmla="*/ 12 h 50"/>
                      <a:gd name="T22" fmla="*/ 36 w 53"/>
                      <a:gd name="T23" fmla="*/ 6 h 50"/>
                      <a:gd name="T24" fmla="*/ 30 w 53"/>
                      <a:gd name="T25" fmla="*/ 0 h 50"/>
                      <a:gd name="T26" fmla="*/ 7 w 53"/>
                      <a:gd name="T27" fmla="*/ 0 h 50"/>
                      <a:gd name="T28" fmla="*/ 5 w 53"/>
                      <a:gd name="T29" fmla="*/ 0 h 50"/>
                      <a:gd name="T30" fmla="*/ 3 w 53"/>
                      <a:gd name="T31" fmla="*/ 2 h 50"/>
                      <a:gd name="T32" fmla="*/ 3 w 53"/>
                      <a:gd name="T33" fmla="*/ 4 h 50"/>
                      <a:gd name="T34" fmla="*/ 0 w 53"/>
                      <a:gd name="T35" fmla="*/ 6 h 50"/>
                      <a:gd name="T36" fmla="*/ 0 w 53"/>
                      <a:gd name="T37" fmla="*/ 27 h 50"/>
                      <a:gd name="T38" fmla="*/ 7 w 53"/>
                      <a:gd name="T39" fmla="*/ 33 h 5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53" h="50">
                        <a:moveTo>
                          <a:pt x="7" y="33"/>
                        </a:moveTo>
                        <a:cubicBezTo>
                          <a:pt x="11" y="33"/>
                          <a:pt x="13" y="31"/>
                          <a:pt x="13" y="27"/>
                        </a:cubicBezTo>
                        <a:cubicBezTo>
                          <a:pt x="13" y="21"/>
                          <a:pt x="13" y="21"/>
                          <a:pt x="13" y="21"/>
                        </a:cubicBezTo>
                        <a:cubicBezTo>
                          <a:pt x="34" y="40"/>
                          <a:pt x="34" y="40"/>
                          <a:pt x="34" y="40"/>
                        </a:cubicBezTo>
                        <a:cubicBezTo>
                          <a:pt x="40" y="48"/>
                          <a:pt x="40" y="48"/>
                          <a:pt x="40" y="48"/>
                        </a:cubicBezTo>
                        <a:cubicBezTo>
                          <a:pt x="42" y="50"/>
                          <a:pt x="44" y="50"/>
                          <a:pt x="46" y="50"/>
                        </a:cubicBezTo>
                        <a:cubicBezTo>
                          <a:pt x="46" y="50"/>
                          <a:pt x="49" y="50"/>
                          <a:pt x="51" y="48"/>
                        </a:cubicBezTo>
                        <a:cubicBezTo>
                          <a:pt x="53" y="46"/>
                          <a:pt x="53" y="42"/>
                          <a:pt x="51" y="40"/>
                        </a:cubicBezTo>
                        <a:cubicBezTo>
                          <a:pt x="42" y="31"/>
                          <a:pt x="42" y="31"/>
                          <a:pt x="42" y="31"/>
                        </a:cubicBezTo>
                        <a:cubicBezTo>
                          <a:pt x="23" y="12"/>
                          <a:pt x="23" y="12"/>
                          <a:pt x="23" y="12"/>
                        </a:cubicBezTo>
                        <a:cubicBezTo>
                          <a:pt x="30" y="12"/>
                          <a:pt x="30" y="12"/>
                          <a:pt x="30" y="12"/>
                        </a:cubicBezTo>
                        <a:cubicBezTo>
                          <a:pt x="32" y="12"/>
                          <a:pt x="36" y="10"/>
                          <a:pt x="36" y="6"/>
                        </a:cubicBezTo>
                        <a:cubicBezTo>
                          <a:pt x="36" y="2"/>
                          <a:pt x="32" y="0"/>
                          <a:pt x="30" y="0"/>
                        </a:cubicBezTo>
                        <a:cubicBezTo>
                          <a:pt x="7" y="0"/>
                          <a:pt x="7" y="0"/>
                          <a:pt x="7" y="0"/>
                        </a:cubicBezTo>
                        <a:cubicBezTo>
                          <a:pt x="7" y="0"/>
                          <a:pt x="7" y="0"/>
                          <a:pt x="5" y="0"/>
                        </a:cubicBezTo>
                        <a:cubicBezTo>
                          <a:pt x="5" y="0"/>
                          <a:pt x="5" y="0"/>
                          <a:pt x="3" y="2"/>
                        </a:cubicBezTo>
                        <a:cubicBezTo>
                          <a:pt x="3" y="2"/>
                          <a:pt x="3" y="2"/>
                          <a:pt x="3" y="4"/>
                        </a:cubicBezTo>
                        <a:cubicBezTo>
                          <a:pt x="3" y="4"/>
                          <a:pt x="0" y="4"/>
                          <a:pt x="0" y="6"/>
                        </a:cubicBezTo>
                        <a:cubicBezTo>
                          <a:pt x="0" y="27"/>
                          <a:pt x="0" y="27"/>
                          <a:pt x="0" y="27"/>
                        </a:cubicBezTo>
                        <a:cubicBezTo>
                          <a:pt x="0" y="31"/>
                          <a:pt x="5" y="33"/>
                          <a:pt x="7" y="33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1600"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982" name="Freeform 133">
                    <a:extLst>
                      <a:ext uri="{FF2B5EF4-FFF2-40B4-BE49-F238E27FC236}">
                        <a16:creationId xmlns:a16="http://schemas.microsoft.com/office/drawing/2014/main" id="{DF4DF80F-9089-8865-4F8F-AEFD74AB300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583363" y="11763375"/>
                    <a:ext cx="117475" cy="80963"/>
                  </a:xfrm>
                  <a:custGeom>
                    <a:avLst/>
                    <a:gdLst>
                      <a:gd name="T0" fmla="*/ 2 w 64"/>
                      <a:gd name="T1" fmla="*/ 27 h 44"/>
                      <a:gd name="T2" fmla="*/ 16 w 64"/>
                      <a:gd name="T3" fmla="*/ 42 h 44"/>
                      <a:gd name="T4" fmla="*/ 20 w 64"/>
                      <a:gd name="T5" fmla="*/ 44 h 44"/>
                      <a:gd name="T6" fmla="*/ 25 w 64"/>
                      <a:gd name="T7" fmla="*/ 42 h 44"/>
                      <a:gd name="T8" fmla="*/ 25 w 64"/>
                      <a:gd name="T9" fmla="*/ 33 h 44"/>
                      <a:gd name="T10" fmla="*/ 20 w 64"/>
                      <a:gd name="T11" fmla="*/ 29 h 44"/>
                      <a:gd name="T12" fmla="*/ 47 w 64"/>
                      <a:gd name="T13" fmla="*/ 29 h 44"/>
                      <a:gd name="T14" fmla="*/ 58 w 64"/>
                      <a:gd name="T15" fmla="*/ 29 h 44"/>
                      <a:gd name="T16" fmla="*/ 64 w 64"/>
                      <a:gd name="T17" fmla="*/ 23 h 44"/>
                      <a:gd name="T18" fmla="*/ 58 w 64"/>
                      <a:gd name="T19" fmla="*/ 17 h 44"/>
                      <a:gd name="T20" fmla="*/ 47 w 64"/>
                      <a:gd name="T21" fmla="*/ 17 h 44"/>
                      <a:gd name="T22" fmla="*/ 20 w 64"/>
                      <a:gd name="T23" fmla="*/ 17 h 44"/>
                      <a:gd name="T24" fmla="*/ 25 w 64"/>
                      <a:gd name="T25" fmla="*/ 13 h 44"/>
                      <a:gd name="T26" fmla="*/ 25 w 64"/>
                      <a:gd name="T27" fmla="*/ 2 h 44"/>
                      <a:gd name="T28" fmla="*/ 16 w 64"/>
                      <a:gd name="T29" fmla="*/ 2 h 44"/>
                      <a:gd name="T30" fmla="*/ 2 w 64"/>
                      <a:gd name="T31" fmla="*/ 19 h 44"/>
                      <a:gd name="T32" fmla="*/ 0 w 64"/>
                      <a:gd name="T33" fmla="*/ 19 h 44"/>
                      <a:gd name="T34" fmla="*/ 0 w 64"/>
                      <a:gd name="T35" fmla="*/ 23 h 44"/>
                      <a:gd name="T36" fmla="*/ 0 w 64"/>
                      <a:gd name="T37" fmla="*/ 25 h 44"/>
                      <a:gd name="T38" fmla="*/ 2 w 64"/>
                      <a:gd name="T39" fmla="*/ 27 h 4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64" h="44">
                        <a:moveTo>
                          <a:pt x="2" y="27"/>
                        </a:moveTo>
                        <a:cubicBezTo>
                          <a:pt x="16" y="42"/>
                          <a:pt x="16" y="42"/>
                          <a:pt x="16" y="42"/>
                        </a:cubicBezTo>
                        <a:cubicBezTo>
                          <a:pt x="16" y="42"/>
                          <a:pt x="18" y="44"/>
                          <a:pt x="20" y="44"/>
                        </a:cubicBezTo>
                        <a:cubicBezTo>
                          <a:pt x="23" y="44"/>
                          <a:pt x="23" y="42"/>
                          <a:pt x="25" y="42"/>
                        </a:cubicBezTo>
                        <a:cubicBezTo>
                          <a:pt x="27" y="40"/>
                          <a:pt x="27" y="35"/>
                          <a:pt x="25" y="33"/>
                        </a:cubicBezTo>
                        <a:cubicBezTo>
                          <a:pt x="20" y="29"/>
                          <a:pt x="20" y="29"/>
                          <a:pt x="20" y="29"/>
                        </a:cubicBezTo>
                        <a:cubicBezTo>
                          <a:pt x="47" y="29"/>
                          <a:pt x="47" y="29"/>
                          <a:pt x="47" y="29"/>
                        </a:cubicBezTo>
                        <a:cubicBezTo>
                          <a:pt x="58" y="29"/>
                          <a:pt x="58" y="29"/>
                          <a:pt x="58" y="29"/>
                        </a:cubicBezTo>
                        <a:cubicBezTo>
                          <a:pt x="62" y="29"/>
                          <a:pt x="64" y="25"/>
                          <a:pt x="64" y="23"/>
                        </a:cubicBezTo>
                        <a:cubicBezTo>
                          <a:pt x="64" y="19"/>
                          <a:pt x="62" y="17"/>
                          <a:pt x="58" y="17"/>
                        </a:cubicBezTo>
                        <a:cubicBezTo>
                          <a:pt x="47" y="17"/>
                          <a:pt x="47" y="17"/>
                          <a:pt x="47" y="17"/>
                        </a:cubicBezTo>
                        <a:cubicBezTo>
                          <a:pt x="20" y="17"/>
                          <a:pt x="20" y="17"/>
                          <a:pt x="20" y="17"/>
                        </a:cubicBezTo>
                        <a:cubicBezTo>
                          <a:pt x="25" y="13"/>
                          <a:pt x="25" y="13"/>
                          <a:pt x="25" y="13"/>
                        </a:cubicBezTo>
                        <a:cubicBezTo>
                          <a:pt x="27" y="8"/>
                          <a:pt x="27" y="6"/>
                          <a:pt x="25" y="2"/>
                        </a:cubicBezTo>
                        <a:cubicBezTo>
                          <a:pt x="23" y="0"/>
                          <a:pt x="18" y="0"/>
                          <a:pt x="16" y="2"/>
                        </a:cubicBezTo>
                        <a:cubicBezTo>
                          <a:pt x="2" y="19"/>
                          <a:pt x="2" y="19"/>
                          <a:pt x="2" y="19"/>
                        </a:cubicBezTo>
                        <a:cubicBezTo>
                          <a:pt x="0" y="19"/>
                          <a:pt x="0" y="19"/>
                          <a:pt x="0" y="19"/>
                        </a:cubicBezTo>
                        <a:cubicBezTo>
                          <a:pt x="0" y="21"/>
                          <a:pt x="0" y="21"/>
                          <a:pt x="0" y="23"/>
                        </a:cubicBezTo>
                        <a:cubicBezTo>
                          <a:pt x="0" y="23"/>
                          <a:pt x="0" y="23"/>
                          <a:pt x="0" y="25"/>
                        </a:cubicBezTo>
                        <a:cubicBezTo>
                          <a:pt x="0" y="25"/>
                          <a:pt x="0" y="25"/>
                          <a:pt x="2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1600"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983" name="Freeform 134">
                    <a:extLst>
                      <a:ext uri="{FF2B5EF4-FFF2-40B4-BE49-F238E27FC236}">
                        <a16:creationId xmlns:a16="http://schemas.microsoft.com/office/drawing/2014/main" id="{C27BF5BE-7FA7-B06C-5C1F-6A2C3DF64A2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634163" y="11844338"/>
                    <a:ext cx="90488" cy="95250"/>
                  </a:xfrm>
                  <a:custGeom>
                    <a:avLst/>
                    <a:gdLst>
                      <a:gd name="T0" fmla="*/ 39 w 49"/>
                      <a:gd name="T1" fmla="*/ 4 h 52"/>
                      <a:gd name="T2" fmla="*/ 31 w 49"/>
                      <a:gd name="T3" fmla="*/ 10 h 52"/>
                      <a:gd name="T4" fmla="*/ 12 w 49"/>
                      <a:gd name="T5" fmla="*/ 31 h 52"/>
                      <a:gd name="T6" fmla="*/ 12 w 49"/>
                      <a:gd name="T7" fmla="*/ 25 h 52"/>
                      <a:gd name="T8" fmla="*/ 6 w 49"/>
                      <a:gd name="T9" fmla="*/ 18 h 52"/>
                      <a:gd name="T10" fmla="*/ 0 w 49"/>
                      <a:gd name="T11" fmla="*/ 25 h 52"/>
                      <a:gd name="T12" fmla="*/ 0 w 49"/>
                      <a:gd name="T13" fmla="*/ 45 h 52"/>
                      <a:gd name="T14" fmla="*/ 0 w 49"/>
                      <a:gd name="T15" fmla="*/ 47 h 52"/>
                      <a:gd name="T16" fmla="*/ 2 w 49"/>
                      <a:gd name="T17" fmla="*/ 50 h 52"/>
                      <a:gd name="T18" fmla="*/ 4 w 49"/>
                      <a:gd name="T19" fmla="*/ 52 h 52"/>
                      <a:gd name="T20" fmla="*/ 6 w 49"/>
                      <a:gd name="T21" fmla="*/ 52 h 52"/>
                      <a:gd name="T22" fmla="*/ 27 w 49"/>
                      <a:gd name="T23" fmla="*/ 52 h 52"/>
                      <a:gd name="T24" fmla="*/ 33 w 49"/>
                      <a:gd name="T25" fmla="*/ 45 h 52"/>
                      <a:gd name="T26" fmla="*/ 27 w 49"/>
                      <a:gd name="T27" fmla="*/ 39 h 52"/>
                      <a:gd name="T28" fmla="*/ 21 w 49"/>
                      <a:gd name="T29" fmla="*/ 39 h 52"/>
                      <a:gd name="T30" fmla="*/ 41 w 49"/>
                      <a:gd name="T31" fmla="*/ 18 h 52"/>
                      <a:gd name="T32" fmla="*/ 47 w 49"/>
                      <a:gd name="T33" fmla="*/ 12 h 52"/>
                      <a:gd name="T34" fmla="*/ 47 w 49"/>
                      <a:gd name="T35" fmla="*/ 4 h 52"/>
                      <a:gd name="T36" fmla="*/ 39 w 49"/>
                      <a:gd name="T37" fmla="*/ 4 h 5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</a:cxnLst>
                    <a:rect l="0" t="0" r="r" b="b"/>
                    <a:pathLst>
                      <a:path w="49" h="52">
                        <a:moveTo>
                          <a:pt x="39" y="4"/>
                        </a:moveTo>
                        <a:cubicBezTo>
                          <a:pt x="31" y="10"/>
                          <a:pt x="31" y="10"/>
                          <a:pt x="31" y="10"/>
                        </a:cubicBezTo>
                        <a:cubicBezTo>
                          <a:pt x="12" y="31"/>
                          <a:pt x="12" y="31"/>
                          <a:pt x="12" y="31"/>
                        </a:cubicBezTo>
                        <a:cubicBezTo>
                          <a:pt x="12" y="25"/>
                          <a:pt x="12" y="25"/>
                          <a:pt x="12" y="25"/>
                        </a:cubicBezTo>
                        <a:cubicBezTo>
                          <a:pt x="12" y="20"/>
                          <a:pt x="10" y="18"/>
                          <a:pt x="6" y="18"/>
                        </a:cubicBezTo>
                        <a:cubicBezTo>
                          <a:pt x="2" y="18"/>
                          <a:pt x="0" y="20"/>
                          <a:pt x="0" y="25"/>
                        </a:cubicBezTo>
                        <a:cubicBezTo>
                          <a:pt x="0" y="45"/>
                          <a:pt x="0" y="45"/>
                          <a:pt x="0" y="45"/>
                        </a:cubicBezTo>
                        <a:cubicBezTo>
                          <a:pt x="0" y="47"/>
                          <a:pt x="0" y="47"/>
                          <a:pt x="0" y="47"/>
                        </a:cubicBezTo>
                        <a:cubicBezTo>
                          <a:pt x="2" y="50"/>
                          <a:pt x="2" y="50"/>
                          <a:pt x="2" y="50"/>
                        </a:cubicBezTo>
                        <a:cubicBezTo>
                          <a:pt x="2" y="50"/>
                          <a:pt x="2" y="50"/>
                          <a:pt x="4" y="52"/>
                        </a:cubicBezTo>
                        <a:cubicBezTo>
                          <a:pt x="6" y="52"/>
                          <a:pt x="6" y="52"/>
                          <a:pt x="6" y="52"/>
                        </a:cubicBezTo>
                        <a:cubicBezTo>
                          <a:pt x="27" y="52"/>
                          <a:pt x="27" y="52"/>
                          <a:pt x="27" y="52"/>
                        </a:cubicBezTo>
                        <a:cubicBezTo>
                          <a:pt x="31" y="52"/>
                          <a:pt x="33" y="47"/>
                          <a:pt x="33" y="45"/>
                        </a:cubicBezTo>
                        <a:cubicBezTo>
                          <a:pt x="33" y="41"/>
                          <a:pt x="31" y="39"/>
                          <a:pt x="27" y="39"/>
                        </a:cubicBezTo>
                        <a:cubicBezTo>
                          <a:pt x="21" y="39"/>
                          <a:pt x="21" y="39"/>
                          <a:pt x="21" y="39"/>
                        </a:cubicBezTo>
                        <a:cubicBezTo>
                          <a:pt x="41" y="18"/>
                          <a:pt x="41" y="18"/>
                          <a:pt x="41" y="18"/>
                        </a:cubicBezTo>
                        <a:cubicBezTo>
                          <a:pt x="47" y="12"/>
                          <a:pt x="47" y="12"/>
                          <a:pt x="47" y="12"/>
                        </a:cubicBezTo>
                        <a:cubicBezTo>
                          <a:pt x="49" y="10"/>
                          <a:pt x="49" y="6"/>
                          <a:pt x="47" y="4"/>
                        </a:cubicBezTo>
                        <a:cubicBezTo>
                          <a:pt x="45" y="0"/>
                          <a:pt x="41" y="0"/>
                          <a:pt x="39" y="4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1600"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984" name="Freeform 135">
                    <a:extLst>
                      <a:ext uri="{FF2B5EF4-FFF2-40B4-BE49-F238E27FC236}">
                        <a16:creationId xmlns:a16="http://schemas.microsoft.com/office/drawing/2014/main" id="{C521FB5A-85D8-E4DA-AC26-05F8784C750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727826" y="11868150"/>
                    <a:ext cx="80963" cy="117475"/>
                  </a:xfrm>
                  <a:custGeom>
                    <a:avLst/>
                    <a:gdLst>
                      <a:gd name="T0" fmla="*/ 33 w 44"/>
                      <a:gd name="T1" fmla="*/ 39 h 64"/>
                      <a:gd name="T2" fmla="*/ 29 w 44"/>
                      <a:gd name="T3" fmla="*/ 43 h 64"/>
                      <a:gd name="T4" fmla="*/ 29 w 44"/>
                      <a:gd name="T5" fmla="*/ 15 h 64"/>
                      <a:gd name="T6" fmla="*/ 29 w 44"/>
                      <a:gd name="T7" fmla="*/ 6 h 64"/>
                      <a:gd name="T8" fmla="*/ 23 w 44"/>
                      <a:gd name="T9" fmla="*/ 0 h 64"/>
                      <a:gd name="T10" fmla="*/ 17 w 44"/>
                      <a:gd name="T11" fmla="*/ 6 h 64"/>
                      <a:gd name="T12" fmla="*/ 17 w 44"/>
                      <a:gd name="T13" fmla="*/ 17 h 64"/>
                      <a:gd name="T14" fmla="*/ 17 w 44"/>
                      <a:gd name="T15" fmla="*/ 43 h 64"/>
                      <a:gd name="T16" fmla="*/ 13 w 44"/>
                      <a:gd name="T17" fmla="*/ 39 h 64"/>
                      <a:gd name="T18" fmla="*/ 2 w 44"/>
                      <a:gd name="T19" fmla="*/ 39 h 64"/>
                      <a:gd name="T20" fmla="*/ 2 w 44"/>
                      <a:gd name="T21" fmla="*/ 48 h 64"/>
                      <a:gd name="T22" fmla="*/ 19 w 44"/>
                      <a:gd name="T23" fmla="*/ 64 h 64"/>
                      <a:gd name="T24" fmla="*/ 21 w 44"/>
                      <a:gd name="T25" fmla="*/ 64 h 64"/>
                      <a:gd name="T26" fmla="*/ 23 w 44"/>
                      <a:gd name="T27" fmla="*/ 64 h 64"/>
                      <a:gd name="T28" fmla="*/ 25 w 44"/>
                      <a:gd name="T29" fmla="*/ 64 h 64"/>
                      <a:gd name="T30" fmla="*/ 27 w 44"/>
                      <a:gd name="T31" fmla="*/ 64 h 64"/>
                      <a:gd name="T32" fmla="*/ 42 w 44"/>
                      <a:gd name="T33" fmla="*/ 48 h 64"/>
                      <a:gd name="T34" fmla="*/ 42 w 44"/>
                      <a:gd name="T35" fmla="*/ 39 h 64"/>
                      <a:gd name="T36" fmla="*/ 33 w 44"/>
                      <a:gd name="T37" fmla="*/ 39 h 6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</a:cxnLst>
                    <a:rect l="0" t="0" r="r" b="b"/>
                    <a:pathLst>
                      <a:path w="44" h="64">
                        <a:moveTo>
                          <a:pt x="33" y="39"/>
                        </a:moveTo>
                        <a:cubicBezTo>
                          <a:pt x="29" y="43"/>
                          <a:pt x="29" y="43"/>
                          <a:pt x="29" y="43"/>
                        </a:cubicBezTo>
                        <a:cubicBezTo>
                          <a:pt x="29" y="15"/>
                          <a:pt x="29" y="15"/>
                          <a:pt x="29" y="15"/>
                        </a:cubicBezTo>
                        <a:cubicBezTo>
                          <a:pt x="29" y="6"/>
                          <a:pt x="29" y="6"/>
                          <a:pt x="29" y="6"/>
                        </a:cubicBezTo>
                        <a:cubicBezTo>
                          <a:pt x="29" y="2"/>
                          <a:pt x="25" y="0"/>
                          <a:pt x="23" y="0"/>
                        </a:cubicBezTo>
                        <a:cubicBezTo>
                          <a:pt x="19" y="0"/>
                          <a:pt x="17" y="2"/>
                          <a:pt x="17" y="6"/>
                        </a:cubicBezTo>
                        <a:cubicBezTo>
                          <a:pt x="17" y="17"/>
                          <a:pt x="17" y="17"/>
                          <a:pt x="17" y="17"/>
                        </a:cubicBezTo>
                        <a:cubicBezTo>
                          <a:pt x="17" y="43"/>
                          <a:pt x="17" y="43"/>
                          <a:pt x="17" y="43"/>
                        </a:cubicBezTo>
                        <a:cubicBezTo>
                          <a:pt x="13" y="39"/>
                          <a:pt x="13" y="39"/>
                          <a:pt x="13" y="39"/>
                        </a:cubicBezTo>
                        <a:cubicBezTo>
                          <a:pt x="11" y="37"/>
                          <a:pt x="6" y="37"/>
                          <a:pt x="2" y="39"/>
                        </a:cubicBezTo>
                        <a:cubicBezTo>
                          <a:pt x="0" y="41"/>
                          <a:pt x="0" y="45"/>
                          <a:pt x="2" y="48"/>
                        </a:cubicBezTo>
                        <a:cubicBezTo>
                          <a:pt x="19" y="64"/>
                          <a:pt x="19" y="64"/>
                          <a:pt x="19" y="64"/>
                        </a:cubicBezTo>
                        <a:cubicBezTo>
                          <a:pt x="19" y="64"/>
                          <a:pt x="19" y="64"/>
                          <a:pt x="21" y="64"/>
                        </a:cubicBezTo>
                        <a:cubicBezTo>
                          <a:pt x="21" y="64"/>
                          <a:pt x="21" y="64"/>
                          <a:pt x="23" y="64"/>
                        </a:cubicBezTo>
                        <a:cubicBezTo>
                          <a:pt x="23" y="64"/>
                          <a:pt x="23" y="64"/>
                          <a:pt x="25" y="64"/>
                        </a:cubicBezTo>
                        <a:cubicBezTo>
                          <a:pt x="27" y="64"/>
                          <a:pt x="27" y="64"/>
                          <a:pt x="27" y="64"/>
                        </a:cubicBezTo>
                        <a:cubicBezTo>
                          <a:pt x="42" y="48"/>
                          <a:pt x="42" y="48"/>
                          <a:pt x="42" y="48"/>
                        </a:cubicBezTo>
                        <a:cubicBezTo>
                          <a:pt x="44" y="45"/>
                          <a:pt x="44" y="41"/>
                          <a:pt x="42" y="39"/>
                        </a:cubicBezTo>
                        <a:cubicBezTo>
                          <a:pt x="40" y="37"/>
                          <a:pt x="35" y="37"/>
                          <a:pt x="33" y="39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1600"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985" name="Freeform 136">
                    <a:extLst>
                      <a:ext uri="{FF2B5EF4-FFF2-40B4-BE49-F238E27FC236}">
                        <a16:creationId xmlns:a16="http://schemas.microsoft.com/office/drawing/2014/main" id="{0138E12F-8FD2-D5A5-BCE0-BF686CEC80A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808788" y="11839575"/>
                    <a:ext cx="95250" cy="92075"/>
                  </a:xfrm>
                  <a:custGeom>
                    <a:avLst/>
                    <a:gdLst>
                      <a:gd name="T0" fmla="*/ 45 w 52"/>
                      <a:gd name="T1" fmla="*/ 17 h 50"/>
                      <a:gd name="T2" fmla="*/ 39 w 52"/>
                      <a:gd name="T3" fmla="*/ 23 h 50"/>
                      <a:gd name="T4" fmla="*/ 39 w 52"/>
                      <a:gd name="T5" fmla="*/ 29 h 50"/>
                      <a:gd name="T6" fmla="*/ 18 w 52"/>
                      <a:gd name="T7" fmla="*/ 8 h 50"/>
                      <a:gd name="T8" fmla="*/ 12 w 52"/>
                      <a:gd name="T9" fmla="*/ 2 h 50"/>
                      <a:gd name="T10" fmla="*/ 4 w 52"/>
                      <a:gd name="T11" fmla="*/ 2 h 50"/>
                      <a:gd name="T12" fmla="*/ 4 w 52"/>
                      <a:gd name="T13" fmla="*/ 10 h 50"/>
                      <a:gd name="T14" fmla="*/ 10 w 52"/>
                      <a:gd name="T15" fmla="*/ 19 h 50"/>
                      <a:gd name="T16" fmla="*/ 31 w 52"/>
                      <a:gd name="T17" fmla="*/ 38 h 50"/>
                      <a:gd name="T18" fmla="*/ 25 w 52"/>
                      <a:gd name="T19" fmla="*/ 38 h 50"/>
                      <a:gd name="T20" fmla="*/ 18 w 52"/>
                      <a:gd name="T21" fmla="*/ 44 h 50"/>
                      <a:gd name="T22" fmla="*/ 25 w 52"/>
                      <a:gd name="T23" fmla="*/ 50 h 50"/>
                      <a:gd name="T24" fmla="*/ 45 w 52"/>
                      <a:gd name="T25" fmla="*/ 50 h 50"/>
                      <a:gd name="T26" fmla="*/ 47 w 52"/>
                      <a:gd name="T27" fmla="*/ 50 h 50"/>
                      <a:gd name="T28" fmla="*/ 50 w 52"/>
                      <a:gd name="T29" fmla="*/ 48 h 50"/>
                      <a:gd name="T30" fmla="*/ 52 w 52"/>
                      <a:gd name="T31" fmla="*/ 46 h 50"/>
                      <a:gd name="T32" fmla="*/ 52 w 52"/>
                      <a:gd name="T33" fmla="*/ 44 h 50"/>
                      <a:gd name="T34" fmla="*/ 52 w 52"/>
                      <a:gd name="T35" fmla="*/ 23 h 50"/>
                      <a:gd name="T36" fmla="*/ 45 w 52"/>
                      <a:gd name="T37" fmla="*/ 17 h 5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</a:cxnLst>
                    <a:rect l="0" t="0" r="r" b="b"/>
                    <a:pathLst>
                      <a:path w="52" h="50">
                        <a:moveTo>
                          <a:pt x="45" y="17"/>
                        </a:moveTo>
                        <a:cubicBezTo>
                          <a:pt x="41" y="17"/>
                          <a:pt x="39" y="21"/>
                          <a:pt x="39" y="23"/>
                        </a:cubicBezTo>
                        <a:cubicBezTo>
                          <a:pt x="39" y="29"/>
                          <a:pt x="39" y="29"/>
                          <a:pt x="39" y="29"/>
                        </a:cubicBezTo>
                        <a:cubicBezTo>
                          <a:pt x="18" y="8"/>
                          <a:pt x="18" y="8"/>
                          <a:pt x="18" y="8"/>
                        </a:cubicBezTo>
                        <a:cubicBezTo>
                          <a:pt x="12" y="2"/>
                          <a:pt x="12" y="2"/>
                          <a:pt x="12" y="2"/>
                        </a:cubicBezTo>
                        <a:cubicBezTo>
                          <a:pt x="10" y="0"/>
                          <a:pt x="6" y="0"/>
                          <a:pt x="4" y="2"/>
                        </a:cubicBezTo>
                        <a:cubicBezTo>
                          <a:pt x="0" y="4"/>
                          <a:pt x="0" y="8"/>
                          <a:pt x="4" y="10"/>
                        </a:cubicBezTo>
                        <a:cubicBezTo>
                          <a:pt x="10" y="19"/>
                          <a:pt x="10" y="19"/>
                          <a:pt x="10" y="19"/>
                        </a:cubicBezTo>
                        <a:cubicBezTo>
                          <a:pt x="31" y="38"/>
                          <a:pt x="31" y="38"/>
                          <a:pt x="31" y="38"/>
                        </a:cubicBezTo>
                        <a:cubicBezTo>
                          <a:pt x="25" y="38"/>
                          <a:pt x="25" y="38"/>
                          <a:pt x="25" y="38"/>
                        </a:cubicBezTo>
                        <a:cubicBezTo>
                          <a:pt x="21" y="38"/>
                          <a:pt x="18" y="42"/>
                          <a:pt x="18" y="44"/>
                        </a:cubicBezTo>
                        <a:cubicBezTo>
                          <a:pt x="18" y="48"/>
                          <a:pt x="21" y="50"/>
                          <a:pt x="25" y="50"/>
                        </a:cubicBezTo>
                        <a:cubicBezTo>
                          <a:pt x="45" y="50"/>
                          <a:pt x="45" y="50"/>
                          <a:pt x="45" y="50"/>
                        </a:cubicBezTo>
                        <a:cubicBezTo>
                          <a:pt x="47" y="50"/>
                          <a:pt x="47" y="50"/>
                          <a:pt x="47" y="50"/>
                        </a:cubicBezTo>
                        <a:cubicBezTo>
                          <a:pt x="47" y="50"/>
                          <a:pt x="50" y="50"/>
                          <a:pt x="50" y="48"/>
                        </a:cubicBezTo>
                        <a:cubicBezTo>
                          <a:pt x="50" y="48"/>
                          <a:pt x="50" y="48"/>
                          <a:pt x="52" y="46"/>
                        </a:cubicBezTo>
                        <a:cubicBezTo>
                          <a:pt x="52" y="46"/>
                          <a:pt x="52" y="46"/>
                          <a:pt x="52" y="44"/>
                        </a:cubicBezTo>
                        <a:cubicBezTo>
                          <a:pt x="52" y="23"/>
                          <a:pt x="52" y="23"/>
                          <a:pt x="52" y="23"/>
                        </a:cubicBezTo>
                        <a:cubicBezTo>
                          <a:pt x="52" y="21"/>
                          <a:pt x="47" y="17"/>
                          <a:pt x="45" y="1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1600"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986" name="Freeform 137">
                    <a:extLst>
                      <a:ext uri="{FF2B5EF4-FFF2-40B4-BE49-F238E27FC236}">
                        <a16:creationId xmlns:a16="http://schemas.microsoft.com/office/drawing/2014/main" id="{746051F3-1DB5-90EB-365B-77D9D10CC6B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827838" y="11758613"/>
                    <a:ext cx="125413" cy="77788"/>
                  </a:xfrm>
                  <a:custGeom>
                    <a:avLst/>
                    <a:gdLst>
                      <a:gd name="T0" fmla="*/ 44 w 68"/>
                      <a:gd name="T1" fmla="*/ 16 h 43"/>
                      <a:gd name="T2" fmla="*/ 15 w 68"/>
                      <a:gd name="T3" fmla="*/ 16 h 43"/>
                      <a:gd name="T4" fmla="*/ 7 w 68"/>
                      <a:gd name="T5" fmla="*/ 16 h 43"/>
                      <a:gd name="T6" fmla="*/ 0 w 68"/>
                      <a:gd name="T7" fmla="*/ 23 h 43"/>
                      <a:gd name="T8" fmla="*/ 7 w 68"/>
                      <a:gd name="T9" fmla="*/ 29 h 43"/>
                      <a:gd name="T10" fmla="*/ 17 w 68"/>
                      <a:gd name="T11" fmla="*/ 29 h 43"/>
                      <a:gd name="T12" fmla="*/ 44 w 68"/>
                      <a:gd name="T13" fmla="*/ 29 h 43"/>
                      <a:gd name="T14" fmla="*/ 40 w 68"/>
                      <a:gd name="T15" fmla="*/ 33 h 43"/>
                      <a:gd name="T16" fmla="*/ 40 w 68"/>
                      <a:gd name="T17" fmla="*/ 41 h 43"/>
                      <a:gd name="T18" fmla="*/ 44 w 68"/>
                      <a:gd name="T19" fmla="*/ 43 h 43"/>
                      <a:gd name="T20" fmla="*/ 51 w 68"/>
                      <a:gd name="T21" fmla="*/ 41 h 43"/>
                      <a:gd name="T22" fmla="*/ 65 w 68"/>
                      <a:gd name="T23" fmla="*/ 27 h 43"/>
                      <a:gd name="T24" fmla="*/ 65 w 68"/>
                      <a:gd name="T25" fmla="*/ 25 h 43"/>
                      <a:gd name="T26" fmla="*/ 68 w 68"/>
                      <a:gd name="T27" fmla="*/ 23 h 43"/>
                      <a:gd name="T28" fmla="*/ 65 w 68"/>
                      <a:gd name="T29" fmla="*/ 18 h 43"/>
                      <a:gd name="T30" fmla="*/ 65 w 68"/>
                      <a:gd name="T31" fmla="*/ 16 h 43"/>
                      <a:gd name="T32" fmla="*/ 51 w 68"/>
                      <a:gd name="T33" fmla="*/ 2 h 43"/>
                      <a:gd name="T34" fmla="*/ 40 w 68"/>
                      <a:gd name="T35" fmla="*/ 2 h 43"/>
                      <a:gd name="T36" fmla="*/ 40 w 68"/>
                      <a:gd name="T37" fmla="*/ 12 h 43"/>
                      <a:gd name="T38" fmla="*/ 44 w 68"/>
                      <a:gd name="T39" fmla="*/ 16 h 43"/>
                      <a:gd name="T40" fmla="*/ 44 w 68"/>
                      <a:gd name="T41" fmla="*/ 16 h 4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</a:cxnLst>
                    <a:rect l="0" t="0" r="r" b="b"/>
                    <a:pathLst>
                      <a:path w="68" h="43">
                        <a:moveTo>
                          <a:pt x="44" y="16"/>
                        </a:moveTo>
                        <a:cubicBezTo>
                          <a:pt x="15" y="16"/>
                          <a:pt x="15" y="16"/>
                          <a:pt x="15" y="16"/>
                        </a:cubicBezTo>
                        <a:cubicBezTo>
                          <a:pt x="7" y="16"/>
                          <a:pt x="7" y="16"/>
                          <a:pt x="7" y="16"/>
                        </a:cubicBezTo>
                        <a:cubicBezTo>
                          <a:pt x="2" y="16"/>
                          <a:pt x="0" y="18"/>
                          <a:pt x="0" y="23"/>
                        </a:cubicBezTo>
                        <a:cubicBezTo>
                          <a:pt x="0" y="25"/>
                          <a:pt x="2" y="29"/>
                          <a:pt x="7" y="29"/>
                        </a:cubicBezTo>
                        <a:cubicBezTo>
                          <a:pt x="17" y="29"/>
                          <a:pt x="17" y="29"/>
                          <a:pt x="17" y="29"/>
                        </a:cubicBezTo>
                        <a:cubicBezTo>
                          <a:pt x="44" y="29"/>
                          <a:pt x="44" y="29"/>
                          <a:pt x="44" y="29"/>
                        </a:cubicBezTo>
                        <a:cubicBezTo>
                          <a:pt x="40" y="33"/>
                          <a:pt x="40" y="33"/>
                          <a:pt x="40" y="33"/>
                        </a:cubicBezTo>
                        <a:cubicBezTo>
                          <a:pt x="38" y="35"/>
                          <a:pt x="38" y="39"/>
                          <a:pt x="40" y="41"/>
                        </a:cubicBezTo>
                        <a:cubicBezTo>
                          <a:pt x="42" y="41"/>
                          <a:pt x="44" y="43"/>
                          <a:pt x="44" y="43"/>
                        </a:cubicBezTo>
                        <a:cubicBezTo>
                          <a:pt x="47" y="43"/>
                          <a:pt x="49" y="41"/>
                          <a:pt x="51" y="41"/>
                        </a:cubicBezTo>
                        <a:cubicBezTo>
                          <a:pt x="65" y="27"/>
                          <a:pt x="65" y="27"/>
                          <a:pt x="65" y="27"/>
                        </a:cubicBezTo>
                        <a:cubicBezTo>
                          <a:pt x="65" y="25"/>
                          <a:pt x="65" y="25"/>
                          <a:pt x="65" y="25"/>
                        </a:cubicBezTo>
                        <a:cubicBezTo>
                          <a:pt x="65" y="23"/>
                          <a:pt x="68" y="23"/>
                          <a:pt x="68" y="23"/>
                        </a:cubicBezTo>
                        <a:cubicBezTo>
                          <a:pt x="68" y="21"/>
                          <a:pt x="65" y="21"/>
                          <a:pt x="65" y="18"/>
                        </a:cubicBezTo>
                        <a:cubicBezTo>
                          <a:pt x="65" y="18"/>
                          <a:pt x="65" y="18"/>
                          <a:pt x="65" y="16"/>
                        </a:cubicBezTo>
                        <a:cubicBezTo>
                          <a:pt x="51" y="2"/>
                          <a:pt x="51" y="2"/>
                          <a:pt x="51" y="2"/>
                        </a:cubicBezTo>
                        <a:cubicBezTo>
                          <a:pt x="47" y="0"/>
                          <a:pt x="42" y="0"/>
                          <a:pt x="40" y="2"/>
                        </a:cubicBezTo>
                        <a:cubicBezTo>
                          <a:pt x="38" y="4"/>
                          <a:pt x="38" y="8"/>
                          <a:pt x="40" y="12"/>
                        </a:cubicBezTo>
                        <a:cubicBezTo>
                          <a:pt x="44" y="16"/>
                          <a:pt x="44" y="16"/>
                          <a:pt x="44" y="16"/>
                        </a:cubicBezTo>
                        <a:cubicBezTo>
                          <a:pt x="44" y="16"/>
                          <a:pt x="44" y="16"/>
                          <a:pt x="44" y="16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1600"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987" name="Freeform 138">
                    <a:extLst>
                      <a:ext uri="{FF2B5EF4-FFF2-40B4-BE49-F238E27FC236}">
                        <a16:creationId xmlns:a16="http://schemas.microsoft.com/office/drawing/2014/main" id="{55EFCBB0-48FF-0F1A-E4E9-DFBE032F6C9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804026" y="11660188"/>
                    <a:ext cx="90488" cy="98425"/>
                  </a:xfrm>
                  <a:custGeom>
                    <a:avLst/>
                    <a:gdLst>
                      <a:gd name="T0" fmla="*/ 6 w 49"/>
                      <a:gd name="T1" fmla="*/ 53 h 53"/>
                      <a:gd name="T2" fmla="*/ 10 w 49"/>
                      <a:gd name="T3" fmla="*/ 51 h 53"/>
                      <a:gd name="T4" fmla="*/ 18 w 49"/>
                      <a:gd name="T5" fmla="*/ 42 h 53"/>
                      <a:gd name="T6" fmla="*/ 37 w 49"/>
                      <a:gd name="T7" fmla="*/ 23 h 53"/>
                      <a:gd name="T8" fmla="*/ 37 w 49"/>
                      <a:gd name="T9" fmla="*/ 28 h 53"/>
                      <a:gd name="T10" fmla="*/ 43 w 49"/>
                      <a:gd name="T11" fmla="*/ 34 h 53"/>
                      <a:gd name="T12" fmla="*/ 49 w 49"/>
                      <a:gd name="T13" fmla="*/ 28 h 53"/>
                      <a:gd name="T14" fmla="*/ 49 w 49"/>
                      <a:gd name="T15" fmla="*/ 7 h 53"/>
                      <a:gd name="T16" fmla="*/ 49 w 49"/>
                      <a:gd name="T17" fmla="*/ 5 h 53"/>
                      <a:gd name="T18" fmla="*/ 47 w 49"/>
                      <a:gd name="T19" fmla="*/ 2 h 53"/>
                      <a:gd name="T20" fmla="*/ 47 w 49"/>
                      <a:gd name="T21" fmla="*/ 2 h 53"/>
                      <a:gd name="T22" fmla="*/ 43 w 49"/>
                      <a:gd name="T23" fmla="*/ 0 h 53"/>
                      <a:gd name="T24" fmla="*/ 22 w 49"/>
                      <a:gd name="T25" fmla="*/ 0 h 53"/>
                      <a:gd name="T26" fmla="*/ 16 w 49"/>
                      <a:gd name="T27" fmla="*/ 7 h 53"/>
                      <a:gd name="T28" fmla="*/ 22 w 49"/>
                      <a:gd name="T29" fmla="*/ 13 h 53"/>
                      <a:gd name="T30" fmla="*/ 28 w 49"/>
                      <a:gd name="T31" fmla="*/ 13 h 53"/>
                      <a:gd name="T32" fmla="*/ 10 w 49"/>
                      <a:gd name="T33" fmla="*/ 34 h 53"/>
                      <a:gd name="T34" fmla="*/ 2 w 49"/>
                      <a:gd name="T35" fmla="*/ 40 h 53"/>
                      <a:gd name="T36" fmla="*/ 2 w 49"/>
                      <a:gd name="T37" fmla="*/ 51 h 53"/>
                      <a:gd name="T38" fmla="*/ 6 w 49"/>
                      <a:gd name="T39" fmla="*/ 53 h 5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49" h="53">
                        <a:moveTo>
                          <a:pt x="6" y="53"/>
                        </a:moveTo>
                        <a:cubicBezTo>
                          <a:pt x="8" y="53"/>
                          <a:pt x="10" y="51"/>
                          <a:pt x="10" y="51"/>
                        </a:cubicBezTo>
                        <a:cubicBezTo>
                          <a:pt x="18" y="42"/>
                          <a:pt x="18" y="42"/>
                          <a:pt x="18" y="42"/>
                        </a:cubicBezTo>
                        <a:cubicBezTo>
                          <a:pt x="37" y="23"/>
                          <a:pt x="37" y="23"/>
                          <a:pt x="37" y="23"/>
                        </a:cubicBezTo>
                        <a:cubicBezTo>
                          <a:pt x="37" y="28"/>
                          <a:pt x="37" y="28"/>
                          <a:pt x="37" y="28"/>
                        </a:cubicBezTo>
                        <a:cubicBezTo>
                          <a:pt x="37" y="32"/>
                          <a:pt x="41" y="34"/>
                          <a:pt x="43" y="34"/>
                        </a:cubicBezTo>
                        <a:cubicBezTo>
                          <a:pt x="47" y="34"/>
                          <a:pt x="49" y="32"/>
                          <a:pt x="49" y="28"/>
                        </a:cubicBezTo>
                        <a:cubicBezTo>
                          <a:pt x="49" y="7"/>
                          <a:pt x="49" y="7"/>
                          <a:pt x="49" y="7"/>
                        </a:cubicBezTo>
                        <a:cubicBezTo>
                          <a:pt x="49" y="7"/>
                          <a:pt x="49" y="7"/>
                          <a:pt x="49" y="5"/>
                        </a:cubicBezTo>
                        <a:cubicBezTo>
                          <a:pt x="49" y="5"/>
                          <a:pt x="49" y="5"/>
                          <a:pt x="47" y="2"/>
                        </a:cubicBezTo>
                        <a:cubicBezTo>
                          <a:pt x="47" y="2"/>
                          <a:pt x="47" y="2"/>
                          <a:pt x="47" y="2"/>
                        </a:cubicBezTo>
                        <a:cubicBezTo>
                          <a:pt x="45" y="0"/>
                          <a:pt x="45" y="0"/>
                          <a:pt x="43" y="0"/>
                        </a:cubicBezTo>
                        <a:cubicBezTo>
                          <a:pt x="22" y="0"/>
                          <a:pt x="22" y="0"/>
                          <a:pt x="22" y="0"/>
                        </a:cubicBezTo>
                        <a:cubicBezTo>
                          <a:pt x="20" y="0"/>
                          <a:pt x="16" y="5"/>
                          <a:pt x="16" y="7"/>
                        </a:cubicBezTo>
                        <a:cubicBezTo>
                          <a:pt x="16" y="11"/>
                          <a:pt x="20" y="13"/>
                          <a:pt x="22" y="13"/>
                        </a:cubicBezTo>
                        <a:cubicBezTo>
                          <a:pt x="28" y="13"/>
                          <a:pt x="28" y="13"/>
                          <a:pt x="28" y="13"/>
                        </a:cubicBezTo>
                        <a:cubicBezTo>
                          <a:pt x="10" y="34"/>
                          <a:pt x="10" y="34"/>
                          <a:pt x="10" y="34"/>
                        </a:cubicBezTo>
                        <a:cubicBezTo>
                          <a:pt x="2" y="40"/>
                          <a:pt x="2" y="40"/>
                          <a:pt x="2" y="40"/>
                        </a:cubicBezTo>
                        <a:cubicBezTo>
                          <a:pt x="0" y="44"/>
                          <a:pt x="0" y="46"/>
                          <a:pt x="2" y="51"/>
                        </a:cubicBezTo>
                        <a:cubicBezTo>
                          <a:pt x="4" y="51"/>
                          <a:pt x="4" y="53"/>
                          <a:pt x="6" y="53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1600"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988" name="Freeform 139">
                    <a:extLst>
                      <a:ext uri="{FF2B5EF4-FFF2-40B4-BE49-F238E27FC236}">
                        <a16:creationId xmlns:a16="http://schemas.microsoft.com/office/drawing/2014/main" id="{C552A075-F943-C660-25B1-90F19AD7DF18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6499226" y="11152188"/>
                    <a:ext cx="509588" cy="349250"/>
                  </a:xfrm>
                  <a:custGeom>
                    <a:avLst/>
                    <a:gdLst>
                      <a:gd name="T0" fmla="*/ 255 w 321"/>
                      <a:gd name="T1" fmla="*/ 3 h 220"/>
                      <a:gd name="T2" fmla="*/ 255 w 321"/>
                      <a:gd name="T3" fmla="*/ 3 h 220"/>
                      <a:gd name="T4" fmla="*/ 255 w 321"/>
                      <a:gd name="T5" fmla="*/ 3 h 220"/>
                      <a:gd name="T6" fmla="*/ 65 w 321"/>
                      <a:gd name="T7" fmla="*/ 3 h 220"/>
                      <a:gd name="T8" fmla="*/ 65 w 321"/>
                      <a:gd name="T9" fmla="*/ 3 h 220"/>
                      <a:gd name="T10" fmla="*/ 65 w 321"/>
                      <a:gd name="T11" fmla="*/ 3 h 220"/>
                      <a:gd name="T12" fmla="*/ 65 w 321"/>
                      <a:gd name="T13" fmla="*/ 0 h 220"/>
                      <a:gd name="T14" fmla="*/ 0 w 321"/>
                      <a:gd name="T15" fmla="*/ 0 h 220"/>
                      <a:gd name="T16" fmla="*/ 0 w 321"/>
                      <a:gd name="T17" fmla="*/ 29 h 220"/>
                      <a:gd name="T18" fmla="*/ 65 w 321"/>
                      <a:gd name="T19" fmla="*/ 29 h 220"/>
                      <a:gd name="T20" fmla="*/ 65 w 321"/>
                      <a:gd name="T21" fmla="*/ 29 h 220"/>
                      <a:gd name="T22" fmla="*/ 147 w 321"/>
                      <a:gd name="T23" fmla="*/ 109 h 220"/>
                      <a:gd name="T24" fmla="*/ 65 w 321"/>
                      <a:gd name="T25" fmla="*/ 194 h 220"/>
                      <a:gd name="T26" fmla="*/ 65 w 321"/>
                      <a:gd name="T27" fmla="*/ 194 h 220"/>
                      <a:gd name="T28" fmla="*/ 0 w 321"/>
                      <a:gd name="T29" fmla="*/ 194 h 220"/>
                      <a:gd name="T30" fmla="*/ 0 w 321"/>
                      <a:gd name="T31" fmla="*/ 220 h 220"/>
                      <a:gd name="T32" fmla="*/ 65 w 321"/>
                      <a:gd name="T33" fmla="*/ 220 h 220"/>
                      <a:gd name="T34" fmla="*/ 65 w 321"/>
                      <a:gd name="T35" fmla="*/ 218 h 220"/>
                      <a:gd name="T36" fmla="*/ 65 w 321"/>
                      <a:gd name="T37" fmla="*/ 218 h 220"/>
                      <a:gd name="T38" fmla="*/ 255 w 321"/>
                      <a:gd name="T39" fmla="*/ 218 h 220"/>
                      <a:gd name="T40" fmla="*/ 255 w 321"/>
                      <a:gd name="T41" fmla="*/ 220 h 220"/>
                      <a:gd name="T42" fmla="*/ 321 w 321"/>
                      <a:gd name="T43" fmla="*/ 220 h 220"/>
                      <a:gd name="T44" fmla="*/ 321 w 321"/>
                      <a:gd name="T45" fmla="*/ 194 h 220"/>
                      <a:gd name="T46" fmla="*/ 255 w 321"/>
                      <a:gd name="T47" fmla="*/ 194 h 220"/>
                      <a:gd name="T48" fmla="*/ 255 w 321"/>
                      <a:gd name="T49" fmla="*/ 194 h 220"/>
                      <a:gd name="T50" fmla="*/ 173 w 321"/>
                      <a:gd name="T51" fmla="*/ 109 h 220"/>
                      <a:gd name="T52" fmla="*/ 255 w 321"/>
                      <a:gd name="T53" fmla="*/ 29 h 220"/>
                      <a:gd name="T54" fmla="*/ 255 w 321"/>
                      <a:gd name="T55" fmla="*/ 29 h 220"/>
                      <a:gd name="T56" fmla="*/ 321 w 321"/>
                      <a:gd name="T57" fmla="*/ 29 h 220"/>
                      <a:gd name="T58" fmla="*/ 321 w 321"/>
                      <a:gd name="T59" fmla="*/ 0 h 220"/>
                      <a:gd name="T60" fmla="*/ 255 w 321"/>
                      <a:gd name="T61" fmla="*/ 0 h 220"/>
                      <a:gd name="T62" fmla="*/ 255 w 321"/>
                      <a:gd name="T63" fmla="*/ 3 h 220"/>
                      <a:gd name="T64" fmla="*/ 255 w 321"/>
                      <a:gd name="T65" fmla="*/ 3 h 220"/>
                      <a:gd name="T66" fmla="*/ 255 w 321"/>
                      <a:gd name="T67" fmla="*/ 3 h 220"/>
                      <a:gd name="T68" fmla="*/ 229 w 321"/>
                      <a:gd name="T69" fmla="*/ 199 h 220"/>
                      <a:gd name="T70" fmla="*/ 87 w 321"/>
                      <a:gd name="T71" fmla="*/ 199 h 220"/>
                      <a:gd name="T72" fmla="*/ 159 w 321"/>
                      <a:gd name="T73" fmla="*/ 123 h 220"/>
                      <a:gd name="T74" fmla="*/ 229 w 321"/>
                      <a:gd name="T75" fmla="*/ 199 h 220"/>
                      <a:gd name="T76" fmla="*/ 229 w 321"/>
                      <a:gd name="T77" fmla="*/ 199 h 220"/>
                      <a:gd name="T78" fmla="*/ 229 w 321"/>
                      <a:gd name="T79" fmla="*/ 199 h 220"/>
                      <a:gd name="T80" fmla="*/ 159 w 321"/>
                      <a:gd name="T81" fmla="*/ 98 h 220"/>
                      <a:gd name="T82" fmla="*/ 87 w 321"/>
                      <a:gd name="T83" fmla="*/ 23 h 220"/>
                      <a:gd name="T84" fmla="*/ 229 w 321"/>
                      <a:gd name="T85" fmla="*/ 23 h 220"/>
                      <a:gd name="T86" fmla="*/ 159 w 321"/>
                      <a:gd name="T87" fmla="*/ 98 h 220"/>
                      <a:gd name="T88" fmla="*/ 159 w 321"/>
                      <a:gd name="T89" fmla="*/ 98 h 220"/>
                      <a:gd name="T90" fmla="*/ 159 w 321"/>
                      <a:gd name="T91" fmla="*/ 98 h 22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</a:cxnLst>
                    <a:rect l="0" t="0" r="r" b="b"/>
                    <a:pathLst>
                      <a:path w="321" h="220">
                        <a:moveTo>
                          <a:pt x="255" y="3"/>
                        </a:moveTo>
                        <a:lnTo>
                          <a:pt x="255" y="3"/>
                        </a:lnTo>
                        <a:lnTo>
                          <a:pt x="255" y="3"/>
                        </a:lnTo>
                        <a:lnTo>
                          <a:pt x="65" y="3"/>
                        </a:lnTo>
                        <a:lnTo>
                          <a:pt x="65" y="3"/>
                        </a:lnTo>
                        <a:lnTo>
                          <a:pt x="65" y="3"/>
                        </a:lnTo>
                        <a:lnTo>
                          <a:pt x="65" y="0"/>
                        </a:lnTo>
                        <a:lnTo>
                          <a:pt x="0" y="0"/>
                        </a:lnTo>
                        <a:lnTo>
                          <a:pt x="0" y="29"/>
                        </a:lnTo>
                        <a:lnTo>
                          <a:pt x="65" y="29"/>
                        </a:lnTo>
                        <a:lnTo>
                          <a:pt x="65" y="29"/>
                        </a:lnTo>
                        <a:lnTo>
                          <a:pt x="147" y="109"/>
                        </a:lnTo>
                        <a:lnTo>
                          <a:pt x="65" y="194"/>
                        </a:lnTo>
                        <a:lnTo>
                          <a:pt x="65" y="194"/>
                        </a:lnTo>
                        <a:lnTo>
                          <a:pt x="0" y="194"/>
                        </a:lnTo>
                        <a:lnTo>
                          <a:pt x="0" y="220"/>
                        </a:lnTo>
                        <a:lnTo>
                          <a:pt x="65" y="220"/>
                        </a:lnTo>
                        <a:lnTo>
                          <a:pt x="65" y="218"/>
                        </a:lnTo>
                        <a:lnTo>
                          <a:pt x="65" y="218"/>
                        </a:lnTo>
                        <a:lnTo>
                          <a:pt x="255" y="218"/>
                        </a:lnTo>
                        <a:lnTo>
                          <a:pt x="255" y="220"/>
                        </a:lnTo>
                        <a:lnTo>
                          <a:pt x="321" y="220"/>
                        </a:lnTo>
                        <a:lnTo>
                          <a:pt x="321" y="194"/>
                        </a:lnTo>
                        <a:lnTo>
                          <a:pt x="255" y="194"/>
                        </a:lnTo>
                        <a:lnTo>
                          <a:pt x="255" y="194"/>
                        </a:lnTo>
                        <a:lnTo>
                          <a:pt x="173" y="109"/>
                        </a:lnTo>
                        <a:lnTo>
                          <a:pt x="255" y="29"/>
                        </a:lnTo>
                        <a:lnTo>
                          <a:pt x="255" y="29"/>
                        </a:lnTo>
                        <a:lnTo>
                          <a:pt x="321" y="29"/>
                        </a:lnTo>
                        <a:lnTo>
                          <a:pt x="321" y="0"/>
                        </a:lnTo>
                        <a:lnTo>
                          <a:pt x="255" y="0"/>
                        </a:lnTo>
                        <a:lnTo>
                          <a:pt x="255" y="3"/>
                        </a:lnTo>
                        <a:lnTo>
                          <a:pt x="255" y="3"/>
                        </a:lnTo>
                        <a:lnTo>
                          <a:pt x="255" y="3"/>
                        </a:lnTo>
                        <a:close/>
                        <a:moveTo>
                          <a:pt x="229" y="199"/>
                        </a:moveTo>
                        <a:lnTo>
                          <a:pt x="87" y="199"/>
                        </a:lnTo>
                        <a:lnTo>
                          <a:pt x="159" y="123"/>
                        </a:lnTo>
                        <a:lnTo>
                          <a:pt x="229" y="199"/>
                        </a:lnTo>
                        <a:lnTo>
                          <a:pt x="229" y="199"/>
                        </a:lnTo>
                        <a:lnTo>
                          <a:pt x="229" y="199"/>
                        </a:lnTo>
                        <a:close/>
                        <a:moveTo>
                          <a:pt x="159" y="98"/>
                        </a:moveTo>
                        <a:lnTo>
                          <a:pt x="87" y="23"/>
                        </a:lnTo>
                        <a:lnTo>
                          <a:pt x="229" y="23"/>
                        </a:lnTo>
                        <a:lnTo>
                          <a:pt x="159" y="98"/>
                        </a:lnTo>
                        <a:lnTo>
                          <a:pt x="159" y="98"/>
                        </a:lnTo>
                        <a:lnTo>
                          <a:pt x="159" y="98"/>
                        </a:ln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1600"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</p:grpSp>
          </p:grpSp>
        </p:grpSp>
        <p:grpSp>
          <p:nvGrpSpPr>
            <p:cNvPr id="2001" name="그룹 2000">
              <a:extLst>
                <a:ext uri="{FF2B5EF4-FFF2-40B4-BE49-F238E27FC236}">
                  <a16:creationId xmlns:a16="http://schemas.microsoft.com/office/drawing/2014/main" id="{0E32F285-80B8-A0B5-FB91-2D985E412CCB}"/>
                </a:ext>
              </a:extLst>
            </p:cNvPr>
            <p:cNvGrpSpPr/>
            <p:nvPr/>
          </p:nvGrpSpPr>
          <p:grpSpPr>
            <a:xfrm>
              <a:off x="7689357" y="1672020"/>
              <a:ext cx="685188" cy="215626"/>
              <a:chOff x="6159260" y="3681255"/>
              <a:chExt cx="932363" cy="468000"/>
            </a:xfrm>
          </p:grpSpPr>
          <p:sp>
            <p:nvSpPr>
              <p:cNvPr id="2002" name="직사각형 2001">
                <a:extLst>
                  <a:ext uri="{FF2B5EF4-FFF2-40B4-BE49-F238E27FC236}">
                    <a16:creationId xmlns:a16="http://schemas.microsoft.com/office/drawing/2014/main" id="{A12FBDB5-AECF-669A-1F1B-8A0363940AC6}"/>
                  </a:ext>
                </a:extLst>
              </p:cNvPr>
              <p:cNvSpPr/>
              <p:nvPr/>
            </p:nvSpPr>
            <p:spPr>
              <a:xfrm>
                <a:off x="6159260" y="3681255"/>
                <a:ext cx="932363" cy="468000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75000"/>
                  </a:schemeClr>
                </a:solidFill>
                <a:prstDash val="solid"/>
              </a:ln>
              <a:effectLst/>
            </p:spPr>
            <p:txBody>
              <a:bodyPr wrap="square" lIns="0" tIns="36000" rIns="0" bIns="0" anchor="t">
                <a:noAutofit/>
              </a:bodyPr>
              <a:lstStyle/>
              <a:p>
                <a:pPr algn="ctr" defTabSz="1042988" eaLnBrk="0" latinLnBrk="0" hangingPunct="0">
                  <a:buClr>
                    <a:srgbClr val="3271AA"/>
                  </a:buClr>
                  <a:buSzPct val="140000"/>
                  <a:tabLst>
                    <a:tab pos="5648325" algn="l"/>
                  </a:tabLst>
                  <a:defRPr/>
                </a:pPr>
                <a:r>
                  <a:rPr lang="ko-KR" altLang="en-US" sz="5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0000600000000000000" pitchFamily="2" charset="-127"/>
                  </a:rPr>
                  <a:t>클라우드코어</a:t>
                </a:r>
                <a:endParaRPr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0000600000000000000" pitchFamily="2" charset="-127"/>
                </a:endParaRPr>
              </a:p>
            </p:txBody>
          </p:sp>
          <p:grpSp>
            <p:nvGrpSpPr>
              <p:cNvPr id="2003" name="그룹 2002">
                <a:extLst>
                  <a:ext uri="{FF2B5EF4-FFF2-40B4-BE49-F238E27FC236}">
                    <a16:creationId xmlns:a16="http://schemas.microsoft.com/office/drawing/2014/main" id="{4450114F-09E8-D60A-7637-364573238E6C}"/>
                  </a:ext>
                </a:extLst>
              </p:cNvPr>
              <p:cNvGrpSpPr/>
              <p:nvPr/>
            </p:nvGrpSpPr>
            <p:grpSpPr>
              <a:xfrm>
                <a:off x="6291125" y="3829505"/>
                <a:ext cx="675397" cy="284690"/>
                <a:chOff x="3723244" y="3642406"/>
                <a:chExt cx="675397" cy="284690"/>
              </a:xfrm>
            </p:grpSpPr>
            <p:cxnSp>
              <p:nvCxnSpPr>
                <p:cNvPr id="2004" name="직선 연결선 4228">
                  <a:extLst>
                    <a:ext uri="{FF2B5EF4-FFF2-40B4-BE49-F238E27FC236}">
                      <a16:creationId xmlns:a16="http://schemas.microsoft.com/office/drawing/2014/main" id="{10E63AF7-F756-9BA8-5B18-74C20E2FBA78}"/>
                    </a:ext>
                  </a:extLst>
                </p:cNvPr>
                <p:cNvCxnSpPr/>
                <p:nvPr/>
              </p:nvCxnSpPr>
              <p:spPr>
                <a:xfrm>
                  <a:off x="3909056" y="3786853"/>
                  <a:ext cx="306000" cy="0"/>
                </a:xfrm>
                <a:prstGeom prst="line">
                  <a:avLst/>
                </a:prstGeom>
                <a:ln w="57150" cmpd="dbl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05" name="원호 4229">
                  <a:extLst>
                    <a:ext uri="{FF2B5EF4-FFF2-40B4-BE49-F238E27FC236}">
                      <a16:creationId xmlns:a16="http://schemas.microsoft.com/office/drawing/2014/main" id="{486686AD-50A6-2416-A5D6-5B654F1A30E3}"/>
                    </a:ext>
                  </a:extLst>
                </p:cNvPr>
                <p:cNvSpPr/>
                <p:nvPr/>
              </p:nvSpPr>
              <p:spPr>
                <a:xfrm>
                  <a:off x="4045044" y="3745779"/>
                  <a:ext cx="34023" cy="82148"/>
                </a:xfrm>
                <a:prstGeom prst="arc">
                  <a:avLst>
                    <a:gd name="adj1" fmla="val 13028058"/>
                    <a:gd name="adj2" fmla="val 8838978"/>
                  </a:avLst>
                </a:prstGeom>
                <a:grpFill/>
                <a:ln w="9525">
                  <a:solidFill>
                    <a:schemeClr val="tx1">
                      <a:lumMod val="50000"/>
                      <a:lumOff val="50000"/>
                    </a:schemeClr>
                  </a:solidFill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lIns="83969" tIns="41985" rIns="83969" bIns="41985"/>
                <a:lstStyle/>
                <a:p>
                  <a:pPr latinLnBrk="0"/>
                  <a:endParaRPr lang="ko-KR" altLang="en-US" sz="1600" b="1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ea typeface="KoPub돋움체 Medium" panose="02020603020101020101" pitchFamily="18" charset="-127"/>
                  </a:endParaRPr>
                </a:p>
              </p:txBody>
            </p:sp>
            <p:sp>
              <p:nvSpPr>
                <p:cNvPr id="2006" name="Freeform 232">
                  <a:extLst>
                    <a:ext uri="{FF2B5EF4-FFF2-40B4-BE49-F238E27FC236}">
                      <a16:creationId xmlns:a16="http://schemas.microsoft.com/office/drawing/2014/main" id="{C17FDC6F-7FB6-0CB9-AA18-CD264184F4E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3776192" y="3692452"/>
                  <a:ext cx="108915" cy="86307"/>
                </a:xfrm>
                <a:custGeom>
                  <a:avLst/>
                  <a:gdLst>
                    <a:gd name="T0" fmla="*/ 238 w 238"/>
                    <a:gd name="T1" fmla="*/ 26 h 185"/>
                    <a:gd name="T2" fmla="*/ 238 w 238"/>
                    <a:gd name="T3" fmla="*/ 0 h 185"/>
                    <a:gd name="T4" fmla="*/ 184 w 238"/>
                    <a:gd name="T5" fmla="*/ 0 h 185"/>
                    <a:gd name="T6" fmla="*/ 184 w 238"/>
                    <a:gd name="T7" fmla="*/ 8 h 185"/>
                    <a:gd name="T8" fmla="*/ 52 w 238"/>
                    <a:gd name="T9" fmla="*/ 8 h 185"/>
                    <a:gd name="T10" fmla="*/ 52 w 238"/>
                    <a:gd name="T11" fmla="*/ 0 h 185"/>
                    <a:gd name="T12" fmla="*/ 0 w 238"/>
                    <a:gd name="T13" fmla="*/ 0 h 185"/>
                    <a:gd name="T14" fmla="*/ 0 w 238"/>
                    <a:gd name="T15" fmla="*/ 26 h 185"/>
                    <a:gd name="T16" fmla="*/ 22 w 238"/>
                    <a:gd name="T17" fmla="*/ 26 h 185"/>
                    <a:gd name="T18" fmla="*/ 22 w 238"/>
                    <a:gd name="T19" fmla="*/ 159 h 185"/>
                    <a:gd name="T20" fmla="*/ 0 w 238"/>
                    <a:gd name="T21" fmla="*/ 159 h 185"/>
                    <a:gd name="T22" fmla="*/ 0 w 238"/>
                    <a:gd name="T23" fmla="*/ 185 h 185"/>
                    <a:gd name="T24" fmla="*/ 52 w 238"/>
                    <a:gd name="T25" fmla="*/ 185 h 185"/>
                    <a:gd name="T26" fmla="*/ 52 w 238"/>
                    <a:gd name="T27" fmla="*/ 177 h 185"/>
                    <a:gd name="T28" fmla="*/ 184 w 238"/>
                    <a:gd name="T29" fmla="*/ 177 h 185"/>
                    <a:gd name="T30" fmla="*/ 184 w 238"/>
                    <a:gd name="T31" fmla="*/ 185 h 185"/>
                    <a:gd name="T32" fmla="*/ 238 w 238"/>
                    <a:gd name="T33" fmla="*/ 185 h 185"/>
                    <a:gd name="T34" fmla="*/ 238 w 238"/>
                    <a:gd name="T35" fmla="*/ 159 h 185"/>
                    <a:gd name="T36" fmla="*/ 216 w 238"/>
                    <a:gd name="T37" fmla="*/ 159 h 185"/>
                    <a:gd name="T38" fmla="*/ 216 w 238"/>
                    <a:gd name="T39" fmla="*/ 26 h 185"/>
                    <a:gd name="T40" fmla="*/ 238 w 238"/>
                    <a:gd name="T41" fmla="*/ 26 h 185"/>
                    <a:gd name="T42" fmla="*/ 52 w 238"/>
                    <a:gd name="T43" fmla="*/ 26 h 185"/>
                    <a:gd name="T44" fmla="*/ 52 w 238"/>
                    <a:gd name="T45" fmla="*/ 18 h 185"/>
                    <a:gd name="T46" fmla="*/ 184 w 238"/>
                    <a:gd name="T47" fmla="*/ 18 h 185"/>
                    <a:gd name="T48" fmla="*/ 184 w 238"/>
                    <a:gd name="T49" fmla="*/ 26 h 185"/>
                    <a:gd name="T50" fmla="*/ 188 w 238"/>
                    <a:gd name="T51" fmla="*/ 26 h 185"/>
                    <a:gd name="T52" fmla="*/ 118 w 238"/>
                    <a:gd name="T53" fmla="*/ 86 h 185"/>
                    <a:gd name="T54" fmla="*/ 48 w 238"/>
                    <a:gd name="T55" fmla="*/ 26 h 185"/>
                    <a:gd name="T56" fmla="*/ 52 w 238"/>
                    <a:gd name="T57" fmla="*/ 26 h 185"/>
                    <a:gd name="T58" fmla="*/ 30 w 238"/>
                    <a:gd name="T59" fmla="*/ 159 h 185"/>
                    <a:gd name="T60" fmla="*/ 30 w 238"/>
                    <a:gd name="T61" fmla="*/ 26 h 185"/>
                    <a:gd name="T62" fmla="*/ 34 w 238"/>
                    <a:gd name="T63" fmla="*/ 26 h 185"/>
                    <a:gd name="T64" fmla="*/ 112 w 238"/>
                    <a:gd name="T65" fmla="*/ 92 h 185"/>
                    <a:gd name="T66" fmla="*/ 34 w 238"/>
                    <a:gd name="T67" fmla="*/ 159 h 185"/>
                    <a:gd name="T68" fmla="*/ 30 w 238"/>
                    <a:gd name="T69" fmla="*/ 159 h 185"/>
                    <a:gd name="T70" fmla="*/ 184 w 238"/>
                    <a:gd name="T71" fmla="*/ 159 h 185"/>
                    <a:gd name="T72" fmla="*/ 184 w 238"/>
                    <a:gd name="T73" fmla="*/ 167 h 185"/>
                    <a:gd name="T74" fmla="*/ 52 w 238"/>
                    <a:gd name="T75" fmla="*/ 167 h 185"/>
                    <a:gd name="T76" fmla="*/ 52 w 238"/>
                    <a:gd name="T77" fmla="*/ 159 h 185"/>
                    <a:gd name="T78" fmla="*/ 48 w 238"/>
                    <a:gd name="T79" fmla="*/ 159 h 185"/>
                    <a:gd name="T80" fmla="*/ 118 w 238"/>
                    <a:gd name="T81" fmla="*/ 98 h 185"/>
                    <a:gd name="T82" fmla="*/ 188 w 238"/>
                    <a:gd name="T83" fmla="*/ 159 h 185"/>
                    <a:gd name="T84" fmla="*/ 184 w 238"/>
                    <a:gd name="T85" fmla="*/ 159 h 185"/>
                    <a:gd name="T86" fmla="*/ 206 w 238"/>
                    <a:gd name="T87" fmla="*/ 159 h 185"/>
                    <a:gd name="T88" fmla="*/ 202 w 238"/>
                    <a:gd name="T89" fmla="*/ 159 h 185"/>
                    <a:gd name="T90" fmla="*/ 126 w 238"/>
                    <a:gd name="T91" fmla="*/ 92 h 185"/>
                    <a:gd name="T92" fmla="*/ 202 w 238"/>
                    <a:gd name="T93" fmla="*/ 26 h 185"/>
                    <a:gd name="T94" fmla="*/ 206 w 238"/>
                    <a:gd name="T95" fmla="*/ 26 h 185"/>
                    <a:gd name="T96" fmla="*/ 206 w 238"/>
                    <a:gd name="T97" fmla="*/ 159 h 1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238" h="185">
                      <a:moveTo>
                        <a:pt x="238" y="26"/>
                      </a:moveTo>
                      <a:lnTo>
                        <a:pt x="238" y="0"/>
                      </a:lnTo>
                      <a:lnTo>
                        <a:pt x="184" y="0"/>
                      </a:lnTo>
                      <a:lnTo>
                        <a:pt x="184" y="8"/>
                      </a:lnTo>
                      <a:lnTo>
                        <a:pt x="52" y="8"/>
                      </a:lnTo>
                      <a:lnTo>
                        <a:pt x="52" y="0"/>
                      </a:lnTo>
                      <a:lnTo>
                        <a:pt x="0" y="0"/>
                      </a:lnTo>
                      <a:lnTo>
                        <a:pt x="0" y="26"/>
                      </a:lnTo>
                      <a:lnTo>
                        <a:pt x="22" y="26"/>
                      </a:lnTo>
                      <a:lnTo>
                        <a:pt x="22" y="159"/>
                      </a:lnTo>
                      <a:lnTo>
                        <a:pt x="0" y="159"/>
                      </a:lnTo>
                      <a:lnTo>
                        <a:pt x="0" y="185"/>
                      </a:lnTo>
                      <a:lnTo>
                        <a:pt x="52" y="185"/>
                      </a:lnTo>
                      <a:lnTo>
                        <a:pt x="52" y="177"/>
                      </a:lnTo>
                      <a:lnTo>
                        <a:pt x="184" y="177"/>
                      </a:lnTo>
                      <a:lnTo>
                        <a:pt x="184" y="185"/>
                      </a:lnTo>
                      <a:lnTo>
                        <a:pt x="238" y="185"/>
                      </a:lnTo>
                      <a:lnTo>
                        <a:pt x="238" y="159"/>
                      </a:lnTo>
                      <a:lnTo>
                        <a:pt x="216" y="159"/>
                      </a:lnTo>
                      <a:lnTo>
                        <a:pt x="216" y="26"/>
                      </a:lnTo>
                      <a:lnTo>
                        <a:pt x="238" y="26"/>
                      </a:lnTo>
                      <a:close/>
                      <a:moveTo>
                        <a:pt x="52" y="26"/>
                      </a:moveTo>
                      <a:lnTo>
                        <a:pt x="52" y="18"/>
                      </a:lnTo>
                      <a:lnTo>
                        <a:pt x="184" y="18"/>
                      </a:lnTo>
                      <a:lnTo>
                        <a:pt x="184" y="26"/>
                      </a:lnTo>
                      <a:lnTo>
                        <a:pt x="188" y="26"/>
                      </a:lnTo>
                      <a:lnTo>
                        <a:pt x="118" y="86"/>
                      </a:lnTo>
                      <a:lnTo>
                        <a:pt x="48" y="26"/>
                      </a:lnTo>
                      <a:lnTo>
                        <a:pt x="52" y="26"/>
                      </a:lnTo>
                      <a:close/>
                      <a:moveTo>
                        <a:pt x="30" y="159"/>
                      </a:moveTo>
                      <a:lnTo>
                        <a:pt x="30" y="26"/>
                      </a:lnTo>
                      <a:lnTo>
                        <a:pt x="34" y="26"/>
                      </a:lnTo>
                      <a:lnTo>
                        <a:pt x="112" y="92"/>
                      </a:lnTo>
                      <a:lnTo>
                        <a:pt x="34" y="159"/>
                      </a:lnTo>
                      <a:lnTo>
                        <a:pt x="30" y="159"/>
                      </a:lnTo>
                      <a:close/>
                      <a:moveTo>
                        <a:pt x="184" y="159"/>
                      </a:moveTo>
                      <a:lnTo>
                        <a:pt x="184" y="167"/>
                      </a:lnTo>
                      <a:lnTo>
                        <a:pt x="52" y="167"/>
                      </a:lnTo>
                      <a:lnTo>
                        <a:pt x="52" y="159"/>
                      </a:lnTo>
                      <a:lnTo>
                        <a:pt x="48" y="159"/>
                      </a:lnTo>
                      <a:lnTo>
                        <a:pt x="118" y="98"/>
                      </a:lnTo>
                      <a:lnTo>
                        <a:pt x="188" y="159"/>
                      </a:lnTo>
                      <a:lnTo>
                        <a:pt x="184" y="159"/>
                      </a:lnTo>
                      <a:close/>
                      <a:moveTo>
                        <a:pt x="206" y="159"/>
                      </a:moveTo>
                      <a:lnTo>
                        <a:pt x="202" y="159"/>
                      </a:lnTo>
                      <a:lnTo>
                        <a:pt x="126" y="92"/>
                      </a:lnTo>
                      <a:lnTo>
                        <a:pt x="202" y="26"/>
                      </a:lnTo>
                      <a:lnTo>
                        <a:pt x="206" y="26"/>
                      </a:lnTo>
                      <a:lnTo>
                        <a:pt x="206" y="15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latinLnBrk="0"/>
                  <a:endParaRPr lang="ko-KR" altLang="en-US" sz="1600"/>
                </a:p>
              </p:txBody>
            </p:sp>
            <p:grpSp>
              <p:nvGrpSpPr>
                <p:cNvPr id="2007" name="그룹 2006">
                  <a:extLst>
                    <a:ext uri="{FF2B5EF4-FFF2-40B4-BE49-F238E27FC236}">
                      <a16:creationId xmlns:a16="http://schemas.microsoft.com/office/drawing/2014/main" id="{044BC06E-D317-B57E-FAFD-2BA98759B8F2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3723244" y="3642406"/>
                  <a:ext cx="207943" cy="284690"/>
                  <a:chOff x="6361113" y="11072813"/>
                  <a:chExt cx="782638" cy="977900"/>
                </a:xfrm>
              </p:grpSpPr>
              <p:sp>
                <p:nvSpPr>
                  <p:cNvPr id="2021" name="Freeform 140">
                    <a:extLst>
                      <a:ext uri="{FF2B5EF4-FFF2-40B4-BE49-F238E27FC236}">
                        <a16:creationId xmlns:a16="http://schemas.microsoft.com/office/drawing/2014/main" id="{DA33EDC3-3377-FB73-DBDE-F08AEF50BBE0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6389688" y="11104563"/>
                    <a:ext cx="722313" cy="915988"/>
                  </a:xfrm>
                  <a:custGeom>
                    <a:avLst/>
                    <a:gdLst>
                      <a:gd name="T0" fmla="*/ 394 w 394"/>
                      <a:gd name="T1" fmla="*/ 498 h 500"/>
                      <a:gd name="T2" fmla="*/ 390 w 394"/>
                      <a:gd name="T3" fmla="*/ 500 h 500"/>
                      <a:gd name="T4" fmla="*/ 5 w 394"/>
                      <a:gd name="T5" fmla="*/ 500 h 500"/>
                      <a:gd name="T6" fmla="*/ 0 w 394"/>
                      <a:gd name="T7" fmla="*/ 498 h 500"/>
                      <a:gd name="T8" fmla="*/ 0 w 394"/>
                      <a:gd name="T9" fmla="*/ 258 h 500"/>
                      <a:gd name="T10" fmla="*/ 394 w 394"/>
                      <a:gd name="T11" fmla="*/ 258 h 500"/>
                      <a:gd name="T12" fmla="*/ 394 w 394"/>
                      <a:gd name="T13" fmla="*/ 498 h 500"/>
                      <a:gd name="T14" fmla="*/ 394 w 394"/>
                      <a:gd name="T15" fmla="*/ 498 h 500"/>
                      <a:gd name="T16" fmla="*/ 0 w 394"/>
                      <a:gd name="T17" fmla="*/ 4 h 500"/>
                      <a:gd name="T18" fmla="*/ 5 w 394"/>
                      <a:gd name="T19" fmla="*/ 0 h 500"/>
                      <a:gd name="T20" fmla="*/ 390 w 394"/>
                      <a:gd name="T21" fmla="*/ 0 h 500"/>
                      <a:gd name="T22" fmla="*/ 394 w 394"/>
                      <a:gd name="T23" fmla="*/ 4 h 500"/>
                      <a:gd name="T24" fmla="*/ 394 w 394"/>
                      <a:gd name="T25" fmla="*/ 242 h 500"/>
                      <a:gd name="T26" fmla="*/ 0 w 394"/>
                      <a:gd name="T27" fmla="*/ 242 h 500"/>
                      <a:gd name="T28" fmla="*/ 0 w 394"/>
                      <a:gd name="T29" fmla="*/ 4 h 500"/>
                      <a:gd name="T30" fmla="*/ 0 w 394"/>
                      <a:gd name="T31" fmla="*/ 4 h 5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</a:cxnLst>
                    <a:rect l="0" t="0" r="r" b="b"/>
                    <a:pathLst>
                      <a:path w="394" h="500">
                        <a:moveTo>
                          <a:pt x="394" y="498"/>
                        </a:moveTo>
                        <a:cubicBezTo>
                          <a:pt x="394" y="500"/>
                          <a:pt x="392" y="500"/>
                          <a:pt x="390" y="500"/>
                        </a:cubicBezTo>
                        <a:cubicBezTo>
                          <a:pt x="5" y="500"/>
                          <a:pt x="5" y="500"/>
                          <a:pt x="5" y="500"/>
                        </a:cubicBezTo>
                        <a:cubicBezTo>
                          <a:pt x="2" y="500"/>
                          <a:pt x="0" y="500"/>
                          <a:pt x="0" y="498"/>
                        </a:cubicBezTo>
                        <a:cubicBezTo>
                          <a:pt x="0" y="258"/>
                          <a:pt x="0" y="258"/>
                          <a:pt x="0" y="258"/>
                        </a:cubicBezTo>
                        <a:cubicBezTo>
                          <a:pt x="394" y="258"/>
                          <a:pt x="394" y="258"/>
                          <a:pt x="394" y="258"/>
                        </a:cubicBezTo>
                        <a:cubicBezTo>
                          <a:pt x="394" y="498"/>
                          <a:pt x="394" y="498"/>
                          <a:pt x="394" y="498"/>
                        </a:cubicBezTo>
                        <a:cubicBezTo>
                          <a:pt x="394" y="498"/>
                          <a:pt x="394" y="498"/>
                          <a:pt x="394" y="498"/>
                        </a:cubicBezTo>
                        <a:close/>
                        <a:moveTo>
                          <a:pt x="0" y="4"/>
                        </a:moveTo>
                        <a:cubicBezTo>
                          <a:pt x="0" y="2"/>
                          <a:pt x="2" y="0"/>
                          <a:pt x="5" y="0"/>
                        </a:cubicBezTo>
                        <a:cubicBezTo>
                          <a:pt x="390" y="0"/>
                          <a:pt x="390" y="0"/>
                          <a:pt x="390" y="0"/>
                        </a:cubicBezTo>
                        <a:cubicBezTo>
                          <a:pt x="392" y="0"/>
                          <a:pt x="394" y="2"/>
                          <a:pt x="394" y="4"/>
                        </a:cubicBezTo>
                        <a:cubicBezTo>
                          <a:pt x="394" y="242"/>
                          <a:pt x="394" y="242"/>
                          <a:pt x="394" y="242"/>
                        </a:cubicBezTo>
                        <a:cubicBezTo>
                          <a:pt x="0" y="242"/>
                          <a:pt x="0" y="242"/>
                          <a:pt x="0" y="242"/>
                        </a:cubicBezTo>
                        <a:cubicBezTo>
                          <a:pt x="0" y="4"/>
                          <a:pt x="0" y="4"/>
                          <a:pt x="0" y="4"/>
                        </a:cubicBezTo>
                        <a:cubicBezTo>
                          <a:pt x="0" y="4"/>
                          <a:pt x="0" y="4"/>
                          <a:pt x="0" y="4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1600"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022" name="Freeform 129">
                    <a:extLst>
                      <a:ext uri="{FF2B5EF4-FFF2-40B4-BE49-F238E27FC236}">
                        <a16:creationId xmlns:a16="http://schemas.microsoft.com/office/drawing/2014/main" id="{2AB40102-D1EC-324B-F1ED-ED539B86D527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6361113" y="11072813"/>
                    <a:ext cx="782638" cy="977900"/>
                  </a:xfrm>
                  <a:custGeom>
                    <a:avLst/>
                    <a:gdLst>
                      <a:gd name="T0" fmla="*/ 406 w 427"/>
                      <a:gd name="T1" fmla="*/ 0 h 534"/>
                      <a:gd name="T2" fmla="*/ 21 w 427"/>
                      <a:gd name="T3" fmla="*/ 0 h 534"/>
                      <a:gd name="T4" fmla="*/ 0 w 427"/>
                      <a:gd name="T5" fmla="*/ 21 h 534"/>
                      <a:gd name="T6" fmla="*/ 0 w 427"/>
                      <a:gd name="T7" fmla="*/ 267 h 534"/>
                      <a:gd name="T8" fmla="*/ 0 w 427"/>
                      <a:gd name="T9" fmla="*/ 515 h 534"/>
                      <a:gd name="T10" fmla="*/ 21 w 427"/>
                      <a:gd name="T11" fmla="*/ 534 h 534"/>
                      <a:gd name="T12" fmla="*/ 406 w 427"/>
                      <a:gd name="T13" fmla="*/ 534 h 534"/>
                      <a:gd name="T14" fmla="*/ 427 w 427"/>
                      <a:gd name="T15" fmla="*/ 515 h 534"/>
                      <a:gd name="T16" fmla="*/ 427 w 427"/>
                      <a:gd name="T17" fmla="*/ 267 h 534"/>
                      <a:gd name="T18" fmla="*/ 427 w 427"/>
                      <a:gd name="T19" fmla="*/ 21 h 534"/>
                      <a:gd name="T20" fmla="*/ 406 w 427"/>
                      <a:gd name="T21" fmla="*/ 0 h 534"/>
                      <a:gd name="T22" fmla="*/ 410 w 427"/>
                      <a:gd name="T23" fmla="*/ 515 h 534"/>
                      <a:gd name="T24" fmla="*/ 406 w 427"/>
                      <a:gd name="T25" fmla="*/ 517 h 534"/>
                      <a:gd name="T26" fmla="*/ 21 w 427"/>
                      <a:gd name="T27" fmla="*/ 517 h 534"/>
                      <a:gd name="T28" fmla="*/ 16 w 427"/>
                      <a:gd name="T29" fmla="*/ 515 h 534"/>
                      <a:gd name="T30" fmla="*/ 16 w 427"/>
                      <a:gd name="T31" fmla="*/ 275 h 534"/>
                      <a:gd name="T32" fmla="*/ 410 w 427"/>
                      <a:gd name="T33" fmla="*/ 275 h 534"/>
                      <a:gd name="T34" fmla="*/ 410 w 427"/>
                      <a:gd name="T35" fmla="*/ 515 h 534"/>
                      <a:gd name="T36" fmla="*/ 410 w 427"/>
                      <a:gd name="T37" fmla="*/ 515 h 534"/>
                      <a:gd name="T38" fmla="*/ 16 w 427"/>
                      <a:gd name="T39" fmla="*/ 21 h 534"/>
                      <a:gd name="T40" fmla="*/ 21 w 427"/>
                      <a:gd name="T41" fmla="*/ 17 h 534"/>
                      <a:gd name="T42" fmla="*/ 406 w 427"/>
                      <a:gd name="T43" fmla="*/ 17 h 534"/>
                      <a:gd name="T44" fmla="*/ 410 w 427"/>
                      <a:gd name="T45" fmla="*/ 21 h 534"/>
                      <a:gd name="T46" fmla="*/ 410 w 427"/>
                      <a:gd name="T47" fmla="*/ 259 h 534"/>
                      <a:gd name="T48" fmla="*/ 16 w 427"/>
                      <a:gd name="T49" fmla="*/ 259 h 534"/>
                      <a:gd name="T50" fmla="*/ 16 w 427"/>
                      <a:gd name="T51" fmla="*/ 21 h 534"/>
                      <a:gd name="T52" fmla="*/ 16 w 427"/>
                      <a:gd name="T53" fmla="*/ 21 h 53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</a:cxnLst>
                    <a:rect l="0" t="0" r="r" b="b"/>
                    <a:pathLst>
                      <a:path w="427" h="534">
                        <a:moveTo>
                          <a:pt x="406" y="0"/>
                        </a:moveTo>
                        <a:cubicBezTo>
                          <a:pt x="21" y="0"/>
                          <a:pt x="21" y="0"/>
                          <a:pt x="21" y="0"/>
                        </a:cubicBezTo>
                        <a:cubicBezTo>
                          <a:pt x="8" y="0"/>
                          <a:pt x="0" y="9"/>
                          <a:pt x="0" y="21"/>
                        </a:cubicBezTo>
                        <a:cubicBezTo>
                          <a:pt x="0" y="267"/>
                          <a:pt x="0" y="267"/>
                          <a:pt x="0" y="267"/>
                        </a:cubicBezTo>
                        <a:cubicBezTo>
                          <a:pt x="0" y="515"/>
                          <a:pt x="0" y="515"/>
                          <a:pt x="0" y="515"/>
                        </a:cubicBezTo>
                        <a:cubicBezTo>
                          <a:pt x="0" y="525"/>
                          <a:pt x="8" y="534"/>
                          <a:pt x="21" y="534"/>
                        </a:cubicBezTo>
                        <a:cubicBezTo>
                          <a:pt x="406" y="534"/>
                          <a:pt x="406" y="534"/>
                          <a:pt x="406" y="534"/>
                        </a:cubicBezTo>
                        <a:cubicBezTo>
                          <a:pt x="416" y="534"/>
                          <a:pt x="427" y="525"/>
                          <a:pt x="427" y="515"/>
                        </a:cubicBezTo>
                        <a:cubicBezTo>
                          <a:pt x="427" y="267"/>
                          <a:pt x="427" y="267"/>
                          <a:pt x="427" y="267"/>
                        </a:cubicBezTo>
                        <a:cubicBezTo>
                          <a:pt x="427" y="21"/>
                          <a:pt x="427" y="21"/>
                          <a:pt x="427" y="21"/>
                        </a:cubicBezTo>
                        <a:cubicBezTo>
                          <a:pt x="427" y="9"/>
                          <a:pt x="416" y="0"/>
                          <a:pt x="406" y="0"/>
                        </a:cubicBezTo>
                        <a:close/>
                        <a:moveTo>
                          <a:pt x="410" y="515"/>
                        </a:moveTo>
                        <a:cubicBezTo>
                          <a:pt x="410" y="517"/>
                          <a:pt x="408" y="517"/>
                          <a:pt x="406" y="517"/>
                        </a:cubicBezTo>
                        <a:cubicBezTo>
                          <a:pt x="21" y="517"/>
                          <a:pt x="21" y="517"/>
                          <a:pt x="21" y="517"/>
                        </a:cubicBezTo>
                        <a:cubicBezTo>
                          <a:pt x="18" y="517"/>
                          <a:pt x="16" y="517"/>
                          <a:pt x="16" y="515"/>
                        </a:cubicBezTo>
                        <a:cubicBezTo>
                          <a:pt x="16" y="275"/>
                          <a:pt x="16" y="275"/>
                          <a:pt x="16" y="275"/>
                        </a:cubicBezTo>
                        <a:cubicBezTo>
                          <a:pt x="410" y="275"/>
                          <a:pt x="410" y="275"/>
                          <a:pt x="410" y="275"/>
                        </a:cubicBezTo>
                        <a:cubicBezTo>
                          <a:pt x="410" y="515"/>
                          <a:pt x="410" y="515"/>
                          <a:pt x="410" y="515"/>
                        </a:cubicBezTo>
                        <a:cubicBezTo>
                          <a:pt x="410" y="515"/>
                          <a:pt x="410" y="515"/>
                          <a:pt x="410" y="515"/>
                        </a:cubicBezTo>
                        <a:close/>
                        <a:moveTo>
                          <a:pt x="16" y="21"/>
                        </a:moveTo>
                        <a:cubicBezTo>
                          <a:pt x="16" y="19"/>
                          <a:pt x="18" y="17"/>
                          <a:pt x="21" y="17"/>
                        </a:cubicBezTo>
                        <a:cubicBezTo>
                          <a:pt x="406" y="17"/>
                          <a:pt x="406" y="17"/>
                          <a:pt x="406" y="17"/>
                        </a:cubicBezTo>
                        <a:cubicBezTo>
                          <a:pt x="408" y="17"/>
                          <a:pt x="410" y="19"/>
                          <a:pt x="410" y="21"/>
                        </a:cubicBezTo>
                        <a:cubicBezTo>
                          <a:pt x="410" y="259"/>
                          <a:pt x="410" y="259"/>
                          <a:pt x="410" y="259"/>
                        </a:cubicBezTo>
                        <a:cubicBezTo>
                          <a:pt x="16" y="259"/>
                          <a:pt x="16" y="259"/>
                          <a:pt x="16" y="259"/>
                        </a:cubicBezTo>
                        <a:cubicBezTo>
                          <a:pt x="16" y="21"/>
                          <a:pt x="16" y="21"/>
                          <a:pt x="16" y="21"/>
                        </a:cubicBezTo>
                        <a:cubicBezTo>
                          <a:pt x="16" y="21"/>
                          <a:pt x="16" y="21"/>
                          <a:pt x="16" y="21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1600"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023" name="Freeform 130">
                    <a:extLst>
                      <a:ext uri="{FF2B5EF4-FFF2-40B4-BE49-F238E27FC236}">
                        <a16:creationId xmlns:a16="http://schemas.microsoft.com/office/drawing/2014/main" id="{430E1EB1-07C1-6EAC-0B01-81A398F790CB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6711951" y="11747500"/>
                    <a:ext cx="106363" cy="106363"/>
                  </a:xfrm>
                  <a:custGeom>
                    <a:avLst/>
                    <a:gdLst>
                      <a:gd name="T0" fmla="*/ 58 w 58"/>
                      <a:gd name="T1" fmla="*/ 28 h 58"/>
                      <a:gd name="T2" fmla="*/ 28 w 58"/>
                      <a:gd name="T3" fmla="*/ 0 h 58"/>
                      <a:gd name="T4" fmla="*/ 0 w 58"/>
                      <a:gd name="T5" fmla="*/ 28 h 58"/>
                      <a:gd name="T6" fmla="*/ 28 w 58"/>
                      <a:gd name="T7" fmla="*/ 58 h 58"/>
                      <a:gd name="T8" fmla="*/ 58 w 58"/>
                      <a:gd name="T9" fmla="*/ 28 h 58"/>
                      <a:gd name="T10" fmla="*/ 28 w 58"/>
                      <a:gd name="T11" fmla="*/ 17 h 58"/>
                      <a:gd name="T12" fmla="*/ 41 w 58"/>
                      <a:gd name="T13" fmla="*/ 28 h 58"/>
                      <a:gd name="T14" fmla="*/ 28 w 58"/>
                      <a:gd name="T15" fmla="*/ 41 h 58"/>
                      <a:gd name="T16" fmla="*/ 17 w 58"/>
                      <a:gd name="T17" fmla="*/ 28 h 58"/>
                      <a:gd name="T18" fmla="*/ 28 w 58"/>
                      <a:gd name="T19" fmla="*/ 17 h 5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58" h="58">
                        <a:moveTo>
                          <a:pt x="58" y="28"/>
                        </a:moveTo>
                        <a:cubicBezTo>
                          <a:pt x="58" y="13"/>
                          <a:pt x="45" y="0"/>
                          <a:pt x="28" y="0"/>
                        </a:cubicBezTo>
                        <a:cubicBezTo>
                          <a:pt x="13" y="0"/>
                          <a:pt x="0" y="13"/>
                          <a:pt x="0" y="28"/>
                        </a:cubicBezTo>
                        <a:cubicBezTo>
                          <a:pt x="0" y="45"/>
                          <a:pt x="13" y="58"/>
                          <a:pt x="28" y="58"/>
                        </a:cubicBezTo>
                        <a:cubicBezTo>
                          <a:pt x="45" y="58"/>
                          <a:pt x="58" y="45"/>
                          <a:pt x="58" y="28"/>
                        </a:cubicBezTo>
                        <a:close/>
                        <a:moveTo>
                          <a:pt x="28" y="17"/>
                        </a:moveTo>
                        <a:cubicBezTo>
                          <a:pt x="34" y="17"/>
                          <a:pt x="41" y="22"/>
                          <a:pt x="41" y="28"/>
                        </a:cubicBezTo>
                        <a:cubicBezTo>
                          <a:pt x="41" y="34"/>
                          <a:pt x="34" y="41"/>
                          <a:pt x="28" y="41"/>
                        </a:cubicBezTo>
                        <a:cubicBezTo>
                          <a:pt x="22" y="41"/>
                          <a:pt x="17" y="34"/>
                          <a:pt x="17" y="28"/>
                        </a:cubicBezTo>
                        <a:cubicBezTo>
                          <a:pt x="17" y="22"/>
                          <a:pt x="22" y="17"/>
                          <a:pt x="28" y="1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1600"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024" name="Freeform 131">
                    <a:extLst>
                      <a:ext uri="{FF2B5EF4-FFF2-40B4-BE49-F238E27FC236}">
                        <a16:creationId xmlns:a16="http://schemas.microsoft.com/office/drawing/2014/main" id="{0347EE95-70BA-FA59-18F8-C2B9584299E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724651" y="11612563"/>
                    <a:ext cx="79375" cy="119063"/>
                  </a:xfrm>
                  <a:custGeom>
                    <a:avLst/>
                    <a:gdLst>
                      <a:gd name="T0" fmla="*/ 11 w 44"/>
                      <a:gd name="T1" fmla="*/ 24 h 65"/>
                      <a:gd name="T2" fmla="*/ 15 w 44"/>
                      <a:gd name="T3" fmla="*/ 20 h 65"/>
                      <a:gd name="T4" fmla="*/ 15 w 44"/>
                      <a:gd name="T5" fmla="*/ 49 h 65"/>
                      <a:gd name="T6" fmla="*/ 15 w 44"/>
                      <a:gd name="T7" fmla="*/ 59 h 65"/>
                      <a:gd name="T8" fmla="*/ 21 w 44"/>
                      <a:gd name="T9" fmla="*/ 65 h 65"/>
                      <a:gd name="T10" fmla="*/ 27 w 44"/>
                      <a:gd name="T11" fmla="*/ 59 h 65"/>
                      <a:gd name="T12" fmla="*/ 27 w 44"/>
                      <a:gd name="T13" fmla="*/ 49 h 65"/>
                      <a:gd name="T14" fmla="*/ 27 w 44"/>
                      <a:gd name="T15" fmla="*/ 20 h 65"/>
                      <a:gd name="T16" fmla="*/ 31 w 44"/>
                      <a:gd name="T17" fmla="*/ 24 h 65"/>
                      <a:gd name="T18" fmla="*/ 36 w 44"/>
                      <a:gd name="T19" fmla="*/ 26 h 65"/>
                      <a:gd name="T20" fmla="*/ 40 w 44"/>
                      <a:gd name="T21" fmla="*/ 24 h 65"/>
                      <a:gd name="T22" fmla="*/ 40 w 44"/>
                      <a:gd name="T23" fmla="*/ 16 h 65"/>
                      <a:gd name="T24" fmla="*/ 25 w 44"/>
                      <a:gd name="T25" fmla="*/ 2 h 65"/>
                      <a:gd name="T26" fmla="*/ 23 w 44"/>
                      <a:gd name="T27" fmla="*/ 0 h 65"/>
                      <a:gd name="T28" fmla="*/ 21 w 44"/>
                      <a:gd name="T29" fmla="*/ 0 h 65"/>
                      <a:gd name="T30" fmla="*/ 19 w 44"/>
                      <a:gd name="T31" fmla="*/ 0 h 65"/>
                      <a:gd name="T32" fmla="*/ 17 w 44"/>
                      <a:gd name="T33" fmla="*/ 2 h 65"/>
                      <a:gd name="T34" fmla="*/ 2 w 44"/>
                      <a:gd name="T35" fmla="*/ 16 h 65"/>
                      <a:gd name="T36" fmla="*/ 2 w 44"/>
                      <a:gd name="T37" fmla="*/ 24 h 65"/>
                      <a:gd name="T38" fmla="*/ 11 w 44"/>
                      <a:gd name="T39" fmla="*/ 24 h 6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44" h="65">
                        <a:moveTo>
                          <a:pt x="11" y="24"/>
                        </a:moveTo>
                        <a:cubicBezTo>
                          <a:pt x="15" y="20"/>
                          <a:pt x="15" y="20"/>
                          <a:pt x="15" y="20"/>
                        </a:cubicBezTo>
                        <a:cubicBezTo>
                          <a:pt x="15" y="49"/>
                          <a:pt x="15" y="49"/>
                          <a:pt x="15" y="49"/>
                        </a:cubicBezTo>
                        <a:cubicBezTo>
                          <a:pt x="15" y="59"/>
                          <a:pt x="15" y="59"/>
                          <a:pt x="15" y="59"/>
                        </a:cubicBezTo>
                        <a:cubicBezTo>
                          <a:pt x="15" y="61"/>
                          <a:pt x="19" y="65"/>
                          <a:pt x="21" y="65"/>
                        </a:cubicBezTo>
                        <a:cubicBezTo>
                          <a:pt x="25" y="65"/>
                          <a:pt x="27" y="61"/>
                          <a:pt x="27" y="59"/>
                        </a:cubicBezTo>
                        <a:cubicBezTo>
                          <a:pt x="27" y="49"/>
                          <a:pt x="27" y="49"/>
                          <a:pt x="27" y="49"/>
                        </a:cubicBezTo>
                        <a:cubicBezTo>
                          <a:pt x="27" y="20"/>
                          <a:pt x="27" y="20"/>
                          <a:pt x="27" y="20"/>
                        </a:cubicBezTo>
                        <a:cubicBezTo>
                          <a:pt x="31" y="24"/>
                          <a:pt x="31" y="24"/>
                          <a:pt x="31" y="24"/>
                        </a:cubicBezTo>
                        <a:cubicBezTo>
                          <a:pt x="33" y="26"/>
                          <a:pt x="36" y="26"/>
                          <a:pt x="36" y="26"/>
                        </a:cubicBezTo>
                        <a:cubicBezTo>
                          <a:pt x="38" y="26"/>
                          <a:pt x="40" y="26"/>
                          <a:pt x="40" y="24"/>
                        </a:cubicBezTo>
                        <a:cubicBezTo>
                          <a:pt x="44" y="22"/>
                          <a:pt x="44" y="18"/>
                          <a:pt x="40" y="16"/>
                        </a:cubicBezTo>
                        <a:cubicBezTo>
                          <a:pt x="25" y="2"/>
                          <a:pt x="25" y="2"/>
                          <a:pt x="25" y="2"/>
                        </a:cubicBezTo>
                        <a:cubicBezTo>
                          <a:pt x="25" y="2"/>
                          <a:pt x="25" y="0"/>
                          <a:pt x="23" y="0"/>
                        </a:cubicBezTo>
                        <a:cubicBezTo>
                          <a:pt x="23" y="0"/>
                          <a:pt x="23" y="0"/>
                          <a:pt x="21" y="0"/>
                        </a:cubicBezTo>
                        <a:cubicBezTo>
                          <a:pt x="19" y="0"/>
                          <a:pt x="19" y="0"/>
                          <a:pt x="19" y="0"/>
                        </a:cubicBezTo>
                        <a:cubicBezTo>
                          <a:pt x="17" y="2"/>
                          <a:pt x="17" y="2"/>
                          <a:pt x="17" y="2"/>
                        </a:cubicBezTo>
                        <a:cubicBezTo>
                          <a:pt x="2" y="16"/>
                          <a:pt x="2" y="16"/>
                          <a:pt x="2" y="16"/>
                        </a:cubicBezTo>
                        <a:cubicBezTo>
                          <a:pt x="0" y="18"/>
                          <a:pt x="0" y="22"/>
                          <a:pt x="2" y="24"/>
                        </a:cubicBezTo>
                        <a:cubicBezTo>
                          <a:pt x="4" y="26"/>
                          <a:pt x="9" y="26"/>
                          <a:pt x="11" y="24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1600"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025" name="Freeform 132">
                    <a:extLst>
                      <a:ext uri="{FF2B5EF4-FFF2-40B4-BE49-F238E27FC236}">
                        <a16:creationId xmlns:a16="http://schemas.microsoft.com/office/drawing/2014/main" id="{68F80B1E-6549-3840-C6DA-CDE2E71EAC3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624638" y="11668125"/>
                    <a:ext cx="98425" cy="92075"/>
                  </a:xfrm>
                  <a:custGeom>
                    <a:avLst/>
                    <a:gdLst>
                      <a:gd name="T0" fmla="*/ 7 w 53"/>
                      <a:gd name="T1" fmla="*/ 33 h 50"/>
                      <a:gd name="T2" fmla="*/ 13 w 53"/>
                      <a:gd name="T3" fmla="*/ 27 h 50"/>
                      <a:gd name="T4" fmla="*/ 13 w 53"/>
                      <a:gd name="T5" fmla="*/ 21 h 50"/>
                      <a:gd name="T6" fmla="*/ 34 w 53"/>
                      <a:gd name="T7" fmla="*/ 40 h 50"/>
                      <a:gd name="T8" fmla="*/ 40 w 53"/>
                      <a:gd name="T9" fmla="*/ 48 h 50"/>
                      <a:gd name="T10" fmla="*/ 46 w 53"/>
                      <a:gd name="T11" fmla="*/ 50 h 50"/>
                      <a:gd name="T12" fmla="*/ 51 w 53"/>
                      <a:gd name="T13" fmla="*/ 48 h 50"/>
                      <a:gd name="T14" fmla="*/ 51 w 53"/>
                      <a:gd name="T15" fmla="*/ 40 h 50"/>
                      <a:gd name="T16" fmla="*/ 42 w 53"/>
                      <a:gd name="T17" fmla="*/ 31 h 50"/>
                      <a:gd name="T18" fmla="*/ 23 w 53"/>
                      <a:gd name="T19" fmla="*/ 12 h 50"/>
                      <a:gd name="T20" fmla="*/ 30 w 53"/>
                      <a:gd name="T21" fmla="*/ 12 h 50"/>
                      <a:gd name="T22" fmla="*/ 36 w 53"/>
                      <a:gd name="T23" fmla="*/ 6 h 50"/>
                      <a:gd name="T24" fmla="*/ 30 w 53"/>
                      <a:gd name="T25" fmla="*/ 0 h 50"/>
                      <a:gd name="T26" fmla="*/ 7 w 53"/>
                      <a:gd name="T27" fmla="*/ 0 h 50"/>
                      <a:gd name="T28" fmla="*/ 5 w 53"/>
                      <a:gd name="T29" fmla="*/ 0 h 50"/>
                      <a:gd name="T30" fmla="*/ 3 w 53"/>
                      <a:gd name="T31" fmla="*/ 2 h 50"/>
                      <a:gd name="T32" fmla="*/ 3 w 53"/>
                      <a:gd name="T33" fmla="*/ 4 h 50"/>
                      <a:gd name="T34" fmla="*/ 0 w 53"/>
                      <a:gd name="T35" fmla="*/ 6 h 50"/>
                      <a:gd name="T36" fmla="*/ 0 w 53"/>
                      <a:gd name="T37" fmla="*/ 27 h 50"/>
                      <a:gd name="T38" fmla="*/ 7 w 53"/>
                      <a:gd name="T39" fmla="*/ 33 h 5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53" h="50">
                        <a:moveTo>
                          <a:pt x="7" y="33"/>
                        </a:moveTo>
                        <a:cubicBezTo>
                          <a:pt x="11" y="33"/>
                          <a:pt x="13" y="31"/>
                          <a:pt x="13" y="27"/>
                        </a:cubicBezTo>
                        <a:cubicBezTo>
                          <a:pt x="13" y="21"/>
                          <a:pt x="13" y="21"/>
                          <a:pt x="13" y="21"/>
                        </a:cubicBezTo>
                        <a:cubicBezTo>
                          <a:pt x="34" y="40"/>
                          <a:pt x="34" y="40"/>
                          <a:pt x="34" y="40"/>
                        </a:cubicBezTo>
                        <a:cubicBezTo>
                          <a:pt x="40" y="48"/>
                          <a:pt x="40" y="48"/>
                          <a:pt x="40" y="48"/>
                        </a:cubicBezTo>
                        <a:cubicBezTo>
                          <a:pt x="42" y="50"/>
                          <a:pt x="44" y="50"/>
                          <a:pt x="46" y="50"/>
                        </a:cubicBezTo>
                        <a:cubicBezTo>
                          <a:pt x="46" y="50"/>
                          <a:pt x="49" y="50"/>
                          <a:pt x="51" y="48"/>
                        </a:cubicBezTo>
                        <a:cubicBezTo>
                          <a:pt x="53" y="46"/>
                          <a:pt x="53" y="42"/>
                          <a:pt x="51" y="40"/>
                        </a:cubicBezTo>
                        <a:cubicBezTo>
                          <a:pt x="42" y="31"/>
                          <a:pt x="42" y="31"/>
                          <a:pt x="42" y="31"/>
                        </a:cubicBezTo>
                        <a:cubicBezTo>
                          <a:pt x="23" y="12"/>
                          <a:pt x="23" y="12"/>
                          <a:pt x="23" y="12"/>
                        </a:cubicBezTo>
                        <a:cubicBezTo>
                          <a:pt x="30" y="12"/>
                          <a:pt x="30" y="12"/>
                          <a:pt x="30" y="12"/>
                        </a:cubicBezTo>
                        <a:cubicBezTo>
                          <a:pt x="32" y="12"/>
                          <a:pt x="36" y="10"/>
                          <a:pt x="36" y="6"/>
                        </a:cubicBezTo>
                        <a:cubicBezTo>
                          <a:pt x="36" y="2"/>
                          <a:pt x="32" y="0"/>
                          <a:pt x="30" y="0"/>
                        </a:cubicBezTo>
                        <a:cubicBezTo>
                          <a:pt x="7" y="0"/>
                          <a:pt x="7" y="0"/>
                          <a:pt x="7" y="0"/>
                        </a:cubicBezTo>
                        <a:cubicBezTo>
                          <a:pt x="7" y="0"/>
                          <a:pt x="7" y="0"/>
                          <a:pt x="5" y="0"/>
                        </a:cubicBezTo>
                        <a:cubicBezTo>
                          <a:pt x="5" y="0"/>
                          <a:pt x="5" y="0"/>
                          <a:pt x="3" y="2"/>
                        </a:cubicBezTo>
                        <a:cubicBezTo>
                          <a:pt x="3" y="2"/>
                          <a:pt x="3" y="2"/>
                          <a:pt x="3" y="4"/>
                        </a:cubicBezTo>
                        <a:cubicBezTo>
                          <a:pt x="3" y="4"/>
                          <a:pt x="0" y="4"/>
                          <a:pt x="0" y="6"/>
                        </a:cubicBezTo>
                        <a:cubicBezTo>
                          <a:pt x="0" y="27"/>
                          <a:pt x="0" y="27"/>
                          <a:pt x="0" y="27"/>
                        </a:cubicBezTo>
                        <a:cubicBezTo>
                          <a:pt x="0" y="31"/>
                          <a:pt x="5" y="33"/>
                          <a:pt x="7" y="33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1600"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026" name="Freeform 133">
                    <a:extLst>
                      <a:ext uri="{FF2B5EF4-FFF2-40B4-BE49-F238E27FC236}">
                        <a16:creationId xmlns:a16="http://schemas.microsoft.com/office/drawing/2014/main" id="{F4E0545E-1BFE-FFE3-919D-CC7A2FDCB85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583363" y="11763375"/>
                    <a:ext cx="117475" cy="80963"/>
                  </a:xfrm>
                  <a:custGeom>
                    <a:avLst/>
                    <a:gdLst>
                      <a:gd name="T0" fmla="*/ 2 w 64"/>
                      <a:gd name="T1" fmla="*/ 27 h 44"/>
                      <a:gd name="T2" fmla="*/ 16 w 64"/>
                      <a:gd name="T3" fmla="*/ 42 h 44"/>
                      <a:gd name="T4" fmla="*/ 20 w 64"/>
                      <a:gd name="T5" fmla="*/ 44 h 44"/>
                      <a:gd name="T6" fmla="*/ 25 w 64"/>
                      <a:gd name="T7" fmla="*/ 42 h 44"/>
                      <a:gd name="T8" fmla="*/ 25 w 64"/>
                      <a:gd name="T9" fmla="*/ 33 h 44"/>
                      <a:gd name="T10" fmla="*/ 20 w 64"/>
                      <a:gd name="T11" fmla="*/ 29 h 44"/>
                      <a:gd name="T12" fmla="*/ 47 w 64"/>
                      <a:gd name="T13" fmla="*/ 29 h 44"/>
                      <a:gd name="T14" fmla="*/ 58 w 64"/>
                      <a:gd name="T15" fmla="*/ 29 h 44"/>
                      <a:gd name="T16" fmla="*/ 64 w 64"/>
                      <a:gd name="T17" fmla="*/ 23 h 44"/>
                      <a:gd name="T18" fmla="*/ 58 w 64"/>
                      <a:gd name="T19" fmla="*/ 17 h 44"/>
                      <a:gd name="T20" fmla="*/ 47 w 64"/>
                      <a:gd name="T21" fmla="*/ 17 h 44"/>
                      <a:gd name="T22" fmla="*/ 20 w 64"/>
                      <a:gd name="T23" fmla="*/ 17 h 44"/>
                      <a:gd name="T24" fmla="*/ 25 w 64"/>
                      <a:gd name="T25" fmla="*/ 13 h 44"/>
                      <a:gd name="T26" fmla="*/ 25 w 64"/>
                      <a:gd name="T27" fmla="*/ 2 h 44"/>
                      <a:gd name="T28" fmla="*/ 16 w 64"/>
                      <a:gd name="T29" fmla="*/ 2 h 44"/>
                      <a:gd name="T30" fmla="*/ 2 w 64"/>
                      <a:gd name="T31" fmla="*/ 19 h 44"/>
                      <a:gd name="T32" fmla="*/ 0 w 64"/>
                      <a:gd name="T33" fmla="*/ 19 h 44"/>
                      <a:gd name="T34" fmla="*/ 0 w 64"/>
                      <a:gd name="T35" fmla="*/ 23 h 44"/>
                      <a:gd name="T36" fmla="*/ 0 w 64"/>
                      <a:gd name="T37" fmla="*/ 25 h 44"/>
                      <a:gd name="T38" fmla="*/ 2 w 64"/>
                      <a:gd name="T39" fmla="*/ 27 h 4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64" h="44">
                        <a:moveTo>
                          <a:pt x="2" y="27"/>
                        </a:moveTo>
                        <a:cubicBezTo>
                          <a:pt x="16" y="42"/>
                          <a:pt x="16" y="42"/>
                          <a:pt x="16" y="42"/>
                        </a:cubicBezTo>
                        <a:cubicBezTo>
                          <a:pt x="16" y="42"/>
                          <a:pt x="18" y="44"/>
                          <a:pt x="20" y="44"/>
                        </a:cubicBezTo>
                        <a:cubicBezTo>
                          <a:pt x="23" y="44"/>
                          <a:pt x="23" y="42"/>
                          <a:pt x="25" y="42"/>
                        </a:cubicBezTo>
                        <a:cubicBezTo>
                          <a:pt x="27" y="40"/>
                          <a:pt x="27" y="35"/>
                          <a:pt x="25" y="33"/>
                        </a:cubicBezTo>
                        <a:cubicBezTo>
                          <a:pt x="20" y="29"/>
                          <a:pt x="20" y="29"/>
                          <a:pt x="20" y="29"/>
                        </a:cubicBezTo>
                        <a:cubicBezTo>
                          <a:pt x="47" y="29"/>
                          <a:pt x="47" y="29"/>
                          <a:pt x="47" y="29"/>
                        </a:cubicBezTo>
                        <a:cubicBezTo>
                          <a:pt x="58" y="29"/>
                          <a:pt x="58" y="29"/>
                          <a:pt x="58" y="29"/>
                        </a:cubicBezTo>
                        <a:cubicBezTo>
                          <a:pt x="62" y="29"/>
                          <a:pt x="64" y="25"/>
                          <a:pt x="64" y="23"/>
                        </a:cubicBezTo>
                        <a:cubicBezTo>
                          <a:pt x="64" y="19"/>
                          <a:pt x="62" y="17"/>
                          <a:pt x="58" y="17"/>
                        </a:cubicBezTo>
                        <a:cubicBezTo>
                          <a:pt x="47" y="17"/>
                          <a:pt x="47" y="17"/>
                          <a:pt x="47" y="17"/>
                        </a:cubicBezTo>
                        <a:cubicBezTo>
                          <a:pt x="20" y="17"/>
                          <a:pt x="20" y="17"/>
                          <a:pt x="20" y="17"/>
                        </a:cubicBezTo>
                        <a:cubicBezTo>
                          <a:pt x="25" y="13"/>
                          <a:pt x="25" y="13"/>
                          <a:pt x="25" y="13"/>
                        </a:cubicBezTo>
                        <a:cubicBezTo>
                          <a:pt x="27" y="8"/>
                          <a:pt x="27" y="6"/>
                          <a:pt x="25" y="2"/>
                        </a:cubicBezTo>
                        <a:cubicBezTo>
                          <a:pt x="23" y="0"/>
                          <a:pt x="18" y="0"/>
                          <a:pt x="16" y="2"/>
                        </a:cubicBezTo>
                        <a:cubicBezTo>
                          <a:pt x="2" y="19"/>
                          <a:pt x="2" y="19"/>
                          <a:pt x="2" y="19"/>
                        </a:cubicBezTo>
                        <a:cubicBezTo>
                          <a:pt x="0" y="19"/>
                          <a:pt x="0" y="19"/>
                          <a:pt x="0" y="19"/>
                        </a:cubicBezTo>
                        <a:cubicBezTo>
                          <a:pt x="0" y="21"/>
                          <a:pt x="0" y="21"/>
                          <a:pt x="0" y="23"/>
                        </a:cubicBezTo>
                        <a:cubicBezTo>
                          <a:pt x="0" y="23"/>
                          <a:pt x="0" y="23"/>
                          <a:pt x="0" y="25"/>
                        </a:cubicBezTo>
                        <a:cubicBezTo>
                          <a:pt x="0" y="25"/>
                          <a:pt x="0" y="25"/>
                          <a:pt x="2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1600"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027" name="Freeform 134">
                    <a:extLst>
                      <a:ext uri="{FF2B5EF4-FFF2-40B4-BE49-F238E27FC236}">
                        <a16:creationId xmlns:a16="http://schemas.microsoft.com/office/drawing/2014/main" id="{9B115D54-EBD3-D1FA-13C1-D36074DF0FA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634163" y="11844338"/>
                    <a:ext cx="90488" cy="95250"/>
                  </a:xfrm>
                  <a:custGeom>
                    <a:avLst/>
                    <a:gdLst>
                      <a:gd name="T0" fmla="*/ 39 w 49"/>
                      <a:gd name="T1" fmla="*/ 4 h 52"/>
                      <a:gd name="T2" fmla="*/ 31 w 49"/>
                      <a:gd name="T3" fmla="*/ 10 h 52"/>
                      <a:gd name="T4" fmla="*/ 12 w 49"/>
                      <a:gd name="T5" fmla="*/ 31 h 52"/>
                      <a:gd name="T6" fmla="*/ 12 w 49"/>
                      <a:gd name="T7" fmla="*/ 25 h 52"/>
                      <a:gd name="T8" fmla="*/ 6 w 49"/>
                      <a:gd name="T9" fmla="*/ 18 h 52"/>
                      <a:gd name="T10" fmla="*/ 0 w 49"/>
                      <a:gd name="T11" fmla="*/ 25 h 52"/>
                      <a:gd name="T12" fmla="*/ 0 w 49"/>
                      <a:gd name="T13" fmla="*/ 45 h 52"/>
                      <a:gd name="T14" fmla="*/ 0 w 49"/>
                      <a:gd name="T15" fmla="*/ 47 h 52"/>
                      <a:gd name="T16" fmla="*/ 2 w 49"/>
                      <a:gd name="T17" fmla="*/ 50 h 52"/>
                      <a:gd name="T18" fmla="*/ 4 w 49"/>
                      <a:gd name="T19" fmla="*/ 52 h 52"/>
                      <a:gd name="T20" fmla="*/ 6 w 49"/>
                      <a:gd name="T21" fmla="*/ 52 h 52"/>
                      <a:gd name="T22" fmla="*/ 27 w 49"/>
                      <a:gd name="T23" fmla="*/ 52 h 52"/>
                      <a:gd name="T24" fmla="*/ 33 w 49"/>
                      <a:gd name="T25" fmla="*/ 45 h 52"/>
                      <a:gd name="T26" fmla="*/ 27 w 49"/>
                      <a:gd name="T27" fmla="*/ 39 h 52"/>
                      <a:gd name="T28" fmla="*/ 21 w 49"/>
                      <a:gd name="T29" fmla="*/ 39 h 52"/>
                      <a:gd name="T30" fmla="*/ 41 w 49"/>
                      <a:gd name="T31" fmla="*/ 18 h 52"/>
                      <a:gd name="T32" fmla="*/ 47 w 49"/>
                      <a:gd name="T33" fmla="*/ 12 h 52"/>
                      <a:gd name="T34" fmla="*/ 47 w 49"/>
                      <a:gd name="T35" fmla="*/ 4 h 52"/>
                      <a:gd name="T36" fmla="*/ 39 w 49"/>
                      <a:gd name="T37" fmla="*/ 4 h 5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</a:cxnLst>
                    <a:rect l="0" t="0" r="r" b="b"/>
                    <a:pathLst>
                      <a:path w="49" h="52">
                        <a:moveTo>
                          <a:pt x="39" y="4"/>
                        </a:moveTo>
                        <a:cubicBezTo>
                          <a:pt x="31" y="10"/>
                          <a:pt x="31" y="10"/>
                          <a:pt x="31" y="10"/>
                        </a:cubicBezTo>
                        <a:cubicBezTo>
                          <a:pt x="12" y="31"/>
                          <a:pt x="12" y="31"/>
                          <a:pt x="12" y="31"/>
                        </a:cubicBezTo>
                        <a:cubicBezTo>
                          <a:pt x="12" y="25"/>
                          <a:pt x="12" y="25"/>
                          <a:pt x="12" y="25"/>
                        </a:cubicBezTo>
                        <a:cubicBezTo>
                          <a:pt x="12" y="20"/>
                          <a:pt x="10" y="18"/>
                          <a:pt x="6" y="18"/>
                        </a:cubicBezTo>
                        <a:cubicBezTo>
                          <a:pt x="2" y="18"/>
                          <a:pt x="0" y="20"/>
                          <a:pt x="0" y="25"/>
                        </a:cubicBezTo>
                        <a:cubicBezTo>
                          <a:pt x="0" y="45"/>
                          <a:pt x="0" y="45"/>
                          <a:pt x="0" y="45"/>
                        </a:cubicBezTo>
                        <a:cubicBezTo>
                          <a:pt x="0" y="47"/>
                          <a:pt x="0" y="47"/>
                          <a:pt x="0" y="47"/>
                        </a:cubicBezTo>
                        <a:cubicBezTo>
                          <a:pt x="2" y="50"/>
                          <a:pt x="2" y="50"/>
                          <a:pt x="2" y="50"/>
                        </a:cubicBezTo>
                        <a:cubicBezTo>
                          <a:pt x="2" y="50"/>
                          <a:pt x="2" y="50"/>
                          <a:pt x="4" y="52"/>
                        </a:cubicBezTo>
                        <a:cubicBezTo>
                          <a:pt x="6" y="52"/>
                          <a:pt x="6" y="52"/>
                          <a:pt x="6" y="52"/>
                        </a:cubicBezTo>
                        <a:cubicBezTo>
                          <a:pt x="27" y="52"/>
                          <a:pt x="27" y="52"/>
                          <a:pt x="27" y="52"/>
                        </a:cubicBezTo>
                        <a:cubicBezTo>
                          <a:pt x="31" y="52"/>
                          <a:pt x="33" y="47"/>
                          <a:pt x="33" y="45"/>
                        </a:cubicBezTo>
                        <a:cubicBezTo>
                          <a:pt x="33" y="41"/>
                          <a:pt x="31" y="39"/>
                          <a:pt x="27" y="39"/>
                        </a:cubicBezTo>
                        <a:cubicBezTo>
                          <a:pt x="21" y="39"/>
                          <a:pt x="21" y="39"/>
                          <a:pt x="21" y="39"/>
                        </a:cubicBezTo>
                        <a:cubicBezTo>
                          <a:pt x="41" y="18"/>
                          <a:pt x="41" y="18"/>
                          <a:pt x="41" y="18"/>
                        </a:cubicBezTo>
                        <a:cubicBezTo>
                          <a:pt x="47" y="12"/>
                          <a:pt x="47" y="12"/>
                          <a:pt x="47" y="12"/>
                        </a:cubicBezTo>
                        <a:cubicBezTo>
                          <a:pt x="49" y="10"/>
                          <a:pt x="49" y="6"/>
                          <a:pt x="47" y="4"/>
                        </a:cubicBezTo>
                        <a:cubicBezTo>
                          <a:pt x="45" y="0"/>
                          <a:pt x="41" y="0"/>
                          <a:pt x="39" y="4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1600"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028" name="Freeform 135">
                    <a:extLst>
                      <a:ext uri="{FF2B5EF4-FFF2-40B4-BE49-F238E27FC236}">
                        <a16:creationId xmlns:a16="http://schemas.microsoft.com/office/drawing/2014/main" id="{99122442-F34D-32EC-7FFD-B8D351BB546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727826" y="11868150"/>
                    <a:ext cx="80963" cy="117475"/>
                  </a:xfrm>
                  <a:custGeom>
                    <a:avLst/>
                    <a:gdLst>
                      <a:gd name="T0" fmla="*/ 33 w 44"/>
                      <a:gd name="T1" fmla="*/ 39 h 64"/>
                      <a:gd name="T2" fmla="*/ 29 w 44"/>
                      <a:gd name="T3" fmla="*/ 43 h 64"/>
                      <a:gd name="T4" fmla="*/ 29 w 44"/>
                      <a:gd name="T5" fmla="*/ 15 h 64"/>
                      <a:gd name="T6" fmla="*/ 29 w 44"/>
                      <a:gd name="T7" fmla="*/ 6 h 64"/>
                      <a:gd name="T8" fmla="*/ 23 w 44"/>
                      <a:gd name="T9" fmla="*/ 0 h 64"/>
                      <a:gd name="T10" fmla="*/ 17 w 44"/>
                      <a:gd name="T11" fmla="*/ 6 h 64"/>
                      <a:gd name="T12" fmla="*/ 17 w 44"/>
                      <a:gd name="T13" fmla="*/ 17 h 64"/>
                      <a:gd name="T14" fmla="*/ 17 w 44"/>
                      <a:gd name="T15" fmla="*/ 43 h 64"/>
                      <a:gd name="T16" fmla="*/ 13 w 44"/>
                      <a:gd name="T17" fmla="*/ 39 h 64"/>
                      <a:gd name="T18" fmla="*/ 2 w 44"/>
                      <a:gd name="T19" fmla="*/ 39 h 64"/>
                      <a:gd name="T20" fmla="*/ 2 w 44"/>
                      <a:gd name="T21" fmla="*/ 48 h 64"/>
                      <a:gd name="T22" fmla="*/ 19 w 44"/>
                      <a:gd name="T23" fmla="*/ 64 h 64"/>
                      <a:gd name="T24" fmla="*/ 21 w 44"/>
                      <a:gd name="T25" fmla="*/ 64 h 64"/>
                      <a:gd name="T26" fmla="*/ 23 w 44"/>
                      <a:gd name="T27" fmla="*/ 64 h 64"/>
                      <a:gd name="T28" fmla="*/ 25 w 44"/>
                      <a:gd name="T29" fmla="*/ 64 h 64"/>
                      <a:gd name="T30" fmla="*/ 27 w 44"/>
                      <a:gd name="T31" fmla="*/ 64 h 64"/>
                      <a:gd name="T32" fmla="*/ 42 w 44"/>
                      <a:gd name="T33" fmla="*/ 48 h 64"/>
                      <a:gd name="T34" fmla="*/ 42 w 44"/>
                      <a:gd name="T35" fmla="*/ 39 h 64"/>
                      <a:gd name="T36" fmla="*/ 33 w 44"/>
                      <a:gd name="T37" fmla="*/ 39 h 6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</a:cxnLst>
                    <a:rect l="0" t="0" r="r" b="b"/>
                    <a:pathLst>
                      <a:path w="44" h="64">
                        <a:moveTo>
                          <a:pt x="33" y="39"/>
                        </a:moveTo>
                        <a:cubicBezTo>
                          <a:pt x="29" y="43"/>
                          <a:pt x="29" y="43"/>
                          <a:pt x="29" y="43"/>
                        </a:cubicBezTo>
                        <a:cubicBezTo>
                          <a:pt x="29" y="15"/>
                          <a:pt x="29" y="15"/>
                          <a:pt x="29" y="15"/>
                        </a:cubicBezTo>
                        <a:cubicBezTo>
                          <a:pt x="29" y="6"/>
                          <a:pt x="29" y="6"/>
                          <a:pt x="29" y="6"/>
                        </a:cubicBezTo>
                        <a:cubicBezTo>
                          <a:pt x="29" y="2"/>
                          <a:pt x="25" y="0"/>
                          <a:pt x="23" y="0"/>
                        </a:cubicBezTo>
                        <a:cubicBezTo>
                          <a:pt x="19" y="0"/>
                          <a:pt x="17" y="2"/>
                          <a:pt x="17" y="6"/>
                        </a:cubicBezTo>
                        <a:cubicBezTo>
                          <a:pt x="17" y="17"/>
                          <a:pt x="17" y="17"/>
                          <a:pt x="17" y="17"/>
                        </a:cubicBezTo>
                        <a:cubicBezTo>
                          <a:pt x="17" y="43"/>
                          <a:pt x="17" y="43"/>
                          <a:pt x="17" y="43"/>
                        </a:cubicBezTo>
                        <a:cubicBezTo>
                          <a:pt x="13" y="39"/>
                          <a:pt x="13" y="39"/>
                          <a:pt x="13" y="39"/>
                        </a:cubicBezTo>
                        <a:cubicBezTo>
                          <a:pt x="11" y="37"/>
                          <a:pt x="6" y="37"/>
                          <a:pt x="2" y="39"/>
                        </a:cubicBezTo>
                        <a:cubicBezTo>
                          <a:pt x="0" y="41"/>
                          <a:pt x="0" y="45"/>
                          <a:pt x="2" y="48"/>
                        </a:cubicBezTo>
                        <a:cubicBezTo>
                          <a:pt x="19" y="64"/>
                          <a:pt x="19" y="64"/>
                          <a:pt x="19" y="64"/>
                        </a:cubicBezTo>
                        <a:cubicBezTo>
                          <a:pt x="19" y="64"/>
                          <a:pt x="19" y="64"/>
                          <a:pt x="21" y="64"/>
                        </a:cubicBezTo>
                        <a:cubicBezTo>
                          <a:pt x="21" y="64"/>
                          <a:pt x="21" y="64"/>
                          <a:pt x="23" y="64"/>
                        </a:cubicBezTo>
                        <a:cubicBezTo>
                          <a:pt x="23" y="64"/>
                          <a:pt x="23" y="64"/>
                          <a:pt x="25" y="64"/>
                        </a:cubicBezTo>
                        <a:cubicBezTo>
                          <a:pt x="27" y="64"/>
                          <a:pt x="27" y="64"/>
                          <a:pt x="27" y="64"/>
                        </a:cubicBezTo>
                        <a:cubicBezTo>
                          <a:pt x="42" y="48"/>
                          <a:pt x="42" y="48"/>
                          <a:pt x="42" y="48"/>
                        </a:cubicBezTo>
                        <a:cubicBezTo>
                          <a:pt x="44" y="45"/>
                          <a:pt x="44" y="41"/>
                          <a:pt x="42" y="39"/>
                        </a:cubicBezTo>
                        <a:cubicBezTo>
                          <a:pt x="40" y="37"/>
                          <a:pt x="35" y="37"/>
                          <a:pt x="33" y="39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1600"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029" name="Freeform 136">
                    <a:extLst>
                      <a:ext uri="{FF2B5EF4-FFF2-40B4-BE49-F238E27FC236}">
                        <a16:creationId xmlns:a16="http://schemas.microsoft.com/office/drawing/2014/main" id="{3973B6ED-691D-6C0D-3026-2C431B65645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808788" y="11839575"/>
                    <a:ext cx="95250" cy="92075"/>
                  </a:xfrm>
                  <a:custGeom>
                    <a:avLst/>
                    <a:gdLst>
                      <a:gd name="T0" fmla="*/ 45 w 52"/>
                      <a:gd name="T1" fmla="*/ 17 h 50"/>
                      <a:gd name="T2" fmla="*/ 39 w 52"/>
                      <a:gd name="T3" fmla="*/ 23 h 50"/>
                      <a:gd name="T4" fmla="*/ 39 w 52"/>
                      <a:gd name="T5" fmla="*/ 29 h 50"/>
                      <a:gd name="T6" fmla="*/ 18 w 52"/>
                      <a:gd name="T7" fmla="*/ 8 h 50"/>
                      <a:gd name="T8" fmla="*/ 12 w 52"/>
                      <a:gd name="T9" fmla="*/ 2 h 50"/>
                      <a:gd name="T10" fmla="*/ 4 w 52"/>
                      <a:gd name="T11" fmla="*/ 2 h 50"/>
                      <a:gd name="T12" fmla="*/ 4 w 52"/>
                      <a:gd name="T13" fmla="*/ 10 h 50"/>
                      <a:gd name="T14" fmla="*/ 10 w 52"/>
                      <a:gd name="T15" fmla="*/ 19 h 50"/>
                      <a:gd name="T16" fmla="*/ 31 w 52"/>
                      <a:gd name="T17" fmla="*/ 38 h 50"/>
                      <a:gd name="T18" fmla="*/ 25 w 52"/>
                      <a:gd name="T19" fmla="*/ 38 h 50"/>
                      <a:gd name="T20" fmla="*/ 18 w 52"/>
                      <a:gd name="T21" fmla="*/ 44 h 50"/>
                      <a:gd name="T22" fmla="*/ 25 w 52"/>
                      <a:gd name="T23" fmla="*/ 50 h 50"/>
                      <a:gd name="T24" fmla="*/ 45 w 52"/>
                      <a:gd name="T25" fmla="*/ 50 h 50"/>
                      <a:gd name="T26" fmla="*/ 47 w 52"/>
                      <a:gd name="T27" fmla="*/ 50 h 50"/>
                      <a:gd name="T28" fmla="*/ 50 w 52"/>
                      <a:gd name="T29" fmla="*/ 48 h 50"/>
                      <a:gd name="T30" fmla="*/ 52 w 52"/>
                      <a:gd name="T31" fmla="*/ 46 h 50"/>
                      <a:gd name="T32" fmla="*/ 52 w 52"/>
                      <a:gd name="T33" fmla="*/ 44 h 50"/>
                      <a:gd name="T34" fmla="*/ 52 w 52"/>
                      <a:gd name="T35" fmla="*/ 23 h 50"/>
                      <a:gd name="T36" fmla="*/ 45 w 52"/>
                      <a:gd name="T37" fmla="*/ 17 h 5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</a:cxnLst>
                    <a:rect l="0" t="0" r="r" b="b"/>
                    <a:pathLst>
                      <a:path w="52" h="50">
                        <a:moveTo>
                          <a:pt x="45" y="17"/>
                        </a:moveTo>
                        <a:cubicBezTo>
                          <a:pt x="41" y="17"/>
                          <a:pt x="39" y="21"/>
                          <a:pt x="39" y="23"/>
                        </a:cubicBezTo>
                        <a:cubicBezTo>
                          <a:pt x="39" y="29"/>
                          <a:pt x="39" y="29"/>
                          <a:pt x="39" y="29"/>
                        </a:cubicBezTo>
                        <a:cubicBezTo>
                          <a:pt x="18" y="8"/>
                          <a:pt x="18" y="8"/>
                          <a:pt x="18" y="8"/>
                        </a:cubicBezTo>
                        <a:cubicBezTo>
                          <a:pt x="12" y="2"/>
                          <a:pt x="12" y="2"/>
                          <a:pt x="12" y="2"/>
                        </a:cubicBezTo>
                        <a:cubicBezTo>
                          <a:pt x="10" y="0"/>
                          <a:pt x="6" y="0"/>
                          <a:pt x="4" y="2"/>
                        </a:cubicBezTo>
                        <a:cubicBezTo>
                          <a:pt x="0" y="4"/>
                          <a:pt x="0" y="8"/>
                          <a:pt x="4" y="10"/>
                        </a:cubicBezTo>
                        <a:cubicBezTo>
                          <a:pt x="10" y="19"/>
                          <a:pt x="10" y="19"/>
                          <a:pt x="10" y="19"/>
                        </a:cubicBezTo>
                        <a:cubicBezTo>
                          <a:pt x="31" y="38"/>
                          <a:pt x="31" y="38"/>
                          <a:pt x="31" y="38"/>
                        </a:cubicBezTo>
                        <a:cubicBezTo>
                          <a:pt x="25" y="38"/>
                          <a:pt x="25" y="38"/>
                          <a:pt x="25" y="38"/>
                        </a:cubicBezTo>
                        <a:cubicBezTo>
                          <a:pt x="21" y="38"/>
                          <a:pt x="18" y="42"/>
                          <a:pt x="18" y="44"/>
                        </a:cubicBezTo>
                        <a:cubicBezTo>
                          <a:pt x="18" y="48"/>
                          <a:pt x="21" y="50"/>
                          <a:pt x="25" y="50"/>
                        </a:cubicBezTo>
                        <a:cubicBezTo>
                          <a:pt x="45" y="50"/>
                          <a:pt x="45" y="50"/>
                          <a:pt x="45" y="50"/>
                        </a:cubicBezTo>
                        <a:cubicBezTo>
                          <a:pt x="47" y="50"/>
                          <a:pt x="47" y="50"/>
                          <a:pt x="47" y="50"/>
                        </a:cubicBezTo>
                        <a:cubicBezTo>
                          <a:pt x="47" y="50"/>
                          <a:pt x="50" y="50"/>
                          <a:pt x="50" y="48"/>
                        </a:cubicBezTo>
                        <a:cubicBezTo>
                          <a:pt x="50" y="48"/>
                          <a:pt x="50" y="48"/>
                          <a:pt x="52" y="46"/>
                        </a:cubicBezTo>
                        <a:cubicBezTo>
                          <a:pt x="52" y="46"/>
                          <a:pt x="52" y="46"/>
                          <a:pt x="52" y="44"/>
                        </a:cubicBezTo>
                        <a:cubicBezTo>
                          <a:pt x="52" y="23"/>
                          <a:pt x="52" y="23"/>
                          <a:pt x="52" y="23"/>
                        </a:cubicBezTo>
                        <a:cubicBezTo>
                          <a:pt x="52" y="21"/>
                          <a:pt x="47" y="17"/>
                          <a:pt x="45" y="1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1600"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030" name="Freeform 137">
                    <a:extLst>
                      <a:ext uri="{FF2B5EF4-FFF2-40B4-BE49-F238E27FC236}">
                        <a16:creationId xmlns:a16="http://schemas.microsoft.com/office/drawing/2014/main" id="{265D4CE0-D3A9-FD13-4928-0CF67E1469A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827838" y="11758613"/>
                    <a:ext cx="125413" cy="77788"/>
                  </a:xfrm>
                  <a:custGeom>
                    <a:avLst/>
                    <a:gdLst>
                      <a:gd name="T0" fmla="*/ 44 w 68"/>
                      <a:gd name="T1" fmla="*/ 16 h 43"/>
                      <a:gd name="T2" fmla="*/ 15 w 68"/>
                      <a:gd name="T3" fmla="*/ 16 h 43"/>
                      <a:gd name="T4" fmla="*/ 7 w 68"/>
                      <a:gd name="T5" fmla="*/ 16 h 43"/>
                      <a:gd name="T6" fmla="*/ 0 w 68"/>
                      <a:gd name="T7" fmla="*/ 23 h 43"/>
                      <a:gd name="T8" fmla="*/ 7 w 68"/>
                      <a:gd name="T9" fmla="*/ 29 h 43"/>
                      <a:gd name="T10" fmla="*/ 17 w 68"/>
                      <a:gd name="T11" fmla="*/ 29 h 43"/>
                      <a:gd name="T12" fmla="*/ 44 w 68"/>
                      <a:gd name="T13" fmla="*/ 29 h 43"/>
                      <a:gd name="T14" fmla="*/ 40 w 68"/>
                      <a:gd name="T15" fmla="*/ 33 h 43"/>
                      <a:gd name="T16" fmla="*/ 40 w 68"/>
                      <a:gd name="T17" fmla="*/ 41 h 43"/>
                      <a:gd name="T18" fmla="*/ 44 w 68"/>
                      <a:gd name="T19" fmla="*/ 43 h 43"/>
                      <a:gd name="T20" fmla="*/ 51 w 68"/>
                      <a:gd name="T21" fmla="*/ 41 h 43"/>
                      <a:gd name="T22" fmla="*/ 65 w 68"/>
                      <a:gd name="T23" fmla="*/ 27 h 43"/>
                      <a:gd name="T24" fmla="*/ 65 w 68"/>
                      <a:gd name="T25" fmla="*/ 25 h 43"/>
                      <a:gd name="T26" fmla="*/ 68 w 68"/>
                      <a:gd name="T27" fmla="*/ 23 h 43"/>
                      <a:gd name="T28" fmla="*/ 65 w 68"/>
                      <a:gd name="T29" fmla="*/ 18 h 43"/>
                      <a:gd name="T30" fmla="*/ 65 w 68"/>
                      <a:gd name="T31" fmla="*/ 16 h 43"/>
                      <a:gd name="T32" fmla="*/ 51 w 68"/>
                      <a:gd name="T33" fmla="*/ 2 h 43"/>
                      <a:gd name="T34" fmla="*/ 40 w 68"/>
                      <a:gd name="T35" fmla="*/ 2 h 43"/>
                      <a:gd name="T36" fmla="*/ 40 w 68"/>
                      <a:gd name="T37" fmla="*/ 12 h 43"/>
                      <a:gd name="T38" fmla="*/ 44 w 68"/>
                      <a:gd name="T39" fmla="*/ 16 h 43"/>
                      <a:gd name="T40" fmla="*/ 44 w 68"/>
                      <a:gd name="T41" fmla="*/ 16 h 4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</a:cxnLst>
                    <a:rect l="0" t="0" r="r" b="b"/>
                    <a:pathLst>
                      <a:path w="68" h="43">
                        <a:moveTo>
                          <a:pt x="44" y="16"/>
                        </a:moveTo>
                        <a:cubicBezTo>
                          <a:pt x="15" y="16"/>
                          <a:pt x="15" y="16"/>
                          <a:pt x="15" y="16"/>
                        </a:cubicBezTo>
                        <a:cubicBezTo>
                          <a:pt x="7" y="16"/>
                          <a:pt x="7" y="16"/>
                          <a:pt x="7" y="16"/>
                        </a:cubicBezTo>
                        <a:cubicBezTo>
                          <a:pt x="2" y="16"/>
                          <a:pt x="0" y="18"/>
                          <a:pt x="0" y="23"/>
                        </a:cubicBezTo>
                        <a:cubicBezTo>
                          <a:pt x="0" y="25"/>
                          <a:pt x="2" y="29"/>
                          <a:pt x="7" y="29"/>
                        </a:cubicBezTo>
                        <a:cubicBezTo>
                          <a:pt x="17" y="29"/>
                          <a:pt x="17" y="29"/>
                          <a:pt x="17" y="29"/>
                        </a:cubicBezTo>
                        <a:cubicBezTo>
                          <a:pt x="44" y="29"/>
                          <a:pt x="44" y="29"/>
                          <a:pt x="44" y="29"/>
                        </a:cubicBezTo>
                        <a:cubicBezTo>
                          <a:pt x="40" y="33"/>
                          <a:pt x="40" y="33"/>
                          <a:pt x="40" y="33"/>
                        </a:cubicBezTo>
                        <a:cubicBezTo>
                          <a:pt x="38" y="35"/>
                          <a:pt x="38" y="39"/>
                          <a:pt x="40" y="41"/>
                        </a:cubicBezTo>
                        <a:cubicBezTo>
                          <a:pt x="42" y="41"/>
                          <a:pt x="44" y="43"/>
                          <a:pt x="44" y="43"/>
                        </a:cubicBezTo>
                        <a:cubicBezTo>
                          <a:pt x="47" y="43"/>
                          <a:pt x="49" y="41"/>
                          <a:pt x="51" y="41"/>
                        </a:cubicBezTo>
                        <a:cubicBezTo>
                          <a:pt x="65" y="27"/>
                          <a:pt x="65" y="27"/>
                          <a:pt x="65" y="27"/>
                        </a:cubicBezTo>
                        <a:cubicBezTo>
                          <a:pt x="65" y="25"/>
                          <a:pt x="65" y="25"/>
                          <a:pt x="65" y="25"/>
                        </a:cubicBezTo>
                        <a:cubicBezTo>
                          <a:pt x="65" y="23"/>
                          <a:pt x="68" y="23"/>
                          <a:pt x="68" y="23"/>
                        </a:cubicBezTo>
                        <a:cubicBezTo>
                          <a:pt x="68" y="21"/>
                          <a:pt x="65" y="21"/>
                          <a:pt x="65" y="18"/>
                        </a:cubicBezTo>
                        <a:cubicBezTo>
                          <a:pt x="65" y="18"/>
                          <a:pt x="65" y="18"/>
                          <a:pt x="65" y="16"/>
                        </a:cubicBezTo>
                        <a:cubicBezTo>
                          <a:pt x="51" y="2"/>
                          <a:pt x="51" y="2"/>
                          <a:pt x="51" y="2"/>
                        </a:cubicBezTo>
                        <a:cubicBezTo>
                          <a:pt x="47" y="0"/>
                          <a:pt x="42" y="0"/>
                          <a:pt x="40" y="2"/>
                        </a:cubicBezTo>
                        <a:cubicBezTo>
                          <a:pt x="38" y="4"/>
                          <a:pt x="38" y="8"/>
                          <a:pt x="40" y="12"/>
                        </a:cubicBezTo>
                        <a:cubicBezTo>
                          <a:pt x="44" y="16"/>
                          <a:pt x="44" y="16"/>
                          <a:pt x="44" y="16"/>
                        </a:cubicBezTo>
                        <a:cubicBezTo>
                          <a:pt x="44" y="16"/>
                          <a:pt x="44" y="16"/>
                          <a:pt x="44" y="16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1600"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031" name="Freeform 138">
                    <a:extLst>
                      <a:ext uri="{FF2B5EF4-FFF2-40B4-BE49-F238E27FC236}">
                        <a16:creationId xmlns:a16="http://schemas.microsoft.com/office/drawing/2014/main" id="{F95DEEC2-86F5-3525-4C14-1C97ABD12E8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804026" y="11660188"/>
                    <a:ext cx="90488" cy="98425"/>
                  </a:xfrm>
                  <a:custGeom>
                    <a:avLst/>
                    <a:gdLst>
                      <a:gd name="T0" fmla="*/ 6 w 49"/>
                      <a:gd name="T1" fmla="*/ 53 h 53"/>
                      <a:gd name="T2" fmla="*/ 10 w 49"/>
                      <a:gd name="T3" fmla="*/ 51 h 53"/>
                      <a:gd name="T4" fmla="*/ 18 w 49"/>
                      <a:gd name="T5" fmla="*/ 42 h 53"/>
                      <a:gd name="T6" fmla="*/ 37 w 49"/>
                      <a:gd name="T7" fmla="*/ 23 h 53"/>
                      <a:gd name="T8" fmla="*/ 37 w 49"/>
                      <a:gd name="T9" fmla="*/ 28 h 53"/>
                      <a:gd name="T10" fmla="*/ 43 w 49"/>
                      <a:gd name="T11" fmla="*/ 34 h 53"/>
                      <a:gd name="T12" fmla="*/ 49 w 49"/>
                      <a:gd name="T13" fmla="*/ 28 h 53"/>
                      <a:gd name="T14" fmla="*/ 49 w 49"/>
                      <a:gd name="T15" fmla="*/ 7 h 53"/>
                      <a:gd name="T16" fmla="*/ 49 w 49"/>
                      <a:gd name="T17" fmla="*/ 5 h 53"/>
                      <a:gd name="T18" fmla="*/ 47 w 49"/>
                      <a:gd name="T19" fmla="*/ 2 h 53"/>
                      <a:gd name="T20" fmla="*/ 47 w 49"/>
                      <a:gd name="T21" fmla="*/ 2 h 53"/>
                      <a:gd name="T22" fmla="*/ 43 w 49"/>
                      <a:gd name="T23" fmla="*/ 0 h 53"/>
                      <a:gd name="T24" fmla="*/ 22 w 49"/>
                      <a:gd name="T25" fmla="*/ 0 h 53"/>
                      <a:gd name="T26" fmla="*/ 16 w 49"/>
                      <a:gd name="T27" fmla="*/ 7 h 53"/>
                      <a:gd name="T28" fmla="*/ 22 w 49"/>
                      <a:gd name="T29" fmla="*/ 13 h 53"/>
                      <a:gd name="T30" fmla="*/ 28 w 49"/>
                      <a:gd name="T31" fmla="*/ 13 h 53"/>
                      <a:gd name="T32" fmla="*/ 10 w 49"/>
                      <a:gd name="T33" fmla="*/ 34 h 53"/>
                      <a:gd name="T34" fmla="*/ 2 w 49"/>
                      <a:gd name="T35" fmla="*/ 40 h 53"/>
                      <a:gd name="T36" fmla="*/ 2 w 49"/>
                      <a:gd name="T37" fmla="*/ 51 h 53"/>
                      <a:gd name="T38" fmla="*/ 6 w 49"/>
                      <a:gd name="T39" fmla="*/ 53 h 5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49" h="53">
                        <a:moveTo>
                          <a:pt x="6" y="53"/>
                        </a:moveTo>
                        <a:cubicBezTo>
                          <a:pt x="8" y="53"/>
                          <a:pt x="10" y="51"/>
                          <a:pt x="10" y="51"/>
                        </a:cubicBezTo>
                        <a:cubicBezTo>
                          <a:pt x="18" y="42"/>
                          <a:pt x="18" y="42"/>
                          <a:pt x="18" y="42"/>
                        </a:cubicBezTo>
                        <a:cubicBezTo>
                          <a:pt x="37" y="23"/>
                          <a:pt x="37" y="23"/>
                          <a:pt x="37" y="23"/>
                        </a:cubicBezTo>
                        <a:cubicBezTo>
                          <a:pt x="37" y="28"/>
                          <a:pt x="37" y="28"/>
                          <a:pt x="37" y="28"/>
                        </a:cubicBezTo>
                        <a:cubicBezTo>
                          <a:pt x="37" y="32"/>
                          <a:pt x="41" y="34"/>
                          <a:pt x="43" y="34"/>
                        </a:cubicBezTo>
                        <a:cubicBezTo>
                          <a:pt x="47" y="34"/>
                          <a:pt x="49" y="32"/>
                          <a:pt x="49" y="28"/>
                        </a:cubicBezTo>
                        <a:cubicBezTo>
                          <a:pt x="49" y="7"/>
                          <a:pt x="49" y="7"/>
                          <a:pt x="49" y="7"/>
                        </a:cubicBezTo>
                        <a:cubicBezTo>
                          <a:pt x="49" y="7"/>
                          <a:pt x="49" y="7"/>
                          <a:pt x="49" y="5"/>
                        </a:cubicBezTo>
                        <a:cubicBezTo>
                          <a:pt x="49" y="5"/>
                          <a:pt x="49" y="5"/>
                          <a:pt x="47" y="2"/>
                        </a:cubicBezTo>
                        <a:cubicBezTo>
                          <a:pt x="47" y="2"/>
                          <a:pt x="47" y="2"/>
                          <a:pt x="47" y="2"/>
                        </a:cubicBezTo>
                        <a:cubicBezTo>
                          <a:pt x="45" y="0"/>
                          <a:pt x="45" y="0"/>
                          <a:pt x="43" y="0"/>
                        </a:cubicBezTo>
                        <a:cubicBezTo>
                          <a:pt x="22" y="0"/>
                          <a:pt x="22" y="0"/>
                          <a:pt x="22" y="0"/>
                        </a:cubicBezTo>
                        <a:cubicBezTo>
                          <a:pt x="20" y="0"/>
                          <a:pt x="16" y="5"/>
                          <a:pt x="16" y="7"/>
                        </a:cubicBezTo>
                        <a:cubicBezTo>
                          <a:pt x="16" y="11"/>
                          <a:pt x="20" y="13"/>
                          <a:pt x="22" y="13"/>
                        </a:cubicBezTo>
                        <a:cubicBezTo>
                          <a:pt x="28" y="13"/>
                          <a:pt x="28" y="13"/>
                          <a:pt x="28" y="13"/>
                        </a:cubicBezTo>
                        <a:cubicBezTo>
                          <a:pt x="10" y="34"/>
                          <a:pt x="10" y="34"/>
                          <a:pt x="10" y="34"/>
                        </a:cubicBezTo>
                        <a:cubicBezTo>
                          <a:pt x="2" y="40"/>
                          <a:pt x="2" y="40"/>
                          <a:pt x="2" y="40"/>
                        </a:cubicBezTo>
                        <a:cubicBezTo>
                          <a:pt x="0" y="44"/>
                          <a:pt x="0" y="46"/>
                          <a:pt x="2" y="51"/>
                        </a:cubicBezTo>
                        <a:cubicBezTo>
                          <a:pt x="4" y="51"/>
                          <a:pt x="4" y="53"/>
                          <a:pt x="6" y="53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1600"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032" name="Freeform 139">
                    <a:extLst>
                      <a:ext uri="{FF2B5EF4-FFF2-40B4-BE49-F238E27FC236}">
                        <a16:creationId xmlns:a16="http://schemas.microsoft.com/office/drawing/2014/main" id="{8E1CBD03-E92A-BA42-8FA9-CB5A106E7029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6499226" y="11152188"/>
                    <a:ext cx="509588" cy="349250"/>
                  </a:xfrm>
                  <a:custGeom>
                    <a:avLst/>
                    <a:gdLst>
                      <a:gd name="T0" fmla="*/ 255 w 321"/>
                      <a:gd name="T1" fmla="*/ 3 h 220"/>
                      <a:gd name="T2" fmla="*/ 255 w 321"/>
                      <a:gd name="T3" fmla="*/ 3 h 220"/>
                      <a:gd name="T4" fmla="*/ 255 w 321"/>
                      <a:gd name="T5" fmla="*/ 3 h 220"/>
                      <a:gd name="T6" fmla="*/ 65 w 321"/>
                      <a:gd name="T7" fmla="*/ 3 h 220"/>
                      <a:gd name="T8" fmla="*/ 65 w 321"/>
                      <a:gd name="T9" fmla="*/ 3 h 220"/>
                      <a:gd name="T10" fmla="*/ 65 w 321"/>
                      <a:gd name="T11" fmla="*/ 3 h 220"/>
                      <a:gd name="T12" fmla="*/ 65 w 321"/>
                      <a:gd name="T13" fmla="*/ 0 h 220"/>
                      <a:gd name="T14" fmla="*/ 0 w 321"/>
                      <a:gd name="T15" fmla="*/ 0 h 220"/>
                      <a:gd name="T16" fmla="*/ 0 w 321"/>
                      <a:gd name="T17" fmla="*/ 29 h 220"/>
                      <a:gd name="T18" fmla="*/ 65 w 321"/>
                      <a:gd name="T19" fmla="*/ 29 h 220"/>
                      <a:gd name="T20" fmla="*/ 65 w 321"/>
                      <a:gd name="T21" fmla="*/ 29 h 220"/>
                      <a:gd name="T22" fmla="*/ 147 w 321"/>
                      <a:gd name="T23" fmla="*/ 109 h 220"/>
                      <a:gd name="T24" fmla="*/ 65 w 321"/>
                      <a:gd name="T25" fmla="*/ 194 h 220"/>
                      <a:gd name="T26" fmla="*/ 65 w 321"/>
                      <a:gd name="T27" fmla="*/ 194 h 220"/>
                      <a:gd name="T28" fmla="*/ 0 w 321"/>
                      <a:gd name="T29" fmla="*/ 194 h 220"/>
                      <a:gd name="T30" fmla="*/ 0 w 321"/>
                      <a:gd name="T31" fmla="*/ 220 h 220"/>
                      <a:gd name="T32" fmla="*/ 65 w 321"/>
                      <a:gd name="T33" fmla="*/ 220 h 220"/>
                      <a:gd name="T34" fmla="*/ 65 w 321"/>
                      <a:gd name="T35" fmla="*/ 218 h 220"/>
                      <a:gd name="T36" fmla="*/ 65 w 321"/>
                      <a:gd name="T37" fmla="*/ 218 h 220"/>
                      <a:gd name="T38" fmla="*/ 255 w 321"/>
                      <a:gd name="T39" fmla="*/ 218 h 220"/>
                      <a:gd name="T40" fmla="*/ 255 w 321"/>
                      <a:gd name="T41" fmla="*/ 220 h 220"/>
                      <a:gd name="T42" fmla="*/ 321 w 321"/>
                      <a:gd name="T43" fmla="*/ 220 h 220"/>
                      <a:gd name="T44" fmla="*/ 321 w 321"/>
                      <a:gd name="T45" fmla="*/ 194 h 220"/>
                      <a:gd name="T46" fmla="*/ 255 w 321"/>
                      <a:gd name="T47" fmla="*/ 194 h 220"/>
                      <a:gd name="T48" fmla="*/ 255 w 321"/>
                      <a:gd name="T49" fmla="*/ 194 h 220"/>
                      <a:gd name="T50" fmla="*/ 173 w 321"/>
                      <a:gd name="T51" fmla="*/ 109 h 220"/>
                      <a:gd name="T52" fmla="*/ 255 w 321"/>
                      <a:gd name="T53" fmla="*/ 29 h 220"/>
                      <a:gd name="T54" fmla="*/ 255 w 321"/>
                      <a:gd name="T55" fmla="*/ 29 h 220"/>
                      <a:gd name="T56" fmla="*/ 321 w 321"/>
                      <a:gd name="T57" fmla="*/ 29 h 220"/>
                      <a:gd name="T58" fmla="*/ 321 w 321"/>
                      <a:gd name="T59" fmla="*/ 0 h 220"/>
                      <a:gd name="T60" fmla="*/ 255 w 321"/>
                      <a:gd name="T61" fmla="*/ 0 h 220"/>
                      <a:gd name="T62" fmla="*/ 255 w 321"/>
                      <a:gd name="T63" fmla="*/ 3 h 220"/>
                      <a:gd name="T64" fmla="*/ 255 w 321"/>
                      <a:gd name="T65" fmla="*/ 3 h 220"/>
                      <a:gd name="T66" fmla="*/ 255 w 321"/>
                      <a:gd name="T67" fmla="*/ 3 h 220"/>
                      <a:gd name="T68" fmla="*/ 229 w 321"/>
                      <a:gd name="T69" fmla="*/ 199 h 220"/>
                      <a:gd name="T70" fmla="*/ 87 w 321"/>
                      <a:gd name="T71" fmla="*/ 199 h 220"/>
                      <a:gd name="T72" fmla="*/ 159 w 321"/>
                      <a:gd name="T73" fmla="*/ 123 h 220"/>
                      <a:gd name="T74" fmla="*/ 229 w 321"/>
                      <a:gd name="T75" fmla="*/ 199 h 220"/>
                      <a:gd name="T76" fmla="*/ 229 w 321"/>
                      <a:gd name="T77" fmla="*/ 199 h 220"/>
                      <a:gd name="T78" fmla="*/ 229 w 321"/>
                      <a:gd name="T79" fmla="*/ 199 h 220"/>
                      <a:gd name="T80" fmla="*/ 159 w 321"/>
                      <a:gd name="T81" fmla="*/ 98 h 220"/>
                      <a:gd name="T82" fmla="*/ 87 w 321"/>
                      <a:gd name="T83" fmla="*/ 23 h 220"/>
                      <a:gd name="T84" fmla="*/ 229 w 321"/>
                      <a:gd name="T85" fmla="*/ 23 h 220"/>
                      <a:gd name="T86" fmla="*/ 159 w 321"/>
                      <a:gd name="T87" fmla="*/ 98 h 220"/>
                      <a:gd name="T88" fmla="*/ 159 w 321"/>
                      <a:gd name="T89" fmla="*/ 98 h 220"/>
                      <a:gd name="T90" fmla="*/ 159 w 321"/>
                      <a:gd name="T91" fmla="*/ 98 h 22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</a:cxnLst>
                    <a:rect l="0" t="0" r="r" b="b"/>
                    <a:pathLst>
                      <a:path w="321" h="220">
                        <a:moveTo>
                          <a:pt x="255" y="3"/>
                        </a:moveTo>
                        <a:lnTo>
                          <a:pt x="255" y="3"/>
                        </a:lnTo>
                        <a:lnTo>
                          <a:pt x="255" y="3"/>
                        </a:lnTo>
                        <a:lnTo>
                          <a:pt x="65" y="3"/>
                        </a:lnTo>
                        <a:lnTo>
                          <a:pt x="65" y="3"/>
                        </a:lnTo>
                        <a:lnTo>
                          <a:pt x="65" y="3"/>
                        </a:lnTo>
                        <a:lnTo>
                          <a:pt x="65" y="0"/>
                        </a:lnTo>
                        <a:lnTo>
                          <a:pt x="0" y="0"/>
                        </a:lnTo>
                        <a:lnTo>
                          <a:pt x="0" y="29"/>
                        </a:lnTo>
                        <a:lnTo>
                          <a:pt x="65" y="29"/>
                        </a:lnTo>
                        <a:lnTo>
                          <a:pt x="65" y="29"/>
                        </a:lnTo>
                        <a:lnTo>
                          <a:pt x="147" y="109"/>
                        </a:lnTo>
                        <a:lnTo>
                          <a:pt x="65" y="194"/>
                        </a:lnTo>
                        <a:lnTo>
                          <a:pt x="65" y="194"/>
                        </a:lnTo>
                        <a:lnTo>
                          <a:pt x="0" y="194"/>
                        </a:lnTo>
                        <a:lnTo>
                          <a:pt x="0" y="220"/>
                        </a:lnTo>
                        <a:lnTo>
                          <a:pt x="65" y="220"/>
                        </a:lnTo>
                        <a:lnTo>
                          <a:pt x="65" y="218"/>
                        </a:lnTo>
                        <a:lnTo>
                          <a:pt x="65" y="218"/>
                        </a:lnTo>
                        <a:lnTo>
                          <a:pt x="255" y="218"/>
                        </a:lnTo>
                        <a:lnTo>
                          <a:pt x="255" y="220"/>
                        </a:lnTo>
                        <a:lnTo>
                          <a:pt x="321" y="220"/>
                        </a:lnTo>
                        <a:lnTo>
                          <a:pt x="321" y="194"/>
                        </a:lnTo>
                        <a:lnTo>
                          <a:pt x="255" y="194"/>
                        </a:lnTo>
                        <a:lnTo>
                          <a:pt x="255" y="194"/>
                        </a:lnTo>
                        <a:lnTo>
                          <a:pt x="173" y="109"/>
                        </a:lnTo>
                        <a:lnTo>
                          <a:pt x="255" y="29"/>
                        </a:lnTo>
                        <a:lnTo>
                          <a:pt x="255" y="29"/>
                        </a:lnTo>
                        <a:lnTo>
                          <a:pt x="321" y="29"/>
                        </a:lnTo>
                        <a:lnTo>
                          <a:pt x="321" y="0"/>
                        </a:lnTo>
                        <a:lnTo>
                          <a:pt x="255" y="0"/>
                        </a:lnTo>
                        <a:lnTo>
                          <a:pt x="255" y="3"/>
                        </a:lnTo>
                        <a:lnTo>
                          <a:pt x="255" y="3"/>
                        </a:lnTo>
                        <a:lnTo>
                          <a:pt x="255" y="3"/>
                        </a:lnTo>
                        <a:close/>
                        <a:moveTo>
                          <a:pt x="229" y="199"/>
                        </a:moveTo>
                        <a:lnTo>
                          <a:pt x="87" y="199"/>
                        </a:lnTo>
                        <a:lnTo>
                          <a:pt x="159" y="123"/>
                        </a:lnTo>
                        <a:lnTo>
                          <a:pt x="229" y="199"/>
                        </a:lnTo>
                        <a:lnTo>
                          <a:pt x="229" y="199"/>
                        </a:lnTo>
                        <a:lnTo>
                          <a:pt x="229" y="199"/>
                        </a:lnTo>
                        <a:close/>
                        <a:moveTo>
                          <a:pt x="159" y="98"/>
                        </a:moveTo>
                        <a:lnTo>
                          <a:pt x="87" y="23"/>
                        </a:lnTo>
                        <a:lnTo>
                          <a:pt x="229" y="23"/>
                        </a:lnTo>
                        <a:lnTo>
                          <a:pt x="159" y="98"/>
                        </a:lnTo>
                        <a:lnTo>
                          <a:pt x="159" y="98"/>
                        </a:lnTo>
                        <a:lnTo>
                          <a:pt x="159" y="98"/>
                        </a:ln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1600"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2008" name="그룹 2007">
                  <a:extLst>
                    <a:ext uri="{FF2B5EF4-FFF2-40B4-BE49-F238E27FC236}">
                      <a16:creationId xmlns:a16="http://schemas.microsoft.com/office/drawing/2014/main" id="{8AB5D62F-B74C-49B7-E90B-11EF25847ED7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4190698" y="3642406"/>
                  <a:ext cx="207943" cy="284690"/>
                  <a:chOff x="6361113" y="11072813"/>
                  <a:chExt cx="782638" cy="977900"/>
                </a:xfrm>
              </p:grpSpPr>
              <p:sp>
                <p:nvSpPr>
                  <p:cNvPr id="2009" name="Freeform 140">
                    <a:extLst>
                      <a:ext uri="{FF2B5EF4-FFF2-40B4-BE49-F238E27FC236}">
                        <a16:creationId xmlns:a16="http://schemas.microsoft.com/office/drawing/2014/main" id="{410B7D03-84D6-0983-C39D-37B42DE7BB61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6389688" y="11104563"/>
                    <a:ext cx="722313" cy="915988"/>
                  </a:xfrm>
                  <a:custGeom>
                    <a:avLst/>
                    <a:gdLst>
                      <a:gd name="T0" fmla="*/ 394 w 394"/>
                      <a:gd name="T1" fmla="*/ 498 h 500"/>
                      <a:gd name="T2" fmla="*/ 390 w 394"/>
                      <a:gd name="T3" fmla="*/ 500 h 500"/>
                      <a:gd name="T4" fmla="*/ 5 w 394"/>
                      <a:gd name="T5" fmla="*/ 500 h 500"/>
                      <a:gd name="T6" fmla="*/ 0 w 394"/>
                      <a:gd name="T7" fmla="*/ 498 h 500"/>
                      <a:gd name="T8" fmla="*/ 0 w 394"/>
                      <a:gd name="T9" fmla="*/ 258 h 500"/>
                      <a:gd name="T10" fmla="*/ 394 w 394"/>
                      <a:gd name="T11" fmla="*/ 258 h 500"/>
                      <a:gd name="T12" fmla="*/ 394 w 394"/>
                      <a:gd name="T13" fmla="*/ 498 h 500"/>
                      <a:gd name="T14" fmla="*/ 394 w 394"/>
                      <a:gd name="T15" fmla="*/ 498 h 500"/>
                      <a:gd name="T16" fmla="*/ 0 w 394"/>
                      <a:gd name="T17" fmla="*/ 4 h 500"/>
                      <a:gd name="T18" fmla="*/ 5 w 394"/>
                      <a:gd name="T19" fmla="*/ 0 h 500"/>
                      <a:gd name="T20" fmla="*/ 390 w 394"/>
                      <a:gd name="T21" fmla="*/ 0 h 500"/>
                      <a:gd name="T22" fmla="*/ 394 w 394"/>
                      <a:gd name="T23" fmla="*/ 4 h 500"/>
                      <a:gd name="T24" fmla="*/ 394 w 394"/>
                      <a:gd name="T25" fmla="*/ 242 h 500"/>
                      <a:gd name="T26" fmla="*/ 0 w 394"/>
                      <a:gd name="T27" fmla="*/ 242 h 500"/>
                      <a:gd name="T28" fmla="*/ 0 w 394"/>
                      <a:gd name="T29" fmla="*/ 4 h 500"/>
                      <a:gd name="T30" fmla="*/ 0 w 394"/>
                      <a:gd name="T31" fmla="*/ 4 h 5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</a:cxnLst>
                    <a:rect l="0" t="0" r="r" b="b"/>
                    <a:pathLst>
                      <a:path w="394" h="500">
                        <a:moveTo>
                          <a:pt x="394" y="498"/>
                        </a:moveTo>
                        <a:cubicBezTo>
                          <a:pt x="394" y="500"/>
                          <a:pt x="392" y="500"/>
                          <a:pt x="390" y="500"/>
                        </a:cubicBezTo>
                        <a:cubicBezTo>
                          <a:pt x="5" y="500"/>
                          <a:pt x="5" y="500"/>
                          <a:pt x="5" y="500"/>
                        </a:cubicBezTo>
                        <a:cubicBezTo>
                          <a:pt x="2" y="500"/>
                          <a:pt x="0" y="500"/>
                          <a:pt x="0" y="498"/>
                        </a:cubicBezTo>
                        <a:cubicBezTo>
                          <a:pt x="0" y="258"/>
                          <a:pt x="0" y="258"/>
                          <a:pt x="0" y="258"/>
                        </a:cubicBezTo>
                        <a:cubicBezTo>
                          <a:pt x="394" y="258"/>
                          <a:pt x="394" y="258"/>
                          <a:pt x="394" y="258"/>
                        </a:cubicBezTo>
                        <a:cubicBezTo>
                          <a:pt x="394" y="498"/>
                          <a:pt x="394" y="498"/>
                          <a:pt x="394" y="498"/>
                        </a:cubicBezTo>
                        <a:cubicBezTo>
                          <a:pt x="394" y="498"/>
                          <a:pt x="394" y="498"/>
                          <a:pt x="394" y="498"/>
                        </a:cubicBezTo>
                        <a:close/>
                        <a:moveTo>
                          <a:pt x="0" y="4"/>
                        </a:moveTo>
                        <a:cubicBezTo>
                          <a:pt x="0" y="2"/>
                          <a:pt x="2" y="0"/>
                          <a:pt x="5" y="0"/>
                        </a:cubicBezTo>
                        <a:cubicBezTo>
                          <a:pt x="390" y="0"/>
                          <a:pt x="390" y="0"/>
                          <a:pt x="390" y="0"/>
                        </a:cubicBezTo>
                        <a:cubicBezTo>
                          <a:pt x="392" y="0"/>
                          <a:pt x="394" y="2"/>
                          <a:pt x="394" y="4"/>
                        </a:cubicBezTo>
                        <a:cubicBezTo>
                          <a:pt x="394" y="242"/>
                          <a:pt x="394" y="242"/>
                          <a:pt x="394" y="242"/>
                        </a:cubicBezTo>
                        <a:cubicBezTo>
                          <a:pt x="0" y="242"/>
                          <a:pt x="0" y="242"/>
                          <a:pt x="0" y="242"/>
                        </a:cubicBezTo>
                        <a:cubicBezTo>
                          <a:pt x="0" y="4"/>
                          <a:pt x="0" y="4"/>
                          <a:pt x="0" y="4"/>
                        </a:cubicBezTo>
                        <a:cubicBezTo>
                          <a:pt x="0" y="4"/>
                          <a:pt x="0" y="4"/>
                          <a:pt x="0" y="4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1600"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010" name="Freeform 129">
                    <a:extLst>
                      <a:ext uri="{FF2B5EF4-FFF2-40B4-BE49-F238E27FC236}">
                        <a16:creationId xmlns:a16="http://schemas.microsoft.com/office/drawing/2014/main" id="{A2DCBFFD-7B00-1FFA-B084-25BFAE68ABFA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6361113" y="11072813"/>
                    <a:ext cx="782638" cy="977900"/>
                  </a:xfrm>
                  <a:custGeom>
                    <a:avLst/>
                    <a:gdLst>
                      <a:gd name="T0" fmla="*/ 406 w 427"/>
                      <a:gd name="T1" fmla="*/ 0 h 534"/>
                      <a:gd name="T2" fmla="*/ 21 w 427"/>
                      <a:gd name="T3" fmla="*/ 0 h 534"/>
                      <a:gd name="T4" fmla="*/ 0 w 427"/>
                      <a:gd name="T5" fmla="*/ 21 h 534"/>
                      <a:gd name="T6" fmla="*/ 0 w 427"/>
                      <a:gd name="T7" fmla="*/ 267 h 534"/>
                      <a:gd name="T8" fmla="*/ 0 w 427"/>
                      <a:gd name="T9" fmla="*/ 515 h 534"/>
                      <a:gd name="T10" fmla="*/ 21 w 427"/>
                      <a:gd name="T11" fmla="*/ 534 h 534"/>
                      <a:gd name="T12" fmla="*/ 406 w 427"/>
                      <a:gd name="T13" fmla="*/ 534 h 534"/>
                      <a:gd name="T14" fmla="*/ 427 w 427"/>
                      <a:gd name="T15" fmla="*/ 515 h 534"/>
                      <a:gd name="T16" fmla="*/ 427 w 427"/>
                      <a:gd name="T17" fmla="*/ 267 h 534"/>
                      <a:gd name="T18" fmla="*/ 427 w 427"/>
                      <a:gd name="T19" fmla="*/ 21 h 534"/>
                      <a:gd name="T20" fmla="*/ 406 w 427"/>
                      <a:gd name="T21" fmla="*/ 0 h 534"/>
                      <a:gd name="T22" fmla="*/ 410 w 427"/>
                      <a:gd name="T23" fmla="*/ 515 h 534"/>
                      <a:gd name="T24" fmla="*/ 406 w 427"/>
                      <a:gd name="T25" fmla="*/ 517 h 534"/>
                      <a:gd name="T26" fmla="*/ 21 w 427"/>
                      <a:gd name="T27" fmla="*/ 517 h 534"/>
                      <a:gd name="T28" fmla="*/ 16 w 427"/>
                      <a:gd name="T29" fmla="*/ 515 h 534"/>
                      <a:gd name="T30" fmla="*/ 16 w 427"/>
                      <a:gd name="T31" fmla="*/ 275 h 534"/>
                      <a:gd name="T32" fmla="*/ 410 w 427"/>
                      <a:gd name="T33" fmla="*/ 275 h 534"/>
                      <a:gd name="T34" fmla="*/ 410 w 427"/>
                      <a:gd name="T35" fmla="*/ 515 h 534"/>
                      <a:gd name="T36" fmla="*/ 410 w 427"/>
                      <a:gd name="T37" fmla="*/ 515 h 534"/>
                      <a:gd name="T38" fmla="*/ 16 w 427"/>
                      <a:gd name="T39" fmla="*/ 21 h 534"/>
                      <a:gd name="T40" fmla="*/ 21 w 427"/>
                      <a:gd name="T41" fmla="*/ 17 h 534"/>
                      <a:gd name="T42" fmla="*/ 406 w 427"/>
                      <a:gd name="T43" fmla="*/ 17 h 534"/>
                      <a:gd name="T44" fmla="*/ 410 w 427"/>
                      <a:gd name="T45" fmla="*/ 21 h 534"/>
                      <a:gd name="T46" fmla="*/ 410 w 427"/>
                      <a:gd name="T47" fmla="*/ 259 h 534"/>
                      <a:gd name="T48" fmla="*/ 16 w 427"/>
                      <a:gd name="T49" fmla="*/ 259 h 534"/>
                      <a:gd name="T50" fmla="*/ 16 w 427"/>
                      <a:gd name="T51" fmla="*/ 21 h 534"/>
                      <a:gd name="T52" fmla="*/ 16 w 427"/>
                      <a:gd name="T53" fmla="*/ 21 h 53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</a:cxnLst>
                    <a:rect l="0" t="0" r="r" b="b"/>
                    <a:pathLst>
                      <a:path w="427" h="534">
                        <a:moveTo>
                          <a:pt x="406" y="0"/>
                        </a:moveTo>
                        <a:cubicBezTo>
                          <a:pt x="21" y="0"/>
                          <a:pt x="21" y="0"/>
                          <a:pt x="21" y="0"/>
                        </a:cubicBezTo>
                        <a:cubicBezTo>
                          <a:pt x="8" y="0"/>
                          <a:pt x="0" y="9"/>
                          <a:pt x="0" y="21"/>
                        </a:cubicBezTo>
                        <a:cubicBezTo>
                          <a:pt x="0" y="267"/>
                          <a:pt x="0" y="267"/>
                          <a:pt x="0" y="267"/>
                        </a:cubicBezTo>
                        <a:cubicBezTo>
                          <a:pt x="0" y="515"/>
                          <a:pt x="0" y="515"/>
                          <a:pt x="0" y="515"/>
                        </a:cubicBezTo>
                        <a:cubicBezTo>
                          <a:pt x="0" y="525"/>
                          <a:pt x="8" y="534"/>
                          <a:pt x="21" y="534"/>
                        </a:cubicBezTo>
                        <a:cubicBezTo>
                          <a:pt x="406" y="534"/>
                          <a:pt x="406" y="534"/>
                          <a:pt x="406" y="534"/>
                        </a:cubicBezTo>
                        <a:cubicBezTo>
                          <a:pt x="416" y="534"/>
                          <a:pt x="427" y="525"/>
                          <a:pt x="427" y="515"/>
                        </a:cubicBezTo>
                        <a:cubicBezTo>
                          <a:pt x="427" y="267"/>
                          <a:pt x="427" y="267"/>
                          <a:pt x="427" y="267"/>
                        </a:cubicBezTo>
                        <a:cubicBezTo>
                          <a:pt x="427" y="21"/>
                          <a:pt x="427" y="21"/>
                          <a:pt x="427" y="21"/>
                        </a:cubicBezTo>
                        <a:cubicBezTo>
                          <a:pt x="427" y="9"/>
                          <a:pt x="416" y="0"/>
                          <a:pt x="406" y="0"/>
                        </a:cubicBezTo>
                        <a:close/>
                        <a:moveTo>
                          <a:pt x="410" y="515"/>
                        </a:moveTo>
                        <a:cubicBezTo>
                          <a:pt x="410" y="517"/>
                          <a:pt x="408" y="517"/>
                          <a:pt x="406" y="517"/>
                        </a:cubicBezTo>
                        <a:cubicBezTo>
                          <a:pt x="21" y="517"/>
                          <a:pt x="21" y="517"/>
                          <a:pt x="21" y="517"/>
                        </a:cubicBezTo>
                        <a:cubicBezTo>
                          <a:pt x="18" y="517"/>
                          <a:pt x="16" y="517"/>
                          <a:pt x="16" y="515"/>
                        </a:cubicBezTo>
                        <a:cubicBezTo>
                          <a:pt x="16" y="275"/>
                          <a:pt x="16" y="275"/>
                          <a:pt x="16" y="275"/>
                        </a:cubicBezTo>
                        <a:cubicBezTo>
                          <a:pt x="410" y="275"/>
                          <a:pt x="410" y="275"/>
                          <a:pt x="410" y="275"/>
                        </a:cubicBezTo>
                        <a:cubicBezTo>
                          <a:pt x="410" y="515"/>
                          <a:pt x="410" y="515"/>
                          <a:pt x="410" y="515"/>
                        </a:cubicBezTo>
                        <a:cubicBezTo>
                          <a:pt x="410" y="515"/>
                          <a:pt x="410" y="515"/>
                          <a:pt x="410" y="515"/>
                        </a:cubicBezTo>
                        <a:close/>
                        <a:moveTo>
                          <a:pt x="16" y="21"/>
                        </a:moveTo>
                        <a:cubicBezTo>
                          <a:pt x="16" y="19"/>
                          <a:pt x="18" y="17"/>
                          <a:pt x="21" y="17"/>
                        </a:cubicBezTo>
                        <a:cubicBezTo>
                          <a:pt x="406" y="17"/>
                          <a:pt x="406" y="17"/>
                          <a:pt x="406" y="17"/>
                        </a:cubicBezTo>
                        <a:cubicBezTo>
                          <a:pt x="408" y="17"/>
                          <a:pt x="410" y="19"/>
                          <a:pt x="410" y="21"/>
                        </a:cubicBezTo>
                        <a:cubicBezTo>
                          <a:pt x="410" y="259"/>
                          <a:pt x="410" y="259"/>
                          <a:pt x="410" y="259"/>
                        </a:cubicBezTo>
                        <a:cubicBezTo>
                          <a:pt x="16" y="259"/>
                          <a:pt x="16" y="259"/>
                          <a:pt x="16" y="259"/>
                        </a:cubicBezTo>
                        <a:cubicBezTo>
                          <a:pt x="16" y="21"/>
                          <a:pt x="16" y="21"/>
                          <a:pt x="16" y="21"/>
                        </a:cubicBezTo>
                        <a:cubicBezTo>
                          <a:pt x="16" y="21"/>
                          <a:pt x="16" y="21"/>
                          <a:pt x="16" y="21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1600"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011" name="Freeform 130">
                    <a:extLst>
                      <a:ext uri="{FF2B5EF4-FFF2-40B4-BE49-F238E27FC236}">
                        <a16:creationId xmlns:a16="http://schemas.microsoft.com/office/drawing/2014/main" id="{8E122500-A8D6-21DB-04C6-FAB4E302C49A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6711951" y="11747500"/>
                    <a:ext cx="106363" cy="106363"/>
                  </a:xfrm>
                  <a:custGeom>
                    <a:avLst/>
                    <a:gdLst>
                      <a:gd name="T0" fmla="*/ 58 w 58"/>
                      <a:gd name="T1" fmla="*/ 28 h 58"/>
                      <a:gd name="T2" fmla="*/ 28 w 58"/>
                      <a:gd name="T3" fmla="*/ 0 h 58"/>
                      <a:gd name="T4" fmla="*/ 0 w 58"/>
                      <a:gd name="T5" fmla="*/ 28 h 58"/>
                      <a:gd name="T6" fmla="*/ 28 w 58"/>
                      <a:gd name="T7" fmla="*/ 58 h 58"/>
                      <a:gd name="T8" fmla="*/ 58 w 58"/>
                      <a:gd name="T9" fmla="*/ 28 h 58"/>
                      <a:gd name="T10" fmla="*/ 28 w 58"/>
                      <a:gd name="T11" fmla="*/ 17 h 58"/>
                      <a:gd name="T12" fmla="*/ 41 w 58"/>
                      <a:gd name="T13" fmla="*/ 28 h 58"/>
                      <a:gd name="T14" fmla="*/ 28 w 58"/>
                      <a:gd name="T15" fmla="*/ 41 h 58"/>
                      <a:gd name="T16" fmla="*/ 17 w 58"/>
                      <a:gd name="T17" fmla="*/ 28 h 58"/>
                      <a:gd name="T18" fmla="*/ 28 w 58"/>
                      <a:gd name="T19" fmla="*/ 17 h 5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58" h="58">
                        <a:moveTo>
                          <a:pt x="58" y="28"/>
                        </a:moveTo>
                        <a:cubicBezTo>
                          <a:pt x="58" y="13"/>
                          <a:pt x="45" y="0"/>
                          <a:pt x="28" y="0"/>
                        </a:cubicBezTo>
                        <a:cubicBezTo>
                          <a:pt x="13" y="0"/>
                          <a:pt x="0" y="13"/>
                          <a:pt x="0" y="28"/>
                        </a:cubicBezTo>
                        <a:cubicBezTo>
                          <a:pt x="0" y="45"/>
                          <a:pt x="13" y="58"/>
                          <a:pt x="28" y="58"/>
                        </a:cubicBezTo>
                        <a:cubicBezTo>
                          <a:pt x="45" y="58"/>
                          <a:pt x="58" y="45"/>
                          <a:pt x="58" y="28"/>
                        </a:cubicBezTo>
                        <a:close/>
                        <a:moveTo>
                          <a:pt x="28" y="17"/>
                        </a:moveTo>
                        <a:cubicBezTo>
                          <a:pt x="34" y="17"/>
                          <a:pt x="41" y="22"/>
                          <a:pt x="41" y="28"/>
                        </a:cubicBezTo>
                        <a:cubicBezTo>
                          <a:pt x="41" y="34"/>
                          <a:pt x="34" y="41"/>
                          <a:pt x="28" y="41"/>
                        </a:cubicBezTo>
                        <a:cubicBezTo>
                          <a:pt x="22" y="41"/>
                          <a:pt x="17" y="34"/>
                          <a:pt x="17" y="28"/>
                        </a:cubicBezTo>
                        <a:cubicBezTo>
                          <a:pt x="17" y="22"/>
                          <a:pt x="22" y="17"/>
                          <a:pt x="28" y="1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1600"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012" name="Freeform 131">
                    <a:extLst>
                      <a:ext uri="{FF2B5EF4-FFF2-40B4-BE49-F238E27FC236}">
                        <a16:creationId xmlns:a16="http://schemas.microsoft.com/office/drawing/2014/main" id="{3693D0D0-ACB9-72CA-85C3-42586F0FA2F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724651" y="11612563"/>
                    <a:ext cx="79375" cy="119063"/>
                  </a:xfrm>
                  <a:custGeom>
                    <a:avLst/>
                    <a:gdLst>
                      <a:gd name="T0" fmla="*/ 11 w 44"/>
                      <a:gd name="T1" fmla="*/ 24 h 65"/>
                      <a:gd name="T2" fmla="*/ 15 w 44"/>
                      <a:gd name="T3" fmla="*/ 20 h 65"/>
                      <a:gd name="T4" fmla="*/ 15 w 44"/>
                      <a:gd name="T5" fmla="*/ 49 h 65"/>
                      <a:gd name="T6" fmla="*/ 15 w 44"/>
                      <a:gd name="T7" fmla="*/ 59 h 65"/>
                      <a:gd name="T8" fmla="*/ 21 w 44"/>
                      <a:gd name="T9" fmla="*/ 65 h 65"/>
                      <a:gd name="T10" fmla="*/ 27 w 44"/>
                      <a:gd name="T11" fmla="*/ 59 h 65"/>
                      <a:gd name="T12" fmla="*/ 27 w 44"/>
                      <a:gd name="T13" fmla="*/ 49 h 65"/>
                      <a:gd name="T14" fmla="*/ 27 w 44"/>
                      <a:gd name="T15" fmla="*/ 20 h 65"/>
                      <a:gd name="T16" fmla="*/ 31 w 44"/>
                      <a:gd name="T17" fmla="*/ 24 h 65"/>
                      <a:gd name="T18" fmla="*/ 36 w 44"/>
                      <a:gd name="T19" fmla="*/ 26 h 65"/>
                      <a:gd name="T20" fmla="*/ 40 w 44"/>
                      <a:gd name="T21" fmla="*/ 24 h 65"/>
                      <a:gd name="T22" fmla="*/ 40 w 44"/>
                      <a:gd name="T23" fmla="*/ 16 h 65"/>
                      <a:gd name="T24" fmla="*/ 25 w 44"/>
                      <a:gd name="T25" fmla="*/ 2 h 65"/>
                      <a:gd name="T26" fmla="*/ 23 w 44"/>
                      <a:gd name="T27" fmla="*/ 0 h 65"/>
                      <a:gd name="T28" fmla="*/ 21 w 44"/>
                      <a:gd name="T29" fmla="*/ 0 h 65"/>
                      <a:gd name="T30" fmla="*/ 19 w 44"/>
                      <a:gd name="T31" fmla="*/ 0 h 65"/>
                      <a:gd name="T32" fmla="*/ 17 w 44"/>
                      <a:gd name="T33" fmla="*/ 2 h 65"/>
                      <a:gd name="T34" fmla="*/ 2 w 44"/>
                      <a:gd name="T35" fmla="*/ 16 h 65"/>
                      <a:gd name="T36" fmla="*/ 2 w 44"/>
                      <a:gd name="T37" fmla="*/ 24 h 65"/>
                      <a:gd name="T38" fmla="*/ 11 w 44"/>
                      <a:gd name="T39" fmla="*/ 24 h 6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44" h="65">
                        <a:moveTo>
                          <a:pt x="11" y="24"/>
                        </a:moveTo>
                        <a:cubicBezTo>
                          <a:pt x="15" y="20"/>
                          <a:pt x="15" y="20"/>
                          <a:pt x="15" y="20"/>
                        </a:cubicBezTo>
                        <a:cubicBezTo>
                          <a:pt x="15" y="49"/>
                          <a:pt x="15" y="49"/>
                          <a:pt x="15" y="49"/>
                        </a:cubicBezTo>
                        <a:cubicBezTo>
                          <a:pt x="15" y="59"/>
                          <a:pt x="15" y="59"/>
                          <a:pt x="15" y="59"/>
                        </a:cubicBezTo>
                        <a:cubicBezTo>
                          <a:pt x="15" y="61"/>
                          <a:pt x="19" y="65"/>
                          <a:pt x="21" y="65"/>
                        </a:cubicBezTo>
                        <a:cubicBezTo>
                          <a:pt x="25" y="65"/>
                          <a:pt x="27" y="61"/>
                          <a:pt x="27" y="59"/>
                        </a:cubicBezTo>
                        <a:cubicBezTo>
                          <a:pt x="27" y="49"/>
                          <a:pt x="27" y="49"/>
                          <a:pt x="27" y="49"/>
                        </a:cubicBezTo>
                        <a:cubicBezTo>
                          <a:pt x="27" y="20"/>
                          <a:pt x="27" y="20"/>
                          <a:pt x="27" y="20"/>
                        </a:cubicBezTo>
                        <a:cubicBezTo>
                          <a:pt x="31" y="24"/>
                          <a:pt x="31" y="24"/>
                          <a:pt x="31" y="24"/>
                        </a:cubicBezTo>
                        <a:cubicBezTo>
                          <a:pt x="33" y="26"/>
                          <a:pt x="36" y="26"/>
                          <a:pt x="36" y="26"/>
                        </a:cubicBezTo>
                        <a:cubicBezTo>
                          <a:pt x="38" y="26"/>
                          <a:pt x="40" y="26"/>
                          <a:pt x="40" y="24"/>
                        </a:cubicBezTo>
                        <a:cubicBezTo>
                          <a:pt x="44" y="22"/>
                          <a:pt x="44" y="18"/>
                          <a:pt x="40" y="16"/>
                        </a:cubicBezTo>
                        <a:cubicBezTo>
                          <a:pt x="25" y="2"/>
                          <a:pt x="25" y="2"/>
                          <a:pt x="25" y="2"/>
                        </a:cubicBezTo>
                        <a:cubicBezTo>
                          <a:pt x="25" y="2"/>
                          <a:pt x="25" y="0"/>
                          <a:pt x="23" y="0"/>
                        </a:cubicBezTo>
                        <a:cubicBezTo>
                          <a:pt x="23" y="0"/>
                          <a:pt x="23" y="0"/>
                          <a:pt x="21" y="0"/>
                        </a:cubicBezTo>
                        <a:cubicBezTo>
                          <a:pt x="19" y="0"/>
                          <a:pt x="19" y="0"/>
                          <a:pt x="19" y="0"/>
                        </a:cubicBezTo>
                        <a:cubicBezTo>
                          <a:pt x="17" y="2"/>
                          <a:pt x="17" y="2"/>
                          <a:pt x="17" y="2"/>
                        </a:cubicBezTo>
                        <a:cubicBezTo>
                          <a:pt x="2" y="16"/>
                          <a:pt x="2" y="16"/>
                          <a:pt x="2" y="16"/>
                        </a:cubicBezTo>
                        <a:cubicBezTo>
                          <a:pt x="0" y="18"/>
                          <a:pt x="0" y="22"/>
                          <a:pt x="2" y="24"/>
                        </a:cubicBezTo>
                        <a:cubicBezTo>
                          <a:pt x="4" y="26"/>
                          <a:pt x="9" y="26"/>
                          <a:pt x="11" y="24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1600"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013" name="Freeform 132">
                    <a:extLst>
                      <a:ext uri="{FF2B5EF4-FFF2-40B4-BE49-F238E27FC236}">
                        <a16:creationId xmlns:a16="http://schemas.microsoft.com/office/drawing/2014/main" id="{22817879-9428-B8B0-6285-4FA18BE25E4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624638" y="11668125"/>
                    <a:ext cx="98425" cy="92075"/>
                  </a:xfrm>
                  <a:custGeom>
                    <a:avLst/>
                    <a:gdLst>
                      <a:gd name="T0" fmla="*/ 7 w 53"/>
                      <a:gd name="T1" fmla="*/ 33 h 50"/>
                      <a:gd name="T2" fmla="*/ 13 w 53"/>
                      <a:gd name="T3" fmla="*/ 27 h 50"/>
                      <a:gd name="T4" fmla="*/ 13 w 53"/>
                      <a:gd name="T5" fmla="*/ 21 h 50"/>
                      <a:gd name="T6" fmla="*/ 34 w 53"/>
                      <a:gd name="T7" fmla="*/ 40 h 50"/>
                      <a:gd name="T8" fmla="*/ 40 w 53"/>
                      <a:gd name="T9" fmla="*/ 48 h 50"/>
                      <a:gd name="T10" fmla="*/ 46 w 53"/>
                      <a:gd name="T11" fmla="*/ 50 h 50"/>
                      <a:gd name="T12" fmla="*/ 51 w 53"/>
                      <a:gd name="T13" fmla="*/ 48 h 50"/>
                      <a:gd name="T14" fmla="*/ 51 w 53"/>
                      <a:gd name="T15" fmla="*/ 40 h 50"/>
                      <a:gd name="T16" fmla="*/ 42 w 53"/>
                      <a:gd name="T17" fmla="*/ 31 h 50"/>
                      <a:gd name="T18" fmla="*/ 23 w 53"/>
                      <a:gd name="T19" fmla="*/ 12 h 50"/>
                      <a:gd name="T20" fmla="*/ 30 w 53"/>
                      <a:gd name="T21" fmla="*/ 12 h 50"/>
                      <a:gd name="T22" fmla="*/ 36 w 53"/>
                      <a:gd name="T23" fmla="*/ 6 h 50"/>
                      <a:gd name="T24" fmla="*/ 30 w 53"/>
                      <a:gd name="T25" fmla="*/ 0 h 50"/>
                      <a:gd name="T26" fmla="*/ 7 w 53"/>
                      <a:gd name="T27" fmla="*/ 0 h 50"/>
                      <a:gd name="T28" fmla="*/ 5 w 53"/>
                      <a:gd name="T29" fmla="*/ 0 h 50"/>
                      <a:gd name="T30" fmla="*/ 3 w 53"/>
                      <a:gd name="T31" fmla="*/ 2 h 50"/>
                      <a:gd name="T32" fmla="*/ 3 w 53"/>
                      <a:gd name="T33" fmla="*/ 4 h 50"/>
                      <a:gd name="T34" fmla="*/ 0 w 53"/>
                      <a:gd name="T35" fmla="*/ 6 h 50"/>
                      <a:gd name="T36" fmla="*/ 0 w 53"/>
                      <a:gd name="T37" fmla="*/ 27 h 50"/>
                      <a:gd name="T38" fmla="*/ 7 w 53"/>
                      <a:gd name="T39" fmla="*/ 33 h 5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53" h="50">
                        <a:moveTo>
                          <a:pt x="7" y="33"/>
                        </a:moveTo>
                        <a:cubicBezTo>
                          <a:pt x="11" y="33"/>
                          <a:pt x="13" y="31"/>
                          <a:pt x="13" y="27"/>
                        </a:cubicBezTo>
                        <a:cubicBezTo>
                          <a:pt x="13" y="21"/>
                          <a:pt x="13" y="21"/>
                          <a:pt x="13" y="21"/>
                        </a:cubicBezTo>
                        <a:cubicBezTo>
                          <a:pt x="34" y="40"/>
                          <a:pt x="34" y="40"/>
                          <a:pt x="34" y="40"/>
                        </a:cubicBezTo>
                        <a:cubicBezTo>
                          <a:pt x="40" y="48"/>
                          <a:pt x="40" y="48"/>
                          <a:pt x="40" y="48"/>
                        </a:cubicBezTo>
                        <a:cubicBezTo>
                          <a:pt x="42" y="50"/>
                          <a:pt x="44" y="50"/>
                          <a:pt x="46" y="50"/>
                        </a:cubicBezTo>
                        <a:cubicBezTo>
                          <a:pt x="46" y="50"/>
                          <a:pt x="49" y="50"/>
                          <a:pt x="51" y="48"/>
                        </a:cubicBezTo>
                        <a:cubicBezTo>
                          <a:pt x="53" y="46"/>
                          <a:pt x="53" y="42"/>
                          <a:pt x="51" y="40"/>
                        </a:cubicBezTo>
                        <a:cubicBezTo>
                          <a:pt x="42" y="31"/>
                          <a:pt x="42" y="31"/>
                          <a:pt x="42" y="31"/>
                        </a:cubicBezTo>
                        <a:cubicBezTo>
                          <a:pt x="23" y="12"/>
                          <a:pt x="23" y="12"/>
                          <a:pt x="23" y="12"/>
                        </a:cubicBezTo>
                        <a:cubicBezTo>
                          <a:pt x="30" y="12"/>
                          <a:pt x="30" y="12"/>
                          <a:pt x="30" y="12"/>
                        </a:cubicBezTo>
                        <a:cubicBezTo>
                          <a:pt x="32" y="12"/>
                          <a:pt x="36" y="10"/>
                          <a:pt x="36" y="6"/>
                        </a:cubicBezTo>
                        <a:cubicBezTo>
                          <a:pt x="36" y="2"/>
                          <a:pt x="32" y="0"/>
                          <a:pt x="30" y="0"/>
                        </a:cubicBezTo>
                        <a:cubicBezTo>
                          <a:pt x="7" y="0"/>
                          <a:pt x="7" y="0"/>
                          <a:pt x="7" y="0"/>
                        </a:cubicBezTo>
                        <a:cubicBezTo>
                          <a:pt x="7" y="0"/>
                          <a:pt x="7" y="0"/>
                          <a:pt x="5" y="0"/>
                        </a:cubicBezTo>
                        <a:cubicBezTo>
                          <a:pt x="5" y="0"/>
                          <a:pt x="5" y="0"/>
                          <a:pt x="3" y="2"/>
                        </a:cubicBezTo>
                        <a:cubicBezTo>
                          <a:pt x="3" y="2"/>
                          <a:pt x="3" y="2"/>
                          <a:pt x="3" y="4"/>
                        </a:cubicBezTo>
                        <a:cubicBezTo>
                          <a:pt x="3" y="4"/>
                          <a:pt x="0" y="4"/>
                          <a:pt x="0" y="6"/>
                        </a:cubicBezTo>
                        <a:cubicBezTo>
                          <a:pt x="0" y="27"/>
                          <a:pt x="0" y="27"/>
                          <a:pt x="0" y="27"/>
                        </a:cubicBezTo>
                        <a:cubicBezTo>
                          <a:pt x="0" y="31"/>
                          <a:pt x="5" y="33"/>
                          <a:pt x="7" y="33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1600"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014" name="Freeform 133">
                    <a:extLst>
                      <a:ext uri="{FF2B5EF4-FFF2-40B4-BE49-F238E27FC236}">
                        <a16:creationId xmlns:a16="http://schemas.microsoft.com/office/drawing/2014/main" id="{080311FF-B259-9A2A-ACF4-675931D217D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583363" y="11763375"/>
                    <a:ext cx="117475" cy="80963"/>
                  </a:xfrm>
                  <a:custGeom>
                    <a:avLst/>
                    <a:gdLst>
                      <a:gd name="T0" fmla="*/ 2 w 64"/>
                      <a:gd name="T1" fmla="*/ 27 h 44"/>
                      <a:gd name="T2" fmla="*/ 16 w 64"/>
                      <a:gd name="T3" fmla="*/ 42 h 44"/>
                      <a:gd name="T4" fmla="*/ 20 w 64"/>
                      <a:gd name="T5" fmla="*/ 44 h 44"/>
                      <a:gd name="T6" fmla="*/ 25 w 64"/>
                      <a:gd name="T7" fmla="*/ 42 h 44"/>
                      <a:gd name="T8" fmla="*/ 25 w 64"/>
                      <a:gd name="T9" fmla="*/ 33 h 44"/>
                      <a:gd name="T10" fmla="*/ 20 w 64"/>
                      <a:gd name="T11" fmla="*/ 29 h 44"/>
                      <a:gd name="T12" fmla="*/ 47 w 64"/>
                      <a:gd name="T13" fmla="*/ 29 h 44"/>
                      <a:gd name="T14" fmla="*/ 58 w 64"/>
                      <a:gd name="T15" fmla="*/ 29 h 44"/>
                      <a:gd name="T16" fmla="*/ 64 w 64"/>
                      <a:gd name="T17" fmla="*/ 23 h 44"/>
                      <a:gd name="T18" fmla="*/ 58 w 64"/>
                      <a:gd name="T19" fmla="*/ 17 h 44"/>
                      <a:gd name="T20" fmla="*/ 47 w 64"/>
                      <a:gd name="T21" fmla="*/ 17 h 44"/>
                      <a:gd name="T22" fmla="*/ 20 w 64"/>
                      <a:gd name="T23" fmla="*/ 17 h 44"/>
                      <a:gd name="T24" fmla="*/ 25 w 64"/>
                      <a:gd name="T25" fmla="*/ 13 h 44"/>
                      <a:gd name="T26" fmla="*/ 25 w 64"/>
                      <a:gd name="T27" fmla="*/ 2 h 44"/>
                      <a:gd name="T28" fmla="*/ 16 w 64"/>
                      <a:gd name="T29" fmla="*/ 2 h 44"/>
                      <a:gd name="T30" fmla="*/ 2 w 64"/>
                      <a:gd name="T31" fmla="*/ 19 h 44"/>
                      <a:gd name="T32" fmla="*/ 0 w 64"/>
                      <a:gd name="T33" fmla="*/ 19 h 44"/>
                      <a:gd name="T34" fmla="*/ 0 w 64"/>
                      <a:gd name="T35" fmla="*/ 23 h 44"/>
                      <a:gd name="T36" fmla="*/ 0 w 64"/>
                      <a:gd name="T37" fmla="*/ 25 h 44"/>
                      <a:gd name="T38" fmla="*/ 2 w 64"/>
                      <a:gd name="T39" fmla="*/ 27 h 4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64" h="44">
                        <a:moveTo>
                          <a:pt x="2" y="27"/>
                        </a:moveTo>
                        <a:cubicBezTo>
                          <a:pt x="16" y="42"/>
                          <a:pt x="16" y="42"/>
                          <a:pt x="16" y="42"/>
                        </a:cubicBezTo>
                        <a:cubicBezTo>
                          <a:pt x="16" y="42"/>
                          <a:pt x="18" y="44"/>
                          <a:pt x="20" y="44"/>
                        </a:cubicBezTo>
                        <a:cubicBezTo>
                          <a:pt x="23" y="44"/>
                          <a:pt x="23" y="42"/>
                          <a:pt x="25" y="42"/>
                        </a:cubicBezTo>
                        <a:cubicBezTo>
                          <a:pt x="27" y="40"/>
                          <a:pt x="27" y="35"/>
                          <a:pt x="25" y="33"/>
                        </a:cubicBezTo>
                        <a:cubicBezTo>
                          <a:pt x="20" y="29"/>
                          <a:pt x="20" y="29"/>
                          <a:pt x="20" y="29"/>
                        </a:cubicBezTo>
                        <a:cubicBezTo>
                          <a:pt x="47" y="29"/>
                          <a:pt x="47" y="29"/>
                          <a:pt x="47" y="29"/>
                        </a:cubicBezTo>
                        <a:cubicBezTo>
                          <a:pt x="58" y="29"/>
                          <a:pt x="58" y="29"/>
                          <a:pt x="58" y="29"/>
                        </a:cubicBezTo>
                        <a:cubicBezTo>
                          <a:pt x="62" y="29"/>
                          <a:pt x="64" y="25"/>
                          <a:pt x="64" y="23"/>
                        </a:cubicBezTo>
                        <a:cubicBezTo>
                          <a:pt x="64" y="19"/>
                          <a:pt x="62" y="17"/>
                          <a:pt x="58" y="17"/>
                        </a:cubicBezTo>
                        <a:cubicBezTo>
                          <a:pt x="47" y="17"/>
                          <a:pt x="47" y="17"/>
                          <a:pt x="47" y="17"/>
                        </a:cubicBezTo>
                        <a:cubicBezTo>
                          <a:pt x="20" y="17"/>
                          <a:pt x="20" y="17"/>
                          <a:pt x="20" y="17"/>
                        </a:cubicBezTo>
                        <a:cubicBezTo>
                          <a:pt x="25" y="13"/>
                          <a:pt x="25" y="13"/>
                          <a:pt x="25" y="13"/>
                        </a:cubicBezTo>
                        <a:cubicBezTo>
                          <a:pt x="27" y="8"/>
                          <a:pt x="27" y="6"/>
                          <a:pt x="25" y="2"/>
                        </a:cubicBezTo>
                        <a:cubicBezTo>
                          <a:pt x="23" y="0"/>
                          <a:pt x="18" y="0"/>
                          <a:pt x="16" y="2"/>
                        </a:cubicBezTo>
                        <a:cubicBezTo>
                          <a:pt x="2" y="19"/>
                          <a:pt x="2" y="19"/>
                          <a:pt x="2" y="19"/>
                        </a:cubicBezTo>
                        <a:cubicBezTo>
                          <a:pt x="0" y="19"/>
                          <a:pt x="0" y="19"/>
                          <a:pt x="0" y="19"/>
                        </a:cubicBezTo>
                        <a:cubicBezTo>
                          <a:pt x="0" y="21"/>
                          <a:pt x="0" y="21"/>
                          <a:pt x="0" y="23"/>
                        </a:cubicBezTo>
                        <a:cubicBezTo>
                          <a:pt x="0" y="23"/>
                          <a:pt x="0" y="23"/>
                          <a:pt x="0" y="25"/>
                        </a:cubicBezTo>
                        <a:cubicBezTo>
                          <a:pt x="0" y="25"/>
                          <a:pt x="0" y="25"/>
                          <a:pt x="2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1600"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015" name="Freeform 134">
                    <a:extLst>
                      <a:ext uri="{FF2B5EF4-FFF2-40B4-BE49-F238E27FC236}">
                        <a16:creationId xmlns:a16="http://schemas.microsoft.com/office/drawing/2014/main" id="{A3BCD318-D573-2E02-E4E0-59585BFE56D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634163" y="11844338"/>
                    <a:ext cx="90488" cy="95250"/>
                  </a:xfrm>
                  <a:custGeom>
                    <a:avLst/>
                    <a:gdLst>
                      <a:gd name="T0" fmla="*/ 39 w 49"/>
                      <a:gd name="T1" fmla="*/ 4 h 52"/>
                      <a:gd name="T2" fmla="*/ 31 w 49"/>
                      <a:gd name="T3" fmla="*/ 10 h 52"/>
                      <a:gd name="T4" fmla="*/ 12 w 49"/>
                      <a:gd name="T5" fmla="*/ 31 h 52"/>
                      <a:gd name="T6" fmla="*/ 12 w 49"/>
                      <a:gd name="T7" fmla="*/ 25 h 52"/>
                      <a:gd name="T8" fmla="*/ 6 w 49"/>
                      <a:gd name="T9" fmla="*/ 18 h 52"/>
                      <a:gd name="T10" fmla="*/ 0 w 49"/>
                      <a:gd name="T11" fmla="*/ 25 h 52"/>
                      <a:gd name="T12" fmla="*/ 0 w 49"/>
                      <a:gd name="T13" fmla="*/ 45 h 52"/>
                      <a:gd name="T14" fmla="*/ 0 w 49"/>
                      <a:gd name="T15" fmla="*/ 47 h 52"/>
                      <a:gd name="T16" fmla="*/ 2 w 49"/>
                      <a:gd name="T17" fmla="*/ 50 h 52"/>
                      <a:gd name="T18" fmla="*/ 4 w 49"/>
                      <a:gd name="T19" fmla="*/ 52 h 52"/>
                      <a:gd name="T20" fmla="*/ 6 w 49"/>
                      <a:gd name="T21" fmla="*/ 52 h 52"/>
                      <a:gd name="T22" fmla="*/ 27 w 49"/>
                      <a:gd name="T23" fmla="*/ 52 h 52"/>
                      <a:gd name="T24" fmla="*/ 33 w 49"/>
                      <a:gd name="T25" fmla="*/ 45 h 52"/>
                      <a:gd name="T26" fmla="*/ 27 w 49"/>
                      <a:gd name="T27" fmla="*/ 39 h 52"/>
                      <a:gd name="T28" fmla="*/ 21 w 49"/>
                      <a:gd name="T29" fmla="*/ 39 h 52"/>
                      <a:gd name="T30" fmla="*/ 41 w 49"/>
                      <a:gd name="T31" fmla="*/ 18 h 52"/>
                      <a:gd name="T32" fmla="*/ 47 w 49"/>
                      <a:gd name="T33" fmla="*/ 12 h 52"/>
                      <a:gd name="T34" fmla="*/ 47 w 49"/>
                      <a:gd name="T35" fmla="*/ 4 h 52"/>
                      <a:gd name="T36" fmla="*/ 39 w 49"/>
                      <a:gd name="T37" fmla="*/ 4 h 5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</a:cxnLst>
                    <a:rect l="0" t="0" r="r" b="b"/>
                    <a:pathLst>
                      <a:path w="49" h="52">
                        <a:moveTo>
                          <a:pt x="39" y="4"/>
                        </a:moveTo>
                        <a:cubicBezTo>
                          <a:pt x="31" y="10"/>
                          <a:pt x="31" y="10"/>
                          <a:pt x="31" y="10"/>
                        </a:cubicBezTo>
                        <a:cubicBezTo>
                          <a:pt x="12" y="31"/>
                          <a:pt x="12" y="31"/>
                          <a:pt x="12" y="31"/>
                        </a:cubicBezTo>
                        <a:cubicBezTo>
                          <a:pt x="12" y="25"/>
                          <a:pt x="12" y="25"/>
                          <a:pt x="12" y="25"/>
                        </a:cubicBezTo>
                        <a:cubicBezTo>
                          <a:pt x="12" y="20"/>
                          <a:pt x="10" y="18"/>
                          <a:pt x="6" y="18"/>
                        </a:cubicBezTo>
                        <a:cubicBezTo>
                          <a:pt x="2" y="18"/>
                          <a:pt x="0" y="20"/>
                          <a:pt x="0" y="25"/>
                        </a:cubicBezTo>
                        <a:cubicBezTo>
                          <a:pt x="0" y="45"/>
                          <a:pt x="0" y="45"/>
                          <a:pt x="0" y="45"/>
                        </a:cubicBezTo>
                        <a:cubicBezTo>
                          <a:pt x="0" y="47"/>
                          <a:pt x="0" y="47"/>
                          <a:pt x="0" y="47"/>
                        </a:cubicBezTo>
                        <a:cubicBezTo>
                          <a:pt x="2" y="50"/>
                          <a:pt x="2" y="50"/>
                          <a:pt x="2" y="50"/>
                        </a:cubicBezTo>
                        <a:cubicBezTo>
                          <a:pt x="2" y="50"/>
                          <a:pt x="2" y="50"/>
                          <a:pt x="4" y="52"/>
                        </a:cubicBezTo>
                        <a:cubicBezTo>
                          <a:pt x="6" y="52"/>
                          <a:pt x="6" y="52"/>
                          <a:pt x="6" y="52"/>
                        </a:cubicBezTo>
                        <a:cubicBezTo>
                          <a:pt x="27" y="52"/>
                          <a:pt x="27" y="52"/>
                          <a:pt x="27" y="52"/>
                        </a:cubicBezTo>
                        <a:cubicBezTo>
                          <a:pt x="31" y="52"/>
                          <a:pt x="33" y="47"/>
                          <a:pt x="33" y="45"/>
                        </a:cubicBezTo>
                        <a:cubicBezTo>
                          <a:pt x="33" y="41"/>
                          <a:pt x="31" y="39"/>
                          <a:pt x="27" y="39"/>
                        </a:cubicBezTo>
                        <a:cubicBezTo>
                          <a:pt x="21" y="39"/>
                          <a:pt x="21" y="39"/>
                          <a:pt x="21" y="39"/>
                        </a:cubicBezTo>
                        <a:cubicBezTo>
                          <a:pt x="41" y="18"/>
                          <a:pt x="41" y="18"/>
                          <a:pt x="41" y="18"/>
                        </a:cubicBezTo>
                        <a:cubicBezTo>
                          <a:pt x="47" y="12"/>
                          <a:pt x="47" y="12"/>
                          <a:pt x="47" y="12"/>
                        </a:cubicBezTo>
                        <a:cubicBezTo>
                          <a:pt x="49" y="10"/>
                          <a:pt x="49" y="6"/>
                          <a:pt x="47" y="4"/>
                        </a:cubicBezTo>
                        <a:cubicBezTo>
                          <a:pt x="45" y="0"/>
                          <a:pt x="41" y="0"/>
                          <a:pt x="39" y="4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1600"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016" name="Freeform 135">
                    <a:extLst>
                      <a:ext uri="{FF2B5EF4-FFF2-40B4-BE49-F238E27FC236}">
                        <a16:creationId xmlns:a16="http://schemas.microsoft.com/office/drawing/2014/main" id="{D1CA13D9-2CCA-CB74-C819-8A9F36D67AB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727826" y="11868150"/>
                    <a:ext cx="80963" cy="117475"/>
                  </a:xfrm>
                  <a:custGeom>
                    <a:avLst/>
                    <a:gdLst>
                      <a:gd name="T0" fmla="*/ 33 w 44"/>
                      <a:gd name="T1" fmla="*/ 39 h 64"/>
                      <a:gd name="T2" fmla="*/ 29 w 44"/>
                      <a:gd name="T3" fmla="*/ 43 h 64"/>
                      <a:gd name="T4" fmla="*/ 29 w 44"/>
                      <a:gd name="T5" fmla="*/ 15 h 64"/>
                      <a:gd name="T6" fmla="*/ 29 w 44"/>
                      <a:gd name="T7" fmla="*/ 6 h 64"/>
                      <a:gd name="T8" fmla="*/ 23 w 44"/>
                      <a:gd name="T9" fmla="*/ 0 h 64"/>
                      <a:gd name="T10" fmla="*/ 17 w 44"/>
                      <a:gd name="T11" fmla="*/ 6 h 64"/>
                      <a:gd name="T12" fmla="*/ 17 w 44"/>
                      <a:gd name="T13" fmla="*/ 17 h 64"/>
                      <a:gd name="T14" fmla="*/ 17 w 44"/>
                      <a:gd name="T15" fmla="*/ 43 h 64"/>
                      <a:gd name="T16" fmla="*/ 13 w 44"/>
                      <a:gd name="T17" fmla="*/ 39 h 64"/>
                      <a:gd name="T18" fmla="*/ 2 w 44"/>
                      <a:gd name="T19" fmla="*/ 39 h 64"/>
                      <a:gd name="T20" fmla="*/ 2 w 44"/>
                      <a:gd name="T21" fmla="*/ 48 h 64"/>
                      <a:gd name="T22" fmla="*/ 19 w 44"/>
                      <a:gd name="T23" fmla="*/ 64 h 64"/>
                      <a:gd name="T24" fmla="*/ 21 w 44"/>
                      <a:gd name="T25" fmla="*/ 64 h 64"/>
                      <a:gd name="T26" fmla="*/ 23 w 44"/>
                      <a:gd name="T27" fmla="*/ 64 h 64"/>
                      <a:gd name="T28" fmla="*/ 25 w 44"/>
                      <a:gd name="T29" fmla="*/ 64 h 64"/>
                      <a:gd name="T30" fmla="*/ 27 w 44"/>
                      <a:gd name="T31" fmla="*/ 64 h 64"/>
                      <a:gd name="T32" fmla="*/ 42 w 44"/>
                      <a:gd name="T33" fmla="*/ 48 h 64"/>
                      <a:gd name="T34" fmla="*/ 42 w 44"/>
                      <a:gd name="T35" fmla="*/ 39 h 64"/>
                      <a:gd name="T36" fmla="*/ 33 w 44"/>
                      <a:gd name="T37" fmla="*/ 39 h 6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</a:cxnLst>
                    <a:rect l="0" t="0" r="r" b="b"/>
                    <a:pathLst>
                      <a:path w="44" h="64">
                        <a:moveTo>
                          <a:pt x="33" y="39"/>
                        </a:moveTo>
                        <a:cubicBezTo>
                          <a:pt x="29" y="43"/>
                          <a:pt x="29" y="43"/>
                          <a:pt x="29" y="43"/>
                        </a:cubicBezTo>
                        <a:cubicBezTo>
                          <a:pt x="29" y="15"/>
                          <a:pt x="29" y="15"/>
                          <a:pt x="29" y="15"/>
                        </a:cubicBezTo>
                        <a:cubicBezTo>
                          <a:pt x="29" y="6"/>
                          <a:pt x="29" y="6"/>
                          <a:pt x="29" y="6"/>
                        </a:cubicBezTo>
                        <a:cubicBezTo>
                          <a:pt x="29" y="2"/>
                          <a:pt x="25" y="0"/>
                          <a:pt x="23" y="0"/>
                        </a:cubicBezTo>
                        <a:cubicBezTo>
                          <a:pt x="19" y="0"/>
                          <a:pt x="17" y="2"/>
                          <a:pt x="17" y="6"/>
                        </a:cubicBezTo>
                        <a:cubicBezTo>
                          <a:pt x="17" y="17"/>
                          <a:pt x="17" y="17"/>
                          <a:pt x="17" y="17"/>
                        </a:cubicBezTo>
                        <a:cubicBezTo>
                          <a:pt x="17" y="43"/>
                          <a:pt x="17" y="43"/>
                          <a:pt x="17" y="43"/>
                        </a:cubicBezTo>
                        <a:cubicBezTo>
                          <a:pt x="13" y="39"/>
                          <a:pt x="13" y="39"/>
                          <a:pt x="13" y="39"/>
                        </a:cubicBezTo>
                        <a:cubicBezTo>
                          <a:pt x="11" y="37"/>
                          <a:pt x="6" y="37"/>
                          <a:pt x="2" y="39"/>
                        </a:cubicBezTo>
                        <a:cubicBezTo>
                          <a:pt x="0" y="41"/>
                          <a:pt x="0" y="45"/>
                          <a:pt x="2" y="48"/>
                        </a:cubicBezTo>
                        <a:cubicBezTo>
                          <a:pt x="19" y="64"/>
                          <a:pt x="19" y="64"/>
                          <a:pt x="19" y="64"/>
                        </a:cubicBezTo>
                        <a:cubicBezTo>
                          <a:pt x="19" y="64"/>
                          <a:pt x="19" y="64"/>
                          <a:pt x="21" y="64"/>
                        </a:cubicBezTo>
                        <a:cubicBezTo>
                          <a:pt x="21" y="64"/>
                          <a:pt x="21" y="64"/>
                          <a:pt x="23" y="64"/>
                        </a:cubicBezTo>
                        <a:cubicBezTo>
                          <a:pt x="23" y="64"/>
                          <a:pt x="23" y="64"/>
                          <a:pt x="25" y="64"/>
                        </a:cubicBezTo>
                        <a:cubicBezTo>
                          <a:pt x="27" y="64"/>
                          <a:pt x="27" y="64"/>
                          <a:pt x="27" y="64"/>
                        </a:cubicBezTo>
                        <a:cubicBezTo>
                          <a:pt x="42" y="48"/>
                          <a:pt x="42" y="48"/>
                          <a:pt x="42" y="48"/>
                        </a:cubicBezTo>
                        <a:cubicBezTo>
                          <a:pt x="44" y="45"/>
                          <a:pt x="44" y="41"/>
                          <a:pt x="42" y="39"/>
                        </a:cubicBezTo>
                        <a:cubicBezTo>
                          <a:pt x="40" y="37"/>
                          <a:pt x="35" y="37"/>
                          <a:pt x="33" y="39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1600"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017" name="Freeform 136">
                    <a:extLst>
                      <a:ext uri="{FF2B5EF4-FFF2-40B4-BE49-F238E27FC236}">
                        <a16:creationId xmlns:a16="http://schemas.microsoft.com/office/drawing/2014/main" id="{A40E7B4F-7B0A-F584-5D80-16668D1C656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808788" y="11839575"/>
                    <a:ext cx="95250" cy="92075"/>
                  </a:xfrm>
                  <a:custGeom>
                    <a:avLst/>
                    <a:gdLst>
                      <a:gd name="T0" fmla="*/ 45 w 52"/>
                      <a:gd name="T1" fmla="*/ 17 h 50"/>
                      <a:gd name="T2" fmla="*/ 39 w 52"/>
                      <a:gd name="T3" fmla="*/ 23 h 50"/>
                      <a:gd name="T4" fmla="*/ 39 w 52"/>
                      <a:gd name="T5" fmla="*/ 29 h 50"/>
                      <a:gd name="T6" fmla="*/ 18 w 52"/>
                      <a:gd name="T7" fmla="*/ 8 h 50"/>
                      <a:gd name="T8" fmla="*/ 12 w 52"/>
                      <a:gd name="T9" fmla="*/ 2 h 50"/>
                      <a:gd name="T10" fmla="*/ 4 w 52"/>
                      <a:gd name="T11" fmla="*/ 2 h 50"/>
                      <a:gd name="T12" fmla="*/ 4 w 52"/>
                      <a:gd name="T13" fmla="*/ 10 h 50"/>
                      <a:gd name="T14" fmla="*/ 10 w 52"/>
                      <a:gd name="T15" fmla="*/ 19 h 50"/>
                      <a:gd name="T16" fmla="*/ 31 w 52"/>
                      <a:gd name="T17" fmla="*/ 38 h 50"/>
                      <a:gd name="T18" fmla="*/ 25 w 52"/>
                      <a:gd name="T19" fmla="*/ 38 h 50"/>
                      <a:gd name="T20" fmla="*/ 18 w 52"/>
                      <a:gd name="T21" fmla="*/ 44 h 50"/>
                      <a:gd name="T22" fmla="*/ 25 w 52"/>
                      <a:gd name="T23" fmla="*/ 50 h 50"/>
                      <a:gd name="T24" fmla="*/ 45 w 52"/>
                      <a:gd name="T25" fmla="*/ 50 h 50"/>
                      <a:gd name="T26" fmla="*/ 47 w 52"/>
                      <a:gd name="T27" fmla="*/ 50 h 50"/>
                      <a:gd name="T28" fmla="*/ 50 w 52"/>
                      <a:gd name="T29" fmla="*/ 48 h 50"/>
                      <a:gd name="T30" fmla="*/ 52 w 52"/>
                      <a:gd name="T31" fmla="*/ 46 h 50"/>
                      <a:gd name="T32" fmla="*/ 52 w 52"/>
                      <a:gd name="T33" fmla="*/ 44 h 50"/>
                      <a:gd name="T34" fmla="*/ 52 w 52"/>
                      <a:gd name="T35" fmla="*/ 23 h 50"/>
                      <a:gd name="T36" fmla="*/ 45 w 52"/>
                      <a:gd name="T37" fmla="*/ 17 h 5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</a:cxnLst>
                    <a:rect l="0" t="0" r="r" b="b"/>
                    <a:pathLst>
                      <a:path w="52" h="50">
                        <a:moveTo>
                          <a:pt x="45" y="17"/>
                        </a:moveTo>
                        <a:cubicBezTo>
                          <a:pt x="41" y="17"/>
                          <a:pt x="39" y="21"/>
                          <a:pt x="39" y="23"/>
                        </a:cubicBezTo>
                        <a:cubicBezTo>
                          <a:pt x="39" y="29"/>
                          <a:pt x="39" y="29"/>
                          <a:pt x="39" y="29"/>
                        </a:cubicBezTo>
                        <a:cubicBezTo>
                          <a:pt x="18" y="8"/>
                          <a:pt x="18" y="8"/>
                          <a:pt x="18" y="8"/>
                        </a:cubicBezTo>
                        <a:cubicBezTo>
                          <a:pt x="12" y="2"/>
                          <a:pt x="12" y="2"/>
                          <a:pt x="12" y="2"/>
                        </a:cubicBezTo>
                        <a:cubicBezTo>
                          <a:pt x="10" y="0"/>
                          <a:pt x="6" y="0"/>
                          <a:pt x="4" y="2"/>
                        </a:cubicBezTo>
                        <a:cubicBezTo>
                          <a:pt x="0" y="4"/>
                          <a:pt x="0" y="8"/>
                          <a:pt x="4" y="10"/>
                        </a:cubicBezTo>
                        <a:cubicBezTo>
                          <a:pt x="10" y="19"/>
                          <a:pt x="10" y="19"/>
                          <a:pt x="10" y="19"/>
                        </a:cubicBezTo>
                        <a:cubicBezTo>
                          <a:pt x="31" y="38"/>
                          <a:pt x="31" y="38"/>
                          <a:pt x="31" y="38"/>
                        </a:cubicBezTo>
                        <a:cubicBezTo>
                          <a:pt x="25" y="38"/>
                          <a:pt x="25" y="38"/>
                          <a:pt x="25" y="38"/>
                        </a:cubicBezTo>
                        <a:cubicBezTo>
                          <a:pt x="21" y="38"/>
                          <a:pt x="18" y="42"/>
                          <a:pt x="18" y="44"/>
                        </a:cubicBezTo>
                        <a:cubicBezTo>
                          <a:pt x="18" y="48"/>
                          <a:pt x="21" y="50"/>
                          <a:pt x="25" y="50"/>
                        </a:cubicBezTo>
                        <a:cubicBezTo>
                          <a:pt x="45" y="50"/>
                          <a:pt x="45" y="50"/>
                          <a:pt x="45" y="50"/>
                        </a:cubicBezTo>
                        <a:cubicBezTo>
                          <a:pt x="47" y="50"/>
                          <a:pt x="47" y="50"/>
                          <a:pt x="47" y="50"/>
                        </a:cubicBezTo>
                        <a:cubicBezTo>
                          <a:pt x="47" y="50"/>
                          <a:pt x="50" y="50"/>
                          <a:pt x="50" y="48"/>
                        </a:cubicBezTo>
                        <a:cubicBezTo>
                          <a:pt x="50" y="48"/>
                          <a:pt x="50" y="48"/>
                          <a:pt x="52" y="46"/>
                        </a:cubicBezTo>
                        <a:cubicBezTo>
                          <a:pt x="52" y="46"/>
                          <a:pt x="52" y="46"/>
                          <a:pt x="52" y="44"/>
                        </a:cubicBezTo>
                        <a:cubicBezTo>
                          <a:pt x="52" y="23"/>
                          <a:pt x="52" y="23"/>
                          <a:pt x="52" y="23"/>
                        </a:cubicBezTo>
                        <a:cubicBezTo>
                          <a:pt x="52" y="21"/>
                          <a:pt x="47" y="17"/>
                          <a:pt x="45" y="1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1600"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018" name="Freeform 137">
                    <a:extLst>
                      <a:ext uri="{FF2B5EF4-FFF2-40B4-BE49-F238E27FC236}">
                        <a16:creationId xmlns:a16="http://schemas.microsoft.com/office/drawing/2014/main" id="{36840C10-BE81-411D-8C4F-69757ED603C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827838" y="11758613"/>
                    <a:ext cx="125413" cy="77788"/>
                  </a:xfrm>
                  <a:custGeom>
                    <a:avLst/>
                    <a:gdLst>
                      <a:gd name="T0" fmla="*/ 44 w 68"/>
                      <a:gd name="T1" fmla="*/ 16 h 43"/>
                      <a:gd name="T2" fmla="*/ 15 w 68"/>
                      <a:gd name="T3" fmla="*/ 16 h 43"/>
                      <a:gd name="T4" fmla="*/ 7 w 68"/>
                      <a:gd name="T5" fmla="*/ 16 h 43"/>
                      <a:gd name="T6" fmla="*/ 0 w 68"/>
                      <a:gd name="T7" fmla="*/ 23 h 43"/>
                      <a:gd name="T8" fmla="*/ 7 w 68"/>
                      <a:gd name="T9" fmla="*/ 29 h 43"/>
                      <a:gd name="T10" fmla="*/ 17 w 68"/>
                      <a:gd name="T11" fmla="*/ 29 h 43"/>
                      <a:gd name="T12" fmla="*/ 44 w 68"/>
                      <a:gd name="T13" fmla="*/ 29 h 43"/>
                      <a:gd name="T14" fmla="*/ 40 w 68"/>
                      <a:gd name="T15" fmla="*/ 33 h 43"/>
                      <a:gd name="T16" fmla="*/ 40 w 68"/>
                      <a:gd name="T17" fmla="*/ 41 h 43"/>
                      <a:gd name="T18" fmla="*/ 44 w 68"/>
                      <a:gd name="T19" fmla="*/ 43 h 43"/>
                      <a:gd name="T20" fmla="*/ 51 w 68"/>
                      <a:gd name="T21" fmla="*/ 41 h 43"/>
                      <a:gd name="T22" fmla="*/ 65 w 68"/>
                      <a:gd name="T23" fmla="*/ 27 h 43"/>
                      <a:gd name="T24" fmla="*/ 65 w 68"/>
                      <a:gd name="T25" fmla="*/ 25 h 43"/>
                      <a:gd name="T26" fmla="*/ 68 w 68"/>
                      <a:gd name="T27" fmla="*/ 23 h 43"/>
                      <a:gd name="T28" fmla="*/ 65 w 68"/>
                      <a:gd name="T29" fmla="*/ 18 h 43"/>
                      <a:gd name="T30" fmla="*/ 65 w 68"/>
                      <a:gd name="T31" fmla="*/ 16 h 43"/>
                      <a:gd name="T32" fmla="*/ 51 w 68"/>
                      <a:gd name="T33" fmla="*/ 2 h 43"/>
                      <a:gd name="T34" fmla="*/ 40 w 68"/>
                      <a:gd name="T35" fmla="*/ 2 h 43"/>
                      <a:gd name="T36" fmla="*/ 40 w 68"/>
                      <a:gd name="T37" fmla="*/ 12 h 43"/>
                      <a:gd name="T38" fmla="*/ 44 w 68"/>
                      <a:gd name="T39" fmla="*/ 16 h 43"/>
                      <a:gd name="T40" fmla="*/ 44 w 68"/>
                      <a:gd name="T41" fmla="*/ 16 h 4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</a:cxnLst>
                    <a:rect l="0" t="0" r="r" b="b"/>
                    <a:pathLst>
                      <a:path w="68" h="43">
                        <a:moveTo>
                          <a:pt x="44" y="16"/>
                        </a:moveTo>
                        <a:cubicBezTo>
                          <a:pt x="15" y="16"/>
                          <a:pt x="15" y="16"/>
                          <a:pt x="15" y="16"/>
                        </a:cubicBezTo>
                        <a:cubicBezTo>
                          <a:pt x="7" y="16"/>
                          <a:pt x="7" y="16"/>
                          <a:pt x="7" y="16"/>
                        </a:cubicBezTo>
                        <a:cubicBezTo>
                          <a:pt x="2" y="16"/>
                          <a:pt x="0" y="18"/>
                          <a:pt x="0" y="23"/>
                        </a:cubicBezTo>
                        <a:cubicBezTo>
                          <a:pt x="0" y="25"/>
                          <a:pt x="2" y="29"/>
                          <a:pt x="7" y="29"/>
                        </a:cubicBezTo>
                        <a:cubicBezTo>
                          <a:pt x="17" y="29"/>
                          <a:pt x="17" y="29"/>
                          <a:pt x="17" y="29"/>
                        </a:cubicBezTo>
                        <a:cubicBezTo>
                          <a:pt x="44" y="29"/>
                          <a:pt x="44" y="29"/>
                          <a:pt x="44" y="29"/>
                        </a:cubicBezTo>
                        <a:cubicBezTo>
                          <a:pt x="40" y="33"/>
                          <a:pt x="40" y="33"/>
                          <a:pt x="40" y="33"/>
                        </a:cubicBezTo>
                        <a:cubicBezTo>
                          <a:pt x="38" y="35"/>
                          <a:pt x="38" y="39"/>
                          <a:pt x="40" y="41"/>
                        </a:cubicBezTo>
                        <a:cubicBezTo>
                          <a:pt x="42" y="41"/>
                          <a:pt x="44" y="43"/>
                          <a:pt x="44" y="43"/>
                        </a:cubicBezTo>
                        <a:cubicBezTo>
                          <a:pt x="47" y="43"/>
                          <a:pt x="49" y="41"/>
                          <a:pt x="51" y="41"/>
                        </a:cubicBezTo>
                        <a:cubicBezTo>
                          <a:pt x="65" y="27"/>
                          <a:pt x="65" y="27"/>
                          <a:pt x="65" y="27"/>
                        </a:cubicBezTo>
                        <a:cubicBezTo>
                          <a:pt x="65" y="25"/>
                          <a:pt x="65" y="25"/>
                          <a:pt x="65" y="25"/>
                        </a:cubicBezTo>
                        <a:cubicBezTo>
                          <a:pt x="65" y="23"/>
                          <a:pt x="68" y="23"/>
                          <a:pt x="68" y="23"/>
                        </a:cubicBezTo>
                        <a:cubicBezTo>
                          <a:pt x="68" y="21"/>
                          <a:pt x="65" y="21"/>
                          <a:pt x="65" y="18"/>
                        </a:cubicBezTo>
                        <a:cubicBezTo>
                          <a:pt x="65" y="18"/>
                          <a:pt x="65" y="18"/>
                          <a:pt x="65" y="16"/>
                        </a:cubicBezTo>
                        <a:cubicBezTo>
                          <a:pt x="51" y="2"/>
                          <a:pt x="51" y="2"/>
                          <a:pt x="51" y="2"/>
                        </a:cubicBezTo>
                        <a:cubicBezTo>
                          <a:pt x="47" y="0"/>
                          <a:pt x="42" y="0"/>
                          <a:pt x="40" y="2"/>
                        </a:cubicBezTo>
                        <a:cubicBezTo>
                          <a:pt x="38" y="4"/>
                          <a:pt x="38" y="8"/>
                          <a:pt x="40" y="12"/>
                        </a:cubicBezTo>
                        <a:cubicBezTo>
                          <a:pt x="44" y="16"/>
                          <a:pt x="44" y="16"/>
                          <a:pt x="44" y="16"/>
                        </a:cubicBezTo>
                        <a:cubicBezTo>
                          <a:pt x="44" y="16"/>
                          <a:pt x="44" y="16"/>
                          <a:pt x="44" y="16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1600"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019" name="Freeform 138">
                    <a:extLst>
                      <a:ext uri="{FF2B5EF4-FFF2-40B4-BE49-F238E27FC236}">
                        <a16:creationId xmlns:a16="http://schemas.microsoft.com/office/drawing/2014/main" id="{741C1101-966D-9E5E-69EE-3F7A32241B4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804026" y="11660188"/>
                    <a:ext cx="90488" cy="98425"/>
                  </a:xfrm>
                  <a:custGeom>
                    <a:avLst/>
                    <a:gdLst>
                      <a:gd name="T0" fmla="*/ 6 w 49"/>
                      <a:gd name="T1" fmla="*/ 53 h 53"/>
                      <a:gd name="T2" fmla="*/ 10 w 49"/>
                      <a:gd name="T3" fmla="*/ 51 h 53"/>
                      <a:gd name="T4" fmla="*/ 18 w 49"/>
                      <a:gd name="T5" fmla="*/ 42 h 53"/>
                      <a:gd name="T6" fmla="*/ 37 w 49"/>
                      <a:gd name="T7" fmla="*/ 23 h 53"/>
                      <a:gd name="T8" fmla="*/ 37 w 49"/>
                      <a:gd name="T9" fmla="*/ 28 h 53"/>
                      <a:gd name="T10" fmla="*/ 43 w 49"/>
                      <a:gd name="T11" fmla="*/ 34 h 53"/>
                      <a:gd name="T12" fmla="*/ 49 w 49"/>
                      <a:gd name="T13" fmla="*/ 28 h 53"/>
                      <a:gd name="T14" fmla="*/ 49 w 49"/>
                      <a:gd name="T15" fmla="*/ 7 h 53"/>
                      <a:gd name="T16" fmla="*/ 49 w 49"/>
                      <a:gd name="T17" fmla="*/ 5 h 53"/>
                      <a:gd name="T18" fmla="*/ 47 w 49"/>
                      <a:gd name="T19" fmla="*/ 2 h 53"/>
                      <a:gd name="T20" fmla="*/ 47 w 49"/>
                      <a:gd name="T21" fmla="*/ 2 h 53"/>
                      <a:gd name="T22" fmla="*/ 43 w 49"/>
                      <a:gd name="T23" fmla="*/ 0 h 53"/>
                      <a:gd name="T24" fmla="*/ 22 w 49"/>
                      <a:gd name="T25" fmla="*/ 0 h 53"/>
                      <a:gd name="T26" fmla="*/ 16 w 49"/>
                      <a:gd name="T27" fmla="*/ 7 h 53"/>
                      <a:gd name="T28" fmla="*/ 22 w 49"/>
                      <a:gd name="T29" fmla="*/ 13 h 53"/>
                      <a:gd name="T30" fmla="*/ 28 w 49"/>
                      <a:gd name="T31" fmla="*/ 13 h 53"/>
                      <a:gd name="T32" fmla="*/ 10 w 49"/>
                      <a:gd name="T33" fmla="*/ 34 h 53"/>
                      <a:gd name="T34" fmla="*/ 2 w 49"/>
                      <a:gd name="T35" fmla="*/ 40 h 53"/>
                      <a:gd name="T36" fmla="*/ 2 w 49"/>
                      <a:gd name="T37" fmla="*/ 51 h 53"/>
                      <a:gd name="T38" fmla="*/ 6 w 49"/>
                      <a:gd name="T39" fmla="*/ 53 h 5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49" h="53">
                        <a:moveTo>
                          <a:pt x="6" y="53"/>
                        </a:moveTo>
                        <a:cubicBezTo>
                          <a:pt x="8" y="53"/>
                          <a:pt x="10" y="51"/>
                          <a:pt x="10" y="51"/>
                        </a:cubicBezTo>
                        <a:cubicBezTo>
                          <a:pt x="18" y="42"/>
                          <a:pt x="18" y="42"/>
                          <a:pt x="18" y="42"/>
                        </a:cubicBezTo>
                        <a:cubicBezTo>
                          <a:pt x="37" y="23"/>
                          <a:pt x="37" y="23"/>
                          <a:pt x="37" y="23"/>
                        </a:cubicBezTo>
                        <a:cubicBezTo>
                          <a:pt x="37" y="28"/>
                          <a:pt x="37" y="28"/>
                          <a:pt x="37" y="28"/>
                        </a:cubicBezTo>
                        <a:cubicBezTo>
                          <a:pt x="37" y="32"/>
                          <a:pt x="41" y="34"/>
                          <a:pt x="43" y="34"/>
                        </a:cubicBezTo>
                        <a:cubicBezTo>
                          <a:pt x="47" y="34"/>
                          <a:pt x="49" y="32"/>
                          <a:pt x="49" y="28"/>
                        </a:cubicBezTo>
                        <a:cubicBezTo>
                          <a:pt x="49" y="7"/>
                          <a:pt x="49" y="7"/>
                          <a:pt x="49" y="7"/>
                        </a:cubicBezTo>
                        <a:cubicBezTo>
                          <a:pt x="49" y="7"/>
                          <a:pt x="49" y="7"/>
                          <a:pt x="49" y="5"/>
                        </a:cubicBezTo>
                        <a:cubicBezTo>
                          <a:pt x="49" y="5"/>
                          <a:pt x="49" y="5"/>
                          <a:pt x="47" y="2"/>
                        </a:cubicBezTo>
                        <a:cubicBezTo>
                          <a:pt x="47" y="2"/>
                          <a:pt x="47" y="2"/>
                          <a:pt x="47" y="2"/>
                        </a:cubicBezTo>
                        <a:cubicBezTo>
                          <a:pt x="45" y="0"/>
                          <a:pt x="45" y="0"/>
                          <a:pt x="43" y="0"/>
                        </a:cubicBezTo>
                        <a:cubicBezTo>
                          <a:pt x="22" y="0"/>
                          <a:pt x="22" y="0"/>
                          <a:pt x="22" y="0"/>
                        </a:cubicBezTo>
                        <a:cubicBezTo>
                          <a:pt x="20" y="0"/>
                          <a:pt x="16" y="5"/>
                          <a:pt x="16" y="7"/>
                        </a:cubicBezTo>
                        <a:cubicBezTo>
                          <a:pt x="16" y="11"/>
                          <a:pt x="20" y="13"/>
                          <a:pt x="22" y="13"/>
                        </a:cubicBezTo>
                        <a:cubicBezTo>
                          <a:pt x="28" y="13"/>
                          <a:pt x="28" y="13"/>
                          <a:pt x="28" y="13"/>
                        </a:cubicBezTo>
                        <a:cubicBezTo>
                          <a:pt x="10" y="34"/>
                          <a:pt x="10" y="34"/>
                          <a:pt x="10" y="34"/>
                        </a:cubicBezTo>
                        <a:cubicBezTo>
                          <a:pt x="2" y="40"/>
                          <a:pt x="2" y="40"/>
                          <a:pt x="2" y="40"/>
                        </a:cubicBezTo>
                        <a:cubicBezTo>
                          <a:pt x="0" y="44"/>
                          <a:pt x="0" y="46"/>
                          <a:pt x="2" y="51"/>
                        </a:cubicBezTo>
                        <a:cubicBezTo>
                          <a:pt x="4" y="51"/>
                          <a:pt x="4" y="53"/>
                          <a:pt x="6" y="53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1600"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020" name="Freeform 139">
                    <a:extLst>
                      <a:ext uri="{FF2B5EF4-FFF2-40B4-BE49-F238E27FC236}">
                        <a16:creationId xmlns:a16="http://schemas.microsoft.com/office/drawing/2014/main" id="{203ACFE4-209D-A65C-9306-1C1E2A8D4F77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6499226" y="11152188"/>
                    <a:ext cx="509588" cy="349250"/>
                  </a:xfrm>
                  <a:custGeom>
                    <a:avLst/>
                    <a:gdLst>
                      <a:gd name="T0" fmla="*/ 255 w 321"/>
                      <a:gd name="T1" fmla="*/ 3 h 220"/>
                      <a:gd name="T2" fmla="*/ 255 w 321"/>
                      <a:gd name="T3" fmla="*/ 3 h 220"/>
                      <a:gd name="T4" fmla="*/ 255 w 321"/>
                      <a:gd name="T5" fmla="*/ 3 h 220"/>
                      <a:gd name="T6" fmla="*/ 65 w 321"/>
                      <a:gd name="T7" fmla="*/ 3 h 220"/>
                      <a:gd name="T8" fmla="*/ 65 w 321"/>
                      <a:gd name="T9" fmla="*/ 3 h 220"/>
                      <a:gd name="T10" fmla="*/ 65 w 321"/>
                      <a:gd name="T11" fmla="*/ 3 h 220"/>
                      <a:gd name="T12" fmla="*/ 65 w 321"/>
                      <a:gd name="T13" fmla="*/ 0 h 220"/>
                      <a:gd name="T14" fmla="*/ 0 w 321"/>
                      <a:gd name="T15" fmla="*/ 0 h 220"/>
                      <a:gd name="T16" fmla="*/ 0 w 321"/>
                      <a:gd name="T17" fmla="*/ 29 h 220"/>
                      <a:gd name="T18" fmla="*/ 65 w 321"/>
                      <a:gd name="T19" fmla="*/ 29 h 220"/>
                      <a:gd name="T20" fmla="*/ 65 w 321"/>
                      <a:gd name="T21" fmla="*/ 29 h 220"/>
                      <a:gd name="T22" fmla="*/ 147 w 321"/>
                      <a:gd name="T23" fmla="*/ 109 h 220"/>
                      <a:gd name="T24" fmla="*/ 65 w 321"/>
                      <a:gd name="T25" fmla="*/ 194 h 220"/>
                      <a:gd name="T26" fmla="*/ 65 w 321"/>
                      <a:gd name="T27" fmla="*/ 194 h 220"/>
                      <a:gd name="T28" fmla="*/ 0 w 321"/>
                      <a:gd name="T29" fmla="*/ 194 h 220"/>
                      <a:gd name="T30" fmla="*/ 0 w 321"/>
                      <a:gd name="T31" fmla="*/ 220 h 220"/>
                      <a:gd name="T32" fmla="*/ 65 w 321"/>
                      <a:gd name="T33" fmla="*/ 220 h 220"/>
                      <a:gd name="T34" fmla="*/ 65 w 321"/>
                      <a:gd name="T35" fmla="*/ 218 h 220"/>
                      <a:gd name="T36" fmla="*/ 65 w 321"/>
                      <a:gd name="T37" fmla="*/ 218 h 220"/>
                      <a:gd name="T38" fmla="*/ 255 w 321"/>
                      <a:gd name="T39" fmla="*/ 218 h 220"/>
                      <a:gd name="T40" fmla="*/ 255 w 321"/>
                      <a:gd name="T41" fmla="*/ 220 h 220"/>
                      <a:gd name="T42" fmla="*/ 321 w 321"/>
                      <a:gd name="T43" fmla="*/ 220 h 220"/>
                      <a:gd name="T44" fmla="*/ 321 w 321"/>
                      <a:gd name="T45" fmla="*/ 194 h 220"/>
                      <a:gd name="T46" fmla="*/ 255 w 321"/>
                      <a:gd name="T47" fmla="*/ 194 h 220"/>
                      <a:gd name="T48" fmla="*/ 255 w 321"/>
                      <a:gd name="T49" fmla="*/ 194 h 220"/>
                      <a:gd name="T50" fmla="*/ 173 w 321"/>
                      <a:gd name="T51" fmla="*/ 109 h 220"/>
                      <a:gd name="T52" fmla="*/ 255 w 321"/>
                      <a:gd name="T53" fmla="*/ 29 h 220"/>
                      <a:gd name="T54" fmla="*/ 255 w 321"/>
                      <a:gd name="T55" fmla="*/ 29 h 220"/>
                      <a:gd name="T56" fmla="*/ 321 w 321"/>
                      <a:gd name="T57" fmla="*/ 29 h 220"/>
                      <a:gd name="T58" fmla="*/ 321 w 321"/>
                      <a:gd name="T59" fmla="*/ 0 h 220"/>
                      <a:gd name="T60" fmla="*/ 255 w 321"/>
                      <a:gd name="T61" fmla="*/ 0 h 220"/>
                      <a:gd name="T62" fmla="*/ 255 w 321"/>
                      <a:gd name="T63" fmla="*/ 3 h 220"/>
                      <a:gd name="T64" fmla="*/ 255 w 321"/>
                      <a:gd name="T65" fmla="*/ 3 h 220"/>
                      <a:gd name="T66" fmla="*/ 255 w 321"/>
                      <a:gd name="T67" fmla="*/ 3 h 220"/>
                      <a:gd name="T68" fmla="*/ 229 w 321"/>
                      <a:gd name="T69" fmla="*/ 199 h 220"/>
                      <a:gd name="T70" fmla="*/ 87 w 321"/>
                      <a:gd name="T71" fmla="*/ 199 h 220"/>
                      <a:gd name="T72" fmla="*/ 159 w 321"/>
                      <a:gd name="T73" fmla="*/ 123 h 220"/>
                      <a:gd name="T74" fmla="*/ 229 w 321"/>
                      <a:gd name="T75" fmla="*/ 199 h 220"/>
                      <a:gd name="T76" fmla="*/ 229 w 321"/>
                      <a:gd name="T77" fmla="*/ 199 h 220"/>
                      <a:gd name="T78" fmla="*/ 229 w 321"/>
                      <a:gd name="T79" fmla="*/ 199 h 220"/>
                      <a:gd name="T80" fmla="*/ 159 w 321"/>
                      <a:gd name="T81" fmla="*/ 98 h 220"/>
                      <a:gd name="T82" fmla="*/ 87 w 321"/>
                      <a:gd name="T83" fmla="*/ 23 h 220"/>
                      <a:gd name="T84" fmla="*/ 229 w 321"/>
                      <a:gd name="T85" fmla="*/ 23 h 220"/>
                      <a:gd name="T86" fmla="*/ 159 w 321"/>
                      <a:gd name="T87" fmla="*/ 98 h 220"/>
                      <a:gd name="T88" fmla="*/ 159 w 321"/>
                      <a:gd name="T89" fmla="*/ 98 h 220"/>
                      <a:gd name="T90" fmla="*/ 159 w 321"/>
                      <a:gd name="T91" fmla="*/ 98 h 22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</a:cxnLst>
                    <a:rect l="0" t="0" r="r" b="b"/>
                    <a:pathLst>
                      <a:path w="321" h="220">
                        <a:moveTo>
                          <a:pt x="255" y="3"/>
                        </a:moveTo>
                        <a:lnTo>
                          <a:pt x="255" y="3"/>
                        </a:lnTo>
                        <a:lnTo>
                          <a:pt x="255" y="3"/>
                        </a:lnTo>
                        <a:lnTo>
                          <a:pt x="65" y="3"/>
                        </a:lnTo>
                        <a:lnTo>
                          <a:pt x="65" y="3"/>
                        </a:lnTo>
                        <a:lnTo>
                          <a:pt x="65" y="3"/>
                        </a:lnTo>
                        <a:lnTo>
                          <a:pt x="65" y="0"/>
                        </a:lnTo>
                        <a:lnTo>
                          <a:pt x="0" y="0"/>
                        </a:lnTo>
                        <a:lnTo>
                          <a:pt x="0" y="29"/>
                        </a:lnTo>
                        <a:lnTo>
                          <a:pt x="65" y="29"/>
                        </a:lnTo>
                        <a:lnTo>
                          <a:pt x="65" y="29"/>
                        </a:lnTo>
                        <a:lnTo>
                          <a:pt x="147" y="109"/>
                        </a:lnTo>
                        <a:lnTo>
                          <a:pt x="65" y="194"/>
                        </a:lnTo>
                        <a:lnTo>
                          <a:pt x="65" y="194"/>
                        </a:lnTo>
                        <a:lnTo>
                          <a:pt x="0" y="194"/>
                        </a:lnTo>
                        <a:lnTo>
                          <a:pt x="0" y="220"/>
                        </a:lnTo>
                        <a:lnTo>
                          <a:pt x="65" y="220"/>
                        </a:lnTo>
                        <a:lnTo>
                          <a:pt x="65" y="218"/>
                        </a:lnTo>
                        <a:lnTo>
                          <a:pt x="65" y="218"/>
                        </a:lnTo>
                        <a:lnTo>
                          <a:pt x="255" y="218"/>
                        </a:lnTo>
                        <a:lnTo>
                          <a:pt x="255" y="220"/>
                        </a:lnTo>
                        <a:lnTo>
                          <a:pt x="321" y="220"/>
                        </a:lnTo>
                        <a:lnTo>
                          <a:pt x="321" y="194"/>
                        </a:lnTo>
                        <a:lnTo>
                          <a:pt x="255" y="194"/>
                        </a:lnTo>
                        <a:lnTo>
                          <a:pt x="255" y="194"/>
                        </a:lnTo>
                        <a:lnTo>
                          <a:pt x="173" y="109"/>
                        </a:lnTo>
                        <a:lnTo>
                          <a:pt x="255" y="29"/>
                        </a:lnTo>
                        <a:lnTo>
                          <a:pt x="255" y="29"/>
                        </a:lnTo>
                        <a:lnTo>
                          <a:pt x="321" y="29"/>
                        </a:lnTo>
                        <a:lnTo>
                          <a:pt x="321" y="0"/>
                        </a:lnTo>
                        <a:lnTo>
                          <a:pt x="255" y="0"/>
                        </a:lnTo>
                        <a:lnTo>
                          <a:pt x="255" y="3"/>
                        </a:lnTo>
                        <a:lnTo>
                          <a:pt x="255" y="3"/>
                        </a:lnTo>
                        <a:lnTo>
                          <a:pt x="255" y="3"/>
                        </a:lnTo>
                        <a:close/>
                        <a:moveTo>
                          <a:pt x="229" y="199"/>
                        </a:moveTo>
                        <a:lnTo>
                          <a:pt x="87" y="199"/>
                        </a:lnTo>
                        <a:lnTo>
                          <a:pt x="159" y="123"/>
                        </a:lnTo>
                        <a:lnTo>
                          <a:pt x="229" y="199"/>
                        </a:lnTo>
                        <a:lnTo>
                          <a:pt x="229" y="199"/>
                        </a:lnTo>
                        <a:lnTo>
                          <a:pt x="229" y="199"/>
                        </a:lnTo>
                        <a:close/>
                        <a:moveTo>
                          <a:pt x="159" y="98"/>
                        </a:moveTo>
                        <a:lnTo>
                          <a:pt x="87" y="23"/>
                        </a:lnTo>
                        <a:lnTo>
                          <a:pt x="229" y="23"/>
                        </a:lnTo>
                        <a:lnTo>
                          <a:pt x="159" y="98"/>
                        </a:lnTo>
                        <a:lnTo>
                          <a:pt x="159" y="98"/>
                        </a:lnTo>
                        <a:lnTo>
                          <a:pt x="159" y="98"/>
                        </a:ln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1600"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</p:grpSp>
          </p:grpSp>
        </p:grpSp>
        <p:sp>
          <p:nvSpPr>
            <p:cNvPr id="2033" name="Freeform 133">
              <a:extLst>
                <a:ext uri="{FF2B5EF4-FFF2-40B4-BE49-F238E27FC236}">
                  <a16:creationId xmlns:a16="http://schemas.microsoft.com/office/drawing/2014/main" id="{DEDEAF70-A439-711A-682E-3AD8BF0DD689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1155711" y="4394403"/>
              <a:ext cx="300826" cy="118079"/>
            </a:xfrm>
            <a:custGeom>
              <a:avLst/>
              <a:gdLst/>
              <a:ahLst/>
              <a:cxnLst>
                <a:cxn ang="0">
                  <a:pos x="184" y="146"/>
                </a:cxn>
                <a:cxn ang="0">
                  <a:pos x="50" y="146"/>
                </a:cxn>
                <a:cxn ang="0">
                  <a:pos x="0" y="98"/>
                </a:cxn>
                <a:cxn ang="0">
                  <a:pos x="47" y="50"/>
                </a:cxn>
                <a:cxn ang="0">
                  <a:pos x="117" y="0"/>
                </a:cxn>
                <a:cxn ang="0">
                  <a:pos x="188" y="50"/>
                </a:cxn>
                <a:cxn ang="0">
                  <a:pos x="234" y="98"/>
                </a:cxn>
                <a:cxn ang="0">
                  <a:pos x="184" y="146"/>
                </a:cxn>
                <a:cxn ang="0">
                  <a:pos x="117" y="8"/>
                </a:cxn>
                <a:cxn ang="0">
                  <a:pos x="54" y="55"/>
                </a:cxn>
                <a:cxn ang="0">
                  <a:pos x="50" y="58"/>
                </a:cxn>
                <a:cxn ang="0">
                  <a:pos x="8" y="98"/>
                </a:cxn>
                <a:cxn ang="0">
                  <a:pos x="50" y="138"/>
                </a:cxn>
                <a:cxn ang="0">
                  <a:pos x="184" y="138"/>
                </a:cxn>
                <a:cxn ang="0">
                  <a:pos x="226" y="98"/>
                </a:cxn>
                <a:cxn ang="0">
                  <a:pos x="185" y="58"/>
                </a:cxn>
                <a:cxn ang="0">
                  <a:pos x="181" y="55"/>
                </a:cxn>
                <a:cxn ang="0">
                  <a:pos x="117" y="8"/>
                </a:cxn>
              </a:cxnLst>
              <a:rect l="0" t="0" r="r" b="b"/>
              <a:pathLst>
                <a:path w="234" h="146">
                  <a:moveTo>
                    <a:pt x="184" y="146"/>
                  </a:moveTo>
                  <a:cubicBezTo>
                    <a:pt x="50" y="146"/>
                    <a:pt x="50" y="146"/>
                    <a:pt x="50" y="146"/>
                  </a:cubicBezTo>
                  <a:cubicBezTo>
                    <a:pt x="23" y="146"/>
                    <a:pt x="0" y="125"/>
                    <a:pt x="0" y="98"/>
                  </a:cubicBezTo>
                  <a:cubicBezTo>
                    <a:pt x="0" y="72"/>
                    <a:pt x="21" y="51"/>
                    <a:pt x="47" y="50"/>
                  </a:cubicBezTo>
                  <a:cubicBezTo>
                    <a:pt x="59" y="19"/>
                    <a:pt x="87" y="0"/>
                    <a:pt x="117" y="0"/>
                  </a:cubicBezTo>
                  <a:cubicBezTo>
                    <a:pt x="148" y="0"/>
                    <a:pt x="175" y="19"/>
                    <a:pt x="188" y="50"/>
                  </a:cubicBezTo>
                  <a:cubicBezTo>
                    <a:pt x="213" y="51"/>
                    <a:pt x="234" y="72"/>
                    <a:pt x="234" y="98"/>
                  </a:cubicBezTo>
                  <a:cubicBezTo>
                    <a:pt x="234" y="125"/>
                    <a:pt x="212" y="146"/>
                    <a:pt x="184" y="146"/>
                  </a:cubicBezTo>
                  <a:close/>
                  <a:moveTo>
                    <a:pt x="117" y="8"/>
                  </a:moveTo>
                  <a:cubicBezTo>
                    <a:pt x="89" y="8"/>
                    <a:pt x="64" y="26"/>
                    <a:pt x="54" y="55"/>
                  </a:cubicBezTo>
                  <a:cubicBezTo>
                    <a:pt x="53" y="57"/>
                    <a:pt x="52" y="58"/>
                    <a:pt x="50" y="58"/>
                  </a:cubicBezTo>
                  <a:cubicBezTo>
                    <a:pt x="27" y="58"/>
                    <a:pt x="8" y="76"/>
                    <a:pt x="8" y="98"/>
                  </a:cubicBezTo>
                  <a:cubicBezTo>
                    <a:pt x="8" y="120"/>
                    <a:pt x="27" y="138"/>
                    <a:pt x="50" y="138"/>
                  </a:cubicBezTo>
                  <a:cubicBezTo>
                    <a:pt x="184" y="138"/>
                    <a:pt x="184" y="138"/>
                    <a:pt x="184" y="138"/>
                  </a:cubicBezTo>
                  <a:cubicBezTo>
                    <a:pt x="207" y="138"/>
                    <a:pt x="226" y="120"/>
                    <a:pt x="226" y="98"/>
                  </a:cubicBezTo>
                  <a:cubicBezTo>
                    <a:pt x="226" y="76"/>
                    <a:pt x="207" y="58"/>
                    <a:pt x="185" y="58"/>
                  </a:cubicBezTo>
                  <a:cubicBezTo>
                    <a:pt x="183" y="58"/>
                    <a:pt x="182" y="57"/>
                    <a:pt x="181" y="55"/>
                  </a:cubicBezTo>
                  <a:cubicBezTo>
                    <a:pt x="170" y="26"/>
                    <a:pt x="145" y="8"/>
                    <a:pt x="117" y="8"/>
                  </a:cubicBezTo>
                  <a:close/>
                </a:path>
              </a:pathLst>
            </a:custGeom>
            <a:solidFill>
              <a:srgbClr val="333333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 dirty="0"/>
            </a:p>
          </p:txBody>
        </p:sp>
        <p:cxnSp>
          <p:nvCxnSpPr>
            <p:cNvPr id="2034" name="직선 연결선 4322">
              <a:extLst>
                <a:ext uri="{FF2B5EF4-FFF2-40B4-BE49-F238E27FC236}">
                  <a16:creationId xmlns:a16="http://schemas.microsoft.com/office/drawing/2014/main" id="{0A401727-C015-DF83-0AA7-F92D67822641}"/>
                </a:ext>
              </a:extLst>
            </p:cNvPr>
            <p:cNvCxnSpPr>
              <a:cxnSpLocks/>
            </p:cNvCxnSpPr>
            <p:nvPr/>
          </p:nvCxnSpPr>
          <p:spPr>
            <a:xfrm>
              <a:off x="1047992" y="4465224"/>
              <a:ext cx="105825" cy="0"/>
            </a:xfrm>
            <a:prstGeom prst="line">
              <a:avLst/>
            </a:prstGeom>
            <a:ln w="6350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5" name="직선 연결선 4323">
              <a:extLst>
                <a:ext uri="{FF2B5EF4-FFF2-40B4-BE49-F238E27FC236}">
                  <a16:creationId xmlns:a16="http://schemas.microsoft.com/office/drawing/2014/main" id="{E7DB29B0-3F34-D5DE-05A1-21D041EFD701}"/>
                </a:ext>
              </a:extLst>
            </p:cNvPr>
            <p:cNvCxnSpPr>
              <a:cxnSpLocks/>
            </p:cNvCxnSpPr>
            <p:nvPr/>
          </p:nvCxnSpPr>
          <p:spPr>
            <a:xfrm>
              <a:off x="1442140" y="4465224"/>
              <a:ext cx="132281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36" name="그룹 2035">
              <a:extLst>
                <a:ext uri="{FF2B5EF4-FFF2-40B4-BE49-F238E27FC236}">
                  <a16:creationId xmlns:a16="http://schemas.microsoft.com/office/drawing/2014/main" id="{C51EEAA7-5B91-5CF3-4190-03FA8551E040}"/>
                </a:ext>
              </a:extLst>
            </p:cNvPr>
            <p:cNvGrpSpPr/>
            <p:nvPr/>
          </p:nvGrpSpPr>
          <p:grpSpPr>
            <a:xfrm>
              <a:off x="607553" y="4267636"/>
              <a:ext cx="694957" cy="128728"/>
              <a:chOff x="881984" y="9134964"/>
              <a:chExt cx="579327" cy="279394"/>
            </a:xfrm>
          </p:grpSpPr>
          <p:cxnSp>
            <p:nvCxnSpPr>
              <p:cNvPr id="2037" name="직선 연결선 60">
                <a:extLst>
                  <a:ext uri="{FF2B5EF4-FFF2-40B4-BE49-F238E27FC236}">
                    <a16:creationId xmlns:a16="http://schemas.microsoft.com/office/drawing/2014/main" id="{06CAB8F2-4542-B6B9-F7C7-0F8DF64EB2C1}"/>
                  </a:ext>
                </a:extLst>
              </p:cNvPr>
              <p:cNvCxnSpPr/>
              <p:nvPr/>
            </p:nvCxnSpPr>
            <p:spPr>
              <a:xfrm>
                <a:off x="1461311" y="9234686"/>
                <a:ext cx="0" cy="179672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8" name="직선 연결선 4324">
                <a:extLst>
                  <a:ext uri="{FF2B5EF4-FFF2-40B4-BE49-F238E27FC236}">
                    <a16:creationId xmlns:a16="http://schemas.microsoft.com/office/drawing/2014/main" id="{80CD60AC-3AB7-AB53-D6E0-506562F5E8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1984" y="9239283"/>
                <a:ext cx="576000" cy="0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9" name="직선 연결선 4325">
                <a:extLst>
                  <a:ext uri="{FF2B5EF4-FFF2-40B4-BE49-F238E27FC236}">
                    <a16:creationId xmlns:a16="http://schemas.microsoft.com/office/drawing/2014/main" id="{2DE2A435-0582-1C78-DC51-FD2E6E049692}"/>
                  </a:ext>
                </a:extLst>
              </p:cNvPr>
              <p:cNvCxnSpPr/>
              <p:nvPr/>
            </p:nvCxnSpPr>
            <p:spPr>
              <a:xfrm>
                <a:off x="886537" y="9134964"/>
                <a:ext cx="0" cy="108000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40" name="직사각형 2039">
              <a:extLst>
                <a:ext uri="{FF2B5EF4-FFF2-40B4-BE49-F238E27FC236}">
                  <a16:creationId xmlns:a16="http://schemas.microsoft.com/office/drawing/2014/main" id="{C9EF5616-5209-8D78-3D0C-501A12D77236}"/>
                </a:ext>
              </a:extLst>
            </p:cNvPr>
            <p:cNvSpPr/>
            <p:nvPr/>
          </p:nvSpPr>
          <p:spPr>
            <a:xfrm>
              <a:off x="1021953" y="4396522"/>
              <a:ext cx="205248" cy="76944"/>
            </a:xfrm>
            <a:prstGeom prst="rect">
              <a:avLst/>
            </a:prstGeom>
          </p:spPr>
          <p:txBody>
            <a:bodyPr wrap="square" lIns="0" tIns="0" rIns="0" bIns="0" anchor="t">
              <a:spAutoFit/>
            </a:bodyPr>
            <a:lstStyle/>
            <a:p>
              <a:pPr marL="0" lvl="1" indent="1729" algn="ctr" defTabSz="1402796" eaLnBrk="0" hangingPunct="0">
                <a:defRPr/>
              </a:pPr>
              <a:r>
                <a:rPr lang="en-US" altLang="ko-KR" sz="5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a typeface="+mn-ea"/>
                  <a:cs typeface="Pretendard Medium" panose="02000603000000020004" pitchFamily="50" charset="-127"/>
                  <a:sym typeface="Samsung Sans"/>
                </a:rPr>
                <a:t>VPN</a:t>
              </a:r>
            </a:p>
          </p:txBody>
        </p:sp>
        <p:cxnSp>
          <p:nvCxnSpPr>
            <p:cNvPr id="2041" name="직선 연결선 4328">
              <a:extLst>
                <a:ext uri="{FF2B5EF4-FFF2-40B4-BE49-F238E27FC236}">
                  <a16:creationId xmlns:a16="http://schemas.microsoft.com/office/drawing/2014/main" id="{842E002F-A3F5-61C0-D97C-13F9BA73D45D}"/>
                </a:ext>
              </a:extLst>
            </p:cNvPr>
            <p:cNvCxnSpPr>
              <a:cxnSpLocks/>
            </p:cNvCxnSpPr>
            <p:nvPr/>
          </p:nvCxnSpPr>
          <p:spPr>
            <a:xfrm>
              <a:off x="1047992" y="4459098"/>
              <a:ext cx="105825" cy="0"/>
            </a:xfrm>
            <a:prstGeom prst="line">
              <a:avLst/>
            </a:prstGeom>
            <a:ln w="6350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42" name="직사각형 2041">
              <a:extLst>
                <a:ext uri="{FF2B5EF4-FFF2-40B4-BE49-F238E27FC236}">
                  <a16:creationId xmlns:a16="http://schemas.microsoft.com/office/drawing/2014/main" id="{475D04EA-2D27-845D-E01C-561A1FF76367}"/>
                </a:ext>
              </a:extLst>
            </p:cNvPr>
            <p:cNvSpPr/>
            <p:nvPr/>
          </p:nvSpPr>
          <p:spPr>
            <a:xfrm>
              <a:off x="7548719" y="2315663"/>
              <a:ext cx="555580" cy="99520"/>
            </a:xfrm>
            <a:prstGeom prst="rect">
              <a:avLst/>
            </a:prstGeom>
            <a:solidFill>
              <a:schemeClr val="bg1"/>
            </a:solidFill>
            <a:ln w="12700" algn="ctr">
              <a:solidFill>
                <a:srgbClr val="0099FF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0" tIns="0" rIns="0" bIns="0" anchor="ctr">
              <a:scene3d>
                <a:camera prst="orthographicFront">
                  <a:rot lat="0" lon="0" rev="0"/>
                </a:camera>
                <a:lightRig rig="threePt" dir="t"/>
              </a:scene3d>
            </a:bodyPr>
            <a:lstStyle/>
            <a:p>
              <a:pPr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ko-KR" altLang="en-US" sz="7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내부서비스</a:t>
              </a:r>
            </a:p>
          </p:txBody>
        </p:sp>
        <p:sp>
          <p:nvSpPr>
            <p:cNvPr id="2043" name="직사각형 2042">
              <a:extLst>
                <a:ext uri="{FF2B5EF4-FFF2-40B4-BE49-F238E27FC236}">
                  <a16:creationId xmlns:a16="http://schemas.microsoft.com/office/drawing/2014/main" id="{5EC5E7CA-6BE7-757F-DD84-8160273B8779}"/>
                </a:ext>
              </a:extLst>
            </p:cNvPr>
            <p:cNvSpPr/>
            <p:nvPr/>
          </p:nvSpPr>
          <p:spPr>
            <a:xfrm>
              <a:off x="6654521" y="2315663"/>
              <a:ext cx="555580" cy="99520"/>
            </a:xfrm>
            <a:prstGeom prst="rect">
              <a:avLst/>
            </a:prstGeom>
            <a:solidFill>
              <a:schemeClr val="bg1"/>
            </a:solidFill>
            <a:ln w="12700" algn="ctr">
              <a:solidFill>
                <a:srgbClr val="0099FF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0" tIns="0" rIns="0" bIns="0" anchor="ctr">
              <a:scene3d>
                <a:camera prst="orthographicFront">
                  <a:rot lat="0" lon="0" rev="0"/>
                </a:camera>
                <a:lightRig rig="threePt" dir="t"/>
              </a:scene3d>
            </a:bodyPr>
            <a:lstStyle/>
            <a:p>
              <a:pPr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ko-KR" altLang="en-US" sz="7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외부서비스</a:t>
              </a:r>
            </a:p>
          </p:txBody>
        </p:sp>
        <p:sp>
          <p:nvSpPr>
            <p:cNvPr id="2044" name="직사각형 2043">
              <a:extLst>
                <a:ext uri="{FF2B5EF4-FFF2-40B4-BE49-F238E27FC236}">
                  <a16:creationId xmlns:a16="http://schemas.microsoft.com/office/drawing/2014/main" id="{661C0727-7090-9FBA-4E33-B484A496128C}"/>
                </a:ext>
              </a:extLst>
            </p:cNvPr>
            <p:cNvSpPr/>
            <p:nvPr/>
          </p:nvSpPr>
          <p:spPr>
            <a:xfrm>
              <a:off x="7609844" y="3724152"/>
              <a:ext cx="502668" cy="99520"/>
            </a:xfrm>
            <a:prstGeom prst="rect">
              <a:avLst/>
            </a:prstGeom>
            <a:solidFill>
              <a:schemeClr val="bg1"/>
            </a:solidFill>
            <a:ln w="12700" algn="ctr">
              <a:solidFill>
                <a:srgbClr val="0099FF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0" tIns="0" rIns="0" bIns="0" anchor="ctr">
              <a:scene3d>
                <a:camera prst="orthographicFront">
                  <a:rot lat="0" lon="0" rev="0"/>
                </a:camera>
                <a:lightRig rig="threePt" dir="t"/>
              </a:scene3d>
            </a:bodyPr>
            <a:lstStyle/>
            <a:p>
              <a:pPr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ko-KR" altLang="en-US" sz="600" spc="-30" dirty="0" err="1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0000600000000000000" pitchFamily="2" charset="-127"/>
                </a:rPr>
                <a:t>빅데이터플랫폼</a:t>
              </a:r>
              <a:endParaRPr lang="ko-KR" altLang="en-US" sz="600" spc="-30" dirty="0">
                <a:ln>
                  <a:solidFill>
                    <a:srgbClr val="0099FF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0000600000000000000" pitchFamily="2" charset="-127"/>
              </a:endParaRPr>
            </a:p>
          </p:txBody>
        </p:sp>
        <p:sp>
          <p:nvSpPr>
            <p:cNvPr id="2045" name="직사각형 2044">
              <a:extLst>
                <a:ext uri="{FF2B5EF4-FFF2-40B4-BE49-F238E27FC236}">
                  <a16:creationId xmlns:a16="http://schemas.microsoft.com/office/drawing/2014/main" id="{C968DCD5-96F7-54C2-7242-D4169B8C331B}"/>
                </a:ext>
              </a:extLst>
            </p:cNvPr>
            <p:cNvSpPr/>
            <p:nvPr/>
          </p:nvSpPr>
          <p:spPr>
            <a:xfrm>
              <a:off x="8165486" y="3724152"/>
              <a:ext cx="476212" cy="99520"/>
            </a:xfrm>
            <a:prstGeom prst="rect">
              <a:avLst/>
            </a:prstGeom>
            <a:solidFill>
              <a:schemeClr val="bg1"/>
            </a:solidFill>
            <a:ln w="12700" algn="ctr">
              <a:solidFill>
                <a:srgbClr val="0099FF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0" tIns="0" rIns="0" bIns="0" anchor="ctr">
              <a:scene3d>
                <a:camera prst="orthographicFront">
                  <a:rot lat="0" lon="0" rev="0"/>
                </a:camera>
                <a:lightRig rig="threePt" dir="t"/>
              </a:scene3d>
            </a:bodyPr>
            <a:lstStyle/>
            <a:p>
              <a:pPr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ko-KR" altLang="en-US" sz="6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0000600000000000000" pitchFamily="2" charset="-127"/>
                </a:rPr>
                <a:t>고객상담시스템</a:t>
              </a:r>
            </a:p>
          </p:txBody>
        </p:sp>
        <p:sp>
          <p:nvSpPr>
            <p:cNvPr id="2046" name="직사각형 2045">
              <a:extLst>
                <a:ext uri="{FF2B5EF4-FFF2-40B4-BE49-F238E27FC236}">
                  <a16:creationId xmlns:a16="http://schemas.microsoft.com/office/drawing/2014/main" id="{A80712A4-3A73-12B8-CA00-E1754AB24161}"/>
                </a:ext>
              </a:extLst>
            </p:cNvPr>
            <p:cNvSpPr/>
            <p:nvPr/>
          </p:nvSpPr>
          <p:spPr>
            <a:xfrm>
              <a:off x="2383394" y="2077464"/>
              <a:ext cx="793686" cy="82933"/>
            </a:xfrm>
            <a:prstGeom prst="rect">
              <a:avLst/>
            </a:prstGeom>
            <a:solidFill>
              <a:srgbClr val="0099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en-US" altLang="ko-KR" sz="7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152400" dir="5400000" algn="t" rotWithShape="0">
                      <a:prstClr val="black">
                        <a:alpha val="40000"/>
                      </a:prstClr>
                    </a:outerShdw>
                  </a:effectLst>
                  <a:ea typeface="KoPub돋움체 Medium" panose="00000600000000000000" pitchFamily="2" charset="-127"/>
                </a:rPr>
                <a:t>AI Agent </a:t>
              </a:r>
              <a:r>
                <a:rPr lang="ko-KR" altLang="en-US" sz="7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152400" dir="5400000" algn="t" rotWithShape="0">
                      <a:prstClr val="black">
                        <a:alpha val="40000"/>
                      </a:prstClr>
                    </a:outerShdw>
                  </a:effectLst>
                  <a:ea typeface="KoPub돋움체 Medium" panose="00000600000000000000" pitchFamily="2" charset="-127"/>
                </a:rPr>
                <a:t>플랫폼</a:t>
              </a:r>
            </a:p>
          </p:txBody>
        </p:sp>
        <p:sp>
          <p:nvSpPr>
            <p:cNvPr id="2047" name="직사각형 2046">
              <a:extLst>
                <a:ext uri="{FF2B5EF4-FFF2-40B4-BE49-F238E27FC236}">
                  <a16:creationId xmlns:a16="http://schemas.microsoft.com/office/drawing/2014/main" id="{FBF7055D-8BD8-E825-107D-52907C6C0EFF}"/>
                </a:ext>
              </a:extLst>
            </p:cNvPr>
            <p:cNvSpPr/>
            <p:nvPr/>
          </p:nvSpPr>
          <p:spPr>
            <a:xfrm>
              <a:off x="500128" y="1115424"/>
              <a:ext cx="793686" cy="82933"/>
            </a:xfrm>
            <a:prstGeom prst="rect">
              <a:avLst/>
            </a:prstGeom>
            <a:solidFill>
              <a:srgbClr val="0099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ko-KR" altLang="en-US" sz="7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152400" dir="5400000" algn="t" rotWithShape="0">
                      <a:prstClr val="black">
                        <a:alpha val="40000"/>
                      </a:prstClr>
                    </a:outerShdw>
                  </a:effectLst>
                  <a:ea typeface="KoPub돋움체 Medium" panose="00000600000000000000" pitchFamily="2" charset="-127"/>
                </a:rPr>
                <a:t>레거시시스템</a:t>
              </a:r>
            </a:p>
          </p:txBody>
        </p:sp>
        <p:sp>
          <p:nvSpPr>
            <p:cNvPr id="2048" name="직사각형 2047">
              <a:extLst>
                <a:ext uri="{FF2B5EF4-FFF2-40B4-BE49-F238E27FC236}">
                  <a16:creationId xmlns:a16="http://schemas.microsoft.com/office/drawing/2014/main" id="{4E34325D-5191-E4A8-1D3F-2DE4C39852AB}"/>
                </a:ext>
              </a:extLst>
            </p:cNvPr>
            <p:cNvSpPr/>
            <p:nvPr/>
          </p:nvSpPr>
          <p:spPr>
            <a:xfrm>
              <a:off x="511654" y="1824718"/>
              <a:ext cx="793686" cy="82933"/>
            </a:xfrm>
            <a:prstGeom prst="rect">
              <a:avLst/>
            </a:prstGeom>
            <a:solidFill>
              <a:srgbClr val="0099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en-US" altLang="ko-KR" sz="7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152400" dir="5400000" algn="t" rotWithShape="0">
                      <a:prstClr val="black">
                        <a:alpha val="40000"/>
                      </a:prstClr>
                    </a:outerShdw>
                  </a:effectLst>
                  <a:ea typeface="KoPub돋움체 Medium" panose="00000600000000000000" pitchFamily="2" charset="-127"/>
                </a:rPr>
                <a:t>AI </a:t>
              </a:r>
              <a:r>
                <a:rPr lang="ko-KR" altLang="en-US" sz="700" spc="-30" dirty="0" err="1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152400" dir="5400000" algn="t" rotWithShape="0">
                      <a:prstClr val="black">
                        <a:alpha val="40000"/>
                      </a:prstClr>
                    </a:outerShdw>
                  </a:effectLst>
                  <a:ea typeface="KoPub돋움체 Medium" panose="00000600000000000000" pitchFamily="2" charset="-127"/>
                </a:rPr>
                <a:t>서비스허브</a:t>
              </a:r>
              <a:endParaRPr lang="ko-KR" altLang="en-US" sz="700" spc="-30" dirty="0">
                <a:ln>
                  <a:solidFill>
                    <a:srgbClr val="0099FF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152400" dir="5400000" algn="t" rotWithShape="0">
                    <a:prstClr val="black">
                      <a:alpha val="40000"/>
                    </a:prstClr>
                  </a:outerShdw>
                </a:effectLst>
                <a:ea typeface="KoPub돋움체 Medium" panose="00000600000000000000" pitchFamily="2" charset="-127"/>
              </a:endParaRPr>
            </a:p>
          </p:txBody>
        </p:sp>
        <p:sp>
          <p:nvSpPr>
            <p:cNvPr id="2049" name="직사각형 2048">
              <a:extLst>
                <a:ext uri="{FF2B5EF4-FFF2-40B4-BE49-F238E27FC236}">
                  <a16:creationId xmlns:a16="http://schemas.microsoft.com/office/drawing/2014/main" id="{B7DD7A01-B881-469D-93A7-D360C32602D1}"/>
                </a:ext>
              </a:extLst>
            </p:cNvPr>
            <p:cNvSpPr/>
            <p:nvPr/>
          </p:nvSpPr>
          <p:spPr>
            <a:xfrm>
              <a:off x="513988" y="2559533"/>
              <a:ext cx="793686" cy="82933"/>
            </a:xfrm>
            <a:prstGeom prst="rect">
              <a:avLst/>
            </a:prstGeom>
            <a:solidFill>
              <a:srgbClr val="0099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ko-KR" altLang="en-US" sz="700" spc="-30" dirty="0" err="1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>
                    <a:outerShdw blurRad="152400" dir="5400000" algn="t" rotWithShape="0">
                      <a:prstClr val="black">
                        <a:alpha val="40000"/>
                      </a:prstClr>
                    </a:outerShdw>
                  </a:effectLst>
                  <a:ea typeface="KoPub돋움체 Medium" panose="00000600000000000000" pitchFamily="2" charset="-127"/>
                </a:rPr>
                <a:t>빅데이터플랫폼</a:t>
              </a:r>
              <a:endParaRPr lang="ko-KR" altLang="en-US" sz="700" spc="-30" dirty="0">
                <a:ln>
                  <a:solidFill>
                    <a:srgbClr val="0099FF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152400" dir="5400000" algn="t" rotWithShape="0">
                    <a:prstClr val="black">
                      <a:alpha val="40000"/>
                    </a:prstClr>
                  </a:outerShdw>
                </a:effectLst>
                <a:ea typeface="KoPub돋움체 Medium" panose="00000600000000000000" pitchFamily="2" charset="-127"/>
              </a:endParaRPr>
            </a:p>
          </p:txBody>
        </p:sp>
        <p:cxnSp>
          <p:nvCxnSpPr>
            <p:cNvPr id="2050" name="직선 연결선 1987">
              <a:extLst>
                <a:ext uri="{FF2B5EF4-FFF2-40B4-BE49-F238E27FC236}">
                  <a16:creationId xmlns:a16="http://schemas.microsoft.com/office/drawing/2014/main" id="{22ECF4B4-6151-2E15-3DB5-8C18EAB38D6F}"/>
                </a:ext>
              </a:extLst>
            </p:cNvPr>
            <p:cNvCxnSpPr/>
            <p:nvPr/>
          </p:nvCxnSpPr>
          <p:spPr>
            <a:xfrm>
              <a:off x="3183003" y="1892633"/>
              <a:ext cx="238106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none" w="sm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51" name="직사각형 2050">
              <a:extLst>
                <a:ext uri="{FF2B5EF4-FFF2-40B4-BE49-F238E27FC236}">
                  <a16:creationId xmlns:a16="http://schemas.microsoft.com/office/drawing/2014/main" id="{7B5F9962-CD96-1C83-3D58-93BBA638ACCD}"/>
                </a:ext>
              </a:extLst>
            </p:cNvPr>
            <p:cNvSpPr/>
            <p:nvPr/>
          </p:nvSpPr>
          <p:spPr>
            <a:xfrm>
              <a:off x="2529689" y="1746193"/>
              <a:ext cx="685188" cy="215626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75000"/>
                </a:schemeClr>
              </a:solidFill>
              <a:prstDash val="solid"/>
            </a:ln>
            <a:effectLst/>
          </p:spPr>
          <p:txBody>
            <a:bodyPr wrap="square" lIns="0" tIns="36000" rIns="0" bIns="0" anchor="t">
              <a:noAutofit/>
            </a:bodyPr>
            <a:lstStyle/>
            <a:p>
              <a:pPr algn="ctr" defTabSz="1042988" eaLnBrk="0" latin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  <a:defRPr/>
              </a:pPr>
              <a:r>
                <a:rPr lang="en-US" altLang="ko-KR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0000600000000000000" pitchFamily="2" charset="-127"/>
                </a:rPr>
                <a:t>AI</a:t>
              </a:r>
              <a:r>
                <a:rPr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0000600000000000000" pitchFamily="2" charset="-127"/>
                </a:rPr>
                <a:t>전용 네트워크</a:t>
              </a:r>
              <a:endParaRPr lang="en-US" altLang="ko-KR" sz="500" dirty="0">
                <a:solidFill>
                  <a:schemeClr val="tx1">
                    <a:lumMod val="85000"/>
                    <a:lumOff val="15000"/>
                  </a:schemeClr>
                </a:solidFill>
                <a:ea typeface="KoPub돋움체 Medium" panose="00000600000000000000" pitchFamily="2" charset="-127"/>
              </a:endParaRPr>
            </a:p>
          </p:txBody>
        </p:sp>
        <p:cxnSp>
          <p:nvCxnSpPr>
            <p:cNvPr id="2052" name="직선 연결선 1991">
              <a:extLst>
                <a:ext uri="{FF2B5EF4-FFF2-40B4-BE49-F238E27FC236}">
                  <a16:creationId xmlns:a16="http://schemas.microsoft.com/office/drawing/2014/main" id="{1F96A7B0-891D-EB83-F157-78E682502FFB}"/>
                </a:ext>
              </a:extLst>
            </p:cNvPr>
            <p:cNvCxnSpPr/>
            <p:nvPr/>
          </p:nvCxnSpPr>
          <p:spPr>
            <a:xfrm>
              <a:off x="2763148" y="1881050"/>
              <a:ext cx="224878" cy="0"/>
            </a:xfrm>
            <a:prstGeom prst="line">
              <a:avLst/>
            </a:prstGeom>
            <a:ln w="57150" cmpd="dbl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53" name="Freeform 232">
              <a:extLst>
                <a:ext uri="{FF2B5EF4-FFF2-40B4-BE49-F238E27FC236}">
                  <a16:creationId xmlns:a16="http://schemas.microsoft.com/office/drawing/2014/main" id="{A6D35568-0534-1C31-D1E7-35E3DE2EE85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65507" y="1837556"/>
              <a:ext cx="80041" cy="39765"/>
            </a:xfrm>
            <a:custGeom>
              <a:avLst/>
              <a:gdLst>
                <a:gd name="T0" fmla="*/ 238 w 238"/>
                <a:gd name="T1" fmla="*/ 26 h 185"/>
                <a:gd name="T2" fmla="*/ 238 w 238"/>
                <a:gd name="T3" fmla="*/ 0 h 185"/>
                <a:gd name="T4" fmla="*/ 184 w 238"/>
                <a:gd name="T5" fmla="*/ 0 h 185"/>
                <a:gd name="T6" fmla="*/ 184 w 238"/>
                <a:gd name="T7" fmla="*/ 8 h 185"/>
                <a:gd name="T8" fmla="*/ 52 w 238"/>
                <a:gd name="T9" fmla="*/ 8 h 185"/>
                <a:gd name="T10" fmla="*/ 52 w 238"/>
                <a:gd name="T11" fmla="*/ 0 h 185"/>
                <a:gd name="T12" fmla="*/ 0 w 238"/>
                <a:gd name="T13" fmla="*/ 0 h 185"/>
                <a:gd name="T14" fmla="*/ 0 w 238"/>
                <a:gd name="T15" fmla="*/ 26 h 185"/>
                <a:gd name="T16" fmla="*/ 22 w 238"/>
                <a:gd name="T17" fmla="*/ 26 h 185"/>
                <a:gd name="T18" fmla="*/ 22 w 238"/>
                <a:gd name="T19" fmla="*/ 159 h 185"/>
                <a:gd name="T20" fmla="*/ 0 w 238"/>
                <a:gd name="T21" fmla="*/ 159 h 185"/>
                <a:gd name="T22" fmla="*/ 0 w 238"/>
                <a:gd name="T23" fmla="*/ 185 h 185"/>
                <a:gd name="T24" fmla="*/ 52 w 238"/>
                <a:gd name="T25" fmla="*/ 185 h 185"/>
                <a:gd name="T26" fmla="*/ 52 w 238"/>
                <a:gd name="T27" fmla="*/ 177 h 185"/>
                <a:gd name="T28" fmla="*/ 184 w 238"/>
                <a:gd name="T29" fmla="*/ 177 h 185"/>
                <a:gd name="T30" fmla="*/ 184 w 238"/>
                <a:gd name="T31" fmla="*/ 185 h 185"/>
                <a:gd name="T32" fmla="*/ 238 w 238"/>
                <a:gd name="T33" fmla="*/ 185 h 185"/>
                <a:gd name="T34" fmla="*/ 238 w 238"/>
                <a:gd name="T35" fmla="*/ 159 h 185"/>
                <a:gd name="T36" fmla="*/ 216 w 238"/>
                <a:gd name="T37" fmla="*/ 159 h 185"/>
                <a:gd name="T38" fmla="*/ 216 w 238"/>
                <a:gd name="T39" fmla="*/ 26 h 185"/>
                <a:gd name="T40" fmla="*/ 238 w 238"/>
                <a:gd name="T41" fmla="*/ 26 h 185"/>
                <a:gd name="T42" fmla="*/ 52 w 238"/>
                <a:gd name="T43" fmla="*/ 26 h 185"/>
                <a:gd name="T44" fmla="*/ 52 w 238"/>
                <a:gd name="T45" fmla="*/ 18 h 185"/>
                <a:gd name="T46" fmla="*/ 184 w 238"/>
                <a:gd name="T47" fmla="*/ 18 h 185"/>
                <a:gd name="T48" fmla="*/ 184 w 238"/>
                <a:gd name="T49" fmla="*/ 26 h 185"/>
                <a:gd name="T50" fmla="*/ 188 w 238"/>
                <a:gd name="T51" fmla="*/ 26 h 185"/>
                <a:gd name="T52" fmla="*/ 118 w 238"/>
                <a:gd name="T53" fmla="*/ 86 h 185"/>
                <a:gd name="T54" fmla="*/ 48 w 238"/>
                <a:gd name="T55" fmla="*/ 26 h 185"/>
                <a:gd name="T56" fmla="*/ 52 w 238"/>
                <a:gd name="T57" fmla="*/ 26 h 185"/>
                <a:gd name="T58" fmla="*/ 30 w 238"/>
                <a:gd name="T59" fmla="*/ 159 h 185"/>
                <a:gd name="T60" fmla="*/ 30 w 238"/>
                <a:gd name="T61" fmla="*/ 26 h 185"/>
                <a:gd name="T62" fmla="*/ 34 w 238"/>
                <a:gd name="T63" fmla="*/ 26 h 185"/>
                <a:gd name="T64" fmla="*/ 112 w 238"/>
                <a:gd name="T65" fmla="*/ 92 h 185"/>
                <a:gd name="T66" fmla="*/ 34 w 238"/>
                <a:gd name="T67" fmla="*/ 159 h 185"/>
                <a:gd name="T68" fmla="*/ 30 w 238"/>
                <a:gd name="T69" fmla="*/ 159 h 185"/>
                <a:gd name="T70" fmla="*/ 184 w 238"/>
                <a:gd name="T71" fmla="*/ 159 h 185"/>
                <a:gd name="T72" fmla="*/ 184 w 238"/>
                <a:gd name="T73" fmla="*/ 167 h 185"/>
                <a:gd name="T74" fmla="*/ 52 w 238"/>
                <a:gd name="T75" fmla="*/ 167 h 185"/>
                <a:gd name="T76" fmla="*/ 52 w 238"/>
                <a:gd name="T77" fmla="*/ 159 h 185"/>
                <a:gd name="T78" fmla="*/ 48 w 238"/>
                <a:gd name="T79" fmla="*/ 159 h 185"/>
                <a:gd name="T80" fmla="*/ 118 w 238"/>
                <a:gd name="T81" fmla="*/ 98 h 185"/>
                <a:gd name="T82" fmla="*/ 188 w 238"/>
                <a:gd name="T83" fmla="*/ 159 h 185"/>
                <a:gd name="T84" fmla="*/ 184 w 238"/>
                <a:gd name="T85" fmla="*/ 159 h 185"/>
                <a:gd name="T86" fmla="*/ 206 w 238"/>
                <a:gd name="T87" fmla="*/ 159 h 185"/>
                <a:gd name="T88" fmla="*/ 202 w 238"/>
                <a:gd name="T89" fmla="*/ 159 h 185"/>
                <a:gd name="T90" fmla="*/ 126 w 238"/>
                <a:gd name="T91" fmla="*/ 92 h 185"/>
                <a:gd name="T92" fmla="*/ 202 w 238"/>
                <a:gd name="T93" fmla="*/ 26 h 185"/>
                <a:gd name="T94" fmla="*/ 206 w 238"/>
                <a:gd name="T95" fmla="*/ 26 h 185"/>
                <a:gd name="T96" fmla="*/ 206 w 238"/>
                <a:gd name="T97" fmla="*/ 159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38" h="185">
                  <a:moveTo>
                    <a:pt x="238" y="26"/>
                  </a:moveTo>
                  <a:lnTo>
                    <a:pt x="238" y="0"/>
                  </a:lnTo>
                  <a:lnTo>
                    <a:pt x="184" y="0"/>
                  </a:lnTo>
                  <a:lnTo>
                    <a:pt x="184" y="8"/>
                  </a:lnTo>
                  <a:lnTo>
                    <a:pt x="52" y="8"/>
                  </a:lnTo>
                  <a:lnTo>
                    <a:pt x="52" y="0"/>
                  </a:lnTo>
                  <a:lnTo>
                    <a:pt x="0" y="0"/>
                  </a:lnTo>
                  <a:lnTo>
                    <a:pt x="0" y="26"/>
                  </a:lnTo>
                  <a:lnTo>
                    <a:pt x="22" y="26"/>
                  </a:lnTo>
                  <a:lnTo>
                    <a:pt x="22" y="159"/>
                  </a:lnTo>
                  <a:lnTo>
                    <a:pt x="0" y="159"/>
                  </a:lnTo>
                  <a:lnTo>
                    <a:pt x="0" y="185"/>
                  </a:lnTo>
                  <a:lnTo>
                    <a:pt x="52" y="185"/>
                  </a:lnTo>
                  <a:lnTo>
                    <a:pt x="52" y="177"/>
                  </a:lnTo>
                  <a:lnTo>
                    <a:pt x="184" y="177"/>
                  </a:lnTo>
                  <a:lnTo>
                    <a:pt x="184" y="185"/>
                  </a:lnTo>
                  <a:lnTo>
                    <a:pt x="238" y="185"/>
                  </a:lnTo>
                  <a:lnTo>
                    <a:pt x="238" y="159"/>
                  </a:lnTo>
                  <a:lnTo>
                    <a:pt x="216" y="159"/>
                  </a:lnTo>
                  <a:lnTo>
                    <a:pt x="216" y="26"/>
                  </a:lnTo>
                  <a:lnTo>
                    <a:pt x="238" y="26"/>
                  </a:lnTo>
                  <a:close/>
                  <a:moveTo>
                    <a:pt x="52" y="26"/>
                  </a:moveTo>
                  <a:lnTo>
                    <a:pt x="52" y="18"/>
                  </a:lnTo>
                  <a:lnTo>
                    <a:pt x="184" y="18"/>
                  </a:lnTo>
                  <a:lnTo>
                    <a:pt x="184" y="26"/>
                  </a:lnTo>
                  <a:lnTo>
                    <a:pt x="188" y="26"/>
                  </a:lnTo>
                  <a:lnTo>
                    <a:pt x="118" y="86"/>
                  </a:lnTo>
                  <a:lnTo>
                    <a:pt x="48" y="26"/>
                  </a:lnTo>
                  <a:lnTo>
                    <a:pt x="52" y="26"/>
                  </a:lnTo>
                  <a:close/>
                  <a:moveTo>
                    <a:pt x="30" y="159"/>
                  </a:moveTo>
                  <a:lnTo>
                    <a:pt x="30" y="26"/>
                  </a:lnTo>
                  <a:lnTo>
                    <a:pt x="34" y="26"/>
                  </a:lnTo>
                  <a:lnTo>
                    <a:pt x="112" y="92"/>
                  </a:lnTo>
                  <a:lnTo>
                    <a:pt x="34" y="159"/>
                  </a:lnTo>
                  <a:lnTo>
                    <a:pt x="30" y="159"/>
                  </a:lnTo>
                  <a:close/>
                  <a:moveTo>
                    <a:pt x="184" y="159"/>
                  </a:moveTo>
                  <a:lnTo>
                    <a:pt x="184" y="167"/>
                  </a:lnTo>
                  <a:lnTo>
                    <a:pt x="52" y="167"/>
                  </a:lnTo>
                  <a:lnTo>
                    <a:pt x="52" y="159"/>
                  </a:lnTo>
                  <a:lnTo>
                    <a:pt x="48" y="159"/>
                  </a:lnTo>
                  <a:lnTo>
                    <a:pt x="118" y="98"/>
                  </a:lnTo>
                  <a:lnTo>
                    <a:pt x="188" y="159"/>
                  </a:lnTo>
                  <a:lnTo>
                    <a:pt x="184" y="159"/>
                  </a:lnTo>
                  <a:close/>
                  <a:moveTo>
                    <a:pt x="206" y="159"/>
                  </a:moveTo>
                  <a:lnTo>
                    <a:pt x="202" y="159"/>
                  </a:lnTo>
                  <a:lnTo>
                    <a:pt x="126" y="92"/>
                  </a:lnTo>
                  <a:lnTo>
                    <a:pt x="202" y="26"/>
                  </a:lnTo>
                  <a:lnTo>
                    <a:pt x="206" y="26"/>
                  </a:lnTo>
                  <a:lnTo>
                    <a:pt x="206" y="15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1600"/>
            </a:p>
          </p:txBody>
        </p:sp>
        <p:grpSp>
          <p:nvGrpSpPr>
            <p:cNvPr id="2054" name="그룹 2053">
              <a:extLst>
                <a:ext uri="{FF2B5EF4-FFF2-40B4-BE49-F238E27FC236}">
                  <a16:creationId xmlns:a16="http://schemas.microsoft.com/office/drawing/2014/main" id="{4558C7B4-1D1B-C654-EAF8-6A0E6F1D3C89}"/>
                </a:ext>
              </a:extLst>
            </p:cNvPr>
            <p:cNvGrpSpPr/>
            <p:nvPr/>
          </p:nvGrpSpPr>
          <p:grpSpPr>
            <a:xfrm>
              <a:off x="2969367" y="1827610"/>
              <a:ext cx="168980" cy="104479"/>
              <a:chOff x="1906588" y="4552951"/>
              <a:chExt cx="804863" cy="793750"/>
            </a:xfrm>
          </p:grpSpPr>
          <p:sp>
            <p:nvSpPr>
              <p:cNvPr id="2055" name="Freeform 111">
                <a:extLst>
                  <a:ext uri="{FF2B5EF4-FFF2-40B4-BE49-F238E27FC236}">
                    <a16:creationId xmlns:a16="http://schemas.microsoft.com/office/drawing/2014/main" id="{C3A4840B-3A79-0C3E-12A5-078CFBBAECC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938338" y="4584701"/>
                <a:ext cx="741363" cy="728663"/>
              </a:xfrm>
              <a:custGeom>
                <a:avLst/>
                <a:gdLst>
                  <a:gd name="T0" fmla="*/ 0 w 472"/>
                  <a:gd name="T1" fmla="*/ 5 h 465"/>
                  <a:gd name="T2" fmla="*/ 3 w 472"/>
                  <a:gd name="T3" fmla="*/ 0 h 465"/>
                  <a:gd name="T4" fmla="*/ 135 w 472"/>
                  <a:gd name="T5" fmla="*/ 0 h 465"/>
                  <a:gd name="T6" fmla="*/ 135 w 472"/>
                  <a:gd name="T7" fmla="*/ 104 h 465"/>
                  <a:gd name="T8" fmla="*/ 0 w 472"/>
                  <a:gd name="T9" fmla="*/ 104 h 465"/>
                  <a:gd name="T10" fmla="*/ 0 w 472"/>
                  <a:gd name="T11" fmla="*/ 5 h 465"/>
                  <a:gd name="T12" fmla="*/ 0 w 472"/>
                  <a:gd name="T13" fmla="*/ 124 h 465"/>
                  <a:gd name="T14" fmla="*/ 145 w 472"/>
                  <a:gd name="T15" fmla="*/ 124 h 465"/>
                  <a:gd name="T16" fmla="*/ 337 w 472"/>
                  <a:gd name="T17" fmla="*/ 124 h 465"/>
                  <a:gd name="T18" fmla="*/ 337 w 472"/>
                  <a:gd name="T19" fmla="*/ 223 h 465"/>
                  <a:gd name="T20" fmla="*/ 145 w 472"/>
                  <a:gd name="T21" fmla="*/ 223 h 465"/>
                  <a:gd name="T22" fmla="*/ 0 w 472"/>
                  <a:gd name="T23" fmla="*/ 223 h 465"/>
                  <a:gd name="T24" fmla="*/ 0 w 472"/>
                  <a:gd name="T25" fmla="*/ 124 h 465"/>
                  <a:gd name="T26" fmla="*/ 0 w 472"/>
                  <a:gd name="T27" fmla="*/ 243 h 465"/>
                  <a:gd name="T28" fmla="*/ 135 w 472"/>
                  <a:gd name="T29" fmla="*/ 243 h 465"/>
                  <a:gd name="T30" fmla="*/ 135 w 472"/>
                  <a:gd name="T31" fmla="*/ 344 h 465"/>
                  <a:gd name="T32" fmla="*/ 0 w 472"/>
                  <a:gd name="T33" fmla="*/ 344 h 465"/>
                  <a:gd name="T34" fmla="*/ 0 w 472"/>
                  <a:gd name="T35" fmla="*/ 243 h 465"/>
                  <a:gd name="T36" fmla="*/ 337 w 472"/>
                  <a:gd name="T37" fmla="*/ 465 h 465"/>
                  <a:gd name="T38" fmla="*/ 3 w 472"/>
                  <a:gd name="T39" fmla="*/ 465 h 465"/>
                  <a:gd name="T40" fmla="*/ 0 w 472"/>
                  <a:gd name="T41" fmla="*/ 460 h 465"/>
                  <a:gd name="T42" fmla="*/ 0 w 472"/>
                  <a:gd name="T43" fmla="*/ 364 h 465"/>
                  <a:gd name="T44" fmla="*/ 145 w 472"/>
                  <a:gd name="T45" fmla="*/ 364 h 465"/>
                  <a:gd name="T46" fmla="*/ 337 w 472"/>
                  <a:gd name="T47" fmla="*/ 364 h 465"/>
                  <a:gd name="T48" fmla="*/ 337 w 472"/>
                  <a:gd name="T49" fmla="*/ 465 h 465"/>
                  <a:gd name="T50" fmla="*/ 472 w 472"/>
                  <a:gd name="T51" fmla="*/ 458 h 465"/>
                  <a:gd name="T52" fmla="*/ 464 w 472"/>
                  <a:gd name="T53" fmla="*/ 465 h 465"/>
                  <a:gd name="T54" fmla="*/ 357 w 472"/>
                  <a:gd name="T55" fmla="*/ 465 h 465"/>
                  <a:gd name="T56" fmla="*/ 357 w 472"/>
                  <a:gd name="T57" fmla="*/ 364 h 465"/>
                  <a:gd name="T58" fmla="*/ 472 w 472"/>
                  <a:gd name="T59" fmla="*/ 364 h 465"/>
                  <a:gd name="T60" fmla="*/ 472 w 472"/>
                  <a:gd name="T61" fmla="*/ 458 h 465"/>
                  <a:gd name="T62" fmla="*/ 472 w 472"/>
                  <a:gd name="T63" fmla="*/ 344 h 465"/>
                  <a:gd name="T64" fmla="*/ 347 w 472"/>
                  <a:gd name="T65" fmla="*/ 344 h 465"/>
                  <a:gd name="T66" fmla="*/ 155 w 472"/>
                  <a:gd name="T67" fmla="*/ 344 h 465"/>
                  <a:gd name="T68" fmla="*/ 155 w 472"/>
                  <a:gd name="T69" fmla="*/ 243 h 465"/>
                  <a:gd name="T70" fmla="*/ 472 w 472"/>
                  <a:gd name="T71" fmla="*/ 243 h 465"/>
                  <a:gd name="T72" fmla="*/ 472 w 472"/>
                  <a:gd name="T73" fmla="*/ 344 h 465"/>
                  <a:gd name="T74" fmla="*/ 472 w 472"/>
                  <a:gd name="T75" fmla="*/ 223 h 465"/>
                  <a:gd name="T76" fmla="*/ 357 w 472"/>
                  <a:gd name="T77" fmla="*/ 223 h 465"/>
                  <a:gd name="T78" fmla="*/ 357 w 472"/>
                  <a:gd name="T79" fmla="*/ 124 h 465"/>
                  <a:gd name="T80" fmla="*/ 472 w 472"/>
                  <a:gd name="T81" fmla="*/ 124 h 465"/>
                  <a:gd name="T82" fmla="*/ 472 w 472"/>
                  <a:gd name="T83" fmla="*/ 223 h 465"/>
                  <a:gd name="T84" fmla="*/ 472 w 472"/>
                  <a:gd name="T85" fmla="*/ 104 h 465"/>
                  <a:gd name="T86" fmla="*/ 347 w 472"/>
                  <a:gd name="T87" fmla="*/ 104 h 465"/>
                  <a:gd name="T88" fmla="*/ 155 w 472"/>
                  <a:gd name="T89" fmla="*/ 104 h 465"/>
                  <a:gd name="T90" fmla="*/ 155 w 472"/>
                  <a:gd name="T91" fmla="*/ 0 h 465"/>
                  <a:gd name="T92" fmla="*/ 205 w 472"/>
                  <a:gd name="T93" fmla="*/ 0 h 465"/>
                  <a:gd name="T94" fmla="*/ 213 w 472"/>
                  <a:gd name="T95" fmla="*/ 0 h 465"/>
                  <a:gd name="T96" fmla="*/ 469 w 472"/>
                  <a:gd name="T97" fmla="*/ 0 h 465"/>
                  <a:gd name="T98" fmla="*/ 472 w 472"/>
                  <a:gd name="T99" fmla="*/ 5 h 465"/>
                  <a:gd name="T100" fmla="*/ 472 w 472"/>
                  <a:gd name="T101" fmla="*/ 104 h 4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472" h="465">
                    <a:moveTo>
                      <a:pt x="0" y="5"/>
                    </a:moveTo>
                    <a:cubicBezTo>
                      <a:pt x="0" y="3"/>
                      <a:pt x="0" y="0"/>
                      <a:pt x="3" y="0"/>
                    </a:cubicBezTo>
                    <a:cubicBezTo>
                      <a:pt x="135" y="0"/>
                      <a:pt x="135" y="0"/>
                      <a:pt x="135" y="0"/>
                    </a:cubicBezTo>
                    <a:cubicBezTo>
                      <a:pt x="135" y="104"/>
                      <a:pt x="135" y="104"/>
                      <a:pt x="135" y="104"/>
                    </a:cubicBezTo>
                    <a:cubicBezTo>
                      <a:pt x="0" y="104"/>
                      <a:pt x="0" y="104"/>
                      <a:pt x="0" y="104"/>
                    </a:cubicBezTo>
                    <a:lnTo>
                      <a:pt x="0" y="5"/>
                    </a:lnTo>
                    <a:close/>
                    <a:moveTo>
                      <a:pt x="0" y="124"/>
                    </a:moveTo>
                    <a:cubicBezTo>
                      <a:pt x="145" y="124"/>
                      <a:pt x="145" y="124"/>
                      <a:pt x="145" y="124"/>
                    </a:cubicBezTo>
                    <a:cubicBezTo>
                      <a:pt x="337" y="124"/>
                      <a:pt x="337" y="124"/>
                      <a:pt x="337" y="124"/>
                    </a:cubicBezTo>
                    <a:cubicBezTo>
                      <a:pt x="337" y="223"/>
                      <a:pt x="337" y="223"/>
                      <a:pt x="337" y="223"/>
                    </a:cubicBezTo>
                    <a:cubicBezTo>
                      <a:pt x="145" y="223"/>
                      <a:pt x="145" y="223"/>
                      <a:pt x="145" y="223"/>
                    </a:cubicBezTo>
                    <a:cubicBezTo>
                      <a:pt x="0" y="223"/>
                      <a:pt x="0" y="223"/>
                      <a:pt x="0" y="223"/>
                    </a:cubicBezTo>
                    <a:cubicBezTo>
                      <a:pt x="0" y="124"/>
                      <a:pt x="0" y="124"/>
                      <a:pt x="0" y="124"/>
                    </a:cubicBezTo>
                    <a:close/>
                    <a:moveTo>
                      <a:pt x="0" y="243"/>
                    </a:moveTo>
                    <a:cubicBezTo>
                      <a:pt x="135" y="243"/>
                      <a:pt x="135" y="243"/>
                      <a:pt x="135" y="243"/>
                    </a:cubicBezTo>
                    <a:cubicBezTo>
                      <a:pt x="135" y="344"/>
                      <a:pt x="135" y="344"/>
                      <a:pt x="135" y="344"/>
                    </a:cubicBezTo>
                    <a:cubicBezTo>
                      <a:pt x="0" y="344"/>
                      <a:pt x="0" y="344"/>
                      <a:pt x="0" y="344"/>
                    </a:cubicBezTo>
                    <a:cubicBezTo>
                      <a:pt x="0" y="243"/>
                      <a:pt x="0" y="243"/>
                      <a:pt x="0" y="243"/>
                    </a:cubicBezTo>
                    <a:close/>
                    <a:moveTo>
                      <a:pt x="337" y="465"/>
                    </a:moveTo>
                    <a:cubicBezTo>
                      <a:pt x="3" y="465"/>
                      <a:pt x="3" y="465"/>
                      <a:pt x="3" y="465"/>
                    </a:cubicBezTo>
                    <a:cubicBezTo>
                      <a:pt x="0" y="465"/>
                      <a:pt x="0" y="463"/>
                      <a:pt x="0" y="460"/>
                    </a:cubicBezTo>
                    <a:cubicBezTo>
                      <a:pt x="0" y="364"/>
                      <a:pt x="0" y="364"/>
                      <a:pt x="0" y="364"/>
                    </a:cubicBezTo>
                    <a:cubicBezTo>
                      <a:pt x="145" y="364"/>
                      <a:pt x="145" y="364"/>
                      <a:pt x="145" y="364"/>
                    </a:cubicBezTo>
                    <a:cubicBezTo>
                      <a:pt x="337" y="364"/>
                      <a:pt x="337" y="364"/>
                      <a:pt x="337" y="364"/>
                    </a:cubicBezTo>
                    <a:cubicBezTo>
                      <a:pt x="337" y="465"/>
                      <a:pt x="337" y="465"/>
                      <a:pt x="337" y="465"/>
                    </a:cubicBezTo>
                    <a:close/>
                    <a:moveTo>
                      <a:pt x="472" y="458"/>
                    </a:moveTo>
                    <a:cubicBezTo>
                      <a:pt x="464" y="465"/>
                      <a:pt x="464" y="465"/>
                      <a:pt x="464" y="465"/>
                    </a:cubicBezTo>
                    <a:cubicBezTo>
                      <a:pt x="357" y="465"/>
                      <a:pt x="357" y="465"/>
                      <a:pt x="357" y="465"/>
                    </a:cubicBezTo>
                    <a:cubicBezTo>
                      <a:pt x="357" y="364"/>
                      <a:pt x="357" y="364"/>
                      <a:pt x="357" y="364"/>
                    </a:cubicBezTo>
                    <a:cubicBezTo>
                      <a:pt x="472" y="364"/>
                      <a:pt x="472" y="364"/>
                      <a:pt x="472" y="364"/>
                    </a:cubicBezTo>
                    <a:lnTo>
                      <a:pt x="472" y="458"/>
                    </a:lnTo>
                    <a:close/>
                    <a:moveTo>
                      <a:pt x="472" y="344"/>
                    </a:moveTo>
                    <a:cubicBezTo>
                      <a:pt x="347" y="344"/>
                      <a:pt x="347" y="344"/>
                      <a:pt x="347" y="344"/>
                    </a:cubicBezTo>
                    <a:cubicBezTo>
                      <a:pt x="155" y="344"/>
                      <a:pt x="155" y="344"/>
                      <a:pt x="155" y="344"/>
                    </a:cubicBezTo>
                    <a:cubicBezTo>
                      <a:pt x="155" y="243"/>
                      <a:pt x="155" y="243"/>
                      <a:pt x="155" y="243"/>
                    </a:cubicBezTo>
                    <a:cubicBezTo>
                      <a:pt x="472" y="243"/>
                      <a:pt x="472" y="243"/>
                      <a:pt x="472" y="243"/>
                    </a:cubicBezTo>
                    <a:cubicBezTo>
                      <a:pt x="472" y="344"/>
                      <a:pt x="472" y="344"/>
                      <a:pt x="472" y="344"/>
                    </a:cubicBezTo>
                    <a:close/>
                    <a:moveTo>
                      <a:pt x="472" y="223"/>
                    </a:moveTo>
                    <a:cubicBezTo>
                      <a:pt x="357" y="223"/>
                      <a:pt x="357" y="223"/>
                      <a:pt x="357" y="223"/>
                    </a:cubicBezTo>
                    <a:cubicBezTo>
                      <a:pt x="357" y="124"/>
                      <a:pt x="357" y="124"/>
                      <a:pt x="357" y="124"/>
                    </a:cubicBezTo>
                    <a:cubicBezTo>
                      <a:pt x="472" y="124"/>
                      <a:pt x="472" y="124"/>
                      <a:pt x="472" y="124"/>
                    </a:cubicBezTo>
                    <a:cubicBezTo>
                      <a:pt x="472" y="223"/>
                      <a:pt x="472" y="223"/>
                      <a:pt x="472" y="223"/>
                    </a:cubicBezTo>
                    <a:close/>
                    <a:moveTo>
                      <a:pt x="472" y="104"/>
                    </a:moveTo>
                    <a:cubicBezTo>
                      <a:pt x="347" y="104"/>
                      <a:pt x="347" y="104"/>
                      <a:pt x="347" y="104"/>
                    </a:cubicBezTo>
                    <a:cubicBezTo>
                      <a:pt x="155" y="104"/>
                      <a:pt x="155" y="104"/>
                      <a:pt x="155" y="104"/>
                    </a:cubicBezTo>
                    <a:cubicBezTo>
                      <a:pt x="155" y="0"/>
                      <a:pt x="155" y="0"/>
                      <a:pt x="155" y="0"/>
                    </a:cubicBezTo>
                    <a:cubicBezTo>
                      <a:pt x="182" y="0"/>
                      <a:pt x="197" y="0"/>
                      <a:pt x="205" y="0"/>
                    </a:cubicBezTo>
                    <a:cubicBezTo>
                      <a:pt x="211" y="0"/>
                      <a:pt x="213" y="0"/>
                      <a:pt x="213" y="0"/>
                    </a:cubicBezTo>
                    <a:cubicBezTo>
                      <a:pt x="233" y="0"/>
                      <a:pt x="296" y="0"/>
                      <a:pt x="469" y="0"/>
                    </a:cubicBezTo>
                    <a:cubicBezTo>
                      <a:pt x="472" y="0"/>
                      <a:pt x="472" y="3"/>
                      <a:pt x="472" y="5"/>
                    </a:cubicBezTo>
                    <a:cubicBezTo>
                      <a:pt x="472" y="104"/>
                      <a:pt x="472" y="104"/>
                      <a:pt x="472" y="10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>
                  <a:ea typeface="맑은 고딕" panose="020B0503020000020004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2056" name="Freeform 110">
                <a:extLst>
                  <a:ext uri="{FF2B5EF4-FFF2-40B4-BE49-F238E27FC236}">
                    <a16:creationId xmlns:a16="http://schemas.microsoft.com/office/drawing/2014/main" id="{EE5F8FE7-3696-7A5A-732D-2F33BD28445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906588" y="4552951"/>
                <a:ext cx="804863" cy="793750"/>
              </a:xfrm>
              <a:custGeom>
                <a:avLst/>
                <a:gdLst>
                  <a:gd name="T0" fmla="*/ 165 w 512"/>
                  <a:gd name="T1" fmla="*/ 0 h 506"/>
                  <a:gd name="T2" fmla="*/ 0 w 512"/>
                  <a:gd name="T3" fmla="*/ 25 h 506"/>
                  <a:gd name="T4" fmla="*/ 0 w 512"/>
                  <a:gd name="T5" fmla="*/ 253 h 506"/>
                  <a:gd name="T6" fmla="*/ 0 w 512"/>
                  <a:gd name="T7" fmla="*/ 480 h 506"/>
                  <a:gd name="T8" fmla="*/ 367 w 512"/>
                  <a:gd name="T9" fmla="*/ 506 h 506"/>
                  <a:gd name="T10" fmla="*/ 497 w 512"/>
                  <a:gd name="T11" fmla="*/ 503 h 506"/>
                  <a:gd name="T12" fmla="*/ 512 w 512"/>
                  <a:gd name="T13" fmla="*/ 480 h 506"/>
                  <a:gd name="T14" fmla="*/ 512 w 512"/>
                  <a:gd name="T15" fmla="*/ 253 h 506"/>
                  <a:gd name="T16" fmla="*/ 512 w 512"/>
                  <a:gd name="T17" fmla="*/ 25 h 506"/>
                  <a:gd name="T18" fmla="*/ 20 w 512"/>
                  <a:gd name="T19" fmla="*/ 25 h 506"/>
                  <a:gd name="T20" fmla="*/ 155 w 512"/>
                  <a:gd name="T21" fmla="*/ 20 h 506"/>
                  <a:gd name="T22" fmla="*/ 20 w 512"/>
                  <a:gd name="T23" fmla="*/ 124 h 506"/>
                  <a:gd name="T24" fmla="*/ 20 w 512"/>
                  <a:gd name="T25" fmla="*/ 144 h 506"/>
                  <a:gd name="T26" fmla="*/ 357 w 512"/>
                  <a:gd name="T27" fmla="*/ 144 h 506"/>
                  <a:gd name="T28" fmla="*/ 165 w 512"/>
                  <a:gd name="T29" fmla="*/ 243 h 506"/>
                  <a:gd name="T30" fmla="*/ 20 w 512"/>
                  <a:gd name="T31" fmla="*/ 144 h 506"/>
                  <a:gd name="T32" fmla="*/ 155 w 512"/>
                  <a:gd name="T33" fmla="*/ 263 h 506"/>
                  <a:gd name="T34" fmla="*/ 20 w 512"/>
                  <a:gd name="T35" fmla="*/ 364 h 506"/>
                  <a:gd name="T36" fmla="*/ 357 w 512"/>
                  <a:gd name="T37" fmla="*/ 485 h 506"/>
                  <a:gd name="T38" fmla="*/ 20 w 512"/>
                  <a:gd name="T39" fmla="*/ 480 h 506"/>
                  <a:gd name="T40" fmla="*/ 165 w 512"/>
                  <a:gd name="T41" fmla="*/ 384 h 506"/>
                  <a:gd name="T42" fmla="*/ 357 w 512"/>
                  <a:gd name="T43" fmla="*/ 485 h 506"/>
                  <a:gd name="T44" fmla="*/ 484 w 512"/>
                  <a:gd name="T45" fmla="*/ 485 h 506"/>
                  <a:gd name="T46" fmla="*/ 377 w 512"/>
                  <a:gd name="T47" fmla="*/ 384 h 506"/>
                  <a:gd name="T48" fmla="*/ 492 w 512"/>
                  <a:gd name="T49" fmla="*/ 478 h 506"/>
                  <a:gd name="T50" fmla="*/ 367 w 512"/>
                  <a:gd name="T51" fmla="*/ 364 h 506"/>
                  <a:gd name="T52" fmla="*/ 175 w 512"/>
                  <a:gd name="T53" fmla="*/ 263 h 506"/>
                  <a:gd name="T54" fmla="*/ 492 w 512"/>
                  <a:gd name="T55" fmla="*/ 364 h 506"/>
                  <a:gd name="T56" fmla="*/ 377 w 512"/>
                  <a:gd name="T57" fmla="*/ 243 h 506"/>
                  <a:gd name="T58" fmla="*/ 492 w 512"/>
                  <a:gd name="T59" fmla="*/ 144 h 506"/>
                  <a:gd name="T60" fmla="*/ 492 w 512"/>
                  <a:gd name="T61" fmla="*/ 124 h 506"/>
                  <a:gd name="T62" fmla="*/ 175 w 512"/>
                  <a:gd name="T63" fmla="*/ 124 h 506"/>
                  <a:gd name="T64" fmla="*/ 225 w 512"/>
                  <a:gd name="T65" fmla="*/ 20 h 506"/>
                  <a:gd name="T66" fmla="*/ 489 w 512"/>
                  <a:gd name="T67" fmla="*/ 20 h 506"/>
                  <a:gd name="T68" fmla="*/ 492 w 512"/>
                  <a:gd name="T69" fmla="*/ 124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12" h="506">
                    <a:moveTo>
                      <a:pt x="489" y="0"/>
                    </a:moveTo>
                    <a:cubicBezTo>
                      <a:pt x="165" y="0"/>
                      <a:pt x="165" y="0"/>
                      <a:pt x="165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3"/>
                      <a:pt x="0" y="25"/>
                    </a:cubicBezTo>
                    <a:cubicBezTo>
                      <a:pt x="0" y="134"/>
                      <a:pt x="0" y="134"/>
                      <a:pt x="0" y="134"/>
                    </a:cubicBezTo>
                    <a:cubicBezTo>
                      <a:pt x="0" y="253"/>
                      <a:pt x="0" y="253"/>
                      <a:pt x="0" y="253"/>
                    </a:cubicBezTo>
                    <a:cubicBezTo>
                      <a:pt x="0" y="374"/>
                      <a:pt x="0" y="374"/>
                      <a:pt x="0" y="374"/>
                    </a:cubicBezTo>
                    <a:cubicBezTo>
                      <a:pt x="0" y="480"/>
                      <a:pt x="0" y="480"/>
                      <a:pt x="0" y="480"/>
                    </a:cubicBezTo>
                    <a:cubicBezTo>
                      <a:pt x="0" y="495"/>
                      <a:pt x="10" y="506"/>
                      <a:pt x="23" y="506"/>
                    </a:cubicBezTo>
                    <a:cubicBezTo>
                      <a:pt x="367" y="506"/>
                      <a:pt x="367" y="506"/>
                      <a:pt x="367" y="506"/>
                    </a:cubicBezTo>
                    <a:cubicBezTo>
                      <a:pt x="489" y="506"/>
                      <a:pt x="489" y="506"/>
                      <a:pt x="489" y="506"/>
                    </a:cubicBezTo>
                    <a:cubicBezTo>
                      <a:pt x="492" y="506"/>
                      <a:pt x="494" y="506"/>
                      <a:pt x="497" y="503"/>
                    </a:cubicBezTo>
                    <a:cubicBezTo>
                      <a:pt x="509" y="488"/>
                      <a:pt x="509" y="488"/>
                      <a:pt x="509" y="488"/>
                    </a:cubicBezTo>
                    <a:cubicBezTo>
                      <a:pt x="512" y="488"/>
                      <a:pt x="512" y="485"/>
                      <a:pt x="512" y="480"/>
                    </a:cubicBezTo>
                    <a:cubicBezTo>
                      <a:pt x="512" y="374"/>
                      <a:pt x="512" y="374"/>
                      <a:pt x="512" y="374"/>
                    </a:cubicBezTo>
                    <a:cubicBezTo>
                      <a:pt x="512" y="253"/>
                      <a:pt x="512" y="253"/>
                      <a:pt x="512" y="253"/>
                    </a:cubicBezTo>
                    <a:cubicBezTo>
                      <a:pt x="512" y="134"/>
                      <a:pt x="512" y="134"/>
                      <a:pt x="512" y="134"/>
                    </a:cubicBezTo>
                    <a:cubicBezTo>
                      <a:pt x="512" y="25"/>
                      <a:pt x="512" y="25"/>
                      <a:pt x="512" y="25"/>
                    </a:cubicBezTo>
                    <a:cubicBezTo>
                      <a:pt x="512" y="13"/>
                      <a:pt x="502" y="0"/>
                      <a:pt x="489" y="0"/>
                    </a:cubicBezTo>
                    <a:close/>
                    <a:moveTo>
                      <a:pt x="20" y="25"/>
                    </a:moveTo>
                    <a:cubicBezTo>
                      <a:pt x="20" y="23"/>
                      <a:pt x="20" y="20"/>
                      <a:pt x="23" y="20"/>
                    </a:cubicBezTo>
                    <a:cubicBezTo>
                      <a:pt x="155" y="20"/>
                      <a:pt x="155" y="20"/>
                      <a:pt x="155" y="20"/>
                    </a:cubicBezTo>
                    <a:cubicBezTo>
                      <a:pt x="155" y="124"/>
                      <a:pt x="155" y="124"/>
                      <a:pt x="155" y="124"/>
                    </a:cubicBezTo>
                    <a:cubicBezTo>
                      <a:pt x="20" y="124"/>
                      <a:pt x="20" y="124"/>
                      <a:pt x="20" y="124"/>
                    </a:cubicBezTo>
                    <a:lnTo>
                      <a:pt x="20" y="25"/>
                    </a:lnTo>
                    <a:close/>
                    <a:moveTo>
                      <a:pt x="20" y="144"/>
                    </a:moveTo>
                    <a:cubicBezTo>
                      <a:pt x="165" y="144"/>
                      <a:pt x="165" y="144"/>
                      <a:pt x="165" y="144"/>
                    </a:cubicBezTo>
                    <a:cubicBezTo>
                      <a:pt x="357" y="144"/>
                      <a:pt x="357" y="144"/>
                      <a:pt x="357" y="144"/>
                    </a:cubicBezTo>
                    <a:cubicBezTo>
                      <a:pt x="357" y="243"/>
                      <a:pt x="357" y="243"/>
                      <a:pt x="357" y="243"/>
                    </a:cubicBezTo>
                    <a:cubicBezTo>
                      <a:pt x="165" y="243"/>
                      <a:pt x="165" y="243"/>
                      <a:pt x="165" y="243"/>
                    </a:cubicBezTo>
                    <a:cubicBezTo>
                      <a:pt x="20" y="243"/>
                      <a:pt x="20" y="243"/>
                      <a:pt x="20" y="243"/>
                    </a:cubicBezTo>
                    <a:cubicBezTo>
                      <a:pt x="20" y="144"/>
                      <a:pt x="20" y="144"/>
                      <a:pt x="20" y="144"/>
                    </a:cubicBezTo>
                    <a:close/>
                    <a:moveTo>
                      <a:pt x="20" y="263"/>
                    </a:moveTo>
                    <a:cubicBezTo>
                      <a:pt x="155" y="263"/>
                      <a:pt x="155" y="263"/>
                      <a:pt x="155" y="263"/>
                    </a:cubicBezTo>
                    <a:cubicBezTo>
                      <a:pt x="155" y="364"/>
                      <a:pt x="155" y="364"/>
                      <a:pt x="155" y="364"/>
                    </a:cubicBezTo>
                    <a:cubicBezTo>
                      <a:pt x="20" y="364"/>
                      <a:pt x="20" y="364"/>
                      <a:pt x="20" y="364"/>
                    </a:cubicBezTo>
                    <a:cubicBezTo>
                      <a:pt x="20" y="263"/>
                      <a:pt x="20" y="263"/>
                      <a:pt x="20" y="263"/>
                    </a:cubicBezTo>
                    <a:close/>
                    <a:moveTo>
                      <a:pt x="357" y="485"/>
                    </a:moveTo>
                    <a:cubicBezTo>
                      <a:pt x="23" y="485"/>
                      <a:pt x="23" y="485"/>
                      <a:pt x="23" y="485"/>
                    </a:cubicBezTo>
                    <a:cubicBezTo>
                      <a:pt x="20" y="485"/>
                      <a:pt x="20" y="483"/>
                      <a:pt x="20" y="480"/>
                    </a:cubicBezTo>
                    <a:cubicBezTo>
                      <a:pt x="20" y="384"/>
                      <a:pt x="20" y="384"/>
                      <a:pt x="20" y="384"/>
                    </a:cubicBezTo>
                    <a:cubicBezTo>
                      <a:pt x="165" y="384"/>
                      <a:pt x="165" y="384"/>
                      <a:pt x="165" y="384"/>
                    </a:cubicBezTo>
                    <a:cubicBezTo>
                      <a:pt x="357" y="384"/>
                      <a:pt x="357" y="384"/>
                      <a:pt x="357" y="384"/>
                    </a:cubicBezTo>
                    <a:cubicBezTo>
                      <a:pt x="357" y="485"/>
                      <a:pt x="357" y="485"/>
                      <a:pt x="357" y="485"/>
                    </a:cubicBezTo>
                    <a:close/>
                    <a:moveTo>
                      <a:pt x="492" y="478"/>
                    </a:moveTo>
                    <a:cubicBezTo>
                      <a:pt x="484" y="485"/>
                      <a:pt x="484" y="485"/>
                      <a:pt x="484" y="485"/>
                    </a:cubicBezTo>
                    <a:cubicBezTo>
                      <a:pt x="377" y="485"/>
                      <a:pt x="377" y="485"/>
                      <a:pt x="377" y="485"/>
                    </a:cubicBezTo>
                    <a:cubicBezTo>
                      <a:pt x="377" y="384"/>
                      <a:pt x="377" y="384"/>
                      <a:pt x="377" y="384"/>
                    </a:cubicBezTo>
                    <a:cubicBezTo>
                      <a:pt x="492" y="384"/>
                      <a:pt x="492" y="384"/>
                      <a:pt x="492" y="384"/>
                    </a:cubicBezTo>
                    <a:lnTo>
                      <a:pt x="492" y="478"/>
                    </a:lnTo>
                    <a:close/>
                    <a:moveTo>
                      <a:pt x="492" y="364"/>
                    </a:moveTo>
                    <a:cubicBezTo>
                      <a:pt x="367" y="364"/>
                      <a:pt x="367" y="364"/>
                      <a:pt x="367" y="364"/>
                    </a:cubicBezTo>
                    <a:cubicBezTo>
                      <a:pt x="175" y="364"/>
                      <a:pt x="175" y="364"/>
                      <a:pt x="175" y="364"/>
                    </a:cubicBezTo>
                    <a:cubicBezTo>
                      <a:pt x="175" y="263"/>
                      <a:pt x="175" y="263"/>
                      <a:pt x="175" y="263"/>
                    </a:cubicBezTo>
                    <a:cubicBezTo>
                      <a:pt x="492" y="263"/>
                      <a:pt x="492" y="263"/>
                      <a:pt x="492" y="263"/>
                    </a:cubicBezTo>
                    <a:cubicBezTo>
                      <a:pt x="492" y="364"/>
                      <a:pt x="492" y="364"/>
                      <a:pt x="492" y="364"/>
                    </a:cubicBezTo>
                    <a:close/>
                    <a:moveTo>
                      <a:pt x="492" y="243"/>
                    </a:moveTo>
                    <a:cubicBezTo>
                      <a:pt x="377" y="243"/>
                      <a:pt x="377" y="243"/>
                      <a:pt x="377" y="243"/>
                    </a:cubicBezTo>
                    <a:cubicBezTo>
                      <a:pt x="377" y="144"/>
                      <a:pt x="377" y="144"/>
                      <a:pt x="377" y="144"/>
                    </a:cubicBezTo>
                    <a:cubicBezTo>
                      <a:pt x="492" y="144"/>
                      <a:pt x="492" y="144"/>
                      <a:pt x="492" y="144"/>
                    </a:cubicBezTo>
                    <a:cubicBezTo>
                      <a:pt x="492" y="243"/>
                      <a:pt x="492" y="243"/>
                      <a:pt x="492" y="243"/>
                    </a:cubicBezTo>
                    <a:close/>
                    <a:moveTo>
                      <a:pt x="492" y="124"/>
                    </a:moveTo>
                    <a:cubicBezTo>
                      <a:pt x="367" y="124"/>
                      <a:pt x="367" y="124"/>
                      <a:pt x="367" y="124"/>
                    </a:cubicBezTo>
                    <a:cubicBezTo>
                      <a:pt x="175" y="124"/>
                      <a:pt x="175" y="124"/>
                      <a:pt x="175" y="124"/>
                    </a:cubicBezTo>
                    <a:cubicBezTo>
                      <a:pt x="175" y="20"/>
                      <a:pt x="175" y="20"/>
                      <a:pt x="175" y="20"/>
                    </a:cubicBezTo>
                    <a:cubicBezTo>
                      <a:pt x="202" y="20"/>
                      <a:pt x="217" y="20"/>
                      <a:pt x="225" y="20"/>
                    </a:cubicBezTo>
                    <a:cubicBezTo>
                      <a:pt x="231" y="20"/>
                      <a:pt x="233" y="20"/>
                      <a:pt x="233" y="20"/>
                    </a:cubicBezTo>
                    <a:cubicBezTo>
                      <a:pt x="253" y="20"/>
                      <a:pt x="316" y="20"/>
                      <a:pt x="489" y="20"/>
                    </a:cubicBezTo>
                    <a:cubicBezTo>
                      <a:pt x="492" y="20"/>
                      <a:pt x="492" y="23"/>
                      <a:pt x="492" y="25"/>
                    </a:cubicBezTo>
                    <a:cubicBezTo>
                      <a:pt x="492" y="124"/>
                      <a:pt x="492" y="124"/>
                      <a:pt x="492" y="124"/>
                    </a:cubicBezTo>
                    <a:close/>
                  </a:path>
                </a:pathLst>
              </a:cu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>
                  <a:ea typeface="맑은 고딕" panose="020B0503020000020004" pitchFamily="50" charset="-127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057" name="그룹 2056">
              <a:extLst>
                <a:ext uri="{FF2B5EF4-FFF2-40B4-BE49-F238E27FC236}">
                  <a16:creationId xmlns:a16="http://schemas.microsoft.com/office/drawing/2014/main" id="{77DFE24E-DC10-B0A9-9527-FA738FED9B30}"/>
                </a:ext>
              </a:extLst>
            </p:cNvPr>
            <p:cNvGrpSpPr/>
            <p:nvPr/>
          </p:nvGrpSpPr>
          <p:grpSpPr>
            <a:xfrm>
              <a:off x="2603959" y="1827610"/>
              <a:ext cx="168980" cy="104479"/>
              <a:chOff x="1906588" y="4552951"/>
              <a:chExt cx="804863" cy="793750"/>
            </a:xfrm>
          </p:grpSpPr>
          <p:sp>
            <p:nvSpPr>
              <p:cNvPr id="2058" name="Freeform 111">
                <a:extLst>
                  <a:ext uri="{FF2B5EF4-FFF2-40B4-BE49-F238E27FC236}">
                    <a16:creationId xmlns:a16="http://schemas.microsoft.com/office/drawing/2014/main" id="{1B73EF9B-3ABC-F5CB-190D-8F8CB93055E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938338" y="4584701"/>
                <a:ext cx="741363" cy="728663"/>
              </a:xfrm>
              <a:custGeom>
                <a:avLst/>
                <a:gdLst>
                  <a:gd name="T0" fmla="*/ 0 w 472"/>
                  <a:gd name="T1" fmla="*/ 5 h 465"/>
                  <a:gd name="T2" fmla="*/ 3 w 472"/>
                  <a:gd name="T3" fmla="*/ 0 h 465"/>
                  <a:gd name="T4" fmla="*/ 135 w 472"/>
                  <a:gd name="T5" fmla="*/ 0 h 465"/>
                  <a:gd name="T6" fmla="*/ 135 w 472"/>
                  <a:gd name="T7" fmla="*/ 104 h 465"/>
                  <a:gd name="T8" fmla="*/ 0 w 472"/>
                  <a:gd name="T9" fmla="*/ 104 h 465"/>
                  <a:gd name="T10" fmla="*/ 0 w 472"/>
                  <a:gd name="T11" fmla="*/ 5 h 465"/>
                  <a:gd name="T12" fmla="*/ 0 w 472"/>
                  <a:gd name="T13" fmla="*/ 124 h 465"/>
                  <a:gd name="T14" fmla="*/ 145 w 472"/>
                  <a:gd name="T15" fmla="*/ 124 h 465"/>
                  <a:gd name="T16" fmla="*/ 337 w 472"/>
                  <a:gd name="T17" fmla="*/ 124 h 465"/>
                  <a:gd name="T18" fmla="*/ 337 w 472"/>
                  <a:gd name="T19" fmla="*/ 223 h 465"/>
                  <a:gd name="T20" fmla="*/ 145 w 472"/>
                  <a:gd name="T21" fmla="*/ 223 h 465"/>
                  <a:gd name="T22" fmla="*/ 0 w 472"/>
                  <a:gd name="T23" fmla="*/ 223 h 465"/>
                  <a:gd name="T24" fmla="*/ 0 w 472"/>
                  <a:gd name="T25" fmla="*/ 124 h 465"/>
                  <a:gd name="T26" fmla="*/ 0 w 472"/>
                  <a:gd name="T27" fmla="*/ 243 h 465"/>
                  <a:gd name="T28" fmla="*/ 135 w 472"/>
                  <a:gd name="T29" fmla="*/ 243 h 465"/>
                  <a:gd name="T30" fmla="*/ 135 w 472"/>
                  <a:gd name="T31" fmla="*/ 344 h 465"/>
                  <a:gd name="T32" fmla="*/ 0 w 472"/>
                  <a:gd name="T33" fmla="*/ 344 h 465"/>
                  <a:gd name="T34" fmla="*/ 0 w 472"/>
                  <a:gd name="T35" fmla="*/ 243 h 465"/>
                  <a:gd name="T36" fmla="*/ 337 w 472"/>
                  <a:gd name="T37" fmla="*/ 465 h 465"/>
                  <a:gd name="T38" fmla="*/ 3 w 472"/>
                  <a:gd name="T39" fmla="*/ 465 h 465"/>
                  <a:gd name="T40" fmla="*/ 0 w 472"/>
                  <a:gd name="T41" fmla="*/ 460 h 465"/>
                  <a:gd name="T42" fmla="*/ 0 w 472"/>
                  <a:gd name="T43" fmla="*/ 364 h 465"/>
                  <a:gd name="T44" fmla="*/ 145 w 472"/>
                  <a:gd name="T45" fmla="*/ 364 h 465"/>
                  <a:gd name="T46" fmla="*/ 337 w 472"/>
                  <a:gd name="T47" fmla="*/ 364 h 465"/>
                  <a:gd name="T48" fmla="*/ 337 w 472"/>
                  <a:gd name="T49" fmla="*/ 465 h 465"/>
                  <a:gd name="T50" fmla="*/ 472 w 472"/>
                  <a:gd name="T51" fmla="*/ 458 h 465"/>
                  <a:gd name="T52" fmla="*/ 464 w 472"/>
                  <a:gd name="T53" fmla="*/ 465 h 465"/>
                  <a:gd name="T54" fmla="*/ 357 w 472"/>
                  <a:gd name="T55" fmla="*/ 465 h 465"/>
                  <a:gd name="T56" fmla="*/ 357 w 472"/>
                  <a:gd name="T57" fmla="*/ 364 h 465"/>
                  <a:gd name="T58" fmla="*/ 472 w 472"/>
                  <a:gd name="T59" fmla="*/ 364 h 465"/>
                  <a:gd name="T60" fmla="*/ 472 w 472"/>
                  <a:gd name="T61" fmla="*/ 458 h 465"/>
                  <a:gd name="T62" fmla="*/ 472 w 472"/>
                  <a:gd name="T63" fmla="*/ 344 h 465"/>
                  <a:gd name="T64" fmla="*/ 347 w 472"/>
                  <a:gd name="T65" fmla="*/ 344 h 465"/>
                  <a:gd name="T66" fmla="*/ 155 w 472"/>
                  <a:gd name="T67" fmla="*/ 344 h 465"/>
                  <a:gd name="T68" fmla="*/ 155 w 472"/>
                  <a:gd name="T69" fmla="*/ 243 h 465"/>
                  <a:gd name="T70" fmla="*/ 472 w 472"/>
                  <a:gd name="T71" fmla="*/ 243 h 465"/>
                  <a:gd name="T72" fmla="*/ 472 w 472"/>
                  <a:gd name="T73" fmla="*/ 344 h 465"/>
                  <a:gd name="T74" fmla="*/ 472 w 472"/>
                  <a:gd name="T75" fmla="*/ 223 h 465"/>
                  <a:gd name="T76" fmla="*/ 357 w 472"/>
                  <a:gd name="T77" fmla="*/ 223 h 465"/>
                  <a:gd name="T78" fmla="*/ 357 w 472"/>
                  <a:gd name="T79" fmla="*/ 124 h 465"/>
                  <a:gd name="T80" fmla="*/ 472 w 472"/>
                  <a:gd name="T81" fmla="*/ 124 h 465"/>
                  <a:gd name="T82" fmla="*/ 472 w 472"/>
                  <a:gd name="T83" fmla="*/ 223 h 465"/>
                  <a:gd name="T84" fmla="*/ 472 w 472"/>
                  <a:gd name="T85" fmla="*/ 104 h 465"/>
                  <a:gd name="T86" fmla="*/ 347 w 472"/>
                  <a:gd name="T87" fmla="*/ 104 h 465"/>
                  <a:gd name="T88" fmla="*/ 155 w 472"/>
                  <a:gd name="T89" fmla="*/ 104 h 465"/>
                  <a:gd name="T90" fmla="*/ 155 w 472"/>
                  <a:gd name="T91" fmla="*/ 0 h 465"/>
                  <a:gd name="T92" fmla="*/ 205 w 472"/>
                  <a:gd name="T93" fmla="*/ 0 h 465"/>
                  <a:gd name="T94" fmla="*/ 213 w 472"/>
                  <a:gd name="T95" fmla="*/ 0 h 465"/>
                  <a:gd name="T96" fmla="*/ 469 w 472"/>
                  <a:gd name="T97" fmla="*/ 0 h 465"/>
                  <a:gd name="T98" fmla="*/ 472 w 472"/>
                  <a:gd name="T99" fmla="*/ 5 h 465"/>
                  <a:gd name="T100" fmla="*/ 472 w 472"/>
                  <a:gd name="T101" fmla="*/ 104 h 4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472" h="465">
                    <a:moveTo>
                      <a:pt x="0" y="5"/>
                    </a:moveTo>
                    <a:cubicBezTo>
                      <a:pt x="0" y="3"/>
                      <a:pt x="0" y="0"/>
                      <a:pt x="3" y="0"/>
                    </a:cubicBezTo>
                    <a:cubicBezTo>
                      <a:pt x="135" y="0"/>
                      <a:pt x="135" y="0"/>
                      <a:pt x="135" y="0"/>
                    </a:cubicBezTo>
                    <a:cubicBezTo>
                      <a:pt x="135" y="104"/>
                      <a:pt x="135" y="104"/>
                      <a:pt x="135" y="104"/>
                    </a:cubicBezTo>
                    <a:cubicBezTo>
                      <a:pt x="0" y="104"/>
                      <a:pt x="0" y="104"/>
                      <a:pt x="0" y="104"/>
                    </a:cubicBezTo>
                    <a:lnTo>
                      <a:pt x="0" y="5"/>
                    </a:lnTo>
                    <a:close/>
                    <a:moveTo>
                      <a:pt x="0" y="124"/>
                    </a:moveTo>
                    <a:cubicBezTo>
                      <a:pt x="145" y="124"/>
                      <a:pt x="145" y="124"/>
                      <a:pt x="145" y="124"/>
                    </a:cubicBezTo>
                    <a:cubicBezTo>
                      <a:pt x="337" y="124"/>
                      <a:pt x="337" y="124"/>
                      <a:pt x="337" y="124"/>
                    </a:cubicBezTo>
                    <a:cubicBezTo>
                      <a:pt x="337" y="223"/>
                      <a:pt x="337" y="223"/>
                      <a:pt x="337" y="223"/>
                    </a:cubicBezTo>
                    <a:cubicBezTo>
                      <a:pt x="145" y="223"/>
                      <a:pt x="145" y="223"/>
                      <a:pt x="145" y="223"/>
                    </a:cubicBezTo>
                    <a:cubicBezTo>
                      <a:pt x="0" y="223"/>
                      <a:pt x="0" y="223"/>
                      <a:pt x="0" y="223"/>
                    </a:cubicBezTo>
                    <a:cubicBezTo>
                      <a:pt x="0" y="124"/>
                      <a:pt x="0" y="124"/>
                      <a:pt x="0" y="124"/>
                    </a:cubicBezTo>
                    <a:close/>
                    <a:moveTo>
                      <a:pt x="0" y="243"/>
                    </a:moveTo>
                    <a:cubicBezTo>
                      <a:pt x="135" y="243"/>
                      <a:pt x="135" y="243"/>
                      <a:pt x="135" y="243"/>
                    </a:cubicBezTo>
                    <a:cubicBezTo>
                      <a:pt x="135" y="344"/>
                      <a:pt x="135" y="344"/>
                      <a:pt x="135" y="344"/>
                    </a:cubicBezTo>
                    <a:cubicBezTo>
                      <a:pt x="0" y="344"/>
                      <a:pt x="0" y="344"/>
                      <a:pt x="0" y="344"/>
                    </a:cubicBezTo>
                    <a:cubicBezTo>
                      <a:pt x="0" y="243"/>
                      <a:pt x="0" y="243"/>
                      <a:pt x="0" y="243"/>
                    </a:cubicBezTo>
                    <a:close/>
                    <a:moveTo>
                      <a:pt x="337" y="465"/>
                    </a:moveTo>
                    <a:cubicBezTo>
                      <a:pt x="3" y="465"/>
                      <a:pt x="3" y="465"/>
                      <a:pt x="3" y="465"/>
                    </a:cubicBezTo>
                    <a:cubicBezTo>
                      <a:pt x="0" y="465"/>
                      <a:pt x="0" y="463"/>
                      <a:pt x="0" y="460"/>
                    </a:cubicBezTo>
                    <a:cubicBezTo>
                      <a:pt x="0" y="364"/>
                      <a:pt x="0" y="364"/>
                      <a:pt x="0" y="364"/>
                    </a:cubicBezTo>
                    <a:cubicBezTo>
                      <a:pt x="145" y="364"/>
                      <a:pt x="145" y="364"/>
                      <a:pt x="145" y="364"/>
                    </a:cubicBezTo>
                    <a:cubicBezTo>
                      <a:pt x="337" y="364"/>
                      <a:pt x="337" y="364"/>
                      <a:pt x="337" y="364"/>
                    </a:cubicBezTo>
                    <a:cubicBezTo>
                      <a:pt x="337" y="465"/>
                      <a:pt x="337" y="465"/>
                      <a:pt x="337" y="465"/>
                    </a:cubicBezTo>
                    <a:close/>
                    <a:moveTo>
                      <a:pt x="472" y="458"/>
                    </a:moveTo>
                    <a:cubicBezTo>
                      <a:pt x="464" y="465"/>
                      <a:pt x="464" y="465"/>
                      <a:pt x="464" y="465"/>
                    </a:cubicBezTo>
                    <a:cubicBezTo>
                      <a:pt x="357" y="465"/>
                      <a:pt x="357" y="465"/>
                      <a:pt x="357" y="465"/>
                    </a:cubicBezTo>
                    <a:cubicBezTo>
                      <a:pt x="357" y="364"/>
                      <a:pt x="357" y="364"/>
                      <a:pt x="357" y="364"/>
                    </a:cubicBezTo>
                    <a:cubicBezTo>
                      <a:pt x="472" y="364"/>
                      <a:pt x="472" y="364"/>
                      <a:pt x="472" y="364"/>
                    </a:cubicBezTo>
                    <a:lnTo>
                      <a:pt x="472" y="458"/>
                    </a:lnTo>
                    <a:close/>
                    <a:moveTo>
                      <a:pt x="472" y="344"/>
                    </a:moveTo>
                    <a:cubicBezTo>
                      <a:pt x="347" y="344"/>
                      <a:pt x="347" y="344"/>
                      <a:pt x="347" y="344"/>
                    </a:cubicBezTo>
                    <a:cubicBezTo>
                      <a:pt x="155" y="344"/>
                      <a:pt x="155" y="344"/>
                      <a:pt x="155" y="344"/>
                    </a:cubicBezTo>
                    <a:cubicBezTo>
                      <a:pt x="155" y="243"/>
                      <a:pt x="155" y="243"/>
                      <a:pt x="155" y="243"/>
                    </a:cubicBezTo>
                    <a:cubicBezTo>
                      <a:pt x="472" y="243"/>
                      <a:pt x="472" y="243"/>
                      <a:pt x="472" y="243"/>
                    </a:cubicBezTo>
                    <a:cubicBezTo>
                      <a:pt x="472" y="344"/>
                      <a:pt x="472" y="344"/>
                      <a:pt x="472" y="344"/>
                    </a:cubicBezTo>
                    <a:close/>
                    <a:moveTo>
                      <a:pt x="472" y="223"/>
                    </a:moveTo>
                    <a:cubicBezTo>
                      <a:pt x="357" y="223"/>
                      <a:pt x="357" y="223"/>
                      <a:pt x="357" y="223"/>
                    </a:cubicBezTo>
                    <a:cubicBezTo>
                      <a:pt x="357" y="124"/>
                      <a:pt x="357" y="124"/>
                      <a:pt x="357" y="124"/>
                    </a:cubicBezTo>
                    <a:cubicBezTo>
                      <a:pt x="472" y="124"/>
                      <a:pt x="472" y="124"/>
                      <a:pt x="472" y="124"/>
                    </a:cubicBezTo>
                    <a:cubicBezTo>
                      <a:pt x="472" y="223"/>
                      <a:pt x="472" y="223"/>
                      <a:pt x="472" y="223"/>
                    </a:cubicBezTo>
                    <a:close/>
                    <a:moveTo>
                      <a:pt x="472" y="104"/>
                    </a:moveTo>
                    <a:cubicBezTo>
                      <a:pt x="347" y="104"/>
                      <a:pt x="347" y="104"/>
                      <a:pt x="347" y="104"/>
                    </a:cubicBezTo>
                    <a:cubicBezTo>
                      <a:pt x="155" y="104"/>
                      <a:pt x="155" y="104"/>
                      <a:pt x="155" y="104"/>
                    </a:cubicBezTo>
                    <a:cubicBezTo>
                      <a:pt x="155" y="0"/>
                      <a:pt x="155" y="0"/>
                      <a:pt x="155" y="0"/>
                    </a:cubicBezTo>
                    <a:cubicBezTo>
                      <a:pt x="182" y="0"/>
                      <a:pt x="197" y="0"/>
                      <a:pt x="205" y="0"/>
                    </a:cubicBezTo>
                    <a:cubicBezTo>
                      <a:pt x="211" y="0"/>
                      <a:pt x="213" y="0"/>
                      <a:pt x="213" y="0"/>
                    </a:cubicBezTo>
                    <a:cubicBezTo>
                      <a:pt x="233" y="0"/>
                      <a:pt x="296" y="0"/>
                      <a:pt x="469" y="0"/>
                    </a:cubicBezTo>
                    <a:cubicBezTo>
                      <a:pt x="472" y="0"/>
                      <a:pt x="472" y="3"/>
                      <a:pt x="472" y="5"/>
                    </a:cubicBezTo>
                    <a:cubicBezTo>
                      <a:pt x="472" y="104"/>
                      <a:pt x="472" y="104"/>
                      <a:pt x="472" y="10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>
                  <a:ea typeface="맑은 고딕" panose="020B0503020000020004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2059" name="Freeform 110">
                <a:extLst>
                  <a:ext uri="{FF2B5EF4-FFF2-40B4-BE49-F238E27FC236}">
                    <a16:creationId xmlns:a16="http://schemas.microsoft.com/office/drawing/2014/main" id="{4E57B069-0A99-1FE4-C2A4-9ED12707412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906588" y="4552951"/>
                <a:ext cx="804863" cy="793750"/>
              </a:xfrm>
              <a:custGeom>
                <a:avLst/>
                <a:gdLst>
                  <a:gd name="T0" fmla="*/ 165 w 512"/>
                  <a:gd name="T1" fmla="*/ 0 h 506"/>
                  <a:gd name="T2" fmla="*/ 0 w 512"/>
                  <a:gd name="T3" fmla="*/ 25 h 506"/>
                  <a:gd name="T4" fmla="*/ 0 w 512"/>
                  <a:gd name="T5" fmla="*/ 253 h 506"/>
                  <a:gd name="T6" fmla="*/ 0 w 512"/>
                  <a:gd name="T7" fmla="*/ 480 h 506"/>
                  <a:gd name="T8" fmla="*/ 367 w 512"/>
                  <a:gd name="T9" fmla="*/ 506 h 506"/>
                  <a:gd name="T10" fmla="*/ 497 w 512"/>
                  <a:gd name="T11" fmla="*/ 503 h 506"/>
                  <a:gd name="T12" fmla="*/ 512 w 512"/>
                  <a:gd name="T13" fmla="*/ 480 h 506"/>
                  <a:gd name="T14" fmla="*/ 512 w 512"/>
                  <a:gd name="T15" fmla="*/ 253 h 506"/>
                  <a:gd name="T16" fmla="*/ 512 w 512"/>
                  <a:gd name="T17" fmla="*/ 25 h 506"/>
                  <a:gd name="T18" fmla="*/ 20 w 512"/>
                  <a:gd name="T19" fmla="*/ 25 h 506"/>
                  <a:gd name="T20" fmla="*/ 155 w 512"/>
                  <a:gd name="T21" fmla="*/ 20 h 506"/>
                  <a:gd name="T22" fmla="*/ 20 w 512"/>
                  <a:gd name="T23" fmla="*/ 124 h 506"/>
                  <a:gd name="T24" fmla="*/ 20 w 512"/>
                  <a:gd name="T25" fmla="*/ 144 h 506"/>
                  <a:gd name="T26" fmla="*/ 357 w 512"/>
                  <a:gd name="T27" fmla="*/ 144 h 506"/>
                  <a:gd name="T28" fmla="*/ 165 w 512"/>
                  <a:gd name="T29" fmla="*/ 243 h 506"/>
                  <a:gd name="T30" fmla="*/ 20 w 512"/>
                  <a:gd name="T31" fmla="*/ 144 h 506"/>
                  <a:gd name="T32" fmla="*/ 155 w 512"/>
                  <a:gd name="T33" fmla="*/ 263 h 506"/>
                  <a:gd name="T34" fmla="*/ 20 w 512"/>
                  <a:gd name="T35" fmla="*/ 364 h 506"/>
                  <a:gd name="T36" fmla="*/ 357 w 512"/>
                  <a:gd name="T37" fmla="*/ 485 h 506"/>
                  <a:gd name="T38" fmla="*/ 20 w 512"/>
                  <a:gd name="T39" fmla="*/ 480 h 506"/>
                  <a:gd name="T40" fmla="*/ 165 w 512"/>
                  <a:gd name="T41" fmla="*/ 384 h 506"/>
                  <a:gd name="T42" fmla="*/ 357 w 512"/>
                  <a:gd name="T43" fmla="*/ 485 h 506"/>
                  <a:gd name="T44" fmla="*/ 484 w 512"/>
                  <a:gd name="T45" fmla="*/ 485 h 506"/>
                  <a:gd name="T46" fmla="*/ 377 w 512"/>
                  <a:gd name="T47" fmla="*/ 384 h 506"/>
                  <a:gd name="T48" fmla="*/ 492 w 512"/>
                  <a:gd name="T49" fmla="*/ 478 h 506"/>
                  <a:gd name="T50" fmla="*/ 367 w 512"/>
                  <a:gd name="T51" fmla="*/ 364 h 506"/>
                  <a:gd name="T52" fmla="*/ 175 w 512"/>
                  <a:gd name="T53" fmla="*/ 263 h 506"/>
                  <a:gd name="T54" fmla="*/ 492 w 512"/>
                  <a:gd name="T55" fmla="*/ 364 h 506"/>
                  <a:gd name="T56" fmla="*/ 377 w 512"/>
                  <a:gd name="T57" fmla="*/ 243 h 506"/>
                  <a:gd name="T58" fmla="*/ 492 w 512"/>
                  <a:gd name="T59" fmla="*/ 144 h 506"/>
                  <a:gd name="T60" fmla="*/ 492 w 512"/>
                  <a:gd name="T61" fmla="*/ 124 h 506"/>
                  <a:gd name="T62" fmla="*/ 175 w 512"/>
                  <a:gd name="T63" fmla="*/ 124 h 506"/>
                  <a:gd name="T64" fmla="*/ 225 w 512"/>
                  <a:gd name="T65" fmla="*/ 20 h 506"/>
                  <a:gd name="T66" fmla="*/ 489 w 512"/>
                  <a:gd name="T67" fmla="*/ 20 h 506"/>
                  <a:gd name="T68" fmla="*/ 492 w 512"/>
                  <a:gd name="T69" fmla="*/ 124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12" h="506">
                    <a:moveTo>
                      <a:pt x="489" y="0"/>
                    </a:moveTo>
                    <a:cubicBezTo>
                      <a:pt x="165" y="0"/>
                      <a:pt x="165" y="0"/>
                      <a:pt x="165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3"/>
                      <a:pt x="0" y="25"/>
                    </a:cubicBezTo>
                    <a:cubicBezTo>
                      <a:pt x="0" y="134"/>
                      <a:pt x="0" y="134"/>
                      <a:pt x="0" y="134"/>
                    </a:cubicBezTo>
                    <a:cubicBezTo>
                      <a:pt x="0" y="253"/>
                      <a:pt x="0" y="253"/>
                      <a:pt x="0" y="253"/>
                    </a:cubicBezTo>
                    <a:cubicBezTo>
                      <a:pt x="0" y="374"/>
                      <a:pt x="0" y="374"/>
                      <a:pt x="0" y="374"/>
                    </a:cubicBezTo>
                    <a:cubicBezTo>
                      <a:pt x="0" y="480"/>
                      <a:pt x="0" y="480"/>
                      <a:pt x="0" y="480"/>
                    </a:cubicBezTo>
                    <a:cubicBezTo>
                      <a:pt x="0" y="495"/>
                      <a:pt x="10" y="506"/>
                      <a:pt x="23" y="506"/>
                    </a:cubicBezTo>
                    <a:cubicBezTo>
                      <a:pt x="367" y="506"/>
                      <a:pt x="367" y="506"/>
                      <a:pt x="367" y="506"/>
                    </a:cubicBezTo>
                    <a:cubicBezTo>
                      <a:pt x="489" y="506"/>
                      <a:pt x="489" y="506"/>
                      <a:pt x="489" y="506"/>
                    </a:cubicBezTo>
                    <a:cubicBezTo>
                      <a:pt x="492" y="506"/>
                      <a:pt x="494" y="506"/>
                      <a:pt x="497" y="503"/>
                    </a:cubicBezTo>
                    <a:cubicBezTo>
                      <a:pt x="509" y="488"/>
                      <a:pt x="509" y="488"/>
                      <a:pt x="509" y="488"/>
                    </a:cubicBezTo>
                    <a:cubicBezTo>
                      <a:pt x="512" y="488"/>
                      <a:pt x="512" y="485"/>
                      <a:pt x="512" y="480"/>
                    </a:cubicBezTo>
                    <a:cubicBezTo>
                      <a:pt x="512" y="374"/>
                      <a:pt x="512" y="374"/>
                      <a:pt x="512" y="374"/>
                    </a:cubicBezTo>
                    <a:cubicBezTo>
                      <a:pt x="512" y="253"/>
                      <a:pt x="512" y="253"/>
                      <a:pt x="512" y="253"/>
                    </a:cubicBezTo>
                    <a:cubicBezTo>
                      <a:pt x="512" y="134"/>
                      <a:pt x="512" y="134"/>
                      <a:pt x="512" y="134"/>
                    </a:cubicBezTo>
                    <a:cubicBezTo>
                      <a:pt x="512" y="25"/>
                      <a:pt x="512" y="25"/>
                      <a:pt x="512" y="25"/>
                    </a:cubicBezTo>
                    <a:cubicBezTo>
                      <a:pt x="512" y="13"/>
                      <a:pt x="502" y="0"/>
                      <a:pt x="489" y="0"/>
                    </a:cubicBezTo>
                    <a:close/>
                    <a:moveTo>
                      <a:pt x="20" y="25"/>
                    </a:moveTo>
                    <a:cubicBezTo>
                      <a:pt x="20" y="23"/>
                      <a:pt x="20" y="20"/>
                      <a:pt x="23" y="20"/>
                    </a:cubicBezTo>
                    <a:cubicBezTo>
                      <a:pt x="155" y="20"/>
                      <a:pt x="155" y="20"/>
                      <a:pt x="155" y="20"/>
                    </a:cubicBezTo>
                    <a:cubicBezTo>
                      <a:pt x="155" y="124"/>
                      <a:pt x="155" y="124"/>
                      <a:pt x="155" y="124"/>
                    </a:cubicBezTo>
                    <a:cubicBezTo>
                      <a:pt x="20" y="124"/>
                      <a:pt x="20" y="124"/>
                      <a:pt x="20" y="124"/>
                    </a:cubicBezTo>
                    <a:lnTo>
                      <a:pt x="20" y="25"/>
                    </a:lnTo>
                    <a:close/>
                    <a:moveTo>
                      <a:pt x="20" y="144"/>
                    </a:moveTo>
                    <a:cubicBezTo>
                      <a:pt x="165" y="144"/>
                      <a:pt x="165" y="144"/>
                      <a:pt x="165" y="144"/>
                    </a:cubicBezTo>
                    <a:cubicBezTo>
                      <a:pt x="357" y="144"/>
                      <a:pt x="357" y="144"/>
                      <a:pt x="357" y="144"/>
                    </a:cubicBezTo>
                    <a:cubicBezTo>
                      <a:pt x="357" y="243"/>
                      <a:pt x="357" y="243"/>
                      <a:pt x="357" y="243"/>
                    </a:cubicBezTo>
                    <a:cubicBezTo>
                      <a:pt x="165" y="243"/>
                      <a:pt x="165" y="243"/>
                      <a:pt x="165" y="243"/>
                    </a:cubicBezTo>
                    <a:cubicBezTo>
                      <a:pt x="20" y="243"/>
                      <a:pt x="20" y="243"/>
                      <a:pt x="20" y="243"/>
                    </a:cubicBezTo>
                    <a:cubicBezTo>
                      <a:pt x="20" y="144"/>
                      <a:pt x="20" y="144"/>
                      <a:pt x="20" y="144"/>
                    </a:cubicBezTo>
                    <a:close/>
                    <a:moveTo>
                      <a:pt x="20" y="263"/>
                    </a:moveTo>
                    <a:cubicBezTo>
                      <a:pt x="155" y="263"/>
                      <a:pt x="155" y="263"/>
                      <a:pt x="155" y="263"/>
                    </a:cubicBezTo>
                    <a:cubicBezTo>
                      <a:pt x="155" y="364"/>
                      <a:pt x="155" y="364"/>
                      <a:pt x="155" y="364"/>
                    </a:cubicBezTo>
                    <a:cubicBezTo>
                      <a:pt x="20" y="364"/>
                      <a:pt x="20" y="364"/>
                      <a:pt x="20" y="364"/>
                    </a:cubicBezTo>
                    <a:cubicBezTo>
                      <a:pt x="20" y="263"/>
                      <a:pt x="20" y="263"/>
                      <a:pt x="20" y="263"/>
                    </a:cubicBezTo>
                    <a:close/>
                    <a:moveTo>
                      <a:pt x="357" y="485"/>
                    </a:moveTo>
                    <a:cubicBezTo>
                      <a:pt x="23" y="485"/>
                      <a:pt x="23" y="485"/>
                      <a:pt x="23" y="485"/>
                    </a:cubicBezTo>
                    <a:cubicBezTo>
                      <a:pt x="20" y="485"/>
                      <a:pt x="20" y="483"/>
                      <a:pt x="20" y="480"/>
                    </a:cubicBezTo>
                    <a:cubicBezTo>
                      <a:pt x="20" y="384"/>
                      <a:pt x="20" y="384"/>
                      <a:pt x="20" y="384"/>
                    </a:cubicBezTo>
                    <a:cubicBezTo>
                      <a:pt x="165" y="384"/>
                      <a:pt x="165" y="384"/>
                      <a:pt x="165" y="384"/>
                    </a:cubicBezTo>
                    <a:cubicBezTo>
                      <a:pt x="357" y="384"/>
                      <a:pt x="357" y="384"/>
                      <a:pt x="357" y="384"/>
                    </a:cubicBezTo>
                    <a:cubicBezTo>
                      <a:pt x="357" y="485"/>
                      <a:pt x="357" y="485"/>
                      <a:pt x="357" y="485"/>
                    </a:cubicBezTo>
                    <a:close/>
                    <a:moveTo>
                      <a:pt x="492" y="478"/>
                    </a:moveTo>
                    <a:cubicBezTo>
                      <a:pt x="484" y="485"/>
                      <a:pt x="484" y="485"/>
                      <a:pt x="484" y="485"/>
                    </a:cubicBezTo>
                    <a:cubicBezTo>
                      <a:pt x="377" y="485"/>
                      <a:pt x="377" y="485"/>
                      <a:pt x="377" y="485"/>
                    </a:cubicBezTo>
                    <a:cubicBezTo>
                      <a:pt x="377" y="384"/>
                      <a:pt x="377" y="384"/>
                      <a:pt x="377" y="384"/>
                    </a:cubicBezTo>
                    <a:cubicBezTo>
                      <a:pt x="492" y="384"/>
                      <a:pt x="492" y="384"/>
                      <a:pt x="492" y="384"/>
                    </a:cubicBezTo>
                    <a:lnTo>
                      <a:pt x="492" y="478"/>
                    </a:lnTo>
                    <a:close/>
                    <a:moveTo>
                      <a:pt x="492" y="364"/>
                    </a:moveTo>
                    <a:cubicBezTo>
                      <a:pt x="367" y="364"/>
                      <a:pt x="367" y="364"/>
                      <a:pt x="367" y="364"/>
                    </a:cubicBezTo>
                    <a:cubicBezTo>
                      <a:pt x="175" y="364"/>
                      <a:pt x="175" y="364"/>
                      <a:pt x="175" y="364"/>
                    </a:cubicBezTo>
                    <a:cubicBezTo>
                      <a:pt x="175" y="263"/>
                      <a:pt x="175" y="263"/>
                      <a:pt x="175" y="263"/>
                    </a:cubicBezTo>
                    <a:cubicBezTo>
                      <a:pt x="492" y="263"/>
                      <a:pt x="492" y="263"/>
                      <a:pt x="492" y="263"/>
                    </a:cubicBezTo>
                    <a:cubicBezTo>
                      <a:pt x="492" y="364"/>
                      <a:pt x="492" y="364"/>
                      <a:pt x="492" y="364"/>
                    </a:cubicBezTo>
                    <a:close/>
                    <a:moveTo>
                      <a:pt x="492" y="243"/>
                    </a:moveTo>
                    <a:cubicBezTo>
                      <a:pt x="377" y="243"/>
                      <a:pt x="377" y="243"/>
                      <a:pt x="377" y="243"/>
                    </a:cubicBezTo>
                    <a:cubicBezTo>
                      <a:pt x="377" y="144"/>
                      <a:pt x="377" y="144"/>
                      <a:pt x="377" y="144"/>
                    </a:cubicBezTo>
                    <a:cubicBezTo>
                      <a:pt x="492" y="144"/>
                      <a:pt x="492" y="144"/>
                      <a:pt x="492" y="144"/>
                    </a:cubicBezTo>
                    <a:cubicBezTo>
                      <a:pt x="492" y="243"/>
                      <a:pt x="492" y="243"/>
                      <a:pt x="492" y="243"/>
                    </a:cubicBezTo>
                    <a:close/>
                    <a:moveTo>
                      <a:pt x="492" y="124"/>
                    </a:moveTo>
                    <a:cubicBezTo>
                      <a:pt x="367" y="124"/>
                      <a:pt x="367" y="124"/>
                      <a:pt x="367" y="124"/>
                    </a:cubicBezTo>
                    <a:cubicBezTo>
                      <a:pt x="175" y="124"/>
                      <a:pt x="175" y="124"/>
                      <a:pt x="175" y="124"/>
                    </a:cubicBezTo>
                    <a:cubicBezTo>
                      <a:pt x="175" y="20"/>
                      <a:pt x="175" y="20"/>
                      <a:pt x="175" y="20"/>
                    </a:cubicBezTo>
                    <a:cubicBezTo>
                      <a:pt x="202" y="20"/>
                      <a:pt x="217" y="20"/>
                      <a:pt x="225" y="20"/>
                    </a:cubicBezTo>
                    <a:cubicBezTo>
                      <a:pt x="231" y="20"/>
                      <a:pt x="233" y="20"/>
                      <a:pt x="233" y="20"/>
                    </a:cubicBezTo>
                    <a:cubicBezTo>
                      <a:pt x="253" y="20"/>
                      <a:pt x="316" y="20"/>
                      <a:pt x="489" y="20"/>
                    </a:cubicBezTo>
                    <a:cubicBezTo>
                      <a:pt x="492" y="20"/>
                      <a:pt x="492" y="23"/>
                      <a:pt x="492" y="25"/>
                    </a:cubicBezTo>
                    <a:cubicBezTo>
                      <a:pt x="492" y="124"/>
                      <a:pt x="492" y="124"/>
                      <a:pt x="492" y="124"/>
                    </a:cubicBezTo>
                    <a:close/>
                  </a:path>
                </a:pathLst>
              </a:cu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>
                  <a:ea typeface="맑은 고딕" panose="020B0503020000020004" pitchFamily="50" charset="-127"/>
                  <a:cs typeface="Calibri" panose="020F0502020204030204" pitchFamily="34" charset="0"/>
                </a:endParaRPr>
              </a:p>
            </p:txBody>
          </p:sp>
        </p:grpSp>
        <p:cxnSp>
          <p:nvCxnSpPr>
            <p:cNvPr id="2060" name="직선 연결선 2298">
              <a:extLst>
                <a:ext uri="{FF2B5EF4-FFF2-40B4-BE49-F238E27FC236}">
                  <a16:creationId xmlns:a16="http://schemas.microsoft.com/office/drawing/2014/main" id="{30C18DA1-0375-79A8-4E7B-43AF55D6A44A}"/>
                </a:ext>
              </a:extLst>
            </p:cNvPr>
            <p:cNvCxnSpPr/>
            <p:nvPr/>
          </p:nvCxnSpPr>
          <p:spPr>
            <a:xfrm>
              <a:off x="3411443" y="1895792"/>
              <a:ext cx="0" cy="165866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none" w="sm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1" name="직선 연결선 2299">
              <a:extLst>
                <a:ext uri="{FF2B5EF4-FFF2-40B4-BE49-F238E27FC236}">
                  <a16:creationId xmlns:a16="http://schemas.microsoft.com/office/drawing/2014/main" id="{D6B23213-EB09-89E7-51D8-F4777BE3D306}"/>
                </a:ext>
              </a:extLst>
            </p:cNvPr>
            <p:cNvCxnSpPr/>
            <p:nvPr/>
          </p:nvCxnSpPr>
          <p:spPr>
            <a:xfrm>
              <a:off x="2185759" y="1873740"/>
              <a:ext cx="343931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none" w="sm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62" name="그룹 2061">
              <a:extLst>
                <a:ext uri="{FF2B5EF4-FFF2-40B4-BE49-F238E27FC236}">
                  <a16:creationId xmlns:a16="http://schemas.microsoft.com/office/drawing/2014/main" id="{AC2655CA-402D-CB39-E388-4234B5CE66AB}"/>
                </a:ext>
              </a:extLst>
            </p:cNvPr>
            <p:cNvGrpSpPr/>
            <p:nvPr/>
          </p:nvGrpSpPr>
          <p:grpSpPr>
            <a:xfrm>
              <a:off x="3720350" y="1132421"/>
              <a:ext cx="2153582" cy="376656"/>
              <a:chOff x="5270350" y="1637494"/>
              <a:chExt cx="2930464" cy="817504"/>
            </a:xfrm>
          </p:grpSpPr>
          <p:sp>
            <p:nvSpPr>
              <p:cNvPr id="2063" name="직사각형 2062">
                <a:extLst>
                  <a:ext uri="{FF2B5EF4-FFF2-40B4-BE49-F238E27FC236}">
                    <a16:creationId xmlns:a16="http://schemas.microsoft.com/office/drawing/2014/main" id="{6EBCCA99-E314-CB58-2214-826CAF10E714}"/>
                  </a:ext>
                </a:extLst>
              </p:cNvPr>
              <p:cNvSpPr/>
              <p:nvPr/>
            </p:nvSpPr>
            <p:spPr>
              <a:xfrm>
                <a:off x="5270350" y="1637494"/>
                <a:ext cx="468000" cy="817504"/>
              </a:xfrm>
              <a:prstGeom prst="rect">
                <a:avLst/>
              </a:prstGeom>
              <a:solidFill>
                <a:schemeClr val="bg1"/>
              </a:solidFill>
              <a:ln w="12700" algn="ctr">
                <a:solidFill>
                  <a:srgbClr val="0099FF"/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0" tIns="0" rIns="0" bIns="0" anchor="ctr">
                <a:scene3d>
                  <a:camera prst="orthographicFront">
                    <a:rot lat="0" lon="0" rev="0"/>
                  </a:camera>
                  <a:lightRig rig="threePt" dir="t"/>
                </a:scene3d>
              </a:bodyPr>
              <a:lstStyle/>
              <a:p>
                <a:pPr algn="ctr" defTabSz="1516258" eaLnBrk="0" hangingPunct="0">
                  <a:buClr>
                    <a:srgbClr val="3271AA"/>
                  </a:buClr>
                  <a:buSzPct val="140000"/>
                  <a:tabLst>
                    <a:tab pos="5648325" algn="l"/>
                  </a:tabLst>
                </a:pPr>
                <a:r>
                  <a:rPr lang="ko-KR" altLang="en-US" sz="900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0000600000000000000" pitchFamily="2" charset="-127"/>
                  </a:rPr>
                  <a:t>외부</a:t>
                </a:r>
                <a:endParaRPr lang="en-US" altLang="ko-KR" sz="9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0000600000000000000" pitchFamily="2" charset="-127"/>
                </a:endParaRPr>
              </a:p>
              <a:p>
                <a:pPr algn="ctr" defTabSz="1516258" eaLnBrk="0" hangingPunct="0">
                  <a:buClr>
                    <a:srgbClr val="3271AA"/>
                  </a:buClr>
                  <a:buSzPct val="140000"/>
                  <a:tabLst>
                    <a:tab pos="5648325" algn="l"/>
                  </a:tabLst>
                </a:pPr>
                <a:r>
                  <a:rPr lang="ko-KR" altLang="en-US" sz="900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0000600000000000000" pitchFamily="2" charset="-127"/>
                  </a:rPr>
                  <a:t>서비스</a:t>
                </a:r>
              </a:p>
            </p:txBody>
          </p:sp>
          <p:sp>
            <p:nvSpPr>
              <p:cNvPr id="2064" name="모서리가 둥근 직사각형 70">
                <a:extLst>
                  <a:ext uri="{FF2B5EF4-FFF2-40B4-BE49-F238E27FC236}">
                    <a16:creationId xmlns:a16="http://schemas.microsoft.com/office/drawing/2014/main" id="{E5BA4304-5B29-C12D-8C66-3669AC0EC84C}"/>
                  </a:ext>
                </a:extLst>
              </p:cNvPr>
              <p:cNvSpPr/>
              <p:nvPr/>
            </p:nvSpPr>
            <p:spPr bwMode="auto">
              <a:xfrm flipV="1">
                <a:off x="5738018" y="1637798"/>
                <a:ext cx="2462796" cy="817200"/>
              </a:xfrm>
              <a:prstGeom prst="rect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  <a:headEnd type="none" w="sm" len="med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square" lIns="0" tIns="0" rIns="0" bIns="0" anchor="ctr"/>
              <a:lstStyle/>
              <a:p>
                <a:endParaRPr lang="ko-KR" altLang="en-US" sz="1400" dirty="0">
                  <a:ea typeface="KoPub돋움체 Medium" pitchFamily="50" charset="-127"/>
                  <a:sym typeface="KoPub돋움체 Medium" pitchFamily="2" charset="2"/>
                </a:endParaRPr>
              </a:p>
            </p:txBody>
          </p:sp>
        </p:grpSp>
        <p:grpSp>
          <p:nvGrpSpPr>
            <p:cNvPr id="2065" name="그룹 2064">
              <a:extLst>
                <a:ext uri="{FF2B5EF4-FFF2-40B4-BE49-F238E27FC236}">
                  <a16:creationId xmlns:a16="http://schemas.microsoft.com/office/drawing/2014/main" id="{D61A5740-EAB3-3A3C-10A5-925633BA6B2D}"/>
                </a:ext>
              </a:extLst>
            </p:cNvPr>
            <p:cNvGrpSpPr/>
            <p:nvPr/>
          </p:nvGrpSpPr>
          <p:grpSpPr>
            <a:xfrm>
              <a:off x="6590397" y="1126570"/>
              <a:ext cx="1354190" cy="376656"/>
              <a:chOff x="5270350" y="1637494"/>
              <a:chExt cx="1842700" cy="817504"/>
            </a:xfrm>
          </p:grpSpPr>
          <p:sp>
            <p:nvSpPr>
              <p:cNvPr id="2066" name="직사각형 2065">
                <a:extLst>
                  <a:ext uri="{FF2B5EF4-FFF2-40B4-BE49-F238E27FC236}">
                    <a16:creationId xmlns:a16="http://schemas.microsoft.com/office/drawing/2014/main" id="{4E1CD5B8-E8AD-7D71-A3D0-BA79A1905160}"/>
                  </a:ext>
                </a:extLst>
              </p:cNvPr>
              <p:cNvSpPr/>
              <p:nvPr/>
            </p:nvSpPr>
            <p:spPr>
              <a:xfrm>
                <a:off x="5270350" y="1637494"/>
                <a:ext cx="468000" cy="817504"/>
              </a:xfrm>
              <a:prstGeom prst="rect">
                <a:avLst/>
              </a:prstGeom>
              <a:solidFill>
                <a:schemeClr val="bg1"/>
              </a:solidFill>
              <a:ln w="12700" algn="ctr">
                <a:solidFill>
                  <a:srgbClr val="0099FF"/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0" tIns="0" rIns="0" bIns="0" anchor="ctr">
                <a:scene3d>
                  <a:camera prst="orthographicFront">
                    <a:rot lat="0" lon="0" rev="0"/>
                  </a:camera>
                  <a:lightRig rig="threePt" dir="t"/>
                </a:scene3d>
              </a:bodyPr>
              <a:lstStyle/>
              <a:p>
                <a:pPr algn="ctr" defTabSz="1516258" eaLnBrk="0" hangingPunct="0">
                  <a:buClr>
                    <a:srgbClr val="3271AA"/>
                  </a:buClr>
                  <a:buSzPct val="140000"/>
                  <a:tabLst>
                    <a:tab pos="5648325" algn="l"/>
                  </a:tabLst>
                </a:pPr>
                <a:r>
                  <a:rPr lang="ko-KR" altLang="en-US" sz="900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0000600000000000000" pitchFamily="2" charset="-127"/>
                  </a:rPr>
                  <a:t>외부</a:t>
                </a:r>
                <a:endParaRPr lang="en-US" altLang="ko-KR" sz="9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a typeface="KoPub돋움체 Medium" panose="00000600000000000000" pitchFamily="2" charset="-127"/>
                </a:endParaRPr>
              </a:p>
              <a:p>
                <a:pPr algn="ctr" defTabSz="1516258" eaLnBrk="0" hangingPunct="0">
                  <a:buClr>
                    <a:srgbClr val="3271AA"/>
                  </a:buClr>
                  <a:buSzPct val="140000"/>
                  <a:tabLst>
                    <a:tab pos="5648325" algn="l"/>
                  </a:tabLst>
                </a:pPr>
                <a:r>
                  <a:rPr lang="ko-KR" altLang="en-US" sz="900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KoPub돋움체 Medium" panose="00000600000000000000" pitchFamily="2" charset="-127"/>
                  </a:rPr>
                  <a:t>서비스</a:t>
                </a:r>
              </a:p>
            </p:txBody>
          </p:sp>
          <p:sp>
            <p:nvSpPr>
              <p:cNvPr id="2067" name="모서리가 둥근 직사각형 70">
                <a:extLst>
                  <a:ext uri="{FF2B5EF4-FFF2-40B4-BE49-F238E27FC236}">
                    <a16:creationId xmlns:a16="http://schemas.microsoft.com/office/drawing/2014/main" id="{1A1ADBD4-CEBF-9587-795C-675E4E6465A6}"/>
                  </a:ext>
                </a:extLst>
              </p:cNvPr>
              <p:cNvSpPr/>
              <p:nvPr/>
            </p:nvSpPr>
            <p:spPr bwMode="auto">
              <a:xfrm flipV="1">
                <a:off x="5738018" y="1637798"/>
                <a:ext cx="1375032" cy="817200"/>
              </a:xfrm>
              <a:prstGeom prst="rect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  <a:headEnd type="none" w="sm" len="med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square" lIns="0" tIns="0" rIns="0" bIns="0" anchor="ctr"/>
              <a:lstStyle/>
              <a:p>
                <a:endParaRPr lang="ko-KR" altLang="en-US" sz="1400" dirty="0">
                  <a:ea typeface="KoPub돋움체 Medium" pitchFamily="50" charset="-127"/>
                  <a:sym typeface="KoPub돋움체 Medium" pitchFamily="2" charset="2"/>
                </a:endParaRPr>
              </a:p>
            </p:txBody>
          </p:sp>
        </p:grpSp>
        <p:sp>
          <p:nvSpPr>
            <p:cNvPr id="2068" name="Freeform 133">
              <a:extLst>
                <a:ext uri="{FF2B5EF4-FFF2-40B4-BE49-F238E27FC236}">
                  <a16:creationId xmlns:a16="http://schemas.microsoft.com/office/drawing/2014/main" id="{050E686A-0A0B-77B3-552E-09A2B526C1B4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6075214" y="1247193"/>
              <a:ext cx="300826" cy="118079"/>
            </a:xfrm>
            <a:custGeom>
              <a:avLst/>
              <a:gdLst/>
              <a:ahLst/>
              <a:cxnLst>
                <a:cxn ang="0">
                  <a:pos x="184" y="146"/>
                </a:cxn>
                <a:cxn ang="0">
                  <a:pos x="50" y="146"/>
                </a:cxn>
                <a:cxn ang="0">
                  <a:pos x="0" y="98"/>
                </a:cxn>
                <a:cxn ang="0">
                  <a:pos x="47" y="50"/>
                </a:cxn>
                <a:cxn ang="0">
                  <a:pos x="117" y="0"/>
                </a:cxn>
                <a:cxn ang="0">
                  <a:pos x="188" y="50"/>
                </a:cxn>
                <a:cxn ang="0">
                  <a:pos x="234" y="98"/>
                </a:cxn>
                <a:cxn ang="0">
                  <a:pos x="184" y="146"/>
                </a:cxn>
                <a:cxn ang="0">
                  <a:pos x="117" y="8"/>
                </a:cxn>
                <a:cxn ang="0">
                  <a:pos x="54" y="55"/>
                </a:cxn>
                <a:cxn ang="0">
                  <a:pos x="50" y="58"/>
                </a:cxn>
                <a:cxn ang="0">
                  <a:pos x="8" y="98"/>
                </a:cxn>
                <a:cxn ang="0">
                  <a:pos x="50" y="138"/>
                </a:cxn>
                <a:cxn ang="0">
                  <a:pos x="184" y="138"/>
                </a:cxn>
                <a:cxn ang="0">
                  <a:pos x="226" y="98"/>
                </a:cxn>
                <a:cxn ang="0">
                  <a:pos x="185" y="58"/>
                </a:cxn>
                <a:cxn ang="0">
                  <a:pos x="181" y="55"/>
                </a:cxn>
                <a:cxn ang="0">
                  <a:pos x="117" y="8"/>
                </a:cxn>
              </a:cxnLst>
              <a:rect l="0" t="0" r="r" b="b"/>
              <a:pathLst>
                <a:path w="234" h="146">
                  <a:moveTo>
                    <a:pt x="184" y="146"/>
                  </a:moveTo>
                  <a:cubicBezTo>
                    <a:pt x="50" y="146"/>
                    <a:pt x="50" y="146"/>
                    <a:pt x="50" y="146"/>
                  </a:cubicBezTo>
                  <a:cubicBezTo>
                    <a:pt x="23" y="146"/>
                    <a:pt x="0" y="125"/>
                    <a:pt x="0" y="98"/>
                  </a:cubicBezTo>
                  <a:cubicBezTo>
                    <a:pt x="0" y="72"/>
                    <a:pt x="21" y="51"/>
                    <a:pt x="47" y="50"/>
                  </a:cubicBezTo>
                  <a:cubicBezTo>
                    <a:pt x="59" y="19"/>
                    <a:pt x="87" y="0"/>
                    <a:pt x="117" y="0"/>
                  </a:cubicBezTo>
                  <a:cubicBezTo>
                    <a:pt x="148" y="0"/>
                    <a:pt x="175" y="19"/>
                    <a:pt x="188" y="50"/>
                  </a:cubicBezTo>
                  <a:cubicBezTo>
                    <a:pt x="213" y="51"/>
                    <a:pt x="234" y="72"/>
                    <a:pt x="234" y="98"/>
                  </a:cubicBezTo>
                  <a:cubicBezTo>
                    <a:pt x="234" y="125"/>
                    <a:pt x="212" y="146"/>
                    <a:pt x="184" y="146"/>
                  </a:cubicBezTo>
                  <a:close/>
                  <a:moveTo>
                    <a:pt x="117" y="8"/>
                  </a:moveTo>
                  <a:cubicBezTo>
                    <a:pt x="89" y="8"/>
                    <a:pt x="64" y="26"/>
                    <a:pt x="54" y="55"/>
                  </a:cubicBezTo>
                  <a:cubicBezTo>
                    <a:pt x="53" y="57"/>
                    <a:pt x="52" y="58"/>
                    <a:pt x="50" y="58"/>
                  </a:cubicBezTo>
                  <a:cubicBezTo>
                    <a:pt x="27" y="58"/>
                    <a:pt x="8" y="76"/>
                    <a:pt x="8" y="98"/>
                  </a:cubicBezTo>
                  <a:cubicBezTo>
                    <a:pt x="8" y="120"/>
                    <a:pt x="27" y="138"/>
                    <a:pt x="50" y="138"/>
                  </a:cubicBezTo>
                  <a:cubicBezTo>
                    <a:pt x="184" y="138"/>
                    <a:pt x="184" y="138"/>
                    <a:pt x="184" y="138"/>
                  </a:cubicBezTo>
                  <a:cubicBezTo>
                    <a:pt x="207" y="138"/>
                    <a:pt x="226" y="120"/>
                    <a:pt x="226" y="98"/>
                  </a:cubicBezTo>
                  <a:cubicBezTo>
                    <a:pt x="226" y="76"/>
                    <a:pt x="207" y="58"/>
                    <a:pt x="185" y="58"/>
                  </a:cubicBezTo>
                  <a:cubicBezTo>
                    <a:pt x="183" y="58"/>
                    <a:pt x="182" y="57"/>
                    <a:pt x="181" y="55"/>
                  </a:cubicBezTo>
                  <a:cubicBezTo>
                    <a:pt x="170" y="26"/>
                    <a:pt x="145" y="8"/>
                    <a:pt x="117" y="8"/>
                  </a:cubicBezTo>
                  <a:close/>
                </a:path>
              </a:pathLst>
            </a:custGeom>
            <a:solidFill>
              <a:srgbClr val="333333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00" dirty="0"/>
            </a:p>
          </p:txBody>
        </p:sp>
        <p:cxnSp>
          <p:nvCxnSpPr>
            <p:cNvPr id="2069" name="직선 연결선 2309">
              <a:extLst>
                <a:ext uri="{FF2B5EF4-FFF2-40B4-BE49-F238E27FC236}">
                  <a16:creationId xmlns:a16="http://schemas.microsoft.com/office/drawing/2014/main" id="{CCB94832-764F-5C6C-834A-CEB440E0B699}"/>
                </a:ext>
              </a:extLst>
            </p:cNvPr>
            <p:cNvCxnSpPr>
              <a:cxnSpLocks/>
            </p:cNvCxnSpPr>
            <p:nvPr/>
          </p:nvCxnSpPr>
          <p:spPr>
            <a:xfrm>
              <a:off x="6370625" y="1327277"/>
              <a:ext cx="211650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0" name="직선 연결선 2310">
              <a:extLst>
                <a:ext uri="{FF2B5EF4-FFF2-40B4-BE49-F238E27FC236}">
                  <a16:creationId xmlns:a16="http://schemas.microsoft.com/office/drawing/2014/main" id="{14DD08DA-2F56-0629-BEE0-67D44510A323}"/>
                </a:ext>
              </a:extLst>
            </p:cNvPr>
            <p:cNvCxnSpPr>
              <a:cxnSpLocks/>
            </p:cNvCxnSpPr>
            <p:nvPr/>
          </p:nvCxnSpPr>
          <p:spPr>
            <a:xfrm>
              <a:off x="5916477" y="1326965"/>
              <a:ext cx="158737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71" name="Rectangle 78">
              <a:extLst>
                <a:ext uri="{FF2B5EF4-FFF2-40B4-BE49-F238E27FC236}">
                  <a16:creationId xmlns:a16="http://schemas.microsoft.com/office/drawing/2014/main" id="{643E51DB-028E-CAA8-DD75-838C346BE2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47947" y="1272974"/>
              <a:ext cx="168315" cy="809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96888" indent="-39688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95363" indent="-80963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492250" indent="-12065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990725" indent="-161925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algn="ctr" defTabSz="1042988" eaLnBrk="0" latinLnBrk="0" hangingPunct="0">
                <a:lnSpc>
                  <a:spcPct val="110000"/>
                </a:lnSpc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kumimoji="0" lang="ko-KR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KoPub돋움체 Medium" panose="00000600000000000000" pitchFamily="2" charset="-127"/>
                  <a:sym typeface="KoPub돋움체 Medium"/>
                </a:rPr>
                <a:t>인터넷</a:t>
              </a:r>
              <a:endParaRPr kumimoji="0" lang="en-US" altLang="ko-KR" sz="5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KoPub돋움체 Medium" panose="00000600000000000000" pitchFamily="2" charset="-127"/>
                <a:sym typeface="KoPub돋움체 Medium"/>
              </a:endParaRPr>
            </a:p>
          </p:txBody>
        </p:sp>
        <p:grpSp>
          <p:nvGrpSpPr>
            <p:cNvPr id="2072" name="그룹 2071">
              <a:extLst>
                <a:ext uri="{FF2B5EF4-FFF2-40B4-BE49-F238E27FC236}">
                  <a16:creationId xmlns:a16="http://schemas.microsoft.com/office/drawing/2014/main" id="{CF3FEE53-A855-EAF2-5D4B-181A2894A127}"/>
                </a:ext>
              </a:extLst>
            </p:cNvPr>
            <p:cNvGrpSpPr/>
            <p:nvPr/>
          </p:nvGrpSpPr>
          <p:grpSpPr>
            <a:xfrm>
              <a:off x="5771735" y="1268510"/>
              <a:ext cx="168980" cy="104479"/>
              <a:chOff x="1906588" y="4552951"/>
              <a:chExt cx="804863" cy="793750"/>
            </a:xfrm>
          </p:grpSpPr>
          <p:sp>
            <p:nvSpPr>
              <p:cNvPr id="2073" name="Freeform 111">
                <a:extLst>
                  <a:ext uri="{FF2B5EF4-FFF2-40B4-BE49-F238E27FC236}">
                    <a16:creationId xmlns:a16="http://schemas.microsoft.com/office/drawing/2014/main" id="{F54048FE-DF8E-04D0-90C4-66551751B90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938338" y="4584701"/>
                <a:ext cx="741363" cy="728663"/>
              </a:xfrm>
              <a:custGeom>
                <a:avLst/>
                <a:gdLst>
                  <a:gd name="T0" fmla="*/ 0 w 472"/>
                  <a:gd name="T1" fmla="*/ 5 h 465"/>
                  <a:gd name="T2" fmla="*/ 3 w 472"/>
                  <a:gd name="T3" fmla="*/ 0 h 465"/>
                  <a:gd name="T4" fmla="*/ 135 w 472"/>
                  <a:gd name="T5" fmla="*/ 0 h 465"/>
                  <a:gd name="T6" fmla="*/ 135 w 472"/>
                  <a:gd name="T7" fmla="*/ 104 h 465"/>
                  <a:gd name="T8" fmla="*/ 0 w 472"/>
                  <a:gd name="T9" fmla="*/ 104 h 465"/>
                  <a:gd name="T10" fmla="*/ 0 w 472"/>
                  <a:gd name="T11" fmla="*/ 5 h 465"/>
                  <a:gd name="T12" fmla="*/ 0 w 472"/>
                  <a:gd name="T13" fmla="*/ 124 h 465"/>
                  <a:gd name="T14" fmla="*/ 145 w 472"/>
                  <a:gd name="T15" fmla="*/ 124 h 465"/>
                  <a:gd name="T16" fmla="*/ 337 w 472"/>
                  <a:gd name="T17" fmla="*/ 124 h 465"/>
                  <a:gd name="T18" fmla="*/ 337 w 472"/>
                  <a:gd name="T19" fmla="*/ 223 h 465"/>
                  <a:gd name="T20" fmla="*/ 145 w 472"/>
                  <a:gd name="T21" fmla="*/ 223 h 465"/>
                  <a:gd name="T22" fmla="*/ 0 w 472"/>
                  <a:gd name="T23" fmla="*/ 223 h 465"/>
                  <a:gd name="T24" fmla="*/ 0 w 472"/>
                  <a:gd name="T25" fmla="*/ 124 h 465"/>
                  <a:gd name="T26" fmla="*/ 0 w 472"/>
                  <a:gd name="T27" fmla="*/ 243 h 465"/>
                  <a:gd name="T28" fmla="*/ 135 w 472"/>
                  <a:gd name="T29" fmla="*/ 243 h 465"/>
                  <a:gd name="T30" fmla="*/ 135 w 472"/>
                  <a:gd name="T31" fmla="*/ 344 h 465"/>
                  <a:gd name="T32" fmla="*/ 0 w 472"/>
                  <a:gd name="T33" fmla="*/ 344 h 465"/>
                  <a:gd name="T34" fmla="*/ 0 w 472"/>
                  <a:gd name="T35" fmla="*/ 243 h 465"/>
                  <a:gd name="T36" fmla="*/ 337 w 472"/>
                  <a:gd name="T37" fmla="*/ 465 h 465"/>
                  <a:gd name="T38" fmla="*/ 3 w 472"/>
                  <a:gd name="T39" fmla="*/ 465 h 465"/>
                  <a:gd name="T40" fmla="*/ 0 w 472"/>
                  <a:gd name="T41" fmla="*/ 460 h 465"/>
                  <a:gd name="T42" fmla="*/ 0 w 472"/>
                  <a:gd name="T43" fmla="*/ 364 h 465"/>
                  <a:gd name="T44" fmla="*/ 145 w 472"/>
                  <a:gd name="T45" fmla="*/ 364 h 465"/>
                  <a:gd name="T46" fmla="*/ 337 w 472"/>
                  <a:gd name="T47" fmla="*/ 364 h 465"/>
                  <a:gd name="T48" fmla="*/ 337 w 472"/>
                  <a:gd name="T49" fmla="*/ 465 h 465"/>
                  <a:gd name="T50" fmla="*/ 472 w 472"/>
                  <a:gd name="T51" fmla="*/ 458 h 465"/>
                  <a:gd name="T52" fmla="*/ 464 w 472"/>
                  <a:gd name="T53" fmla="*/ 465 h 465"/>
                  <a:gd name="T54" fmla="*/ 357 w 472"/>
                  <a:gd name="T55" fmla="*/ 465 h 465"/>
                  <a:gd name="T56" fmla="*/ 357 w 472"/>
                  <a:gd name="T57" fmla="*/ 364 h 465"/>
                  <a:gd name="T58" fmla="*/ 472 w 472"/>
                  <a:gd name="T59" fmla="*/ 364 h 465"/>
                  <a:gd name="T60" fmla="*/ 472 w 472"/>
                  <a:gd name="T61" fmla="*/ 458 h 465"/>
                  <a:gd name="T62" fmla="*/ 472 w 472"/>
                  <a:gd name="T63" fmla="*/ 344 h 465"/>
                  <a:gd name="T64" fmla="*/ 347 w 472"/>
                  <a:gd name="T65" fmla="*/ 344 h 465"/>
                  <a:gd name="T66" fmla="*/ 155 w 472"/>
                  <a:gd name="T67" fmla="*/ 344 h 465"/>
                  <a:gd name="T68" fmla="*/ 155 w 472"/>
                  <a:gd name="T69" fmla="*/ 243 h 465"/>
                  <a:gd name="T70" fmla="*/ 472 w 472"/>
                  <a:gd name="T71" fmla="*/ 243 h 465"/>
                  <a:gd name="T72" fmla="*/ 472 w 472"/>
                  <a:gd name="T73" fmla="*/ 344 h 465"/>
                  <a:gd name="T74" fmla="*/ 472 w 472"/>
                  <a:gd name="T75" fmla="*/ 223 h 465"/>
                  <a:gd name="T76" fmla="*/ 357 w 472"/>
                  <a:gd name="T77" fmla="*/ 223 h 465"/>
                  <a:gd name="T78" fmla="*/ 357 w 472"/>
                  <a:gd name="T79" fmla="*/ 124 h 465"/>
                  <a:gd name="T80" fmla="*/ 472 w 472"/>
                  <a:gd name="T81" fmla="*/ 124 h 465"/>
                  <a:gd name="T82" fmla="*/ 472 w 472"/>
                  <a:gd name="T83" fmla="*/ 223 h 465"/>
                  <a:gd name="T84" fmla="*/ 472 w 472"/>
                  <a:gd name="T85" fmla="*/ 104 h 465"/>
                  <a:gd name="T86" fmla="*/ 347 w 472"/>
                  <a:gd name="T87" fmla="*/ 104 h 465"/>
                  <a:gd name="T88" fmla="*/ 155 w 472"/>
                  <a:gd name="T89" fmla="*/ 104 h 465"/>
                  <a:gd name="T90" fmla="*/ 155 w 472"/>
                  <a:gd name="T91" fmla="*/ 0 h 465"/>
                  <a:gd name="T92" fmla="*/ 205 w 472"/>
                  <a:gd name="T93" fmla="*/ 0 h 465"/>
                  <a:gd name="T94" fmla="*/ 213 w 472"/>
                  <a:gd name="T95" fmla="*/ 0 h 465"/>
                  <a:gd name="T96" fmla="*/ 469 w 472"/>
                  <a:gd name="T97" fmla="*/ 0 h 465"/>
                  <a:gd name="T98" fmla="*/ 472 w 472"/>
                  <a:gd name="T99" fmla="*/ 5 h 465"/>
                  <a:gd name="T100" fmla="*/ 472 w 472"/>
                  <a:gd name="T101" fmla="*/ 104 h 4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472" h="465">
                    <a:moveTo>
                      <a:pt x="0" y="5"/>
                    </a:moveTo>
                    <a:cubicBezTo>
                      <a:pt x="0" y="3"/>
                      <a:pt x="0" y="0"/>
                      <a:pt x="3" y="0"/>
                    </a:cubicBezTo>
                    <a:cubicBezTo>
                      <a:pt x="135" y="0"/>
                      <a:pt x="135" y="0"/>
                      <a:pt x="135" y="0"/>
                    </a:cubicBezTo>
                    <a:cubicBezTo>
                      <a:pt x="135" y="104"/>
                      <a:pt x="135" y="104"/>
                      <a:pt x="135" y="104"/>
                    </a:cubicBezTo>
                    <a:cubicBezTo>
                      <a:pt x="0" y="104"/>
                      <a:pt x="0" y="104"/>
                      <a:pt x="0" y="104"/>
                    </a:cubicBezTo>
                    <a:lnTo>
                      <a:pt x="0" y="5"/>
                    </a:lnTo>
                    <a:close/>
                    <a:moveTo>
                      <a:pt x="0" y="124"/>
                    </a:moveTo>
                    <a:cubicBezTo>
                      <a:pt x="145" y="124"/>
                      <a:pt x="145" y="124"/>
                      <a:pt x="145" y="124"/>
                    </a:cubicBezTo>
                    <a:cubicBezTo>
                      <a:pt x="337" y="124"/>
                      <a:pt x="337" y="124"/>
                      <a:pt x="337" y="124"/>
                    </a:cubicBezTo>
                    <a:cubicBezTo>
                      <a:pt x="337" y="223"/>
                      <a:pt x="337" y="223"/>
                      <a:pt x="337" y="223"/>
                    </a:cubicBezTo>
                    <a:cubicBezTo>
                      <a:pt x="145" y="223"/>
                      <a:pt x="145" y="223"/>
                      <a:pt x="145" y="223"/>
                    </a:cubicBezTo>
                    <a:cubicBezTo>
                      <a:pt x="0" y="223"/>
                      <a:pt x="0" y="223"/>
                      <a:pt x="0" y="223"/>
                    </a:cubicBezTo>
                    <a:cubicBezTo>
                      <a:pt x="0" y="124"/>
                      <a:pt x="0" y="124"/>
                      <a:pt x="0" y="124"/>
                    </a:cubicBezTo>
                    <a:close/>
                    <a:moveTo>
                      <a:pt x="0" y="243"/>
                    </a:moveTo>
                    <a:cubicBezTo>
                      <a:pt x="135" y="243"/>
                      <a:pt x="135" y="243"/>
                      <a:pt x="135" y="243"/>
                    </a:cubicBezTo>
                    <a:cubicBezTo>
                      <a:pt x="135" y="344"/>
                      <a:pt x="135" y="344"/>
                      <a:pt x="135" y="344"/>
                    </a:cubicBezTo>
                    <a:cubicBezTo>
                      <a:pt x="0" y="344"/>
                      <a:pt x="0" y="344"/>
                      <a:pt x="0" y="344"/>
                    </a:cubicBezTo>
                    <a:cubicBezTo>
                      <a:pt x="0" y="243"/>
                      <a:pt x="0" y="243"/>
                      <a:pt x="0" y="243"/>
                    </a:cubicBezTo>
                    <a:close/>
                    <a:moveTo>
                      <a:pt x="337" y="465"/>
                    </a:moveTo>
                    <a:cubicBezTo>
                      <a:pt x="3" y="465"/>
                      <a:pt x="3" y="465"/>
                      <a:pt x="3" y="465"/>
                    </a:cubicBezTo>
                    <a:cubicBezTo>
                      <a:pt x="0" y="465"/>
                      <a:pt x="0" y="463"/>
                      <a:pt x="0" y="460"/>
                    </a:cubicBezTo>
                    <a:cubicBezTo>
                      <a:pt x="0" y="364"/>
                      <a:pt x="0" y="364"/>
                      <a:pt x="0" y="364"/>
                    </a:cubicBezTo>
                    <a:cubicBezTo>
                      <a:pt x="145" y="364"/>
                      <a:pt x="145" y="364"/>
                      <a:pt x="145" y="364"/>
                    </a:cubicBezTo>
                    <a:cubicBezTo>
                      <a:pt x="337" y="364"/>
                      <a:pt x="337" y="364"/>
                      <a:pt x="337" y="364"/>
                    </a:cubicBezTo>
                    <a:cubicBezTo>
                      <a:pt x="337" y="465"/>
                      <a:pt x="337" y="465"/>
                      <a:pt x="337" y="465"/>
                    </a:cubicBezTo>
                    <a:close/>
                    <a:moveTo>
                      <a:pt x="472" y="458"/>
                    </a:moveTo>
                    <a:cubicBezTo>
                      <a:pt x="464" y="465"/>
                      <a:pt x="464" y="465"/>
                      <a:pt x="464" y="465"/>
                    </a:cubicBezTo>
                    <a:cubicBezTo>
                      <a:pt x="357" y="465"/>
                      <a:pt x="357" y="465"/>
                      <a:pt x="357" y="465"/>
                    </a:cubicBezTo>
                    <a:cubicBezTo>
                      <a:pt x="357" y="364"/>
                      <a:pt x="357" y="364"/>
                      <a:pt x="357" y="364"/>
                    </a:cubicBezTo>
                    <a:cubicBezTo>
                      <a:pt x="472" y="364"/>
                      <a:pt x="472" y="364"/>
                      <a:pt x="472" y="364"/>
                    </a:cubicBezTo>
                    <a:lnTo>
                      <a:pt x="472" y="458"/>
                    </a:lnTo>
                    <a:close/>
                    <a:moveTo>
                      <a:pt x="472" y="344"/>
                    </a:moveTo>
                    <a:cubicBezTo>
                      <a:pt x="347" y="344"/>
                      <a:pt x="347" y="344"/>
                      <a:pt x="347" y="344"/>
                    </a:cubicBezTo>
                    <a:cubicBezTo>
                      <a:pt x="155" y="344"/>
                      <a:pt x="155" y="344"/>
                      <a:pt x="155" y="344"/>
                    </a:cubicBezTo>
                    <a:cubicBezTo>
                      <a:pt x="155" y="243"/>
                      <a:pt x="155" y="243"/>
                      <a:pt x="155" y="243"/>
                    </a:cubicBezTo>
                    <a:cubicBezTo>
                      <a:pt x="472" y="243"/>
                      <a:pt x="472" y="243"/>
                      <a:pt x="472" y="243"/>
                    </a:cubicBezTo>
                    <a:cubicBezTo>
                      <a:pt x="472" y="344"/>
                      <a:pt x="472" y="344"/>
                      <a:pt x="472" y="344"/>
                    </a:cubicBezTo>
                    <a:close/>
                    <a:moveTo>
                      <a:pt x="472" y="223"/>
                    </a:moveTo>
                    <a:cubicBezTo>
                      <a:pt x="357" y="223"/>
                      <a:pt x="357" y="223"/>
                      <a:pt x="357" y="223"/>
                    </a:cubicBezTo>
                    <a:cubicBezTo>
                      <a:pt x="357" y="124"/>
                      <a:pt x="357" y="124"/>
                      <a:pt x="357" y="124"/>
                    </a:cubicBezTo>
                    <a:cubicBezTo>
                      <a:pt x="472" y="124"/>
                      <a:pt x="472" y="124"/>
                      <a:pt x="472" y="124"/>
                    </a:cubicBezTo>
                    <a:cubicBezTo>
                      <a:pt x="472" y="223"/>
                      <a:pt x="472" y="223"/>
                      <a:pt x="472" y="223"/>
                    </a:cubicBezTo>
                    <a:close/>
                    <a:moveTo>
                      <a:pt x="472" y="104"/>
                    </a:moveTo>
                    <a:cubicBezTo>
                      <a:pt x="347" y="104"/>
                      <a:pt x="347" y="104"/>
                      <a:pt x="347" y="104"/>
                    </a:cubicBezTo>
                    <a:cubicBezTo>
                      <a:pt x="155" y="104"/>
                      <a:pt x="155" y="104"/>
                      <a:pt x="155" y="104"/>
                    </a:cubicBezTo>
                    <a:cubicBezTo>
                      <a:pt x="155" y="0"/>
                      <a:pt x="155" y="0"/>
                      <a:pt x="155" y="0"/>
                    </a:cubicBezTo>
                    <a:cubicBezTo>
                      <a:pt x="182" y="0"/>
                      <a:pt x="197" y="0"/>
                      <a:pt x="205" y="0"/>
                    </a:cubicBezTo>
                    <a:cubicBezTo>
                      <a:pt x="211" y="0"/>
                      <a:pt x="213" y="0"/>
                      <a:pt x="213" y="0"/>
                    </a:cubicBezTo>
                    <a:cubicBezTo>
                      <a:pt x="233" y="0"/>
                      <a:pt x="296" y="0"/>
                      <a:pt x="469" y="0"/>
                    </a:cubicBezTo>
                    <a:cubicBezTo>
                      <a:pt x="472" y="0"/>
                      <a:pt x="472" y="3"/>
                      <a:pt x="472" y="5"/>
                    </a:cubicBezTo>
                    <a:cubicBezTo>
                      <a:pt x="472" y="104"/>
                      <a:pt x="472" y="104"/>
                      <a:pt x="472" y="10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>
                  <a:ea typeface="맑은 고딕" panose="020B0503020000020004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2074" name="Freeform 110">
                <a:extLst>
                  <a:ext uri="{FF2B5EF4-FFF2-40B4-BE49-F238E27FC236}">
                    <a16:creationId xmlns:a16="http://schemas.microsoft.com/office/drawing/2014/main" id="{2C78AD1D-4F73-B016-636A-40BDA560698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906588" y="4552951"/>
                <a:ext cx="804863" cy="793750"/>
              </a:xfrm>
              <a:custGeom>
                <a:avLst/>
                <a:gdLst>
                  <a:gd name="T0" fmla="*/ 165 w 512"/>
                  <a:gd name="T1" fmla="*/ 0 h 506"/>
                  <a:gd name="T2" fmla="*/ 0 w 512"/>
                  <a:gd name="T3" fmla="*/ 25 h 506"/>
                  <a:gd name="T4" fmla="*/ 0 w 512"/>
                  <a:gd name="T5" fmla="*/ 253 h 506"/>
                  <a:gd name="T6" fmla="*/ 0 w 512"/>
                  <a:gd name="T7" fmla="*/ 480 h 506"/>
                  <a:gd name="T8" fmla="*/ 367 w 512"/>
                  <a:gd name="T9" fmla="*/ 506 h 506"/>
                  <a:gd name="T10" fmla="*/ 497 w 512"/>
                  <a:gd name="T11" fmla="*/ 503 h 506"/>
                  <a:gd name="T12" fmla="*/ 512 w 512"/>
                  <a:gd name="T13" fmla="*/ 480 h 506"/>
                  <a:gd name="T14" fmla="*/ 512 w 512"/>
                  <a:gd name="T15" fmla="*/ 253 h 506"/>
                  <a:gd name="T16" fmla="*/ 512 w 512"/>
                  <a:gd name="T17" fmla="*/ 25 h 506"/>
                  <a:gd name="T18" fmla="*/ 20 w 512"/>
                  <a:gd name="T19" fmla="*/ 25 h 506"/>
                  <a:gd name="T20" fmla="*/ 155 w 512"/>
                  <a:gd name="T21" fmla="*/ 20 h 506"/>
                  <a:gd name="T22" fmla="*/ 20 w 512"/>
                  <a:gd name="T23" fmla="*/ 124 h 506"/>
                  <a:gd name="T24" fmla="*/ 20 w 512"/>
                  <a:gd name="T25" fmla="*/ 144 h 506"/>
                  <a:gd name="T26" fmla="*/ 357 w 512"/>
                  <a:gd name="T27" fmla="*/ 144 h 506"/>
                  <a:gd name="T28" fmla="*/ 165 w 512"/>
                  <a:gd name="T29" fmla="*/ 243 h 506"/>
                  <a:gd name="T30" fmla="*/ 20 w 512"/>
                  <a:gd name="T31" fmla="*/ 144 h 506"/>
                  <a:gd name="T32" fmla="*/ 155 w 512"/>
                  <a:gd name="T33" fmla="*/ 263 h 506"/>
                  <a:gd name="T34" fmla="*/ 20 w 512"/>
                  <a:gd name="T35" fmla="*/ 364 h 506"/>
                  <a:gd name="T36" fmla="*/ 357 w 512"/>
                  <a:gd name="T37" fmla="*/ 485 h 506"/>
                  <a:gd name="T38" fmla="*/ 20 w 512"/>
                  <a:gd name="T39" fmla="*/ 480 h 506"/>
                  <a:gd name="T40" fmla="*/ 165 w 512"/>
                  <a:gd name="T41" fmla="*/ 384 h 506"/>
                  <a:gd name="T42" fmla="*/ 357 w 512"/>
                  <a:gd name="T43" fmla="*/ 485 h 506"/>
                  <a:gd name="T44" fmla="*/ 484 w 512"/>
                  <a:gd name="T45" fmla="*/ 485 h 506"/>
                  <a:gd name="T46" fmla="*/ 377 w 512"/>
                  <a:gd name="T47" fmla="*/ 384 h 506"/>
                  <a:gd name="T48" fmla="*/ 492 w 512"/>
                  <a:gd name="T49" fmla="*/ 478 h 506"/>
                  <a:gd name="T50" fmla="*/ 367 w 512"/>
                  <a:gd name="T51" fmla="*/ 364 h 506"/>
                  <a:gd name="T52" fmla="*/ 175 w 512"/>
                  <a:gd name="T53" fmla="*/ 263 h 506"/>
                  <a:gd name="T54" fmla="*/ 492 w 512"/>
                  <a:gd name="T55" fmla="*/ 364 h 506"/>
                  <a:gd name="T56" fmla="*/ 377 w 512"/>
                  <a:gd name="T57" fmla="*/ 243 h 506"/>
                  <a:gd name="T58" fmla="*/ 492 w 512"/>
                  <a:gd name="T59" fmla="*/ 144 h 506"/>
                  <a:gd name="T60" fmla="*/ 492 w 512"/>
                  <a:gd name="T61" fmla="*/ 124 h 506"/>
                  <a:gd name="T62" fmla="*/ 175 w 512"/>
                  <a:gd name="T63" fmla="*/ 124 h 506"/>
                  <a:gd name="T64" fmla="*/ 225 w 512"/>
                  <a:gd name="T65" fmla="*/ 20 h 506"/>
                  <a:gd name="T66" fmla="*/ 489 w 512"/>
                  <a:gd name="T67" fmla="*/ 20 h 506"/>
                  <a:gd name="T68" fmla="*/ 492 w 512"/>
                  <a:gd name="T69" fmla="*/ 124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12" h="506">
                    <a:moveTo>
                      <a:pt x="489" y="0"/>
                    </a:moveTo>
                    <a:cubicBezTo>
                      <a:pt x="165" y="0"/>
                      <a:pt x="165" y="0"/>
                      <a:pt x="165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3"/>
                      <a:pt x="0" y="25"/>
                    </a:cubicBezTo>
                    <a:cubicBezTo>
                      <a:pt x="0" y="134"/>
                      <a:pt x="0" y="134"/>
                      <a:pt x="0" y="134"/>
                    </a:cubicBezTo>
                    <a:cubicBezTo>
                      <a:pt x="0" y="253"/>
                      <a:pt x="0" y="253"/>
                      <a:pt x="0" y="253"/>
                    </a:cubicBezTo>
                    <a:cubicBezTo>
                      <a:pt x="0" y="374"/>
                      <a:pt x="0" y="374"/>
                      <a:pt x="0" y="374"/>
                    </a:cubicBezTo>
                    <a:cubicBezTo>
                      <a:pt x="0" y="480"/>
                      <a:pt x="0" y="480"/>
                      <a:pt x="0" y="480"/>
                    </a:cubicBezTo>
                    <a:cubicBezTo>
                      <a:pt x="0" y="495"/>
                      <a:pt x="10" y="506"/>
                      <a:pt x="23" y="506"/>
                    </a:cubicBezTo>
                    <a:cubicBezTo>
                      <a:pt x="367" y="506"/>
                      <a:pt x="367" y="506"/>
                      <a:pt x="367" y="506"/>
                    </a:cubicBezTo>
                    <a:cubicBezTo>
                      <a:pt x="489" y="506"/>
                      <a:pt x="489" y="506"/>
                      <a:pt x="489" y="506"/>
                    </a:cubicBezTo>
                    <a:cubicBezTo>
                      <a:pt x="492" y="506"/>
                      <a:pt x="494" y="506"/>
                      <a:pt x="497" y="503"/>
                    </a:cubicBezTo>
                    <a:cubicBezTo>
                      <a:pt x="509" y="488"/>
                      <a:pt x="509" y="488"/>
                      <a:pt x="509" y="488"/>
                    </a:cubicBezTo>
                    <a:cubicBezTo>
                      <a:pt x="512" y="488"/>
                      <a:pt x="512" y="485"/>
                      <a:pt x="512" y="480"/>
                    </a:cubicBezTo>
                    <a:cubicBezTo>
                      <a:pt x="512" y="374"/>
                      <a:pt x="512" y="374"/>
                      <a:pt x="512" y="374"/>
                    </a:cubicBezTo>
                    <a:cubicBezTo>
                      <a:pt x="512" y="253"/>
                      <a:pt x="512" y="253"/>
                      <a:pt x="512" y="253"/>
                    </a:cubicBezTo>
                    <a:cubicBezTo>
                      <a:pt x="512" y="134"/>
                      <a:pt x="512" y="134"/>
                      <a:pt x="512" y="134"/>
                    </a:cubicBezTo>
                    <a:cubicBezTo>
                      <a:pt x="512" y="25"/>
                      <a:pt x="512" y="25"/>
                      <a:pt x="512" y="25"/>
                    </a:cubicBezTo>
                    <a:cubicBezTo>
                      <a:pt x="512" y="13"/>
                      <a:pt x="502" y="0"/>
                      <a:pt x="489" y="0"/>
                    </a:cubicBezTo>
                    <a:close/>
                    <a:moveTo>
                      <a:pt x="20" y="25"/>
                    </a:moveTo>
                    <a:cubicBezTo>
                      <a:pt x="20" y="23"/>
                      <a:pt x="20" y="20"/>
                      <a:pt x="23" y="20"/>
                    </a:cubicBezTo>
                    <a:cubicBezTo>
                      <a:pt x="155" y="20"/>
                      <a:pt x="155" y="20"/>
                      <a:pt x="155" y="20"/>
                    </a:cubicBezTo>
                    <a:cubicBezTo>
                      <a:pt x="155" y="124"/>
                      <a:pt x="155" y="124"/>
                      <a:pt x="155" y="124"/>
                    </a:cubicBezTo>
                    <a:cubicBezTo>
                      <a:pt x="20" y="124"/>
                      <a:pt x="20" y="124"/>
                      <a:pt x="20" y="124"/>
                    </a:cubicBezTo>
                    <a:lnTo>
                      <a:pt x="20" y="25"/>
                    </a:lnTo>
                    <a:close/>
                    <a:moveTo>
                      <a:pt x="20" y="144"/>
                    </a:moveTo>
                    <a:cubicBezTo>
                      <a:pt x="165" y="144"/>
                      <a:pt x="165" y="144"/>
                      <a:pt x="165" y="144"/>
                    </a:cubicBezTo>
                    <a:cubicBezTo>
                      <a:pt x="357" y="144"/>
                      <a:pt x="357" y="144"/>
                      <a:pt x="357" y="144"/>
                    </a:cubicBezTo>
                    <a:cubicBezTo>
                      <a:pt x="357" y="243"/>
                      <a:pt x="357" y="243"/>
                      <a:pt x="357" y="243"/>
                    </a:cubicBezTo>
                    <a:cubicBezTo>
                      <a:pt x="165" y="243"/>
                      <a:pt x="165" y="243"/>
                      <a:pt x="165" y="243"/>
                    </a:cubicBezTo>
                    <a:cubicBezTo>
                      <a:pt x="20" y="243"/>
                      <a:pt x="20" y="243"/>
                      <a:pt x="20" y="243"/>
                    </a:cubicBezTo>
                    <a:cubicBezTo>
                      <a:pt x="20" y="144"/>
                      <a:pt x="20" y="144"/>
                      <a:pt x="20" y="144"/>
                    </a:cubicBezTo>
                    <a:close/>
                    <a:moveTo>
                      <a:pt x="20" y="263"/>
                    </a:moveTo>
                    <a:cubicBezTo>
                      <a:pt x="155" y="263"/>
                      <a:pt x="155" y="263"/>
                      <a:pt x="155" y="263"/>
                    </a:cubicBezTo>
                    <a:cubicBezTo>
                      <a:pt x="155" y="364"/>
                      <a:pt x="155" y="364"/>
                      <a:pt x="155" y="364"/>
                    </a:cubicBezTo>
                    <a:cubicBezTo>
                      <a:pt x="20" y="364"/>
                      <a:pt x="20" y="364"/>
                      <a:pt x="20" y="364"/>
                    </a:cubicBezTo>
                    <a:cubicBezTo>
                      <a:pt x="20" y="263"/>
                      <a:pt x="20" y="263"/>
                      <a:pt x="20" y="263"/>
                    </a:cubicBezTo>
                    <a:close/>
                    <a:moveTo>
                      <a:pt x="357" y="485"/>
                    </a:moveTo>
                    <a:cubicBezTo>
                      <a:pt x="23" y="485"/>
                      <a:pt x="23" y="485"/>
                      <a:pt x="23" y="485"/>
                    </a:cubicBezTo>
                    <a:cubicBezTo>
                      <a:pt x="20" y="485"/>
                      <a:pt x="20" y="483"/>
                      <a:pt x="20" y="480"/>
                    </a:cubicBezTo>
                    <a:cubicBezTo>
                      <a:pt x="20" y="384"/>
                      <a:pt x="20" y="384"/>
                      <a:pt x="20" y="384"/>
                    </a:cubicBezTo>
                    <a:cubicBezTo>
                      <a:pt x="165" y="384"/>
                      <a:pt x="165" y="384"/>
                      <a:pt x="165" y="384"/>
                    </a:cubicBezTo>
                    <a:cubicBezTo>
                      <a:pt x="357" y="384"/>
                      <a:pt x="357" y="384"/>
                      <a:pt x="357" y="384"/>
                    </a:cubicBezTo>
                    <a:cubicBezTo>
                      <a:pt x="357" y="485"/>
                      <a:pt x="357" y="485"/>
                      <a:pt x="357" y="485"/>
                    </a:cubicBezTo>
                    <a:close/>
                    <a:moveTo>
                      <a:pt x="492" y="478"/>
                    </a:moveTo>
                    <a:cubicBezTo>
                      <a:pt x="484" y="485"/>
                      <a:pt x="484" y="485"/>
                      <a:pt x="484" y="485"/>
                    </a:cubicBezTo>
                    <a:cubicBezTo>
                      <a:pt x="377" y="485"/>
                      <a:pt x="377" y="485"/>
                      <a:pt x="377" y="485"/>
                    </a:cubicBezTo>
                    <a:cubicBezTo>
                      <a:pt x="377" y="384"/>
                      <a:pt x="377" y="384"/>
                      <a:pt x="377" y="384"/>
                    </a:cubicBezTo>
                    <a:cubicBezTo>
                      <a:pt x="492" y="384"/>
                      <a:pt x="492" y="384"/>
                      <a:pt x="492" y="384"/>
                    </a:cubicBezTo>
                    <a:lnTo>
                      <a:pt x="492" y="478"/>
                    </a:lnTo>
                    <a:close/>
                    <a:moveTo>
                      <a:pt x="492" y="364"/>
                    </a:moveTo>
                    <a:cubicBezTo>
                      <a:pt x="367" y="364"/>
                      <a:pt x="367" y="364"/>
                      <a:pt x="367" y="364"/>
                    </a:cubicBezTo>
                    <a:cubicBezTo>
                      <a:pt x="175" y="364"/>
                      <a:pt x="175" y="364"/>
                      <a:pt x="175" y="364"/>
                    </a:cubicBezTo>
                    <a:cubicBezTo>
                      <a:pt x="175" y="263"/>
                      <a:pt x="175" y="263"/>
                      <a:pt x="175" y="263"/>
                    </a:cubicBezTo>
                    <a:cubicBezTo>
                      <a:pt x="492" y="263"/>
                      <a:pt x="492" y="263"/>
                      <a:pt x="492" y="263"/>
                    </a:cubicBezTo>
                    <a:cubicBezTo>
                      <a:pt x="492" y="364"/>
                      <a:pt x="492" y="364"/>
                      <a:pt x="492" y="364"/>
                    </a:cubicBezTo>
                    <a:close/>
                    <a:moveTo>
                      <a:pt x="492" y="243"/>
                    </a:moveTo>
                    <a:cubicBezTo>
                      <a:pt x="377" y="243"/>
                      <a:pt x="377" y="243"/>
                      <a:pt x="377" y="243"/>
                    </a:cubicBezTo>
                    <a:cubicBezTo>
                      <a:pt x="377" y="144"/>
                      <a:pt x="377" y="144"/>
                      <a:pt x="377" y="144"/>
                    </a:cubicBezTo>
                    <a:cubicBezTo>
                      <a:pt x="492" y="144"/>
                      <a:pt x="492" y="144"/>
                      <a:pt x="492" y="144"/>
                    </a:cubicBezTo>
                    <a:cubicBezTo>
                      <a:pt x="492" y="243"/>
                      <a:pt x="492" y="243"/>
                      <a:pt x="492" y="243"/>
                    </a:cubicBezTo>
                    <a:close/>
                    <a:moveTo>
                      <a:pt x="492" y="124"/>
                    </a:moveTo>
                    <a:cubicBezTo>
                      <a:pt x="367" y="124"/>
                      <a:pt x="367" y="124"/>
                      <a:pt x="367" y="124"/>
                    </a:cubicBezTo>
                    <a:cubicBezTo>
                      <a:pt x="175" y="124"/>
                      <a:pt x="175" y="124"/>
                      <a:pt x="175" y="124"/>
                    </a:cubicBezTo>
                    <a:cubicBezTo>
                      <a:pt x="175" y="20"/>
                      <a:pt x="175" y="20"/>
                      <a:pt x="175" y="20"/>
                    </a:cubicBezTo>
                    <a:cubicBezTo>
                      <a:pt x="202" y="20"/>
                      <a:pt x="217" y="20"/>
                      <a:pt x="225" y="20"/>
                    </a:cubicBezTo>
                    <a:cubicBezTo>
                      <a:pt x="231" y="20"/>
                      <a:pt x="233" y="20"/>
                      <a:pt x="233" y="20"/>
                    </a:cubicBezTo>
                    <a:cubicBezTo>
                      <a:pt x="253" y="20"/>
                      <a:pt x="316" y="20"/>
                      <a:pt x="489" y="20"/>
                    </a:cubicBezTo>
                    <a:cubicBezTo>
                      <a:pt x="492" y="20"/>
                      <a:pt x="492" y="23"/>
                      <a:pt x="492" y="25"/>
                    </a:cubicBezTo>
                    <a:cubicBezTo>
                      <a:pt x="492" y="124"/>
                      <a:pt x="492" y="124"/>
                      <a:pt x="492" y="124"/>
                    </a:cubicBezTo>
                    <a:close/>
                  </a:path>
                </a:pathLst>
              </a:cu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>
                  <a:ea typeface="맑은 고딕" panose="020B0503020000020004" pitchFamily="50" charset="-127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075" name="그룹 2074">
              <a:extLst>
                <a:ext uri="{FF2B5EF4-FFF2-40B4-BE49-F238E27FC236}">
                  <a16:creationId xmlns:a16="http://schemas.microsoft.com/office/drawing/2014/main" id="{ACA89E8B-D47F-9918-7734-5DFAF623DC09}"/>
                </a:ext>
              </a:extLst>
            </p:cNvPr>
            <p:cNvGrpSpPr/>
            <p:nvPr/>
          </p:nvGrpSpPr>
          <p:grpSpPr>
            <a:xfrm>
              <a:off x="6474335" y="1275385"/>
              <a:ext cx="168980" cy="104479"/>
              <a:chOff x="1906588" y="4552951"/>
              <a:chExt cx="804863" cy="793750"/>
            </a:xfrm>
          </p:grpSpPr>
          <p:sp>
            <p:nvSpPr>
              <p:cNvPr id="2076" name="Freeform 111">
                <a:extLst>
                  <a:ext uri="{FF2B5EF4-FFF2-40B4-BE49-F238E27FC236}">
                    <a16:creationId xmlns:a16="http://schemas.microsoft.com/office/drawing/2014/main" id="{C1D69D50-9DC0-5BDB-69F7-7EA24B21921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938338" y="4584701"/>
                <a:ext cx="741363" cy="728663"/>
              </a:xfrm>
              <a:custGeom>
                <a:avLst/>
                <a:gdLst>
                  <a:gd name="T0" fmla="*/ 0 w 472"/>
                  <a:gd name="T1" fmla="*/ 5 h 465"/>
                  <a:gd name="T2" fmla="*/ 3 w 472"/>
                  <a:gd name="T3" fmla="*/ 0 h 465"/>
                  <a:gd name="T4" fmla="*/ 135 w 472"/>
                  <a:gd name="T5" fmla="*/ 0 h 465"/>
                  <a:gd name="T6" fmla="*/ 135 w 472"/>
                  <a:gd name="T7" fmla="*/ 104 h 465"/>
                  <a:gd name="T8" fmla="*/ 0 w 472"/>
                  <a:gd name="T9" fmla="*/ 104 h 465"/>
                  <a:gd name="T10" fmla="*/ 0 w 472"/>
                  <a:gd name="T11" fmla="*/ 5 h 465"/>
                  <a:gd name="T12" fmla="*/ 0 w 472"/>
                  <a:gd name="T13" fmla="*/ 124 h 465"/>
                  <a:gd name="T14" fmla="*/ 145 w 472"/>
                  <a:gd name="T15" fmla="*/ 124 h 465"/>
                  <a:gd name="T16" fmla="*/ 337 w 472"/>
                  <a:gd name="T17" fmla="*/ 124 h 465"/>
                  <a:gd name="T18" fmla="*/ 337 w 472"/>
                  <a:gd name="T19" fmla="*/ 223 h 465"/>
                  <a:gd name="T20" fmla="*/ 145 w 472"/>
                  <a:gd name="T21" fmla="*/ 223 h 465"/>
                  <a:gd name="T22" fmla="*/ 0 w 472"/>
                  <a:gd name="T23" fmla="*/ 223 h 465"/>
                  <a:gd name="T24" fmla="*/ 0 w 472"/>
                  <a:gd name="T25" fmla="*/ 124 h 465"/>
                  <a:gd name="T26" fmla="*/ 0 w 472"/>
                  <a:gd name="T27" fmla="*/ 243 h 465"/>
                  <a:gd name="T28" fmla="*/ 135 w 472"/>
                  <a:gd name="T29" fmla="*/ 243 h 465"/>
                  <a:gd name="T30" fmla="*/ 135 w 472"/>
                  <a:gd name="T31" fmla="*/ 344 h 465"/>
                  <a:gd name="T32" fmla="*/ 0 w 472"/>
                  <a:gd name="T33" fmla="*/ 344 h 465"/>
                  <a:gd name="T34" fmla="*/ 0 w 472"/>
                  <a:gd name="T35" fmla="*/ 243 h 465"/>
                  <a:gd name="T36" fmla="*/ 337 w 472"/>
                  <a:gd name="T37" fmla="*/ 465 h 465"/>
                  <a:gd name="T38" fmla="*/ 3 w 472"/>
                  <a:gd name="T39" fmla="*/ 465 h 465"/>
                  <a:gd name="T40" fmla="*/ 0 w 472"/>
                  <a:gd name="T41" fmla="*/ 460 h 465"/>
                  <a:gd name="T42" fmla="*/ 0 w 472"/>
                  <a:gd name="T43" fmla="*/ 364 h 465"/>
                  <a:gd name="T44" fmla="*/ 145 w 472"/>
                  <a:gd name="T45" fmla="*/ 364 h 465"/>
                  <a:gd name="T46" fmla="*/ 337 w 472"/>
                  <a:gd name="T47" fmla="*/ 364 h 465"/>
                  <a:gd name="T48" fmla="*/ 337 w 472"/>
                  <a:gd name="T49" fmla="*/ 465 h 465"/>
                  <a:gd name="T50" fmla="*/ 472 w 472"/>
                  <a:gd name="T51" fmla="*/ 458 h 465"/>
                  <a:gd name="T52" fmla="*/ 464 w 472"/>
                  <a:gd name="T53" fmla="*/ 465 h 465"/>
                  <a:gd name="T54" fmla="*/ 357 w 472"/>
                  <a:gd name="T55" fmla="*/ 465 h 465"/>
                  <a:gd name="T56" fmla="*/ 357 w 472"/>
                  <a:gd name="T57" fmla="*/ 364 h 465"/>
                  <a:gd name="T58" fmla="*/ 472 w 472"/>
                  <a:gd name="T59" fmla="*/ 364 h 465"/>
                  <a:gd name="T60" fmla="*/ 472 w 472"/>
                  <a:gd name="T61" fmla="*/ 458 h 465"/>
                  <a:gd name="T62" fmla="*/ 472 w 472"/>
                  <a:gd name="T63" fmla="*/ 344 h 465"/>
                  <a:gd name="T64" fmla="*/ 347 w 472"/>
                  <a:gd name="T65" fmla="*/ 344 h 465"/>
                  <a:gd name="T66" fmla="*/ 155 w 472"/>
                  <a:gd name="T67" fmla="*/ 344 h 465"/>
                  <a:gd name="T68" fmla="*/ 155 w 472"/>
                  <a:gd name="T69" fmla="*/ 243 h 465"/>
                  <a:gd name="T70" fmla="*/ 472 w 472"/>
                  <a:gd name="T71" fmla="*/ 243 h 465"/>
                  <a:gd name="T72" fmla="*/ 472 w 472"/>
                  <a:gd name="T73" fmla="*/ 344 h 465"/>
                  <a:gd name="T74" fmla="*/ 472 w 472"/>
                  <a:gd name="T75" fmla="*/ 223 h 465"/>
                  <a:gd name="T76" fmla="*/ 357 w 472"/>
                  <a:gd name="T77" fmla="*/ 223 h 465"/>
                  <a:gd name="T78" fmla="*/ 357 w 472"/>
                  <a:gd name="T79" fmla="*/ 124 h 465"/>
                  <a:gd name="T80" fmla="*/ 472 w 472"/>
                  <a:gd name="T81" fmla="*/ 124 h 465"/>
                  <a:gd name="T82" fmla="*/ 472 w 472"/>
                  <a:gd name="T83" fmla="*/ 223 h 465"/>
                  <a:gd name="T84" fmla="*/ 472 w 472"/>
                  <a:gd name="T85" fmla="*/ 104 h 465"/>
                  <a:gd name="T86" fmla="*/ 347 w 472"/>
                  <a:gd name="T87" fmla="*/ 104 h 465"/>
                  <a:gd name="T88" fmla="*/ 155 w 472"/>
                  <a:gd name="T89" fmla="*/ 104 h 465"/>
                  <a:gd name="T90" fmla="*/ 155 w 472"/>
                  <a:gd name="T91" fmla="*/ 0 h 465"/>
                  <a:gd name="T92" fmla="*/ 205 w 472"/>
                  <a:gd name="T93" fmla="*/ 0 h 465"/>
                  <a:gd name="T94" fmla="*/ 213 w 472"/>
                  <a:gd name="T95" fmla="*/ 0 h 465"/>
                  <a:gd name="T96" fmla="*/ 469 w 472"/>
                  <a:gd name="T97" fmla="*/ 0 h 465"/>
                  <a:gd name="T98" fmla="*/ 472 w 472"/>
                  <a:gd name="T99" fmla="*/ 5 h 465"/>
                  <a:gd name="T100" fmla="*/ 472 w 472"/>
                  <a:gd name="T101" fmla="*/ 104 h 4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472" h="465">
                    <a:moveTo>
                      <a:pt x="0" y="5"/>
                    </a:moveTo>
                    <a:cubicBezTo>
                      <a:pt x="0" y="3"/>
                      <a:pt x="0" y="0"/>
                      <a:pt x="3" y="0"/>
                    </a:cubicBezTo>
                    <a:cubicBezTo>
                      <a:pt x="135" y="0"/>
                      <a:pt x="135" y="0"/>
                      <a:pt x="135" y="0"/>
                    </a:cubicBezTo>
                    <a:cubicBezTo>
                      <a:pt x="135" y="104"/>
                      <a:pt x="135" y="104"/>
                      <a:pt x="135" y="104"/>
                    </a:cubicBezTo>
                    <a:cubicBezTo>
                      <a:pt x="0" y="104"/>
                      <a:pt x="0" y="104"/>
                      <a:pt x="0" y="104"/>
                    </a:cubicBezTo>
                    <a:lnTo>
                      <a:pt x="0" y="5"/>
                    </a:lnTo>
                    <a:close/>
                    <a:moveTo>
                      <a:pt x="0" y="124"/>
                    </a:moveTo>
                    <a:cubicBezTo>
                      <a:pt x="145" y="124"/>
                      <a:pt x="145" y="124"/>
                      <a:pt x="145" y="124"/>
                    </a:cubicBezTo>
                    <a:cubicBezTo>
                      <a:pt x="337" y="124"/>
                      <a:pt x="337" y="124"/>
                      <a:pt x="337" y="124"/>
                    </a:cubicBezTo>
                    <a:cubicBezTo>
                      <a:pt x="337" y="223"/>
                      <a:pt x="337" y="223"/>
                      <a:pt x="337" y="223"/>
                    </a:cubicBezTo>
                    <a:cubicBezTo>
                      <a:pt x="145" y="223"/>
                      <a:pt x="145" y="223"/>
                      <a:pt x="145" y="223"/>
                    </a:cubicBezTo>
                    <a:cubicBezTo>
                      <a:pt x="0" y="223"/>
                      <a:pt x="0" y="223"/>
                      <a:pt x="0" y="223"/>
                    </a:cubicBezTo>
                    <a:cubicBezTo>
                      <a:pt x="0" y="124"/>
                      <a:pt x="0" y="124"/>
                      <a:pt x="0" y="124"/>
                    </a:cubicBezTo>
                    <a:close/>
                    <a:moveTo>
                      <a:pt x="0" y="243"/>
                    </a:moveTo>
                    <a:cubicBezTo>
                      <a:pt x="135" y="243"/>
                      <a:pt x="135" y="243"/>
                      <a:pt x="135" y="243"/>
                    </a:cubicBezTo>
                    <a:cubicBezTo>
                      <a:pt x="135" y="344"/>
                      <a:pt x="135" y="344"/>
                      <a:pt x="135" y="344"/>
                    </a:cubicBezTo>
                    <a:cubicBezTo>
                      <a:pt x="0" y="344"/>
                      <a:pt x="0" y="344"/>
                      <a:pt x="0" y="344"/>
                    </a:cubicBezTo>
                    <a:cubicBezTo>
                      <a:pt x="0" y="243"/>
                      <a:pt x="0" y="243"/>
                      <a:pt x="0" y="243"/>
                    </a:cubicBezTo>
                    <a:close/>
                    <a:moveTo>
                      <a:pt x="337" y="465"/>
                    </a:moveTo>
                    <a:cubicBezTo>
                      <a:pt x="3" y="465"/>
                      <a:pt x="3" y="465"/>
                      <a:pt x="3" y="465"/>
                    </a:cubicBezTo>
                    <a:cubicBezTo>
                      <a:pt x="0" y="465"/>
                      <a:pt x="0" y="463"/>
                      <a:pt x="0" y="460"/>
                    </a:cubicBezTo>
                    <a:cubicBezTo>
                      <a:pt x="0" y="364"/>
                      <a:pt x="0" y="364"/>
                      <a:pt x="0" y="364"/>
                    </a:cubicBezTo>
                    <a:cubicBezTo>
                      <a:pt x="145" y="364"/>
                      <a:pt x="145" y="364"/>
                      <a:pt x="145" y="364"/>
                    </a:cubicBezTo>
                    <a:cubicBezTo>
                      <a:pt x="337" y="364"/>
                      <a:pt x="337" y="364"/>
                      <a:pt x="337" y="364"/>
                    </a:cubicBezTo>
                    <a:cubicBezTo>
                      <a:pt x="337" y="465"/>
                      <a:pt x="337" y="465"/>
                      <a:pt x="337" y="465"/>
                    </a:cubicBezTo>
                    <a:close/>
                    <a:moveTo>
                      <a:pt x="472" y="458"/>
                    </a:moveTo>
                    <a:cubicBezTo>
                      <a:pt x="464" y="465"/>
                      <a:pt x="464" y="465"/>
                      <a:pt x="464" y="465"/>
                    </a:cubicBezTo>
                    <a:cubicBezTo>
                      <a:pt x="357" y="465"/>
                      <a:pt x="357" y="465"/>
                      <a:pt x="357" y="465"/>
                    </a:cubicBezTo>
                    <a:cubicBezTo>
                      <a:pt x="357" y="364"/>
                      <a:pt x="357" y="364"/>
                      <a:pt x="357" y="364"/>
                    </a:cubicBezTo>
                    <a:cubicBezTo>
                      <a:pt x="472" y="364"/>
                      <a:pt x="472" y="364"/>
                      <a:pt x="472" y="364"/>
                    </a:cubicBezTo>
                    <a:lnTo>
                      <a:pt x="472" y="458"/>
                    </a:lnTo>
                    <a:close/>
                    <a:moveTo>
                      <a:pt x="472" y="344"/>
                    </a:moveTo>
                    <a:cubicBezTo>
                      <a:pt x="347" y="344"/>
                      <a:pt x="347" y="344"/>
                      <a:pt x="347" y="344"/>
                    </a:cubicBezTo>
                    <a:cubicBezTo>
                      <a:pt x="155" y="344"/>
                      <a:pt x="155" y="344"/>
                      <a:pt x="155" y="344"/>
                    </a:cubicBezTo>
                    <a:cubicBezTo>
                      <a:pt x="155" y="243"/>
                      <a:pt x="155" y="243"/>
                      <a:pt x="155" y="243"/>
                    </a:cubicBezTo>
                    <a:cubicBezTo>
                      <a:pt x="472" y="243"/>
                      <a:pt x="472" y="243"/>
                      <a:pt x="472" y="243"/>
                    </a:cubicBezTo>
                    <a:cubicBezTo>
                      <a:pt x="472" y="344"/>
                      <a:pt x="472" y="344"/>
                      <a:pt x="472" y="344"/>
                    </a:cubicBezTo>
                    <a:close/>
                    <a:moveTo>
                      <a:pt x="472" y="223"/>
                    </a:moveTo>
                    <a:cubicBezTo>
                      <a:pt x="357" y="223"/>
                      <a:pt x="357" y="223"/>
                      <a:pt x="357" y="223"/>
                    </a:cubicBezTo>
                    <a:cubicBezTo>
                      <a:pt x="357" y="124"/>
                      <a:pt x="357" y="124"/>
                      <a:pt x="357" y="124"/>
                    </a:cubicBezTo>
                    <a:cubicBezTo>
                      <a:pt x="472" y="124"/>
                      <a:pt x="472" y="124"/>
                      <a:pt x="472" y="124"/>
                    </a:cubicBezTo>
                    <a:cubicBezTo>
                      <a:pt x="472" y="223"/>
                      <a:pt x="472" y="223"/>
                      <a:pt x="472" y="223"/>
                    </a:cubicBezTo>
                    <a:close/>
                    <a:moveTo>
                      <a:pt x="472" y="104"/>
                    </a:moveTo>
                    <a:cubicBezTo>
                      <a:pt x="347" y="104"/>
                      <a:pt x="347" y="104"/>
                      <a:pt x="347" y="104"/>
                    </a:cubicBezTo>
                    <a:cubicBezTo>
                      <a:pt x="155" y="104"/>
                      <a:pt x="155" y="104"/>
                      <a:pt x="155" y="104"/>
                    </a:cubicBezTo>
                    <a:cubicBezTo>
                      <a:pt x="155" y="0"/>
                      <a:pt x="155" y="0"/>
                      <a:pt x="155" y="0"/>
                    </a:cubicBezTo>
                    <a:cubicBezTo>
                      <a:pt x="182" y="0"/>
                      <a:pt x="197" y="0"/>
                      <a:pt x="205" y="0"/>
                    </a:cubicBezTo>
                    <a:cubicBezTo>
                      <a:pt x="211" y="0"/>
                      <a:pt x="213" y="0"/>
                      <a:pt x="213" y="0"/>
                    </a:cubicBezTo>
                    <a:cubicBezTo>
                      <a:pt x="233" y="0"/>
                      <a:pt x="296" y="0"/>
                      <a:pt x="469" y="0"/>
                    </a:cubicBezTo>
                    <a:cubicBezTo>
                      <a:pt x="472" y="0"/>
                      <a:pt x="472" y="3"/>
                      <a:pt x="472" y="5"/>
                    </a:cubicBezTo>
                    <a:cubicBezTo>
                      <a:pt x="472" y="104"/>
                      <a:pt x="472" y="104"/>
                      <a:pt x="472" y="10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>
                  <a:ea typeface="맑은 고딕" panose="020B0503020000020004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2077" name="Freeform 110">
                <a:extLst>
                  <a:ext uri="{FF2B5EF4-FFF2-40B4-BE49-F238E27FC236}">
                    <a16:creationId xmlns:a16="http://schemas.microsoft.com/office/drawing/2014/main" id="{04A882C8-50A4-2CC4-B809-53955258002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906588" y="4552951"/>
                <a:ext cx="804863" cy="793750"/>
              </a:xfrm>
              <a:custGeom>
                <a:avLst/>
                <a:gdLst>
                  <a:gd name="T0" fmla="*/ 165 w 512"/>
                  <a:gd name="T1" fmla="*/ 0 h 506"/>
                  <a:gd name="T2" fmla="*/ 0 w 512"/>
                  <a:gd name="T3" fmla="*/ 25 h 506"/>
                  <a:gd name="T4" fmla="*/ 0 w 512"/>
                  <a:gd name="T5" fmla="*/ 253 h 506"/>
                  <a:gd name="T6" fmla="*/ 0 w 512"/>
                  <a:gd name="T7" fmla="*/ 480 h 506"/>
                  <a:gd name="T8" fmla="*/ 367 w 512"/>
                  <a:gd name="T9" fmla="*/ 506 h 506"/>
                  <a:gd name="T10" fmla="*/ 497 w 512"/>
                  <a:gd name="T11" fmla="*/ 503 h 506"/>
                  <a:gd name="T12" fmla="*/ 512 w 512"/>
                  <a:gd name="T13" fmla="*/ 480 h 506"/>
                  <a:gd name="T14" fmla="*/ 512 w 512"/>
                  <a:gd name="T15" fmla="*/ 253 h 506"/>
                  <a:gd name="T16" fmla="*/ 512 w 512"/>
                  <a:gd name="T17" fmla="*/ 25 h 506"/>
                  <a:gd name="T18" fmla="*/ 20 w 512"/>
                  <a:gd name="T19" fmla="*/ 25 h 506"/>
                  <a:gd name="T20" fmla="*/ 155 w 512"/>
                  <a:gd name="T21" fmla="*/ 20 h 506"/>
                  <a:gd name="T22" fmla="*/ 20 w 512"/>
                  <a:gd name="T23" fmla="*/ 124 h 506"/>
                  <a:gd name="T24" fmla="*/ 20 w 512"/>
                  <a:gd name="T25" fmla="*/ 144 h 506"/>
                  <a:gd name="T26" fmla="*/ 357 w 512"/>
                  <a:gd name="T27" fmla="*/ 144 h 506"/>
                  <a:gd name="T28" fmla="*/ 165 w 512"/>
                  <a:gd name="T29" fmla="*/ 243 h 506"/>
                  <a:gd name="T30" fmla="*/ 20 w 512"/>
                  <a:gd name="T31" fmla="*/ 144 h 506"/>
                  <a:gd name="T32" fmla="*/ 155 w 512"/>
                  <a:gd name="T33" fmla="*/ 263 h 506"/>
                  <a:gd name="T34" fmla="*/ 20 w 512"/>
                  <a:gd name="T35" fmla="*/ 364 h 506"/>
                  <a:gd name="T36" fmla="*/ 357 w 512"/>
                  <a:gd name="T37" fmla="*/ 485 h 506"/>
                  <a:gd name="T38" fmla="*/ 20 w 512"/>
                  <a:gd name="T39" fmla="*/ 480 h 506"/>
                  <a:gd name="T40" fmla="*/ 165 w 512"/>
                  <a:gd name="T41" fmla="*/ 384 h 506"/>
                  <a:gd name="T42" fmla="*/ 357 w 512"/>
                  <a:gd name="T43" fmla="*/ 485 h 506"/>
                  <a:gd name="T44" fmla="*/ 484 w 512"/>
                  <a:gd name="T45" fmla="*/ 485 h 506"/>
                  <a:gd name="T46" fmla="*/ 377 w 512"/>
                  <a:gd name="T47" fmla="*/ 384 h 506"/>
                  <a:gd name="T48" fmla="*/ 492 w 512"/>
                  <a:gd name="T49" fmla="*/ 478 h 506"/>
                  <a:gd name="T50" fmla="*/ 367 w 512"/>
                  <a:gd name="T51" fmla="*/ 364 h 506"/>
                  <a:gd name="T52" fmla="*/ 175 w 512"/>
                  <a:gd name="T53" fmla="*/ 263 h 506"/>
                  <a:gd name="T54" fmla="*/ 492 w 512"/>
                  <a:gd name="T55" fmla="*/ 364 h 506"/>
                  <a:gd name="T56" fmla="*/ 377 w 512"/>
                  <a:gd name="T57" fmla="*/ 243 h 506"/>
                  <a:gd name="T58" fmla="*/ 492 w 512"/>
                  <a:gd name="T59" fmla="*/ 144 h 506"/>
                  <a:gd name="T60" fmla="*/ 492 w 512"/>
                  <a:gd name="T61" fmla="*/ 124 h 506"/>
                  <a:gd name="T62" fmla="*/ 175 w 512"/>
                  <a:gd name="T63" fmla="*/ 124 h 506"/>
                  <a:gd name="T64" fmla="*/ 225 w 512"/>
                  <a:gd name="T65" fmla="*/ 20 h 506"/>
                  <a:gd name="T66" fmla="*/ 489 w 512"/>
                  <a:gd name="T67" fmla="*/ 20 h 506"/>
                  <a:gd name="T68" fmla="*/ 492 w 512"/>
                  <a:gd name="T69" fmla="*/ 124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12" h="506">
                    <a:moveTo>
                      <a:pt x="489" y="0"/>
                    </a:moveTo>
                    <a:cubicBezTo>
                      <a:pt x="165" y="0"/>
                      <a:pt x="165" y="0"/>
                      <a:pt x="165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3"/>
                      <a:pt x="0" y="25"/>
                    </a:cubicBezTo>
                    <a:cubicBezTo>
                      <a:pt x="0" y="134"/>
                      <a:pt x="0" y="134"/>
                      <a:pt x="0" y="134"/>
                    </a:cubicBezTo>
                    <a:cubicBezTo>
                      <a:pt x="0" y="253"/>
                      <a:pt x="0" y="253"/>
                      <a:pt x="0" y="253"/>
                    </a:cubicBezTo>
                    <a:cubicBezTo>
                      <a:pt x="0" y="374"/>
                      <a:pt x="0" y="374"/>
                      <a:pt x="0" y="374"/>
                    </a:cubicBezTo>
                    <a:cubicBezTo>
                      <a:pt x="0" y="480"/>
                      <a:pt x="0" y="480"/>
                      <a:pt x="0" y="480"/>
                    </a:cubicBezTo>
                    <a:cubicBezTo>
                      <a:pt x="0" y="495"/>
                      <a:pt x="10" y="506"/>
                      <a:pt x="23" y="506"/>
                    </a:cubicBezTo>
                    <a:cubicBezTo>
                      <a:pt x="367" y="506"/>
                      <a:pt x="367" y="506"/>
                      <a:pt x="367" y="506"/>
                    </a:cubicBezTo>
                    <a:cubicBezTo>
                      <a:pt x="489" y="506"/>
                      <a:pt x="489" y="506"/>
                      <a:pt x="489" y="506"/>
                    </a:cubicBezTo>
                    <a:cubicBezTo>
                      <a:pt x="492" y="506"/>
                      <a:pt x="494" y="506"/>
                      <a:pt x="497" y="503"/>
                    </a:cubicBezTo>
                    <a:cubicBezTo>
                      <a:pt x="509" y="488"/>
                      <a:pt x="509" y="488"/>
                      <a:pt x="509" y="488"/>
                    </a:cubicBezTo>
                    <a:cubicBezTo>
                      <a:pt x="512" y="488"/>
                      <a:pt x="512" y="485"/>
                      <a:pt x="512" y="480"/>
                    </a:cubicBezTo>
                    <a:cubicBezTo>
                      <a:pt x="512" y="374"/>
                      <a:pt x="512" y="374"/>
                      <a:pt x="512" y="374"/>
                    </a:cubicBezTo>
                    <a:cubicBezTo>
                      <a:pt x="512" y="253"/>
                      <a:pt x="512" y="253"/>
                      <a:pt x="512" y="253"/>
                    </a:cubicBezTo>
                    <a:cubicBezTo>
                      <a:pt x="512" y="134"/>
                      <a:pt x="512" y="134"/>
                      <a:pt x="512" y="134"/>
                    </a:cubicBezTo>
                    <a:cubicBezTo>
                      <a:pt x="512" y="25"/>
                      <a:pt x="512" y="25"/>
                      <a:pt x="512" y="25"/>
                    </a:cubicBezTo>
                    <a:cubicBezTo>
                      <a:pt x="512" y="13"/>
                      <a:pt x="502" y="0"/>
                      <a:pt x="489" y="0"/>
                    </a:cubicBezTo>
                    <a:close/>
                    <a:moveTo>
                      <a:pt x="20" y="25"/>
                    </a:moveTo>
                    <a:cubicBezTo>
                      <a:pt x="20" y="23"/>
                      <a:pt x="20" y="20"/>
                      <a:pt x="23" y="20"/>
                    </a:cubicBezTo>
                    <a:cubicBezTo>
                      <a:pt x="155" y="20"/>
                      <a:pt x="155" y="20"/>
                      <a:pt x="155" y="20"/>
                    </a:cubicBezTo>
                    <a:cubicBezTo>
                      <a:pt x="155" y="124"/>
                      <a:pt x="155" y="124"/>
                      <a:pt x="155" y="124"/>
                    </a:cubicBezTo>
                    <a:cubicBezTo>
                      <a:pt x="20" y="124"/>
                      <a:pt x="20" y="124"/>
                      <a:pt x="20" y="124"/>
                    </a:cubicBezTo>
                    <a:lnTo>
                      <a:pt x="20" y="25"/>
                    </a:lnTo>
                    <a:close/>
                    <a:moveTo>
                      <a:pt x="20" y="144"/>
                    </a:moveTo>
                    <a:cubicBezTo>
                      <a:pt x="165" y="144"/>
                      <a:pt x="165" y="144"/>
                      <a:pt x="165" y="144"/>
                    </a:cubicBezTo>
                    <a:cubicBezTo>
                      <a:pt x="357" y="144"/>
                      <a:pt x="357" y="144"/>
                      <a:pt x="357" y="144"/>
                    </a:cubicBezTo>
                    <a:cubicBezTo>
                      <a:pt x="357" y="243"/>
                      <a:pt x="357" y="243"/>
                      <a:pt x="357" y="243"/>
                    </a:cubicBezTo>
                    <a:cubicBezTo>
                      <a:pt x="165" y="243"/>
                      <a:pt x="165" y="243"/>
                      <a:pt x="165" y="243"/>
                    </a:cubicBezTo>
                    <a:cubicBezTo>
                      <a:pt x="20" y="243"/>
                      <a:pt x="20" y="243"/>
                      <a:pt x="20" y="243"/>
                    </a:cubicBezTo>
                    <a:cubicBezTo>
                      <a:pt x="20" y="144"/>
                      <a:pt x="20" y="144"/>
                      <a:pt x="20" y="144"/>
                    </a:cubicBezTo>
                    <a:close/>
                    <a:moveTo>
                      <a:pt x="20" y="263"/>
                    </a:moveTo>
                    <a:cubicBezTo>
                      <a:pt x="155" y="263"/>
                      <a:pt x="155" y="263"/>
                      <a:pt x="155" y="263"/>
                    </a:cubicBezTo>
                    <a:cubicBezTo>
                      <a:pt x="155" y="364"/>
                      <a:pt x="155" y="364"/>
                      <a:pt x="155" y="364"/>
                    </a:cubicBezTo>
                    <a:cubicBezTo>
                      <a:pt x="20" y="364"/>
                      <a:pt x="20" y="364"/>
                      <a:pt x="20" y="364"/>
                    </a:cubicBezTo>
                    <a:cubicBezTo>
                      <a:pt x="20" y="263"/>
                      <a:pt x="20" y="263"/>
                      <a:pt x="20" y="263"/>
                    </a:cubicBezTo>
                    <a:close/>
                    <a:moveTo>
                      <a:pt x="357" y="485"/>
                    </a:moveTo>
                    <a:cubicBezTo>
                      <a:pt x="23" y="485"/>
                      <a:pt x="23" y="485"/>
                      <a:pt x="23" y="485"/>
                    </a:cubicBezTo>
                    <a:cubicBezTo>
                      <a:pt x="20" y="485"/>
                      <a:pt x="20" y="483"/>
                      <a:pt x="20" y="480"/>
                    </a:cubicBezTo>
                    <a:cubicBezTo>
                      <a:pt x="20" y="384"/>
                      <a:pt x="20" y="384"/>
                      <a:pt x="20" y="384"/>
                    </a:cubicBezTo>
                    <a:cubicBezTo>
                      <a:pt x="165" y="384"/>
                      <a:pt x="165" y="384"/>
                      <a:pt x="165" y="384"/>
                    </a:cubicBezTo>
                    <a:cubicBezTo>
                      <a:pt x="357" y="384"/>
                      <a:pt x="357" y="384"/>
                      <a:pt x="357" y="384"/>
                    </a:cubicBezTo>
                    <a:cubicBezTo>
                      <a:pt x="357" y="485"/>
                      <a:pt x="357" y="485"/>
                      <a:pt x="357" y="485"/>
                    </a:cubicBezTo>
                    <a:close/>
                    <a:moveTo>
                      <a:pt x="492" y="478"/>
                    </a:moveTo>
                    <a:cubicBezTo>
                      <a:pt x="484" y="485"/>
                      <a:pt x="484" y="485"/>
                      <a:pt x="484" y="485"/>
                    </a:cubicBezTo>
                    <a:cubicBezTo>
                      <a:pt x="377" y="485"/>
                      <a:pt x="377" y="485"/>
                      <a:pt x="377" y="485"/>
                    </a:cubicBezTo>
                    <a:cubicBezTo>
                      <a:pt x="377" y="384"/>
                      <a:pt x="377" y="384"/>
                      <a:pt x="377" y="384"/>
                    </a:cubicBezTo>
                    <a:cubicBezTo>
                      <a:pt x="492" y="384"/>
                      <a:pt x="492" y="384"/>
                      <a:pt x="492" y="384"/>
                    </a:cubicBezTo>
                    <a:lnTo>
                      <a:pt x="492" y="478"/>
                    </a:lnTo>
                    <a:close/>
                    <a:moveTo>
                      <a:pt x="492" y="364"/>
                    </a:moveTo>
                    <a:cubicBezTo>
                      <a:pt x="367" y="364"/>
                      <a:pt x="367" y="364"/>
                      <a:pt x="367" y="364"/>
                    </a:cubicBezTo>
                    <a:cubicBezTo>
                      <a:pt x="175" y="364"/>
                      <a:pt x="175" y="364"/>
                      <a:pt x="175" y="364"/>
                    </a:cubicBezTo>
                    <a:cubicBezTo>
                      <a:pt x="175" y="263"/>
                      <a:pt x="175" y="263"/>
                      <a:pt x="175" y="263"/>
                    </a:cubicBezTo>
                    <a:cubicBezTo>
                      <a:pt x="492" y="263"/>
                      <a:pt x="492" y="263"/>
                      <a:pt x="492" y="263"/>
                    </a:cubicBezTo>
                    <a:cubicBezTo>
                      <a:pt x="492" y="364"/>
                      <a:pt x="492" y="364"/>
                      <a:pt x="492" y="364"/>
                    </a:cubicBezTo>
                    <a:close/>
                    <a:moveTo>
                      <a:pt x="492" y="243"/>
                    </a:moveTo>
                    <a:cubicBezTo>
                      <a:pt x="377" y="243"/>
                      <a:pt x="377" y="243"/>
                      <a:pt x="377" y="243"/>
                    </a:cubicBezTo>
                    <a:cubicBezTo>
                      <a:pt x="377" y="144"/>
                      <a:pt x="377" y="144"/>
                      <a:pt x="377" y="144"/>
                    </a:cubicBezTo>
                    <a:cubicBezTo>
                      <a:pt x="492" y="144"/>
                      <a:pt x="492" y="144"/>
                      <a:pt x="492" y="144"/>
                    </a:cubicBezTo>
                    <a:cubicBezTo>
                      <a:pt x="492" y="243"/>
                      <a:pt x="492" y="243"/>
                      <a:pt x="492" y="243"/>
                    </a:cubicBezTo>
                    <a:close/>
                    <a:moveTo>
                      <a:pt x="492" y="124"/>
                    </a:moveTo>
                    <a:cubicBezTo>
                      <a:pt x="367" y="124"/>
                      <a:pt x="367" y="124"/>
                      <a:pt x="367" y="124"/>
                    </a:cubicBezTo>
                    <a:cubicBezTo>
                      <a:pt x="175" y="124"/>
                      <a:pt x="175" y="124"/>
                      <a:pt x="175" y="124"/>
                    </a:cubicBezTo>
                    <a:cubicBezTo>
                      <a:pt x="175" y="20"/>
                      <a:pt x="175" y="20"/>
                      <a:pt x="175" y="20"/>
                    </a:cubicBezTo>
                    <a:cubicBezTo>
                      <a:pt x="202" y="20"/>
                      <a:pt x="217" y="20"/>
                      <a:pt x="225" y="20"/>
                    </a:cubicBezTo>
                    <a:cubicBezTo>
                      <a:pt x="231" y="20"/>
                      <a:pt x="233" y="20"/>
                      <a:pt x="233" y="20"/>
                    </a:cubicBezTo>
                    <a:cubicBezTo>
                      <a:pt x="253" y="20"/>
                      <a:pt x="316" y="20"/>
                      <a:pt x="489" y="20"/>
                    </a:cubicBezTo>
                    <a:cubicBezTo>
                      <a:pt x="492" y="20"/>
                      <a:pt x="492" y="23"/>
                      <a:pt x="492" y="25"/>
                    </a:cubicBezTo>
                    <a:cubicBezTo>
                      <a:pt x="492" y="124"/>
                      <a:pt x="492" y="124"/>
                      <a:pt x="492" y="124"/>
                    </a:cubicBezTo>
                    <a:close/>
                  </a:path>
                </a:pathLst>
              </a:cu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>
                  <a:ea typeface="맑은 고딕" panose="020B0503020000020004" pitchFamily="50" charset="-127"/>
                  <a:cs typeface="Calibri" panose="020F0502020204030204" pitchFamily="34" charset="0"/>
                </a:endParaRPr>
              </a:p>
            </p:txBody>
          </p:sp>
        </p:grpSp>
        <p:cxnSp>
          <p:nvCxnSpPr>
            <p:cNvPr id="2078" name="직선 연결선 2330">
              <a:extLst>
                <a:ext uri="{FF2B5EF4-FFF2-40B4-BE49-F238E27FC236}">
                  <a16:creationId xmlns:a16="http://schemas.microsoft.com/office/drawing/2014/main" id="{A9BDA48A-A80F-ECCD-82E2-286B8ADAA1D2}"/>
                </a:ext>
              </a:extLst>
            </p:cNvPr>
            <p:cNvCxnSpPr/>
            <p:nvPr/>
          </p:nvCxnSpPr>
          <p:spPr>
            <a:xfrm>
              <a:off x="5360817" y="1547141"/>
              <a:ext cx="0" cy="82933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none" w="sm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9" name="직선 연결선 2331">
              <a:extLst>
                <a:ext uri="{FF2B5EF4-FFF2-40B4-BE49-F238E27FC236}">
                  <a16:creationId xmlns:a16="http://schemas.microsoft.com/office/drawing/2014/main" id="{7464211A-6204-ADD4-38E4-7DDA20CB48F9}"/>
                </a:ext>
              </a:extLst>
            </p:cNvPr>
            <p:cNvCxnSpPr/>
            <p:nvPr/>
          </p:nvCxnSpPr>
          <p:spPr>
            <a:xfrm>
              <a:off x="5356521" y="1629460"/>
              <a:ext cx="2619164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none" w="sm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0" name="직선 연결선 2332">
              <a:extLst>
                <a:ext uri="{FF2B5EF4-FFF2-40B4-BE49-F238E27FC236}">
                  <a16:creationId xmlns:a16="http://schemas.microsoft.com/office/drawing/2014/main" id="{D069B175-9160-C0B9-8413-FA6059603FBD}"/>
                </a:ext>
              </a:extLst>
            </p:cNvPr>
            <p:cNvCxnSpPr/>
            <p:nvPr/>
          </p:nvCxnSpPr>
          <p:spPr>
            <a:xfrm>
              <a:off x="7977160" y="1625205"/>
              <a:ext cx="0" cy="4976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none" w="sm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1" name="직선 연결선 2333">
              <a:extLst>
                <a:ext uri="{FF2B5EF4-FFF2-40B4-BE49-F238E27FC236}">
                  <a16:creationId xmlns:a16="http://schemas.microsoft.com/office/drawing/2014/main" id="{2A19D7F1-C0EB-5E05-69E6-666DD2EBC50D}"/>
                </a:ext>
              </a:extLst>
            </p:cNvPr>
            <p:cNvCxnSpPr/>
            <p:nvPr/>
          </p:nvCxnSpPr>
          <p:spPr>
            <a:xfrm>
              <a:off x="8112567" y="1538367"/>
              <a:ext cx="0" cy="132693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none" w="sm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99" name="그룹 2098">
              <a:extLst>
                <a:ext uri="{FF2B5EF4-FFF2-40B4-BE49-F238E27FC236}">
                  <a16:creationId xmlns:a16="http://schemas.microsoft.com/office/drawing/2014/main" id="{74EE2065-65ED-FCC3-0A5C-EF744BF437E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192682" y="2875250"/>
              <a:ext cx="122148" cy="105325"/>
              <a:chOff x="3493283" y="3693520"/>
              <a:chExt cx="897069" cy="1233786"/>
            </a:xfrm>
          </p:grpSpPr>
          <p:grpSp>
            <p:nvGrpSpPr>
              <p:cNvPr id="2100" name="그룹 2099">
                <a:extLst>
                  <a:ext uri="{FF2B5EF4-FFF2-40B4-BE49-F238E27FC236}">
                    <a16:creationId xmlns:a16="http://schemas.microsoft.com/office/drawing/2014/main" id="{5AE9C39D-4FB7-B1C1-4A56-9114294F3991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493283" y="3693520"/>
                <a:ext cx="897069" cy="1233786"/>
                <a:chOff x="11921380" y="4267727"/>
                <a:chExt cx="916126" cy="1260000"/>
              </a:xfrm>
            </p:grpSpPr>
            <p:sp>
              <p:nvSpPr>
                <p:cNvPr id="2122" name="사각형: 둥근 모서리 800">
                  <a:extLst>
                    <a:ext uri="{FF2B5EF4-FFF2-40B4-BE49-F238E27FC236}">
                      <a16:creationId xmlns:a16="http://schemas.microsoft.com/office/drawing/2014/main" id="{3F90A4EC-85C7-F073-4902-9B1EAF60C5E5}"/>
                    </a:ext>
                  </a:extLst>
                </p:cNvPr>
                <p:cNvSpPr/>
                <p:nvPr/>
              </p:nvSpPr>
              <p:spPr>
                <a:xfrm>
                  <a:off x="11923593" y="4271687"/>
                  <a:ext cx="911716" cy="1252078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-3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  <p:grpSp>
              <p:nvGrpSpPr>
                <p:cNvPr id="2123" name="그룹 2122">
                  <a:extLst>
                    <a:ext uri="{FF2B5EF4-FFF2-40B4-BE49-F238E27FC236}">
                      <a16:creationId xmlns:a16="http://schemas.microsoft.com/office/drawing/2014/main" id="{87D4E529-AC8E-FFC4-AA42-858283C6E4E2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0" y="4267727"/>
                  <a:ext cx="916126" cy="1260000"/>
                  <a:chOff x="14485933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2124" name="Freeform 230">
                    <a:extLst>
                      <a:ext uri="{FF2B5EF4-FFF2-40B4-BE49-F238E27FC236}">
                        <a16:creationId xmlns:a16="http://schemas.microsoft.com/office/drawing/2014/main" id="{2B60B416-EFB7-5A67-4C61-101ED8F19174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3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sp>
                <p:nvSpPr>
                  <p:cNvPr id="2125" name="Freeform 231">
                    <a:extLst>
                      <a:ext uri="{FF2B5EF4-FFF2-40B4-BE49-F238E27FC236}">
                        <a16:creationId xmlns:a16="http://schemas.microsoft.com/office/drawing/2014/main" id="{61D64002-5296-BA83-9CCC-9107736C163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</p:grpSp>
          </p:grpSp>
          <p:grpSp>
            <p:nvGrpSpPr>
              <p:cNvPr id="2101" name="그룹 2100">
                <a:extLst>
                  <a:ext uri="{FF2B5EF4-FFF2-40B4-BE49-F238E27FC236}">
                    <a16:creationId xmlns:a16="http://schemas.microsoft.com/office/drawing/2014/main" id="{92735F3F-7FBF-A64A-8FF3-94F0CB557CA9}"/>
                  </a:ext>
                </a:extLst>
              </p:cNvPr>
              <p:cNvGrpSpPr/>
              <p:nvPr/>
            </p:nvGrpSpPr>
            <p:grpSpPr>
              <a:xfrm>
                <a:off x="3623554" y="4140320"/>
                <a:ext cx="636537" cy="634466"/>
                <a:chOff x="881898" y="5310642"/>
                <a:chExt cx="976313" cy="973138"/>
              </a:xfrm>
            </p:grpSpPr>
            <p:grpSp>
              <p:nvGrpSpPr>
                <p:cNvPr id="2102" name="그룹 2101">
                  <a:extLst>
                    <a:ext uri="{FF2B5EF4-FFF2-40B4-BE49-F238E27FC236}">
                      <a16:creationId xmlns:a16="http://schemas.microsoft.com/office/drawing/2014/main" id="{32867991-EFE6-3CB5-EEA7-8BBDFC24BAE4}"/>
                    </a:ext>
                  </a:extLst>
                </p:cNvPr>
                <p:cNvGrpSpPr/>
                <p:nvPr/>
              </p:nvGrpSpPr>
              <p:grpSpPr>
                <a:xfrm>
                  <a:off x="881898" y="5310642"/>
                  <a:ext cx="976313" cy="973138"/>
                  <a:chOff x="21240750" y="2320925"/>
                  <a:chExt cx="976313" cy="973138"/>
                </a:xfrm>
              </p:grpSpPr>
              <p:sp>
                <p:nvSpPr>
                  <p:cNvPr id="2104" name="Freeform 113">
                    <a:extLst>
                      <a:ext uri="{FF2B5EF4-FFF2-40B4-BE49-F238E27FC236}">
                        <a16:creationId xmlns:a16="http://schemas.microsoft.com/office/drawing/2014/main" id="{5CBB2482-A831-3D2B-49F3-38CE8EA9795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410343" y="2487232"/>
                    <a:ext cx="637131" cy="640525"/>
                  </a:xfrm>
                  <a:custGeom>
                    <a:avLst/>
                    <a:gdLst>
                      <a:gd name="T0" fmla="*/ 1100 w 1100"/>
                      <a:gd name="T1" fmla="*/ 210 h 1107"/>
                      <a:gd name="T2" fmla="*/ 1100 w 1100"/>
                      <a:gd name="T3" fmla="*/ 264 h 1107"/>
                      <a:gd name="T4" fmla="*/ 1100 w 1100"/>
                      <a:gd name="T5" fmla="*/ 419 h 1107"/>
                      <a:gd name="T6" fmla="*/ 1100 w 1100"/>
                      <a:gd name="T7" fmla="*/ 473 h 1107"/>
                      <a:gd name="T8" fmla="*/ 1100 w 1100"/>
                      <a:gd name="T9" fmla="*/ 635 h 1107"/>
                      <a:gd name="T10" fmla="*/ 1100 w 1100"/>
                      <a:gd name="T11" fmla="*/ 689 h 1107"/>
                      <a:gd name="T12" fmla="*/ 1100 w 1100"/>
                      <a:gd name="T13" fmla="*/ 844 h 1107"/>
                      <a:gd name="T14" fmla="*/ 1100 w 1100"/>
                      <a:gd name="T15" fmla="*/ 898 h 1107"/>
                      <a:gd name="T16" fmla="*/ 1100 w 1100"/>
                      <a:gd name="T17" fmla="*/ 1033 h 1107"/>
                      <a:gd name="T18" fmla="*/ 1026 w 1100"/>
                      <a:gd name="T19" fmla="*/ 1107 h 1107"/>
                      <a:gd name="T20" fmla="*/ 898 w 1100"/>
                      <a:gd name="T21" fmla="*/ 1107 h 1107"/>
                      <a:gd name="T22" fmla="*/ 844 w 1100"/>
                      <a:gd name="T23" fmla="*/ 1107 h 1107"/>
                      <a:gd name="T24" fmla="*/ 682 w 1100"/>
                      <a:gd name="T25" fmla="*/ 1107 h 1107"/>
                      <a:gd name="T26" fmla="*/ 628 w 1100"/>
                      <a:gd name="T27" fmla="*/ 1107 h 1107"/>
                      <a:gd name="T28" fmla="*/ 472 w 1100"/>
                      <a:gd name="T29" fmla="*/ 1107 h 1107"/>
                      <a:gd name="T30" fmla="*/ 418 w 1100"/>
                      <a:gd name="T31" fmla="*/ 1107 h 1107"/>
                      <a:gd name="T32" fmla="*/ 256 w 1100"/>
                      <a:gd name="T33" fmla="*/ 1107 h 1107"/>
                      <a:gd name="T34" fmla="*/ 202 w 1100"/>
                      <a:gd name="T35" fmla="*/ 1107 h 1107"/>
                      <a:gd name="T36" fmla="*/ 74 w 1100"/>
                      <a:gd name="T37" fmla="*/ 1107 h 1107"/>
                      <a:gd name="T38" fmla="*/ 0 w 1100"/>
                      <a:gd name="T39" fmla="*/ 1033 h 1107"/>
                      <a:gd name="T40" fmla="*/ 0 w 1100"/>
                      <a:gd name="T41" fmla="*/ 898 h 1107"/>
                      <a:gd name="T42" fmla="*/ 0 w 1100"/>
                      <a:gd name="T43" fmla="*/ 844 h 1107"/>
                      <a:gd name="T44" fmla="*/ 0 w 1100"/>
                      <a:gd name="T45" fmla="*/ 689 h 1107"/>
                      <a:gd name="T46" fmla="*/ 0 w 1100"/>
                      <a:gd name="T47" fmla="*/ 635 h 1107"/>
                      <a:gd name="T48" fmla="*/ 0 w 1100"/>
                      <a:gd name="T49" fmla="*/ 473 h 1107"/>
                      <a:gd name="T50" fmla="*/ 0 w 1100"/>
                      <a:gd name="T51" fmla="*/ 419 h 1107"/>
                      <a:gd name="T52" fmla="*/ 0 w 1100"/>
                      <a:gd name="T53" fmla="*/ 264 h 1107"/>
                      <a:gd name="T54" fmla="*/ 0 w 1100"/>
                      <a:gd name="T55" fmla="*/ 210 h 1107"/>
                      <a:gd name="T56" fmla="*/ 0 w 1100"/>
                      <a:gd name="T57" fmla="*/ 75 h 1107"/>
                      <a:gd name="T58" fmla="*/ 74 w 1100"/>
                      <a:gd name="T59" fmla="*/ 0 h 1107"/>
                      <a:gd name="T60" fmla="*/ 202 w 1100"/>
                      <a:gd name="T61" fmla="*/ 0 h 1107"/>
                      <a:gd name="T62" fmla="*/ 256 w 1100"/>
                      <a:gd name="T63" fmla="*/ 0 h 1107"/>
                      <a:gd name="T64" fmla="*/ 418 w 1100"/>
                      <a:gd name="T65" fmla="*/ 0 h 1107"/>
                      <a:gd name="T66" fmla="*/ 472 w 1100"/>
                      <a:gd name="T67" fmla="*/ 0 h 1107"/>
                      <a:gd name="T68" fmla="*/ 628 w 1100"/>
                      <a:gd name="T69" fmla="*/ 0 h 1107"/>
                      <a:gd name="T70" fmla="*/ 682 w 1100"/>
                      <a:gd name="T71" fmla="*/ 0 h 1107"/>
                      <a:gd name="T72" fmla="*/ 844 w 1100"/>
                      <a:gd name="T73" fmla="*/ 0 h 1107"/>
                      <a:gd name="T74" fmla="*/ 898 w 1100"/>
                      <a:gd name="T75" fmla="*/ 0 h 1107"/>
                      <a:gd name="T76" fmla="*/ 1026 w 1100"/>
                      <a:gd name="T77" fmla="*/ 0 h 1107"/>
                      <a:gd name="T78" fmla="*/ 1100 w 1100"/>
                      <a:gd name="T79" fmla="*/ 75 h 1107"/>
                      <a:gd name="T80" fmla="*/ 1100 w 1100"/>
                      <a:gd name="T81" fmla="*/ 210 h 1107"/>
                      <a:gd name="T82" fmla="*/ 1100 w 1100"/>
                      <a:gd name="T83" fmla="*/ 210 h 110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1100" h="1107">
                        <a:moveTo>
                          <a:pt x="1100" y="210"/>
                        </a:moveTo>
                        <a:cubicBezTo>
                          <a:pt x="1100" y="264"/>
                          <a:pt x="1100" y="264"/>
                          <a:pt x="1100" y="264"/>
                        </a:cubicBezTo>
                        <a:cubicBezTo>
                          <a:pt x="1100" y="419"/>
                          <a:pt x="1100" y="419"/>
                          <a:pt x="1100" y="419"/>
                        </a:cubicBezTo>
                        <a:cubicBezTo>
                          <a:pt x="1100" y="473"/>
                          <a:pt x="1100" y="473"/>
                          <a:pt x="1100" y="473"/>
                        </a:cubicBezTo>
                        <a:cubicBezTo>
                          <a:pt x="1100" y="635"/>
                          <a:pt x="1100" y="635"/>
                          <a:pt x="1100" y="635"/>
                        </a:cubicBezTo>
                        <a:cubicBezTo>
                          <a:pt x="1100" y="689"/>
                          <a:pt x="1100" y="689"/>
                          <a:pt x="1100" y="689"/>
                        </a:cubicBezTo>
                        <a:cubicBezTo>
                          <a:pt x="1100" y="844"/>
                          <a:pt x="1100" y="844"/>
                          <a:pt x="1100" y="844"/>
                        </a:cubicBezTo>
                        <a:cubicBezTo>
                          <a:pt x="1100" y="898"/>
                          <a:pt x="1100" y="898"/>
                          <a:pt x="1100" y="898"/>
                        </a:cubicBezTo>
                        <a:cubicBezTo>
                          <a:pt x="1100" y="1033"/>
                          <a:pt x="1100" y="1033"/>
                          <a:pt x="1100" y="1033"/>
                        </a:cubicBezTo>
                        <a:cubicBezTo>
                          <a:pt x="1100" y="1073"/>
                          <a:pt x="1073" y="1107"/>
                          <a:pt x="1026" y="1107"/>
                        </a:cubicBezTo>
                        <a:cubicBezTo>
                          <a:pt x="898" y="1107"/>
                          <a:pt x="898" y="1107"/>
                          <a:pt x="898" y="1107"/>
                        </a:cubicBezTo>
                        <a:cubicBezTo>
                          <a:pt x="844" y="1107"/>
                          <a:pt x="844" y="1107"/>
                          <a:pt x="844" y="1107"/>
                        </a:cubicBezTo>
                        <a:cubicBezTo>
                          <a:pt x="682" y="1107"/>
                          <a:pt x="682" y="1107"/>
                          <a:pt x="682" y="1107"/>
                        </a:cubicBezTo>
                        <a:cubicBezTo>
                          <a:pt x="628" y="1107"/>
                          <a:pt x="628" y="1107"/>
                          <a:pt x="628" y="1107"/>
                        </a:cubicBezTo>
                        <a:cubicBezTo>
                          <a:pt x="472" y="1107"/>
                          <a:pt x="472" y="1107"/>
                          <a:pt x="472" y="1107"/>
                        </a:cubicBezTo>
                        <a:cubicBezTo>
                          <a:pt x="418" y="1107"/>
                          <a:pt x="418" y="1107"/>
                          <a:pt x="418" y="1107"/>
                        </a:cubicBezTo>
                        <a:cubicBezTo>
                          <a:pt x="256" y="1107"/>
                          <a:pt x="256" y="1107"/>
                          <a:pt x="256" y="1107"/>
                        </a:cubicBezTo>
                        <a:cubicBezTo>
                          <a:pt x="202" y="1107"/>
                          <a:pt x="202" y="1107"/>
                          <a:pt x="202" y="1107"/>
                        </a:cubicBezTo>
                        <a:cubicBezTo>
                          <a:pt x="74" y="1107"/>
                          <a:pt x="74" y="1107"/>
                          <a:pt x="74" y="1107"/>
                        </a:cubicBezTo>
                        <a:cubicBezTo>
                          <a:pt x="27" y="1107"/>
                          <a:pt x="0" y="1073"/>
                          <a:pt x="0" y="1033"/>
                        </a:cubicBezTo>
                        <a:cubicBezTo>
                          <a:pt x="0" y="898"/>
                          <a:pt x="0" y="898"/>
                          <a:pt x="0" y="898"/>
                        </a:cubicBezTo>
                        <a:cubicBezTo>
                          <a:pt x="0" y="844"/>
                          <a:pt x="0" y="844"/>
                          <a:pt x="0" y="844"/>
                        </a:cubicBezTo>
                        <a:cubicBezTo>
                          <a:pt x="0" y="689"/>
                          <a:pt x="0" y="689"/>
                          <a:pt x="0" y="689"/>
                        </a:cubicBezTo>
                        <a:cubicBezTo>
                          <a:pt x="0" y="635"/>
                          <a:pt x="0" y="635"/>
                          <a:pt x="0" y="635"/>
                        </a:cubicBezTo>
                        <a:cubicBezTo>
                          <a:pt x="0" y="473"/>
                          <a:pt x="0" y="473"/>
                          <a:pt x="0" y="473"/>
                        </a:cubicBezTo>
                        <a:cubicBezTo>
                          <a:pt x="0" y="419"/>
                          <a:pt x="0" y="419"/>
                          <a:pt x="0" y="419"/>
                        </a:cubicBezTo>
                        <a:cubicBezTo>
                          <a:pt x="0" y="264"/>
                          <a:pt x="0" y="264"/>
                          <a:pt x="0" y="264"/>
                        </a:cubicBezTo>
                        <a:cubicBezTo>
                          <a:pt x="0" y="210"/>
                          <a:pt x="0" y="210"/>
                          <a:pt x="0" y="210"/>
                        </a:cubicBezTo>
                        <a:cubicBezTo>
                          <a:pt x="0" y="75"/>
                          <a:pt x="0" y="75"/>
                          <a:pt x="0" y="75"/>
                        </a:cubicBezTo>
                        <a:cubicBezTo>
                          <a:pt x="0" y="34"/>
                          <a:pt x="27" y="0"/>
                          <a:pt x="74" y="0"/>
                        </a:cubicBezTo>
                        <a:cubicBezTo>
                          <a:pt x="202" y="0"/>
                          <a:pt x="202" y="0"/>
                          <a:pt x="202" y="0"/>
                        </a:cubicBezTo>
                        <a:cubicBezTo>
                          <a:pt x="256" y="0"/>
                          <a:pt x="256" y="0"/>
                          <a:pt x="256" y="0"/>
                        </a:cubicBezTo>
                        <a:cubicBezTo>
                          <a:pt x="418" y="0"/>
                          <a:pt x="418" y="0"/>
                          <a:pt x="418" y="0"/>
                        </a:cubicBezTo>
                        <a:cubicBezTo>
                          <a:pt x="472" y="0"/>
                          <a:pt x="472" y="0"/>
                          <a:pt x="472" y="0"/>
                        </a:cubicBezTo>
                        <a:cubicBezTo>
                          <a:pt x="628" y="0"/>
                          <a:pt x="628" y="0"/>
                          <a:pt x="628" y="0"/>
                        </a:cubicBezTo>
                        <a:cubicBezTo>
                          <a:pt x="682" y="0"/>
                          <a:pt x="682" y="0"/>
                          <a:pt x="682" y="0"/>
                        </a:cubicBezTo>
                        <a:cubicBezTo>
                          <a:pt x="844" y="0"/>
                          <a:pt x="844" y="0"/>
                          <a:pt x="844" y="0"/>
                        </a:cubicBezTo>
                        <a:cubicBezTo>
                          <a:pt x="898" y="0"/>
                          <a:pt x="898" y="0"/>
                          <a:pt x="898" y="0"/>
                        </a:cubicBezTo>
                        <a:cubicBezTo>
                          <a:pt x="1026" y="0"/>
                          <a:pt x="1026" y="0"/>
                          <a:pt x="1026" y="0"/>
                        </a:cubicBezTo>
                        <a:cubicBezTo>
                          <a:pt x="1073" y="0"/>
                          <a:pt x="1100" y="34"/>
                          <a:pt x="1100" y="75"/>
                        </a:cubicBezTo>
                        <a:cubicBezTo>
                          <a:pt x="1100" y="210"/>
                          <a:pt x="1100" y="210"/>
                          <a:pt x="1100" y="210"/>
                        </a:cubicBezTo>
                        <a:cubicBezTo>
                          <a:pt x="1100" y="210"/>
                          <a:pt x="1100" y="210"/>
                          <a:pt x="1100" y="210"/>
                        </a:cubicBezTo>
                        <a:close/>
                      </a:path>
                    </a:pathLst>
                  </a:custGeom>
                  <a:solidFill>
                    <a:schemeClr val="tx1">
                      <a:lumMod val="85000"/>
                      <a:lumOff val="15000"/>
                    </a:scheme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05" name="Freeform 96">
                    <a:extLst>
                      <a:ext uri="{FF2B5EF4-FFF2-40B4-BE49-F238E27FC236}">
                        <a16:creationId xmlns:a16="http://schemas.microsoft.com/office/drawing/2014/main" id="{56C11F8F-6F58-E5D8-FBB6-B34ADD679BD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085300" y="2620963"/>
                    <a:ext cx="131763" cy="30163"/>
                  </a:xfrm>
                  <a:custGeom>
                    <a:avLst/>
                    <a:gdLst>
                      <a:gd name="T0" fmla="*/ 244 w 244"/>
                      <a:gd name="T1" fmla="*/ 28 h 55"/>
                      <a:gd name="T2" fmla="*/ 217 w 244"/>
                      <a:gd name="T3" fmla="*/ 0 h 55"/>
                      <a:gd name="T4" fmla="*/ 0 w 244"/>
                      <a:gd name="T5" fmla="*/ 0 h 55"/>
                      <a:gd name="T6" fmla="*/ 0 w 244"/>
                      <a:gd name="T7" fmla="*/ 55 h 55"/>
                      <a:gd name="T8" fmla="*/ 217 w 244"/>
                      <a:gd name="T9" fmla="*/ 55 h 55"/>
                      <a:gd name="T10" fmla="*/ 244 w 244"/>
                      <a:gd name="T11" fmla="*/ 28 h 5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4" h="55">
                        <a:moveTo>
                          <a:pt x="244" y="28"/>
                        </a:moveTo>
                        <a:cubicBezTo>
                          <a:pt x="244" y="14"/>
                          <a:pt x="230" y="0"/>
                          <a:pt x="217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55"/>
                          <a:pt x="0" y="55"/>
                          <a:pt x="0" y="55"/>
                        </a:cubicBezTo>
                        <a:cubicBezTo>
                          <a:pt x="217" y="55"/>
                          <a:pt x="217" y="55"/>
                          <a:pt x="217" y="55"/>
                        </a:cubicBezTo>
                        <a:cubicBezTo>
                          <a:pt x="230" y="55"/>
                          <a:pt x="244" y="41"/>
                          <a:pt x="244" y="28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06" name="Freeform 97">
                    <a:extLst>
                      <a:ext uri="{FF2B5EF4-FFF2-40B4-BE49-F238E27FC236}">
                        <a16:creationId xmlns:a16="http://schemas.microsoft.com/office/drawing/2014/main" id="{E637F2FC-99D8-C998-1AEA-E22437422BB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085300" y="2733675"/>
                    <a:ext cx="131763" cy="30163"/>
                  </a:xfrm>
                  <a:custGeom>
                    <a:avLst/>
                    <a:gdLst>
                      <a:gd name="T0" fmla="*/ 217 w 244"/>
                      <a:gd name="T1" fmla="*/ 0 h 54"/>
                      <a:gd name="T2" fmla="*/ 0 w 244"/>
                      <a:gd name="T3" fmla="*/ 0 h 54"/>
                      <a:gd name="T4" fmla="*/ 0 w 244"/>
                      <a:gd name="T5" fmla="*/ 54 h 54"/>
                      <a:gd name="T6" fmla="*/ 217 w 244"/>
                      <a:gd name="T7" fmla="*/ 54 h 54"/>
                      <a:gd name="T8" fmla="*/ 244 w 244"/>
                      <a:gd name="T9" fmla="*/ 27 h 54"/>
                      <a:gd name="T10" fmla="*/ 217 w 244"/>
                      <a:gd name="T11" fmla="*/ 0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4" h="54">
                        <a:moveTo>
                          <a:pt x="217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54"/>
                          <a:pt x="0" y="54"/>
                          <a:pt x="0" y="54"/>
                        </a:cubicBezTo>
                        <a:cubicBezTo>
                          <a:pt x="217" y="54"/>
                          <a:pt x="217" y="54"/>
                          <a:pt x="217" y="54"/>
                        </a:cubicBezTo>
                        <a:cubicBezTo>
                          <a:pt x="230" y="54"/>
                          <a:pt x="244" y="47"/>
                          <a:pt x="244" y="27"/>
                        </a:cubicBezTo>
                        <a:cubicBezTo>
                          <a:pt x="244" y="13"/>
                          <a:pt x="230" y="0"/>
                          <a:pt x="217" y="0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07" name="Freeform 98">
                    <a:extLst>
                      <a:ext uri="{FF2B5EF4-FFF2-40B4-BE49-F238E27FC236}">
                        <a16:creationId xmlns:a16="http://schemas.microsoft.com/office/drawing/2014/main" id="{A028B94F-4F67-7C76-C04D-73476851473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085300" y="2851150"/>
                    <a:ext cx="131763" cy="30163"/>
                  </a:xfrm>
                  <a:custGeom>
                    <a:avLst/>
                    <a:gdLst>
                      <a:gd name="T0" fmla="*/ 217 w 244"/>
                      <a:gd name="T1" fmla="*/ 0 h 54"/>
                      <a:gd name="T2" fmla="*/ 0 w 244"/>
                      <a:gd name="T3" fmla="*/ 0 h 54"/>
                      <a:gd name="T4" fmla="*/ 0 w 244"/>
                      <a:gd name="T5" fmla="*/ 54 h 54"/>
                      <a:gd name="T6" fmla="*/ 217 w 244"/>
                      <a:gd name="T7" fmla="*/ 54 h 54"/>
                      <a:gd name="T8" fmla="*/ 244 w 244"/>
                      <a:gd name="T9" fmla="*/ 27 h 54"/>
                      <a:gd name="T10" fmla="*/ 217 w 244"/>
                      <a:gd name="T11" fmla="*/ 0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4" h="54">
                        <a:moveTo>
                          <a:pt x="217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54"/>
                          <a:pt x="0" y="54"/>
                          <a:pt x="0" y="54"/>
                        </a:cubicBezTo>
                        <a:cubicBezTo>
                          <a:pt x="217" y="54"/>
                          <a:pt x="217" y="54"/>
                          <a:pt x="217" y="54"/>
                        </a:cubicBezTo>
                        <a:cubicBezTo>
                          <a:pt x="230" y="54"/>
                          <a:pt x="244" y="41"/>
                          <a:pt x="244" y="27"/>
                        </a:cubicBezTo>
                        <a:cubicBezTo>
                          <a:pt x="244" y="14"/>
                          <a:pt x="230" y="0"/>
                          <a:pt x="217" y="0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08" name="Freeform 99">
                    <a:extLst>
                      <a:ext uri="{FF2B5EF4-FFF2-40B4-BE49-F238E27FC236}">
                        <a16:creationId xmlns:a16="http://schemas.microsoft.com/office/drawing/2014/main" id="{BD284183-CC97-3455-7DDF-677B2B53BA8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085300" y="2965450"/>
                    <a:ext cx="131763" cy="28575"/>
                  </a:xfrm>
                  <a:custGeom>
                    <a:avLst/>
                    <a:gdLst>
                      <a:gd name="T0" fmla="*/ 217 w 244"/>
                      <a:gd name="T1" fmla="*/ 0 h 54"/>
                      <a:gd name="T2" fmla="*/ 0 w 244"/>
                      <a:gd name="T3" fmla="*/ 0 h 54"/>
                      <a:gd name="T4" fmla="*/ 0 w 244"/>
                      <a:gd name="T5" fmla="*/ 54 h 54"/>
                      <a:gd name="T6" fmla="*/ 217 w 244"/>
                      <a:gd name="T7" fmla="*/ 54 h 54"/>
                      <a:gd name="T8" fmla="*/ 244 w 244"/>
                      <a:gd name="T9" fmla="*/ 27 h 54"/>
                      <a:gd name="T10" fmla="*/ 217 w 244"/>
                      <a:gd name="T11" fmla="*/ 0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4" h="54">
                        <a:moveTo>
                          <a:pt x="217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54"/>
                          <a:pt x="0" y="54"/>
                          <a:pt x="0" y="54"/>
                        </a:cubicBezTo>
                        <a:cubicBezTo>
                          <a:pt x="217" y="54"/>
                          <a:pt x="217" y="54"/>
                          <a:pt x="217" y="54"/>
                        </a:cubicBezTo>
                        <a:cubicBezTo>
                          <a:pt x="230" y="54"/>
                          <a:pt x="244" y="47"/>
                          <a:pt x="244" y="27"/>
                        </a:cubicBezTo>
                        <a:cubicBezTo>
                          <a:pt x="244" y="13"/>
                          <a:pt x="230" y="0"/>
                          <a:pt x="217" y="0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09" name="Freeform 100">
                    <a:extLst>
                      <a:ext uri="{FF2B5EF4-FFF2-40B4-BE49-F238E27FC236}">
                        <a16:creationId xmlns:a16="http://schemas.microsoft.com/office/drawing/2014/main" id="{FC87E952-272C-8154-5796-279D57006C7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240750" y="2620963"/>
                    <a:ext cx="131763" cy="30163"/>
                  </a:xfrm>
                  <a:custGeom>
                    <a:avLst/>
                    <a:gdLst>
                      <a:gd name="T0" fmla="*/ 0 w 243"/>
                      <a:gd name="T1" fmla="*/ 28 h 55"/>
                      <a:gd name="T2" fmla="*/ 27 w 243"/>
                      <a:gd name="T3" fmla="*/ 55 h 55"/>
                      <a:gd name="T4" fmla="*/ 243 w 243"/>
                      <a:gd name="T5" fmla="*/ 55 h 55"/>
                      <a:gd name="T6" fmla="*/ 243 w 243"/>
                      <a:gd name="T7" fmla="*/ 0 h 55"/>
                      <a:gd name="T8" fmla="*/ 27 w 243"/>
                      <a:gd name="T9" fmla="*/ 0 h 55"/>
                      <a:gd name="T10" fmla="*/ 0 w 243"/>
                      <a:gd name="T11" fmla="*/ 28 h 5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3" h="55">
                        <a:moveTo>
                          <a:pt x="0" y="28"/>
                        </a:moveTo>
                        <a:cubicBezTo>
                          <a:pt x="0" y="41"/>
                          <a:pt x="14" y="55"/>
                          <a:pt x="27" y="55"/>
                        </a:cubicBezTo>
                        <a:cubicBezTo>
                          <a:pt x="243" y="55"/>
                          <a:pt x="243" y="55"/>
                          <a:pt x="243" y="55"/>
                        </a:cubicBezTo>
                        <a:cubicBezTo>
                          <a:pt x="243" y="0"/>
                          <a:pt x="243" y="0"/>
                          <a:pt x="243" y="0"/>
                        </a:cubicBezTo>
                        <a:cubicBezTo>
                          <a:pt x="27" y="0"/>
                          <a:pt x="27" y="0"/>
                          <a:pt x="27" y="0"/>
                        </a:cubicBezTo>
                        <a:cubicBezTo>
                          <a:pt x="14" y="0"/>
                          <a:pt x="0" y="14"/>
                          <a:pt x="0" y="28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10" name="Freeform 101">
                    <a:extLst>
                      <a:ext uri="{FF2B5EF4-FFF2-40B4-BE49-F238E27FC236}">
                        <a16:creationId xmlns:a16="http://schemas.microsoft.com/office/drawing/2014/main" id="{BF2AF7DC-13FB-9640-815F-522E42C99B4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240750" y="2733675"/>
                    <a:ext cx="131763" cy="30163"/>
                  </a:xfrm>
                  <a:custGeom>
                    <a:avLst/>
                    <a:gdLst>
                      <a:gd name="T0" fmla="*/ 0 w 243"/>
                      <a:gd name="T1" fmla="*/ 27 h 54"/>
                      <a:gd name="T2" fmla="*/ 27 w 243"/>
                      <a:gd name="T3" fmla="*/ 54 h 54"/>
                      <a:gd name="T4" fmla="*/ 243 w 243"/>
                      <a:gd name="T5" fmla="*/ 54 h 54"/>
                      <a:gd name="T6" fmla="*/ 243 w 243"/>
                      <a:gd name="T7" fmla="*/ 0 h 54"/>
                      <a:gd name="T8" fmla="*/ 27 w 243"/>
                      <a:gd name="T9" fmla="*/ 0 h 54"/>
                      <a:gd name="T10" fmla="*/ 0 w 243"/>
                      <a:gd name="T11" fmla="*/ 27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3" h="54">
                        <a:moveTo>
                          <a:pt x="0" y="27"/>
                        </a:moveTo>
                        <a:cubicBezTo>
                          <a:pt x="0" y="47"/>
                          <a:pt x="14" y="54"/>
                          <a:pt x="27" y="54"/>
                        </a:cubicBezTo>
                        <a:cubicBezTo>
                          <a:pt x="243" y="54"/>
                          <a:pt x="243" y="54"/>
                          <a:pt x="243" y="54"/>
                        </a:cubicBezTo>
                        <a:cubicBezTo>
                          <a:pt x="243" y="0"/>
                          <a:pt x="243" y="0"/>
                          <a:pt x="243" y="0"/>
                        </a:cubicBezTo>
                        <a:cubicBezTo>
                          <a:pt x="27" y="0"/>
                          <a:pt x="27" y="0"/>
                          <a:pt x="27" y="0"/>
                        </a:cubicBezTo>
                        <a:cubicBezTo>
                          <a:pt x="14" y="0"/>
                          <a:pt x="0" y="13"/>
                          <a:pt x="0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11" name="Freeform 102">
                    <a:extLst>
                      <a:ext uri="{FF2B5EF4-FFF2-40B4-BE49-F238E27FC236}">
                        <a16:creationId xmlns:a16="http://schemas.microsoft.com/office/drawing/2014/main" id="{0A0533BD-7653-2D76-0584-EBEBD0F2BD4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240750" y="2851150"/>
                    <a:ext cx="131763" cy="30163"/>
                  </a:xfrm>
                  <a:custGeom>
                    <a:avLst/>
                    <a:gdLst>
                      <a:gd name="T0" fmla="*/ 0 w 243"/>
                      <a:gd name="T1" fmla="*/ 27 h 54"/>
                      <a:gd name="T2" fmla="*/ 27 w 243"/>
                      <a:gd name="T3" fmla="*/ 54 h 54"/>
                      <a:gd name="T4" fmla="*/ 243 w 243"/>
                      <a:gd name="T5" fmla="*/ 54 h 54"/>
                      <a:gd name="T6" fmla="*/ 243 w 243"/>
                      <a:gd name="T7" fmla="*/ 0 h 54"/>
                      <a:gd name="T8" fmla="*/ 27 w 243"/>
                      <a:gd name="T9" fmla="*/ 0 h 54"/>
                      <a:gd name="T10" fmla="*/ 0 w 243"/>
                      <a:gd name="T11" fmla="*/ 27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3" h="54">
                        <a:moveTo>
                          <a:pt x="0" y="27"/>
                        </a:moveTo>
                        <a:cubicBezTo>
                          <a:pt x="0" y="41"/>
                          <a:pt x="14" y="54"/>
                          <a:pt x="27" y="54"/>
                        </a:cubicBezTo>
                        <a:cubicBezTo>
                          <a:pt x="243" y="54"/>
                          <a:pt x="243" y="54"/>
                          <a:pt x="243" y="54"/>
                        </a:cubicBezTo>
                        <a:cubicBezTo>
                          <a:pt x="243" y="0"/>
                          <a:pt x="243" y="0"/>
                          <a:pt x="243" y="0"/>
                        </a:cubicBezTo>
                        <a:cubicBezTo>
                          <a:pt x="27" y="0"/>
                          <a:pt x="27" y="0"/>
                          <a:pt x="27" y="0"/>
                        </a:cubicBezTo>
                        <a:cubicBezTo>
                          <a:pt x="14" y="0"/>
                          <a:pt x="0" y="14"/>
                          <a:pt x="0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12" name="Freeform 103">
                    <a:extLst>
                      <a:ext uri="{FF2B5EF4-FFF2-40B4-BE49-F238E27FC236}">
                        <a16:creationId xmlns:a16="http://schemas.microsoft.com/office/drawing/2014/main" id="{0514426A-D1B7-4609-AA0B-E54EF859BF7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240750" y="2965450"/>
                    <a:ext cx="131763" cy="28575"/>
                  </a:xfrm>
                  <a:custGeom>
                    <a:avLst/>
                    <a:gdLst>
                      <a:gd name="T0" fmla="*/ 0 w 243"/>
                      <a:gd name="T1" fmla="*/ 27 h 54"/>
                      <a:gd name="T2" fmla="*/ 27 w 243"/>
                      <a:gd name="T3" fmla="*/ 54 h 54"/>
                      <a:gd name="T4" fmla="*/ 243 w 243"/>
                      <a:gd name="T5" fmla="*/ 54 h 54"/>
                      <a:gd name="T6" fmla="*/ 243 w 243"/>
                      <a:gd name="T7" fmla="*/ 0 h 54"/>
                      <a:gd name="T8" fmla="*/ 27 w 243"/>
                      <a:gd name="T9" fmla="*/ 0 h 54"/>
                      <a:gd name="T10" fmla="*/ 0 w 243"/>
                      <a:gd name="T11" fmla="*/ 27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3" h="54">
                        <a:moveTo>
                          <a:pt x="0" y="27"/>
                        </a:moveTo>
                        <a:cubicBezTo>
                          <a:pt x="0" y="47"/>
                          <a:pt x="14" y="54"/>
                          <a:pt x="27" y="54"/>
                        </a:cubicBezTo>
                        <a:cubicBezTo>
                          <a:pt x="243" y="54"/>
                          <a:pt x="243" y="54"/>
                          <a:pt x="243" y="54"/>
                        </a:cubicBezTo>
                        <a:cubicBezTo>
                          <a:pt x="243" y="0"/>
                          <a:pt x="243" y="0"/>
                          <a:pt x="243" y="0"/>
                        </a:cubicBezTo>
                        <a:cubicBezTo>
                          <a:pt x="27" y="0"/>
                          <a:pt x="27" y="0"/>
                          <a:pt x="27" y="0"/>
                        </a:cubicBezTo>
                        <a:cubicBezTo>
                          <a:pt x="14" y="0"/>
                          <a:pt x="0" y="13"/>
                          <a:pt x="0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13" name="Freeform 104">
                    <a:extLst>
                      <a:ext uri="{FF2B5EF4-FFF2-40B4-BE49-F238E27FC236}">
                        <a16:creationId xmlns:a16="http://schemas.microsoft.com/office/drawing/2014/main" id="{0275FFC8-05B0-AB05-8F99-53EB339F039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540788" y="2320925"/>
                    <a:ext cx="28575" cy="128588"/>
                  </a:xfrm>
                  <a:custGeom>
                    <a:avLst/>
                    <a:gdLst>
                      <a:gd name="T0" fmla="*/ 54 w 54"/>
                      <a:gd name="T1" fmla="*/ 27 h 237"/>
                      <a:gd name="T2" fmla="*/ 27 w 54"/>
                      <a:gd name="T3" fmla="*/ 0 h 237"/>
                      <a:gd name="T4" fmla="*/ 0 w 54"/>
                      <a:gd name="T5" fmla="*/ 27 h 237"/>
                      <a:gd name="T6" fmla="*/ 0 w 54"/>
                      <a:gd name="T7" fmla="*/ 237 h 237"/>
                      <a:gd name="T8" fmla="*/ 54 w 54"/>
                      <a:gd name="T9" fmla="*/ 237 h 237"/>
                      <a:gd name="T10" fmla="*/ 54 w 54"/>
                      <a:gd name="T11" fmla="*/ 27 h 237"/>
                      <a:gd name="T12" fmla="*/ 54 w 54"/>
                      <a:gd name="T13" fmla="*/ 27 h 2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7">
                        <a:moveTo>
                          <a:pt x="54" y="27"/>
                        </a:moveTo>
                        <a:cubicBezTo>
                          <a:pt x="54" y="14"/>
                          <a:pt x="40" y="0"/>
                          <a:pt x="27" y="0"/>
                        </a:cubicBezTo>
                        <a:cubicBezTo>
                          <a:pt x="13" y="0"/>
                          <a:pt x="0" y="14"/>
                          <a:pt x="0" y="27"/>
                        </a:cubicBezTo>
                        <a:cubicBezTo>
                          <a:pt x="0" y="237"/>
                          <a:pt x="0" y="237"/>
                          <a:pt x="0" y="237"/>
                        </a:cubicBezTo>
                        <a:cubicBezTo>
                          <a:pt x="54" y="237"/>
                          <a:pt x="54" y="237"/>
                          <a:pt x="54" y="23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14" name="Freeform 105">
                    <a:extLst>
                      <a:ext uri="{FF2B5EF4-FFF2-40B4-BE49-F238E27FC236}">
                        <a16:creationId xmlns:a16="http://schemas.microsoft.com/office/drawing/2014/main" id="{4B1FB582-AD43-DB5A-C9CA-E46BA93DEA8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658263" y="2320925"/>
                    <a:ext cx="28575" cy="128588"/>
                  </a:xfrm>
                  <a:custGeom>
                    <a:avLst/>
                    <a:gdLst>
                      <a:gd name="T0" fmla="*/ 54 w 54"/>
                      <a:gd name="T1" fmla="*/ 27 h 237"/>
                      <a:gd name="T2" fmla="*/ 27 w 54"/>
                      <a:gd name="T3" fmla="*/ 0 h 237"/>
                      <a:gd name="T4" fmla="*/ 0 w 54"/>
                      <a:gd name="T5" fmla="*/ 27 h 237"/>
                      <a:gd name="T6" fmla="*/ 0 w 54"/>
                      <a:gd name="T7" fmla="*/ 237 h 237"/>
                      <a:gd name="T8" fmla="*/ 54 w 54"/>
                      <a:gd name="T9" fmla="*/ 237 h 237"/>
                      <a:gd name="T10" fmla="*/ 54 w 54"/>
                      <a:gd name="T11" fmla="*/ 27 h 237"/>
                      <a:gd name="T12" fmla="*/ 54 w 54"/>
                      <a:gd name="T13" fmla="*/ 27 h 2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7">
                        <a:moveTo>
                          <a:pt x="54" y="27"/>
                        </a:moveTo>
                        <a:cubicBezTo>
                          <a:pt x="54" y="14"/>
                          <a:pt x="40" y="0"/>
                          <a:pt x="27" y="0"/>
                        </a:cubicBezTo>
                        <a:cubicBezTo>
                          <a:pt x="13" y="0"/>
                          <a:pt x="0" y="14"/>
                          <a:pt x="0" y="27"/>
                        </a:cubicBezTo>
                        <a:cubicBezTo>
                          <a:pt x="0" y="237"/>
                          <a:pt x="0" y="237"/>
                          <a:pt x="0" y="237"/>
                        </a:cubicBezTo>
                        <a:cubicBezTo>
                          <a:pt x="54" y="237"/>
                          <a:pt x="54" y="237"/>
                          <a:pt x="54" y="23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15" name="Freeform 106">
                    <a:extLst>
                      <a:ext uri="{FF2B5EF4-FFF2-40B4-BE49-F238E27FC236}">
                        <a16:creationId xmlns:a16="http://schemas.microsoft.com/office/drawing/2014/main" id="{80415F3B-486F-9B09-6DAC-28CC17E6A45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770975" y="2320925"/>
                    <a:ext cx="30163" cy="128588"/>
                  </a:xfrm>
                  <a:custGeom>
                    <a:avLst/>
                    <a:gdLst>
                      <a:gd name="T0" fmla="*/ 54 w 54"/>
                      <a:gd name="T1" fmla="*/ 27 h 237"/>
                      <a:gd name="T2" fmla="*/ 27 w 54"/>
                      <a:gd name="T3" fmla="*/ 0 h 237"/>
                      <a:gd name="T4" fmla="*/ 0 w 54"/>
                      <a:gd name="T5" fmla="*/ 27 h 237"/>
                      <a:gd name="T6" fmla="*/ 0 w 54"/>
                      <a:gd name="T7" fmla="*/ 237 h 237"/>
                      <a:gd name="T8" fmla="*/ 54 w 54"/>
                      <a:gd name="T9" fmla="*/ 237 h 237"/>
                      <a:gd name="T10" fmla="*/ 54 w 54"/>
                      <a:gd name="T11" fmla="*/ 27 h 237"/>
                      <a:gd name="T12" fmla="*/ 54 w 54"/>
                      <a:gd name="T13" fmla="*/ 27 h 2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7">
                        <a:moveTo>
                          <a:pt x="54" y="27"/>
                        </a:moveTo>
                        <a:cubicBezTo>
                          <a:pt x="54" y="14"/>
                          <a:pt x="40" y="0"/>
                          <a:pt x="27" y="0"/>
                        </a:cubicBezTo>
                        <a:cubicBezTo>
                          <a:pt x="13" y="0"/>
                          <a:pt x="0" y="14"/>
                          <a:pt x="0" y="27"/>
                        </a:cubicBezTo>
                        <a:cubicBezTo>
                          <a:pt x="0" y="237"/>
                          <a:pt x="0" y="237"/>
                          <a:pt x="0" y="237"/>
                        </a:cubicBezTo>
                        <a:cubicBezTo>
                          <a:pt x="54" y="237"/>
                          <a:pt x="54" y="237"/>
                          <a:pt x="54" y="23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16" name="Freeform 107">
                    <a:extLst>
                      <a:ext uri="{FF2B5EF4-FFF2-40B4-BE49-F238E27FC236}">
                        <a16:creationId xmlns:a16="http://schemas.microsoft.com/office/drawing/2014/main" id="{55168457-F8FE-A177-D2A1-1AE97C46B0C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886863" y="2320925"/>
                    <a:ext cx="30163" cy="128588"/>
                  </a:xfrm>
                  <a:custGeom>
                    <a:avLst/>
                    <a:gdLst>
                      <a:gd name="T0" fmla="*/ 54 w 54"/>
                      <a:gd name="T1" fmla="*/ 27 h 237"/>
                      <a:gd name="T2" fmla="*/ 27 w 54"/>
                      <a:gd name="T3" fmla="*/ 0 h 237"/>
                      <a:gd name="T4" fmla="*/ 0 w 54"/>
                      <a:gd name="T5" fmla="*/ 27 h 237"/>
                      <a:gd name="T6" fmla="*/ 0 w 54"/>
                      <a:gd name="T7" fmla="*/ 237 h 237"/>
                      <a:gd name="T8" fmla="*/ 54 w 54"/>
                      <a:gd name="T9" fmla="*/ 237 h 237"/>
                      <a:gd name="T10" fmla="*/ 54 w 54"/>
                      <a:gd name="T11" fmla="*/ 27 h 237"/>
                      <a:gd name="T12" fmla="*/ 54 w 54"/>
                      <a:gd name="T13" fmla="*/ 27 h 2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7">
                        <a:moveTo>
                          <a:pt x="54" y="27"/>
                        </a:moveTo>
                        <a:cubicBezTo>
                          <a:pt x="54" y="14"/>
                          <a:pt x="40" y="0"/>
                          <a:pt x="27" y="0"/>
                        </a:cubicBezTo>
                        <a:cubicBezTo>
                          <a:pt x="13" y="0"/>
                          <a:pt x="0" y="14"/>
                          <a:pt x="0" y="27"/>
                        </a:cubicBezTo>
                        <a:cubicBezTo>
                          <a:pt x="0" y="237"/>
                          <a:pt x="0" y="237"/>
                          <a:pt x="0" y="237"/>
                        </a:cubicBezTo>
                        <a:cubicBezTo>
                          <a:pt x="54" y="237"/>
                          <a:pt x="54" y="237"/>
                          <a:pt x="54" y="23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17" name="Freeform 108">
                    <a:extLst>
                      <a:ext uri="{FF2B5EF4-FFF2-40B4-BE49-F238E27FC236}">
                        <a16:creationId xmlns:a16="http://schemas.microsoft.com/office/drawing/2014/main" id="{0B6B0E35-604E-F8B1-E81E-402C20F5F63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540788" y="3165475"/>
                    <a:ext cx="28575" cy="128588"/>
                  </a:xfrm>
                  <a:custGeom>
                    <a:avLst/>
                    <a:gdLst>
                      <a:gd name="T0" fmla="*/ 0 w 54"/>
                      <a:gd name="T1" fmla="*/ 211 h 238"/>
                      <a:gd name="T2" fmla="*/ 27 w 54"/>
                      <a:gd name="T3" fmla="*/ 238 h 238"/>
                      <a:gd name="T4" fmla="*/ 54 w 54"/>
                      <a:gd name="T5" fmla="*/ 211 h 238"/>
                      <a:gd name="T6" fmla="*/ 54 w 54"/>
                      <a:gd name="T7" fmla="*/ 0 h 238"/>
                      <a:gd name="T8" fmla="*/ 0 w 54"/>
                      <a:gd name="T9" fmla="*/ 0 h 238"/>
                      <a:gd name="T10" fmla="*/ 0 w 54"/>
                      <a:gd name="T11" fmla="*/ 211 h 238"/>
                      <a:gd name="T12" fmla="*/ 0 w 54"/>
                      <a:gd name="T13" fmla="*/ 211 h 2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8">
                        <a:moveTo>
                          <a:pt x="0" y="211"/>
                        </a:moveTo>
                        <a:cubicBezTo>
                          <a:pt x="0" y="231"/>
                          <a:pt x="13" y="238"/>
                          <a:pt x="27" y="238"/>
                        </a:cubicBezTo>
                        <a:cubicBezTo>
                          <a:pt x="40" y="238"/>
                          <a:pt x="54" y="231"/>
                          <a:pt x="54" y="211"/>
                        </a:cubicBezTo>
                        <a:cubicBezTo>
                          <a:pt x="54" y="0"/>
                          <a:pt x="54" y="0"/>
                          <a:pt x="54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18" name="Freeform 109">
                    <a:extLst>
                      <a:ext uri="{FF2B5EF4-FFF2-40B4-BE49-F238E27FC236}">
                        <a16:creationId xmlns:a16="http://schemas.microsoft.com/office/drawing/2014/main" id="{AB8E5F39-0852-8C25-32E8-340F877EDD8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658263" y="3165475"/>
                    <a:ext cx="28575" cy="128588"/>
                  </a:xfrm>
                  <a:custGeom>
                    <a:avLst/>
                    <a:gdLst>
                      <a:gd name="T0" fmla="*/ 0 w 54"/>
                      <a:gd name="T1" fmla="*/ 211 h 238"/>
                      <a:gd name="T2" fmla="*/ 27 w 54"/>
                      <a:gd name="T3" fmla="*/ 238 h 238"/>
                      <a:gd name="T4" fmla="*/ 54 w 54"/>
                      <a:gd name="T5" fmla="*/ 211 h 238"/>
                      <a:gd name="T6" fmla="*/ 54 w 54"/>
                      <a:gd name="T7" fmla="*/ 0 h 238"/>
                      <a:gd name="T8" fmla="*/ 0 w 54"/>
                      <a:gd name="T9" fmla="*/ 0 h 238"/>
                      <a:gd name="T10" fmla="*/ 0 w 54"/>
                      <a:gd name="T11" fmla="*/ 211 h 238"/>
                      <a:gd name="T12" fmla="*/ 0 w 54"/>
                      <a:gd name="T13" fmla="*/ 211 h 2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8">
                        <a:moveTo>
                          <a:pt x="0" y="211"/>
                        </a:moveTo>
                        <a:cubicBezTo>
                          <a:pt x="0" y="231"/>
                          <a:pt x="13" y="238"/>
                          <a:pt x="27" y="238"/>
                        </a:cubicBezTo>
                        <a:cubicBezTo>
                          <a:pt x="40" y="238"/>
                          <a:pt x="54" y="231"/>
                          <a:pt x="54" y="211"/>
                        </a:cubicBezTo>
                        <a:cubicBezTo>
                          <a:pt x="54" y="0"/>
                          <a:pt x="54" y="0"/>
                          <a:pt x="54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19" name="Freeform 110">
                    <a:extLst>
                      <a:ext uri="{FF2B5EF4-FFF2-40B4-BE49-F238E27FC236}">
                        <a16:creationId xmlns:a16="http://schemas.microsoft.com/office/drawing/2014/main" id="{0F83BBBD-A982-D575-6C45-D8788C49440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770975" y="3165475"/>
                    <a:ext cx="30163" cy="128588"/>
                  </a:xfrm>
                  <a:custGeom>
                    <a:avLst/>
                    <a:gdLst>
                      <a:gd name="T0" fmla="*/ 0 w 54"/>
                      <a:gd name="T1" fmla="*/ 211 h 238"/>
                      <a:gd name="T2" fmla="*/ 27 w 54"/>
                      <a:gd name="T3" fmla="*/ 238 h 238"/>
                      <a:gd name="T4" fmla="*/ 54 w 54"/>
                      <a:gd name="T5" fmla="*/ 211 h 238"/>
                      <a:gd name="T6" fmla="*/ 54 w 54"/>
                      <a:gd name="T7" fmla="*/ 0 h 238"/>
                      <a:gd name="T8" fmla="*/ 0 w 54"/>
                      <a:gd name="T9" fmla="*/ 0 h 238"/>
                      <a:gd name="T10" fmla="*/ 0 w 54"/>
                      <a:gd name="T11" fmla="*/ 211 h 238"/>
                      <a:gd name="T12" fmla="*/ 0 w 54"/>
                      <a:gd name="T13" fmla="*/ 211 h 2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8">
                        <a:moveTo>
                          <a:pt x="0" y="211"/>
                        </a:moveTo>
                        <a:cubicBezTo>
                          <a:pt x="0" y="231"/>
                          <a:pt x="13" y="238"/>
                          <a:pt x="27" y="238"/>
                        </a:cubicBezTo>
                        <a:cubicBezTo>
                          <a:pt x="40" y="238"/>
                          <a:pt x="54" y="231"/>
                          <a:pt x="54" y="211"/>
                        </a:cubicBezTo>
                        <a:cubicBezTo>
                          <a:pt x="54" y="0"/>
                          <a:pt x="54" y="0"/>
                          <a:pt x="54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20" name="Freeform 111">
                    <a:extLst>
                      <a:ext uri="{FF2B5EF4-FFF2-40B4-BE49-F238E27FC236}">
                        <a16:creationId xmlns:a16="http://schemas.microsoft.com/office/drawing/2014/main" id="{3E288F67-11A1-BD12-9190-3DC7E0EE01B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886863" y="3165475"/>
                    <a:ext cx="30163" cy="128588"/>
                  </a:xfrm>
                  <a:custGeom>
                    <a:avLst/>
                    <a:gdLst>
                      <a:gd name="T0" fmla="*/ 0 w 54"/>
                      <a:gd name="T1" fmla="*/ 211 h 238"/>
                      <a:gd name="T2" fmla="*/ 27 w 54"/>
                      <a:gd name="T3" fmla="*/ 238 h 238"/>
                      <a:gd name="T4" fmla="*/ 54 w 54"/>
                      <a:gd name="T5" fmla="*/ 211 h 238"/>
                      <a:gd name="T6" fmla="*/ 54 w 54"/>
                      <a:gd name="T7" fmla="*/ 0 h 238"/>
                      <a:gd name="T8" fmla="*/ 0 w 54"/>
                      <a:gd name="T9" fmla="*/ 0 h 238"/>
                      <a:gd name="T10" fmla="*/ 0 w 54"/>
                      <a:gd name="T11" fmla="*/ 211 h 238"/>
                      <a:gd name="T12" fmla="*/ 0 w 54"/>
                      <a:gd name="T13" fmla="*/ 211 h 2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8">
                        <a:moveTo>
                          <a:pt x="0" y="211"/>
                        </a:moveTo>
                        <a:cubicBezTo>
                          <a:pt x="0" y="231"/>
                          <a:pt x="13" y="238"/>
                          <a:pt x="27" y="238"/>
                        </a:cubicBezTo>
                        <a:cubicBezTo>
                          <a:pt x="40" y="238"/>
                          <a:pt x="54" y="231"/>
                          <a:pt x="54" y="211"/>
                        </a:cubicBezTo>
                        <a:cubicBezTo>
                          <a:pt x="54" y="0"/>
                          <a:pt x="54" y="0"/>
                          <a:pt x="54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21" name="Freeform 112">
                    <a:extLst>
                      <a:ext uri="{FF2B5EF4-FFF2-40B4-BE49-F238E27FC236}">
                        <a16:creationId xmlns:a16="http://schemas.microsoft.com/office/drawing/2014/main" id="{BA732D2B-C53E-93AA-0308-CAB4252D81D4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21401088" y="2478088"/>
                    <a:ext cx="654050" cy="658813"/>
                  </a:xfrm>
                  <a:custGeom>
                    <a:avLst/>
                    <a:gdLst>
                      <a:gd name="T0" fmla="*/ 952 w 1208"/>
                      <a:gd name="T1" fmla="*/ 0 h 1215"/>
                      <a:gd name="T2" fmla="*/ 736 w 1208"/>
                      <a:gd name="T3" fmla="*/ 0 h 1215"/>
                      <a:gd name="T4" fmla="*/ 526 w 1208"/>
                      <a:gd name="T5" fmla="*/ 0 h 1215"/>
                      <a:gd name="T6" fmla="*/ 310 w 1208"/>
                      <a:gd name="T7" fmla="*/ 0 h 1215"/>
                      <a:gd name="T8" fmla="*/ 128 w 1208"/>
                      <a:gd name="T9" fmla="*/ 0 h 1215"/>
                      <a:gd name="T10" fmla="*/ 0 w 1208"/>
                      <a:gd name="T11" fmla="*/ 264 h 1215"/>
                      <a:gd name="T12" fmla="*/ 0 w 1208"/>
                      <a:gd name="T13" fmla="*/ 473 h 1215"/>
                      <a:gd name="T14" fmla="*/ 0 w 1208"/>
                      <a:gd name="T15" fmla="*/ 689 h 1215"/>
                      <a:gd name="T16" fmla="*/ 0 w 1208"/>
                      <a:gd name="T17" fmla="*/ 898 h 1215"/>
                      <a:gd name="T18" fmla="*/ 0 w 1208"/>
                      <a:gd name="T19" fmla="*/ 1087 h 1215"/>
                      <a:gd name="T20" fmla="*/ 256 w 1208"/>
                      <a:gd name="T21" fmla="*/ 1215 h 1215"/>
                      <a:gd name="T22" fmla="*/ 472 w 1208"/>
                      <a:gd name="T23" fmla="*/ 1215 h 1215"/>
                      <a:gd name="T24" fmla="*/ 682 w 1208"/>
                      <a:gd name="T25" fmla="*/ 1215 h 1215"/>
                      <a:gd name="T26" fmla="*/ 898 w 1208"/>
                      <a:gd name="T27" fmla="*/ 1215 h 1215"/>
                      <a:gd name="T28" fmla="*/ 1080 w 1208"/>
                      <a:gd name="T29" fmla="*/ 1215 h 1215"/>
                      <a:gd name="T30" fmla="*/ 1208 w 1208"/>
                      <a:gd name="T31" fmla="*/ 952 h 1215"/>
                      <a:gd name="T32" fmla="*/ 1208 w 1208"/>
                      <a:gd name="T33" fmla="*/ 743 h 1215"/>
                      <a:gd name="T34" fmla="*/ 1208 w 1208"/>
                      <a:gd name="T35" fmla="*/ 527 h 1215"/>
                      <a:gd name="T36" fmla="*/ 1208 w 1208"/>
                      <a:gd name="T37" fmla="*/ 318 h 1215"/>
                      <a:gd name="T38" fmla="*/ 1208 w 1208"/>
                      <a:gd name="T39" fmla="*/ 129 h 1215"/>
                      <a:gd name="T40" fmla="*/ 1154 w 1208"/>
                      <a:gd name="T41" fmla="*/ 264 h 1215"/>
                      <a:gd name="T42" fmla="*/ 1154 w 1208"/>
                      <a:gd name="T43" fmla="*/ 473 h 1215"/>
                      <a:gd name="T44" fmla="*/ 1154 w 1208"/>
                      <a:gd name="T45" fmla="*/ 689 h 1215"/>
                      <a:gd name="T46" fmla="*/ 1154 w 1208"/>
                      <a:gd name="T47" fmla="*/ 898 h 1215"/>
                      <a:gd name="T48" fmla="*/ 1154 w 1208"/>
                      <a:gd name="T49" fmla="*/ 1087 h 1215"/>
                      <a:gd name="T50" fmla="*/ 952 w 1208"/>
                      <a:gd name="T51" fmla="*/ 1161 h 1215"/>
                      <a:gd name="T52" fmla="*/ 736 w 1208"/>
                      <a:gd name="T53" fmla="*/ 1161 h 1215"/>
                      <a:gd name="T54" fmla="*/ 526 w 1208"/>
                      <a:gd name="T55" fmla="*/ 1161 h 1215"/>
                      <a:gd name="T56" fmla="*/ 310 w 1208"/>
                      <a:gd name="T57" fmla="*/ 1161 h 1215"/>
                      <a:gd name="T58" fmla="*/ 128 w 1208"/>
                      <a:gd name="T59" fmla="*/ 1161 h 1215"/>
                      <a:gd name="T60" fmla="*/ 54 w 1208"/>
                      <a:gd name="T61" fmla="*/ 952 h 1215"/>
                      <a:gd name="T62" fmla="*/ 54 w 1208"/>
                      <a:gd name="T63" fmla="*/ 743 h 1215"/>
                      <a:gd name="T64" fmla="*/ 54 w 1208"/>
                      <a:gd name="T65" fmla="*/ 527 h 1215"/>
                      <a:gd name="T66" fmla="*/ 54 w 1208"/>
                      <a:gd name="T67" fmla="*/ 318 h 1215"/>
                      <a:gd name="T68" fmla="*/ 54 w 1208"/>
                      <a:gd name="T69" fmla="*/ 129 h 1215"/>
                      <a:gd name="T70" fmla="*/ 256 w 1208"/>
                      <a:gd name="T71" fmla="*/ 54 h 1215"/>
                      <a:gd name="T72" fmla="*/ 472 w 1208"/>
                      <a:gd name="T73" fmla="*/ 54 h 1215"/>
                      <a:gd name="T74" fmla="*/ 682 w 1208"/>
                      <a:gd name="T75" fmla="*/ 54 h 1215"/>
                      <a:gd name="T76" fmla="*/ 898 w 1208"/>
                      <a:gd name="T77" fmla="*/ 54 h 1215"/>
                      <a:gd name="T78" fmla="*/ 1080 w 1208"/>
                      <a:gd name="T79" fmla="*/ 54 h 1215"/>
                      <a:gd name="T80" fmla="*/ 1154 w 1208"/>
                      <a:gd name="T81" fmla="*/ 264 h 121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</a:cxnLst>
                    <a:rect l="0" t="0" r="r" b="b"/>
                    <a:pathLst>
                      <a:path w="1208" h="1215">
                        <a:moveTo>
                          <a:pt x="1080" y="0"/>
                        </a:moveTo>
                        <a:cubicBezTo>
                          <a:pt x="952" y="0"/>
                          <a:pt x="952" y="0"/>
                          <a:pt x="952" y="0"/>
                        </a:cubicBezTo>
                        <a:cubicBezTo>
                          <a:pt x="898" y="0"/>
                          <a:pt x="898" y="0"/>
                          <a:pt x="898" y="0"/>
                        </a:cubicBezTo>
                        <a:cubicBezTo>
                          <a:pt x="736" y="0"/>
                          <a:pt x="736" y="0"/>
                          <a:pt x="736" y="0"/>
                        </a:cubicBezTo>
                        <a:cubicBezTo>
                          <a:pt x="682" y="0"/>
                          <a:pt x="682" y="0"/>
                          <a:pt x="682" y="0"/>
                        </a:cubicBezTo>
                        <a:cubicBezTo>
                          <a:pt x="526" y="0"/>
                          <a:pt x="526" y="0"/>
                          <a:pt x="526" y="0"/>
                        </a:cubicBezTo>
                        <a:cubicBezTo>
                          <a:pt x="472" y="0"/>
                          <a:pt x="472" y="0"/>
                          <a:pt x="472" y="0"/>
                        </a:cubicBezTo>
                        <a:cubicBezTo>
                          <a:pt x="310" y="0"/>
                          <a:pt x="310" y="0"/>
                          <a:pt x="310" y="0"/>
                        </a:cubicBezTo>
                        <a:cubicBezTo>
                          <a:pt x="256" y="0"/>
                          <a:pt x="256" y="0"/>
                          <a:pt x="256" y="0"/>
                        </a:cubicBezTo>
                        <a:cubicBezTo>
                          <a:pt x="128" y="0"/>
                          <a:pt x="128" y="0"/>
                          <a:pt x="128" y="0"/>
                        </a:cubicBezTo>
                        <a:cubicBezTo>
                          <a:pt x="54" y="0"/>
                          <a:pt x="0" y="61"/>
                          <a:pt x="0" y="129"/>
                        </a:cubicBezTo>
                        <a:cubicBezTo>
                          <a:pt x="0" y="264"/>
                          <a:pt x="0" y="264"/>
                          <a:pt x="0" y="264"/>
                        </a:cubicBezTo>
                        <a:cubicBezTo>
                          <a:pt x="0" y="318"/>
                          <a:pt x="0" y="318"/>
                          <a:pt x="0" y="318"/>
                        </a:cubicBezTo>
                        <a:cubicBezTo>
                          <a:pt x="0" y="473"/>
                          <a:pt x="0" y="473"/>
                          <a:pt x="0" y="473"/>
                        </a:cubicBezTo>
                        <a:cubicBezTo>
                          <a:pt x="0" y="527"/>
                          <a:pt x="0" y="527"/>
                          <a:pt x="0" y="527"/>
                        </a:cubicBezTo>
                        <a:cubicBezTo>
                          <a:pt x="0" y="689"/>
                          <a:pt x="0" y="689"/>
                          <a:pt x="0" y="689"/>
                        </a:cubicBezTo>
                        <a:cubicBezTo>
                          <a:pt x="0" y="743"/>
                          <a:pt x="0" y="743"/>
                          <a:pt x="0" y="743"/>
                        </a:cubicBezTo>
                        <a:cubicBezTo>
                          <a:pt x="0" y="898"/>
                          <a:pt x="0" y="898"/>
                          <a:pt x="0" y="898"/>
                        </a:cubicBezTo>
                        <a:cubicBezTo>
                          <a:pt x="0" y="952"/>
                          <a:pt x="0" y="952"/>
                          <a:pt x="0" y="952"/>
                        </a:cubicBezTo>
                        <a:cubicBezTo>
                          <a:pt x="0" y="1087"/>
                          <a:pt x="0" y="1087"/>
                          <a:pt x="0" y="1087"/>
                        </a:cubicBezTo>
                        <a:cubicBezTo>
                          <a:pt x="0" y="1161"/>
                          <a:pt x="54" y="1215"/>
                          <a:pt x="128" y="1215"/>
                        </a:cubicBezTo>
                        <a:cubicBezTo>
                          <a:pt x="256" y="1215"/>
                          <a:pt x="256" y="1215"/>
                          <a:pt x="256" y="1215"/>
                        </a:cubicBezTo>
                        <a:cubicBezTo>
                          <a:pt x="310" y="1215"/>
                          <a:pt x="310" y="1215"/>
                          <a:pt x="310" y="1215"/>
                        </a:cubicBezTo>
                        <a:cubicBezTo>
                          <a:pt x="472" y="1215"/>
                          <a:pt x="472" y="1215"/>
                          <a:pt x="472" y="1215"/>
                        </a:cubicBezTo>
                        <a:cubicBezTo>
                          <a:pt x="526" y="1215"/>
                          <a:pt x="526" y="1215"/>
                          <a:pt x="526" y="1215"/>
                        </a:cubicBezTo>
                        <a:cubicBezTo>
                          <a:pt x="682" y="1215"/>
                          <a:pt x="682" y="1215"/>
                          <a:pt x="682" y="1215"/>
                        </a:cubicBezTo>
                        <a:cubicBezTo>
                          <a:pt x="736" y="1215"/>
                          <a:pt x="736" y="1215"/>
                          <a:pt x="736" y="1215"/>
                        </a:cubicBezTo>
                        <a:cubicBezTo>
                          <a:pt x="898" y="1215"/>
                          <a:pt x="898" y="1215"/>
                          <a:pt x="898" y="1215"/>
                        </a:cubicBezTo>
                        <a:cubicBezTo>
                          <a:pt x="952" y="1215"/>
                          <a:pt x="952" y="1215"/>
                          <a:pt x="952" y="1215"/>
                        </a:cubicBezTo>
                        <a:cubicBezTo>
                          <a:pt x="1080" y="1215"/>
                          <a:pt x="1080" y="1215"/>
                          <a:pt x="1080" y="1215"/>
                        </a:cubicBezTo>
                        <a:cubicBezTo>
                          <a:pt x="1154" y="1215"/>
                          <a:pt x="1208" y="1161"/>
                          <a:pt x="1208" y="1087"/>
                        </a:cubicBezTo>
                        <a:cubicBezTo>
                          <a:pt x="1208" y="952"/>
                          <a:pt x="1208" y="952"/>
                          <a:pt x="1208" y="952"/>
                        </a:cubicBezTo>
                        <a:cubicBezTo>
                          <a:pt x="1208" y="898"/>
                          <a:pt x="1208" y="898"/>
                          <a:pt x="1208" y="898"/>
                        </a:cubicBezTo>
                        <a:cubicBezTo>
                          <a:pt x="1208" y="743"/>
                          <a:pt x="1208" y="743"/>
                          <a:pt x="1208" y="743"/>
                        </a:cubicBezTo>
                        <a:cubicBezTo>
                          <a:pt x="1208" y="689"/>
                          <a:pt x="1208" y="689"/>
                          <a:pt x="1208" y="689"/>
                        </a:cubicBezTo>
                        <a:cubicBezTo>
                          <a:pt x="1208" y="527"/>
                          <a:pt x="1208" y="527"/>
                          <a:pt x="1208" y="527"/>
                        </a:cubicBezTo>
                        <a:cubicBezTo>
                          <a:pt x="1208" y="473"/>
                          <a:pt x="1208" y="473"/>
                          <a:pt x="1208" y="473"/>
                        </a:cubicBezTo>
                        <a:cubicBezTo>
                          <a:pt x="1208" y="318"/>
                          <a:pt x="1208" y="318"/>
                          <a:pt x="1208" y="318"/>
                        </a:cubicBezTo>
                        <a:cubicBezTo>
                          <a:pt x="1208" y="264"/>
                          <a:pt x="1208" y="264"/>
                          <a:pt x="1208" y="264"/>
                        </a:cubicBezTo>
                        <a:cubicBezTo>
                          <a:pt x="1208" y="129"/>
                          <a:pt x="1208" y="129"/>
                          <a:pt x="1208" y="129"/>
                        </a:cubicBezTo>
                        <a:cubicBezTo>
                          <a:pt x="1208" y="61"/>
                          <a:pt x="1154" y="0"/>
                          <a:pt x="1080" y="0"/>
                        </a:cubicBezTo>
                        <a:close/>
                        <a:moveTo>
                          <a:pt x="1154" y="264"/>
                        </a:moveTo>
                        <a:cubicBezTo>
                          <a:pt x="1154" y="318"/>
                          <a:pt x="1154" y="318"/>
                          <a:pt x="1154" y="318"/>
                        </a:cubicBezTo>
                        <a:cubicBezTo>
                          <a:pt x="1154" y="473"/>
                          <a:pt x="1154" y="473"/>
                          <a:pt x="1154" y="473"/>
                        </a:cubicBezTo>
                        <a:cubicBezTo>
                          <a:pt x="1154" y="527"/>
                          <a:pt x="1154" y="527"/>
                          <a:pt x="1154" y="527"/>
                        </a:cubicBezTo>
                        <a:cubicBezTo>
                          <a:pt x="1154" y="689"/>
                          <a:pt x="1154" y="689"/>
                          <a:pt x="1154" y="689"/>
                        </a:cubicBezTo>
                        <a:cubicBezTo>
                          <a:pt x="1154" y="743"/>
                          <a:pt x="1154" y="743"/>
                          <a:pt x="1154" y="743"/>
                        </a:cubicBezTo>
                        <a:cubicBezTo>
                          <a:pt x="1154" y="898"/>
                          <a:pt x="1154" y="898"/>
                          <a:pt x="1154" y="898"/>
                        </a:cubicBezTo>
                        <a:cubicBezTo>
                          <a:pt x="1154" y="952"/>
                          <a:pt x="1154" y="952"/>
                          <a:pt x="1154" y="952"/>
                        </a:cubicBezTo>
                        <a:cubicBezTo>
                          <a:pt x="1154" y="1087"/>
                          <a:pt x="1154" y="1087"/>
                          <a:pt x="1154" y="1087"/>
                        </a:cubicBezTo>
                        <a:cubicBezTo>
                          <a:pt x="1154" y="1127"/>
                          <a:pt x="1127" y="1161"/>
                          <a:pt x="1080" y="1161"/>
                        </a:cubicBezTo>
                        <a:cubicBezTo>
                          <a:pt x="952" y="1161"/>
                          <a:pt x="952" y="1161"/>
                          <a:pt x="952" y="1161"/>
                        </a:cubicBezTo>
                        <a:cubicBezTo>
                          <a:pt x="898" y="1161"/>
                          <a:pt x="898" y="1161"/>
                          <a:pt x="898" y="1161"/>
                        </a:cubicBezTo>
                        <a:cubicBezTo>
                          <a:pt x="736" y="1161"/>
                          <a:pt x="736" y="1161"/>
                          <a:pt x="736" y="1161"/>
                        </a:cubicBezTo>
                        <a:cubicBezTo>
                          <a:pt x="682" y="1161"/>
                          <a:pt x="682" y="1161"/>
                          <a:pt x="682" y="1161"/>
                        </a:cubicBezTo>
                        <a:cubicBezTo>
                          <a:pt x="526" y="1161"/>
                          <a:pt x="526" y="1161"/>
                          <a:pt x="526" y="1161"/>
                        </a:cubicBezTo>
                        <a:cubicBezTo>
                          <a:pt x="472" y="1161"/>
                          <a:pt x="472" y="1161"/>
                          <a:pt x="472" y="1161"/>
                        </a:cubicBezTo>
                        <a:cubicBezTo>
                          <a:pt x="310" y="1161"/>
                          <a:pt x="310" y="1161"/>
                          <a:pt x="310" y="1161"/>
                        </a:cubicBezTo>
                        <a:cubicBezTo>
                          <a:pt x="256" y="1161"/>
                          <a:pt x="256" y="1161"/>
                          <a:pt x="256" y="1161"/>
                        </a:cubicBezTo>
                        <a:cubicBezTo>
                          <a:pt x="128" y="1161"/>
                          <a:pt x="128" y="1161"/>
                          <a:pt x="128" y="1161"/>
                        </a:cubicBezTo>
                        <a:cubicBezTo>
                          <a:pt x="81" y="1161"/>
                          <a:pt x="54" y="1127"/>
                          <a:pt x="54" y="1087"/>
                        </a:cubicBezTo>
                        <a:cubicBezTo>
                          <a:pt x="54" y="952"/>
                          <a:pt x="54" y="952"/>
                          <a:pt x="54" y="952"/>
                        </a:cubicBezTo>
                        <a:cubicBezTo>
                          <a:pt x="54" y="898"/>
                          <a:pt x="54" y="898"/>
                          <a:pt x="54" y="898"/>
                        </a:cubicBezTo>
                        <a:cubicBezTo>
                          <a:pt x="54" y="743"/>
                          <a:pt x="54" y="743"/>
                          <a:pt x="54" y="743"/>
                        </a:cubicBezTo>
                        <a:cubicBezTo>
                          <a:pt x="54" y="689"/>
                          <a:pt x="54" y="689"/>
                          <a:pt x="54" y="689"/>
                        </a:cubicBezTo>
                        <a:cubicBezTo>
                          <a:pt x="54" y="527"/>
                          <a:pt x="54" y="527"/>
                          <a:pt x="54" y="527"/>
                        </a:cubicBezTo>
                        <a:cubicBezTo>
                          <a:pt x="54" y="473"/>
                          <a:pt x="54" y="473"/>
                          <a:pt x="54" y="473"/>
                        </a:cubicBezTo>
                        <a:cubicBezTo>
                          <a:pt x="54" y="318"/>
                          <a:pt x="54" y="318"/>
                          <a:pt x="54" y="318"/>
                        </a:cubicBezTo>
                        <a:cubicBezTo>
                          <a:pt x="54" y="264"/>
                          <a:pt x="54" y="264"/>
                          <a:pt x="54" y="264"/>
                        </a:cubicBezTo>
                        <a:cubicBezTo>
                          <a:pt x="54" y="129"/>
                          <a:pt x="54" y="129"/>
                          <a:pt x="54" y="129"/>
                        </a:cubicBezTo>
                        <a:cubicBezTo>
                          <a:pt x="54" y="88"/>
                          <a:pt x="81" y="54"/>
                          <a:pt x="128" y="54"/>
                        </a:cubicBezTo>
                        <a:cubicBezTo>
                          <a:pt x="256" y="54"/>
                          <a:pt x="256" y="54"/>
                          <a:pt x="256" y="54"/>
                        </a:cubicBezTo>
                        <a:cubicBezTo>
                          <a:pt x="310" y="54"/>
                          <a:pt x="310" y="54"/>
                          <a:pt x="310" y="54"/>
                        </a:cubicBezTo>
                        <a:cubicBezTo>
                          <a:pt x="472" y="54"/>
                          <a:pt x="472" y="54"/>
                          <a:pt x="472" y="54"/>
                        </a:cubicBezTo>
                        <a:cubicBezTo>
                          <a:pt x="526" y="54"/>
                          <a:pt x="526" y="54"/>
                          <a:pt x="526" y="54"/>
                        </a:cubicBezTo>
                        <a:cubicBezTo>
                          <a:pt x="682" y="54"/>
                          <a:pt x="682" y="54"/>
                          <a:pt x="682" y="54"/>
                        </a:cubicBezTo>
                        <a:cubicBezTo>
                          <a:pt x="736" y="54"/>
                          <a:pt x="736" y="54"/>
                          <a:pt x="736" y="54"/>
                        </a:cubicBezTo>
                        <a:cubicBezTo>
                          <a:pt x="898" y="54"/>
                          <a:pt x="898" y="54"/>
                          <a:pt x="898" y="54"/>
                        </a:cubicBezTo>
                        <a:cubicBezTo>
                          <a:pt x="952" y="54"/>
                          <a:pt x="952" y="54"/>
                          <a:pt x="952" y="54"/>
                        </a:cubicBezTo>
                        <a:cubicBezTo>
                          <a:pt x="1080" y="54"/>
                          <a:pt x="1080" y="54"/>
                          <a:pt x="1080" y="54"/>
                        </a:cubicBezTo>
                        <a:cubicBezTo>
                          <a:pt x="1127" y="54"/>
                          <a:pt x="1154" y="88"/>
                          <a:pt x="1154" y="129"/>
                        </a:cubicBezTo>
                        <a:cubicBezTo>
                          <a:pt x="1154" y="264"/>
                          <a:pt x="1154" y="264"/>
                          <a:pt x="1154" y="264"/>
                        </a:cubicBezTo>
                        <a:cubicBezTo>
                          <a:pt x="1154" y="264"/>
                          <a:pt x="1154" y="264"/>
                          <a:pt x="1154" y="264"/>
                        </a:cubicBezTo>
                        <a:close/>
                      </a:path>
                    </a:pathLst>
                  </a:custGeom>
                  <a:solidFill>
                    <a:schemeClr val="tx1">
                      <a:lumMod val="85000"/>
                      <a:lumOff val="15000"/>
                    </a:scheme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</p:grpSp>
            <p:pic>
              <p:nvPicPr>
                <p:cNvPr id="2103" name="그림 2102">
                  <a:extLst>
                    <a:ext uri="{FF2B5EF4-FFF2-40B4-BE49-F238E27FC236}">
                      <a16:creationId xmlns:a16="http://schemas.microsoft.com/office/drawing/2014/main" id="{5CAE14F7-C7FC-C2F3-BCEE-14728406EF4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lum bright="100000"/>
                </a:blip>
                <a:stretch>
                  <a:fillRect/>
                </a:stretch>
              </p:blipFill>
              <p:spPr>
                <a:xfrm>
                  <a:off x="1124483" y="5707212"/>
                  <a:ext cx="491143" cy="179999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2126" name="그룹 2125">
              <a:extLst>
                <a:ext uri="{FF2B5EF4-FFF2-40B4-BE49-F238E27FC236}">
                  <a16:creationId xmlns:a16="http://schemas.microsoft.com/office/drawing/2014/main" id="{D2816F88-7F24-CFAF-75E5-BB9FA44BE40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354756" y="2873355"/>
              <a:ext cx="122148" cy="105325"/>
              <a:chOff x="3493283" y="3693520"/>
              <a:chExt cx="897069" cy="1233786"/>
            </a:xfrm>
          </p:grpSpPr>
          <p:grpSp>
            <p:nvGrpSpPr>
              <p:cNvPr id="2127" name="그룹 2126">
                <a:extLst>
                  <a:ext uri="{FF2B5EF4-FFF2-40B4-BE49-F238E27FC236}">
                    <a16:creationId xmlns:a16="http://schemas.microsoft.com/office/drawing/2014/main" id="{3EB3DEC6-FC6B-FDDE-63F4-8E824771D861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493283" y="3693520"/>
                <a:ext cx="897069" cy="1233786"/>
                <a:chOff x="11921380" y="4267727"/>
                <a:chExt cx="916126" cy="1260000"/>
              </a:xfrm>
            </p:grpSpPr>
            <p:sp>
              <p:nvSpPr>
                <p:cNvPr id="2149" name="사각형: 둥근 모서리 800">
                  <a:extLst>
                    <a:ext uri="{FF2B5EF4-FFF2-40B4-BE49-F238E27FC236}">
                      <a16:creationId xmlns:a16="http://schemas.microsoft.com/office/drawing/2014/main" id="{75813BCB-55B3-4754-B95A-073720B5B737}"/>
                    </a:ext>
                  </a:extLst>
                </p:cNvPr>
                <p:cNvSpPr/>
                <p:nvPr/>
              </p:nvSpPr>
              <p:spPr>
                <a:xfrm>
                  <a:off x="11923593" y="4271687"/>
                  <a:ext cx="911716" cy="1252078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-3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KoPub돋움체 Medium"/>
                    <a:cs typeface="Arial"/>
                  </a:endParaRPr>
                </a:p>
              </p:txBody>
            </p:sp>
            <p:grpSp>
              <p:nvGrpSpPr>
                <p:cNvPr id="2150" name="그룹 2149">
                  <a:extLst>
                    <a:ext uri="{FF2B5EF4-FFF2-40B4-BE49-F238E27FC236}">
                      <a16:creationId xmlns:a16="http://schemas.microsoft.com/office/drawing/2014/main" id="{0B5F4A85-B4BC-B98F-81D3-697B2D627CEA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0" y="4267727"/>
                  <a:ext cx="916126" cy="1260000"/>
                  <a:chOff x="14485933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2151" name="Freeform 230">
                    <a:extLst>
                      <a:ext uri="{FF2B5EF4-FFF2-40B4-BE49-F238E27FC236}">
                        <a16:creationId xmlns:a16="http://schemas.microsoft.com/office/drawing/2014/main" id="{EE8500F4-0253-7DA9-D2CB-76F44E6B2AC1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3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  <p:sp>
                <p:nvSpPr>
                  <p:cNvPr id="2152" name="Freeform 231">
                    <a:extLst>
                      <a:ext uri="{FF2B5EF4-FFF2-40B4-BE49-F238E27FC236}">
                        <a16:creationId xmlns:a16="http://schemas.microsoft.com/office/drawing/2014/main" id="{1874299D-2D73-3094-BDE6-2D657AF8993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KoPub돋움체 Medium"/>
                      <a:cs typeface="Arial"/>
                    </a:endParaRPr>
                  </a:p>
                </p:txBody>
              </p:sp>
            </p:grpSp>
          </p:grpSp>
          <p:grpSp>
            <p:nvGrpSpPr>
              <p:cNvPr id="2128" name="그룹 2127">
                <a:extLst>
                  <a:ext uri="{FF2B5EF4-FFF2-40B4-BE49-F238E27FC236}">
                    <a16:creationId xmlns:a16="http://schemas.microsoft.com/office/drawing/2014/main" id="{ADE4CC81-6790-5EA7-214E-36B5A0159BBA}"/>
                  </a:ext>
                </a:extLst>
              </p:cNvPr>
              <p:cNvGrpSpPr/>
              <p:nvPr/>
            </p:nvGrpSpPr>
            <p:grpSpPr>
              <a:xfrm>
                <a:off x="3623554" y="4140320"/>
                <a:ext cx="636537" cy="634466"/>
                <a:chOff x="881898" y="5310642"/>
                <a:chExt cx="976313" cy="973138"/>
              </a:xfrm>
            </p:grpSpPr>
            <p:grpSp>
              <p:nvGrpSpPr>
                <p:cNvPr id="2129" name="그룹 2128">
                  <a:extLst>
                    <a:ext uri="{FF2B5EF4-FFF2-40B4-BE49-F238E27FC236}">
                      <a16:creationId xmlns:a16="http://schemas.microsoft.com/office/drawing/2014/main" id="{9B8B0479-25DE-5B08-E0D2-EA37F4B5D933}"/>
                    </a:ext>
                  </a:extLst>
                </p:cNvPr>
                <p:cNvGrpSpPr/>
                <p:nvPr/>
              </p:nvGrpSpPr>
              <p:grpSpPr>
                <a:xfrm>
                  <a:off x="881898" y="5310642"/>
                  <a:ext cx="976313" cy="973138"/>
                  <a:chOff x="21240750" y="2320925"/>
                  <a:chExt cx="976313" cy="973138"/>
                </a:xfrm>
              </p:grpSpPr>
              <p:sp>
                <p:nvSpPr>
                  <p:cNvPr id="2131" name="Freeform 113">
                    <a:extLst>
                      <a:ext uri="{FF2B5EF4-FFF2-40B4-BE49-F238E27FC236}">
                        <a16:creationId xmlns:a16="http://schemas.microsoft.com/office/drawing/2014/main" id="{015CE12C-1926-C19E-AD42-316AA6E5EAD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410343" y="2487232"/>
                    <a:ext cx="637131" cy="640525"/>
                  </a:xfrm>
                  <a:custGeom>
                    <a:avLst/>
                    <a:gdLst>
                      <a:gd name="T0" fmla="*/ 1100 w 1100"/>
                      <a:gd name="T1" fmla="*/ 210 h 1107"/>
                      <a:gd name="T2" fmla="*/ 1100 w 1100"/>
                      <a:gd name="T3" fmla="*/ 264 h 1107"/>
                      <a:gd name="T4" fmla="*/ 1100 w 1100"/>
                      <a:gd name="T5" fmla="*/ 419 h 1107"/>
                      <a:gd name="T6" fmla="*/ 1100 w 1100"/>
                      <a:gd name="T7" fmla="*/ 473 h 1107"/>
                      <a:gd name="T8" fmla="*/ 1100 w 1100"/>
                      <a:gd name="T9" fmla="*/ 635 h 1107"/>
                      <a:gd name="T10" fmla="*/ 1100 w 1100"/>
                      <a:gd name="T11" fmla="*/ 689 h 1107"/>
                      <a:gd name="T12" fmla="*/ 1100 w 1100"/>
                      <a:gd name="T13" fmla="*/ 844 h 1107"/>
                      <a:gd name="T14" fmla="*/ 1100 w 1100"/>
                      <a:gd name="T15" fmla="*/ 898 h 1107"/>
                      <a:gd name="T16" fmla="*/ 1100 w 1100"/>
                      <a:gd name="T17" fmla="*/ 1033 h 1107"/>
                      <a:gd name="T18" fmla="*/ 1026 w 1100"/>
                      <a:gd name="T19" fmla="*/ 1107 h 1107"/>
                      <a:gd name="T20" fmla="*/ 898 w 1100"/>
                      <a:gd name="T21" fmla="*/ 1107 h 1107"/>
                      <a:gd name="T22" fmla="*/ 844 w 1100"/>
                      <a:gd name="T23" fmla="*/ 1107 h 1107"/>
                      <a:gd name="T24" fmla="*/ 682 w 1100"/>
                      <a:gd name="T25" fmla="*/ 1107 h 1107"/>
                      <a:gd name="T26" fmla="*/ 628 w 1100"/>
                      <a:gd name="T27" fmla="*/ 1107 h 1107"/>
                      <a:gd name="T28" fmla="*/ 472 w 1100"/>
                      <a:gd name="T29" fmla="*/ 1107 h 1107"/>
                      <a:gd name="T30" fmla="*/ 418 w 1100"/>
                      <a:gd name="T31" fmla="*/ 1107 h 1107"/>
                      <a:gd name="T32" fmla="*/ 256 w 1100"/>
                      <a:gd name="T33" fmla="*/ 1107 h 1107"/>
                      <a:gd name="T34" fmla="*/ 202 w 1100"/>
                      <a:gd name="T35" fmla="*/ 1107 h 1107"/>
                      <a:gd name="T36" fmla="*/ 74 w 1100"/>
                      <a:gd name="T37" fmla="*/ 1107 h 1107"/>
                      <a:gd name="T38" fmla="*/ 0 w 1100"/>
                      <a:gd name="T39" fmla="*/ 1033 h 1107"/>
                      <a:gd name="T40" fmla="*/ 0 w 1100"/>
                      <a:gd name="T41" fmla="*/ 898 h 1107"/>
                      <a:gd name="T42" fmla="*/ 0 w 1100"/>
                      <a:gd name="T43" fmla="*/ 844 h 1107"/>
                      <a:gd name="T44" fmla="*/ 0 w 1100"/>
                      <a:gd name="T45" fmla="*/ 689 h 1107"/>
                      <a:gd name="T46" fmla="*/ 0 w 1100"/>
                      <a:gd name="T47" fmla="*/ 635 h 1107"/>
                      <a:gd name="T48" fmla="*/ 0 w 1100"/>
                      <a:gd name="T49" fmla="*/ 473 h 1107"/>
                      <a:gd name="T50" fmla="*/ 0 w 1100"/>
                      <a:gd name="T51" fmla="*/ 419 h 1107"/>
                      <a:gd name="T52" fmla="*/ 0 w 1100"/>
                      <a:gd name="T53" fmla="*/ 264 h 1107"/>
                      <a:gd name="T54" fmla="*/ 0 w 1100"/>
                      <a:gd name="T55" fmla="*/ 210 h 1107"/>
                      <a:gd name="T56" fmla="*/ 0 w 1100"/>
                      <a:gd name="T57" fmla="*/ 75 h 1107"/>
                      <a:gd name="T58" fmla="*/ 74 w 1100"/>
                      <a:gd name="T59" fmla="*/ 0 h 1107"/>
                      <a:gd name="T60" fmla="*/ 202 w 1100"/>
                      <a:gd name="T61" fmla="*/ 0 h 1107"/>
                      <a:gd name="T62" fmla="*/ 256 w 1100"/>
                      <a:gd name="T63" fmla="*/ 0 h 1107"/>
                      <a:gd name="T64" fmla="*/ 418 w 1100"/>
                      <a:gd name="T65" fmla="*/ 0 h 1107"/>
                      <a:gd name="T66" fmla="*/ 472 w 1100"/>
                      <a:gd name="T67" fmla="*/ 0 h 1107"/>
                      <a:gd name="T68" fmla="*/ 628 w 1100"/>
                      <a:gd name="T69" fmla="*/ 0 h 1107"/>
                      <a:gd name="T70" fmla="*/ 682 w 1100"/>
                      <a:gd name="T71" fmla="*/ 0 h 1107"/>
                      <a:gd name="T72" fmla="*/ 844 w 1100"/>
                      <a:gd name="T73" fmla="*/ 0 h 1107"/>
                      <a:gd name="T74" fmla="*/ 898 w 1100"/>
                      <a:gd name="T75" fmla="*/ 0 h 1107"/>
                      <a:gd name="T76" fmla="*/ 1026 w 1100"/>
                      <a:gd name="T77" fmla="*/ 0 h 1107"/>
                      <a:gd name="T78" fmla="*/ 1100 w 1100"/>
                      <a:gd name="T79" fmla="*/ 75 h 1107"/>
                      <a:gd name="T80" fmla="*/ 1100 w 1100"/>
                      <a:gd name="T81" fmla="*/ 210 h 1107"/>
                      <a:gd name="T82" fmla="*/ 1100 w 1100"/>
                      <a:gd name="T83" fmla="*/ 210 h 110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1100" h="1107">
                        <a:moveTo>
                          <a:pt x="1100" y="210"/>
                        </a:moveTo>
                        <a:cubicBezTo>
                          <a:pt x="1100" y="264"/>
                          <a:pt x="1100" y="264"/>
                          <a:pt x="1100" y="264"/>
                        </a:cubicBezTo>
                        <a:cubicBezTo>
                          <a:pt x="1100" y="419"/>
                          <a:pt x="1100" y="419"/>
                          <a:pt x="1100" y="419"/>
                        </a:cubicBezTo>
                        <a:cubicBezTo>
                          <a:pt x="1100" y="473"/>
                          <a:pt x="1100" y="473"/>
                          <a:pt x="1100" y="473"/>
                        </a:cubicBezTo>
                        <a:cubicBezTo>
                          <a:pt x="1100" y="635"/>
                          <a:pt x="1100" y="635"/>
                          <a:pt x="1100" y="635"/>
                        </a:cubicBezTo>
                        <a:cubicBezTo>
                          <a:pt x="1100" y="689"/>
                          <a:pt x="1100" y="689"/>
                          <a:pt x="1100" y="689"/>
                        </a:cubicBezTo>
                        <a:cubicBezTo>
                          <a:pt x="1100" y="844"/>
                          <a:pt x="1100" y="844"/>
                          <a:pt x="1100" y="844"/>
                        </a:cubicBezTo>
                        <a:cubicBezTo>
                          <a:pt x="1100" y="898"/>
                          <a:pt x="1100" y="898"/>
                          <a:pt x="1100" y="898"/>
                        </a:cubicBezTo>
                        <a:cubicBezTo>
                          <a:pt x="1100" y="1033"/>
                          <a:pt x="1100" y="1033"/>
                          <a:pt x="1100" y="1033"/>
                        </a:cubicBezTo>
                        <a:cubicBezTo>
                          <a:pt x="1100" y="1073"/>
                          <a:pt x="1073" y="1107"/>
                          <a:pt x="1026" y="1107"/>
                        </a:cubicBezTo>
                        <a:cubicBezTo>
                          <a:pt x="898" y="1107"/>
                          <a:pt x="898" y="1107"/>
                          <a:pt x="898" y="1107"/>
                        </a:cubicBezTo>
                        <a:cubicBezTo>
                          <a:pt x="844" y="1107"/>
                          <a:pt x="844" y="1107"/>
                          <a:pt x="844" y="1107"/>
                        </a:cubicBezTo>
                        <a:cubicBezTo>
                          <a:pt x="682" y="1107"/>
                          <a:pt x="682" y="1107"/>
                          <a:pt x="682" y="1107"/>
                        </a:cubicBezTo>
                        <a:cubicBezTo>
                          <a:pt x="628" y="1107"/>
                          <a:pt x="628" y="1107"/>
                          <a:pt x="628" y="1107"/>
                        </a:cubicBezTo>
                        <a:cubicBezTo>
                          <a:pt x="472" y="1107"/>
                          <a:pt x="472" y="1107"/>
                          <a:pt x="472" y="1107"/>
                        </a:cubicBezTo>
                        <a:cubicBezTo>
                          <a:pt x="418" y="1107"/>
                          <a:pt x="418" y="1107"/>
                          <a:pt x="418" y="1107"/>
                        </a:cubicBezTo>
                        <a:cubicBezTo>
                          <a:pt x="256" y="1107"/>
                          <a:pt x="256" y="1107"/>
                          <a:pt x="256" y="1107"/>
                        </a:cubicBezTo>
                        <a:cubicBezTo>
                          <a:pt x="202" y="1107"/>
                          <a:pt x="202" y="1107"/>
                          <a:pt x="202" y="1107"/>
                        </a:cubicBezTo>
                        <a:cubicBezTo>
                          <a:pt x="74" y="1107"/>
                          <a:pt x="74" y="1107"/>
                          <a:pt x="74" y="1107"/>
                        </a:cubicBezTo>
                        <a:cubicBezTo>
                          <a:pt x="27" y="1107"/>
                          <a:pt x="0" y="1073"/>
                          <a:pt x="0" y="1033"/>
                        </a:cubicBezTo>
                        <a:cubicBezTo>
                          <a:pt x="0" y="898"/>
                          <a:pt x="0" y="898"/>
                          <a:pt x="0" y="898"/>
                        </a:cubicBezTo>
                        <a:cubicBezTo>
                          <a:pt x="0" y="844"/>
                          <a:pt x="0" y="844"/>
                          <a:pt x="0" y="844"/>
                        </a:cubicBezTo>
                        <a:cubicBezTo>
                          <a:pt x="0" y="689"/>
                          <a:pt x="0" y="689"/>
                          <a:pt x="0" y="689"/>
                        </a:cubicBezTo>
                        <a:cubicBezTo>
                          <a:pt x="0" y="635"/>
                          <a:pt x="0" y="635"/>
                          <a:pt x="0" y="635"/>
                        </a:cubicBezTo>
                        <a:cubicBezTo>
                          <a:pt x="0" y="473"/>
                          <a:pt x="0" y="473"/>
                          <a:pt x="0" y="473"/>
                        </a:cubicBezTo>
                        <a:cubicBezTo>
                          <a:pt x="0" y="419"/>
                          <a:pt x="0" y="419"/>
                          <a:pt x="0" y="419"/>
                        </a:cubicBezTo>
                        <a:cubicBezTo>
                          <a:pt x="0" y="264"/>
                          <a:pt x="0" y="264"/>
                          <a:pt x="0" y="264"/>
                        </a:cubicBezTo>
                        <a:cubicBezTo>
                          <a:pt x="0" y="210"/>
                          <a:pt x="0" y="210"/>
                          <a:pt x="0" y="210"/>
                        </a:cubicBezTo>
                        <a:cubicBezTo>
                          <a:pt x="0" y="75"/>
                          <a:pt x="0" y="75"/>
                          <a:pt x="0" y="75"/>
                        </a:cubicBezTo>
                        <a:cubicBezTo>
                          <a:pt x="0" y="34"/>
                          <a:pt x="27" y="0"/>
                          <a:pt x="74" y="0"/>
                        </a:cubicBezTo>
                        <a:cubicBezTo>
                          <a:pt x="202" y="0"/>
                          <a:pt x="202" y="0"/>
                          <a:pt x="202" y="0"/>
                        </a:cubicBezTo>
                        <a:cubicBezTo>
                          <a:pt x="256" y="0"/>
                          <a:pt x="256" y="0"/>
                          <a:pt x="256" y="0"/>
                        </a:cubicBezTo>
                        <a:cubicBezTo>
                          <a:pt x="418" y="0"/>
                          <a:pt x="418" y="0"/>
                          <a:pt x="418" y="0"/>
                        </a:cubicBezTo>
                        <a:cubicBezTo>
                          <a:pt x="472" y="0"/>
                          <a:pt x="472" y="0"/>
                          <a:pt x="472" y="0"/>
                        </a:cubicBezTo>
                        <a:cubicBezTo>
                          <a:pt x="628" y="0"/>
                          <a:pt x="628" y="0"/>
                          <a:pt x="628" y="0"/>
                        </a:cubicBezTo>
                        <a:cubicBezTo>
                          <a:pt x="682" y="0"/>
                          <a:pt x="682" y="0"/>
                          <a:pt x="682" y="0"/>
                        </a:cubicBezTo>
                        <a:cubicBezTo>
                          <a:pt x="844" y="0"/>
                          <a:pt x="844" y="0"/>
                          <a:pt x="844" y="0"/>
                        </a:cubicBezTo>
                        <a:cubicBezTo>
                          <a:pt x="898" y="0"/>
                          <a:pt x="898" y="0"/>
                          <a:pt x="898" y="0"/>
                        </a:cubicBezTo>
                        <a:cubicBezTo>
                          <a:pt x="1026" y="0"/>
                          <a:pt x="1026" y="0"/>
                          <a:pt x="1026" y="0"/>
                        </a:cubicBezTo>
                        <a:cubicBezTo>
                          <a:pt x="1073" y="0"/>
                          <a:pt x="1100" y="34"/>
                          <a:pt x="1100" y="75"/>
                        </a:cubicBezTo>
                        <a:cubicBezTo>
                          <a:pt x="1100" y="210"/>
                          <a:pt x="1100" y="210"/>
                          <a:pt x="1100" y="210"/>
                        </a:cubicBezTo>
                        <a:cubicBezTo>
                          <a:pt x="1100" y="210"/>
                          <a:pt x="1100" y="210"/>
                          <a:pt x="1100" y="210"/>
                        </a:cubicBezTo>
                        <a:close/>
                      </a:path>
                    </a:pathLst>
                  </a:custGeom>
                  <a:solidFill>
                    <a:schemeClr val="tx1">
                      <a:lumMod val="85000"/>
                      <a:lumOff val="15000"/>
                    </a:scheme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32" name="Freeform 96">
                    <a:extLst>
                      <a:ext uri="{FF2B5EF4-FFF2-40B4-BE49-F238E27FC236}">
                        <a16:creationId xmlns:a16="http://schemas.microsoft.com/office/drawing/2014/main" id="{7FF84658-C1D4-6A73-8D25-F1C596D35A3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085300" y="2620963"/>
                    <a:ext cx="131763" cy="30163"/>
                  </a:xfrm>
                  <a:custGeom>
                    <a:avLst/>
                    <a:gdLst>
                      <a:gd name="T0" fmla="*/ 244 w 244"/>
                      <a:gd name="T1" fmla="*/ 28 h 55"/>
                      <a:gd name="T2" fmla="*/ 217 w 244"/>
                      <a:gd name="T3" fmla="*/ 0 h 55"/>
                      <a:gd name="T4" fmla="*/ 0 w 244"/>
                      <a:gd name="T5" fmla="*/ 0 h 55"/>
                      <a:gd name="T6" fmla="*/ 0 w 244"/>
                      <a:gd name="T7" fmla="*/ 55 h 55"/>
                      <a:gd name="T8" fmla="*/ 217 w 244"/>
                      <a:gd name="T9" fmla="*/ 55 h 55"/>
                      <a:gd name="T10" fmla="*/ 244 w 244"/>
                      <a:gd name="T11" fmla="*/ 28 h 5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4" h="55">
                        <a:moveTo>
                          <a:pt x="244" y="28"/>
                        </a:moveTo>
                        <a:cubicBezTo>
                          <a:pt x="244" y="14"/>
                          <a:pt x="230" y="0"/>
                          <a:pt x="217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55"/>
                          <a:pt x="0" y="55"/>
                          <a:pt x="0" y="55"/>
                        </a:cubicBezTo>
                        <a:cubicBezTo>
                          <a:pt x="217" y="55"/>
                          <a:pt x="217" y="55"/>
                          <a:pt x="217" y="55"/>
                        </a:cubicBezTo>
                        <a:cubicBezTo>
                          <a:pt x="230" y="55"/>
                          <a:pt x="244" y="41"/>
                          <a:pt x="244" y="28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33" name="Freeform 97">
                    <a:extLst>
                      <a:ext uri="{FF2B5EF4-FFF2-40B4-BE49-F238E27FC236}">
                        <a16:creationId xmlns:a16="http://schemas.microsoft.com/office/drawing/2014/main" id="{A018D947-4D82-8C7A-9675-48D0517F2DF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085300" y="2733675"/>
                    <a:ext cx="131763" cy="30163"/>
                  </a:xfrm>
                  <a:custGeom>
                    <a:avLst/>
                    <a:gdLst>
                      <a:gd name="T0" fmla="*/ 217 w 244"/>
                      <a:gd name="T1" fmla="*/ 0 h 54"/>
                      <a:gd name="T2" fmla="*/ 0 w 244"/>
                      <a:gd name="T3" fmla="*/ 0 h 54"/>
                      <a:gd name="T4" fmla="*/ 0 w 244"/>
                      <a:gd name="T5" fmla="*/ 54 h 54"/>
                      <a:gd name="T6" fmla="*/ 217 w 244"/>
                      <a:gd name="T7" fmla="*/ 54 h 54"/>
                      <a:gd name="T8" fmla="*/ 244 w 244"/>
                      <a:gd name="T9" fmla="*/ 27 h 54"/>
                      <a:gd name="T10" fmla="*/ 217 w 244"/>
                      <a:gd name="T11" fmla="*/ 0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4" h="54">
                        <a:moveTo>
                          <a:pt x="217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54"/>
                          <a:pt x="0" y="54"/>
                          <a:pt x="0" y="54"/>
                        </a:cubicBezTo>
                        <a:cubicBezTo>
                          <a:pt x="217" y="54"/>
                          <a:pt x="217" y="54"/>
                          <a:pt x="217" y="54"/>
                        </a:cubicBezTo>
                        <a:cubicBezTo>
                          <a:pt x="230" y="54"/>
                          <a:pt x="244" y="47"/>
                          <a:pt x="244" y="27"/>
                        </a:cubicBezTo>
                        <a:cubicBezTo>
                          <a:pt x="244" y="13"/>
                          <a:pt x="230" y="0"/>
                          <a:pt x="217" y="0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34" name="Freeform 98">
                    <a:extLst>
                      <a:ext uri="{FF2B5EF4-FFF2-40B4-BE49-F238E27FC236}">
                        <a16:creationId xmlns:a16="http://schemas.microsoft.com/office/drawing/2014/main" id="{780D71BF-95D9-0C1B-343B-FFFD78D23A8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085300" y="2851150"/>
                    <a:ext cx="131763" cy="30163"/>
                  </a:xfrm>
                  <a:custGeom>
                    <a:avLst/>
                    <a:gdLst>
                      <a:gd name="T0" fmla="*/ 217 w 244"/>
                      <a:gd name="T1" fmla="*/ 0 h 54"/>
                      <a:gd name="T2" fmla="*/ 0 w 244"/>
                      <a:gd name="T3" fmla="*/ 0 h 54"/>
                      <a:gd name="T4" fmla="*/ 0 w 244"/>
                      <a:gd name="T5" fmla="*/ 54 h 54"/>
                      <a:gd name="T6" fmla="*/ 217 w 244"/>
                      <a:gd name="T7" fmla="*/ 54 h 54"/>
                      <a:gd name="T8" fmla="*/ 244 w 244"/>
                      <a:gd name="T9" fmla="*/ 27 h 54"/>
                      <a:gd name="T10" fmla="*/ 217 w 244"/>
                      <a:gd name="T11" fmla="*/ 0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4" h="54">
                        <a:moveTo>
                          <a:pt x="217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54"/>
                          <a:pt x="0" y="54"/>
                          <a:pt x="0" y="54"/>
                        </a:cubicBezTo>
                        <a:cubicBezTo>
                          <a:pt x="217" y="54"/>
                          <a:pt x="217" y="54"/>
                          <a:pt x="217" y="54"/>
                        </a:cubicBezTo>
                        <a:cubicBezTo>
                          <a:pt x="230" y="54"/>
                          <a:pt x="244" y="41"/>
                          <a:pt x="244" y="27"/>
                        </a:cubicBezTo>
                        <a:cubicBezTo>
                          <a:pt x="244" y="14"/>
                          <a:pt x="230" y="0"/>
                          <a:pt x="217" y="0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35" name="Freeform 99">
                    <a:extLst>
                      <a:ext uri="{FF2B5EF4-FFF2-40B4-BE49-F238E27FC236}">
                        <a16:creationId xmlns:a16="http://schemas.microsoft.com/office/drawing/2014/main" id="{CF7F6AB6-A25F-552F-8C3F-0BBA2C36D34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085300" y="2965450"/>
                    <a:ext cx="131763" cy="28575"/>
                  </a:xfrm>
                  <a:custGeom>
                    <a:avLst/>
                    <a:gdLst>
                      <a:gd name="T0" fmla="*/ 217 w 244"/>
                      <a:gd name="T1" fmla="*/ 0 h 54"/>
                      <a:gd name="T2" fmla="*/ 0 w 244"/>
                      <a:gd name="T3" fmla="*/ 0 h 54"/>
                      <a:gd name="T4" fmla="*/ 0 w 244"/>
                      <a:gd name="T5" fmla="*/ 54 h 54"/>
                      <a:gd name="T6" fmla="*/ 217 w 244"/>
                      <a:gd name="T7" fmla="*/ 54 h 54"/>
                      <a:gd name="T8" fmla="*/ 244 w 244"/>
                      <a:gd name="T9" fmla="*/ 27 h 54"/>
                      <a:gd name="T10" fmla="*/ 217 w 244"/>
                      <a:gd name="T11" fmla="*/ 0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4" h="54">
                        <a:moveTo>
                          <a:pt x="217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54"/>
                          <a:pt x="0" y="54"/>
                          <a:pt x="0" y="54"/>
                        </a:cubicBezTo>
                        <a:cubicBezTo>
                          <a:pt x="217" y="54"/>
                          <a:pt x="217" y="54"/>
                          <a:pt x="217" y="54"/>
                        </a:cubicBezTo>
                        <a:cubicBezTo>
                          <a:pt x="230" y="54"/>
                          <a:pt x="244" y="47"/>
                          <a:pt x="244" y="27"/>
                        </a:cubicBezTo>
                        <a:cubicBezTo>
                          <a:pt x="244" y="13"/>
                          <a:pt x="230" y="0"/>
                          <a:pt x="217" y="0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36" name="Freeform 100">
                    <a:extLst>
                      <a:ext uri="{FF2B5EF4-FFF2-40B4-BE49-F238E27FC236}">
                        <a16:creationId xmlns:a16="http://schemas.microsoft.com/office/drawing/2014/main" id="{393234C8-CBC6-EB20-D043-E2DE871CA52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240750" y="2620963"/>
                    <a:ext cx="131763" cy="30163"/>
                  </a:xfrm>
                  <a:custGeom>
                    <a:avLst/>
                    <a:gdLst>
                      <a:gd name="T0" fmla="*/ 0 w 243"/>
                      <a:gd name="T1" fmla="*/ 28 h 55"/>
                      <a:gd name="T2" fmla="*/ 27 w 243"/>
                      <a:gd name="T3" fmla="*/ 55 h 55"/>
                      <a:gd name="T4" fmla="*/ 243 w 243"/>
                      <a:gd name="T5" fmla="*/ 55 h 55"/>
                      <a:gd name="T6" fmla="*/ 243 w 243"/>
                      <a:gd name="T7" fmla="*/ 0 h 55"/>
                      <a:gd name="T8" fmla="*/ 27 w 243"/>
                      <a:gd name="T9" fmla="*/ 0 h 55"/>
                      <a:gd name="T10" fmla="*/ 0 w 243"/>
                      <a:gd name="T11" fmla="*/ 28 h 5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3" h="55">
                        <a:moveTo>
                          <a:pt x="0" y="28"/>
                        </a:moveTo>
                        <a:cubicBezTo>
                          <a:pt x="0" y="41"/>
                          <a:pt x="14" y="55"/>
                          <a:pt x="27" y="55"/>
                        </a:cubicBezTo>
                        <a:cubicBezTo>
                          <a:pt x="243" y="55"/>
                          <a:pt x="243" y="55"/>
                          <a:pt x="243" y="55"/>
                        </a:cubicBezTo>
                        <a:cubicBezTo>
                          <a:pt x="243" y="0"/>
                          <a:pt x="243" y="0"/>
                          <a:pt x="243" y="0"/>
                        </a:cubicBezTo>
                        <a:cubicBezTo>
                          <a:pt x="27" y="0"/>
                          <a:pt x="27" y="0"/>
                          <a:pt x="27" y="0"/>
                        </a:cubicBezTo>
                        <a:cubicBezTo>
                          <a:pt x="14" y="0"/>
                          <a:pt x="0" y="14"/>
                          <a:pt x="0" y="28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37" name="Freeform 101">
                    <a:extLst>
                      <a:ext uri="{FF2B5EF4-FFF2-40B4-BE49-F238E27FC236}">
                        <a16:creationId xmlns:a16="http://schemas.microsoft.com/office/drawing/2014/main" id="{64CDFC09-CC42-D2BB-35A3-746D1874728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240750" y="2733675"/>
                    <a:ext cx="131763" cy="30163"/>
                  </a:xfrm>
                  <a:custGeom>
                    <a:avLst/>
                    <a:gdLst>
                      <a:gd name="T0" fmla="*/ 0 w 243"/>
                      <a:gd name="T1" fmla="*/ 27 h 54"/>
                      <a:gd name="T2" fmla="*/ 27 w 243"/>
                      <a:gd name="T3" fmla="*/ 54 h 54"/>
                      <a:gd name="T4" fmla="*/ 243 w 243"/>
                      <a:gd name="T5" fmla="*/ 54 h 54"/>
                      <a:gd name="T6" fmla="*/ 243 w 243"/>
                      <a:gd name="T7" fmla="*/ 0 h 54"/>
                      <a:gd name="T8" fmla="*/ 27 w 243"/>
                      <a:gd name="T9" fmla="*/ 0 h 54"/>
                      <a:gd name="T10" fmla="*/ 0 w 243"/>
                      <a:gd name="T11" fmla="*/ 27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3" h="54">
                        <a:moveTo>
                          <a:pt x="0" y="27"/>
                        </a:moveTo>
                        <a:cubicBezTo>
                          <a:pt x="0" y="47"/>
                          <a:pt x="14" y="54"/>
                          <a:pt x="27" y="54"/>
                        </a:cubicBezTo>
                        <a:cubicBezTo>
                          <a:pt x="243" y="54"/>
                          <a:pt x="243" y="54"/>
                          <a:pt x="243" y="54"/>
                        </a:cubicBezTo>
                        <a:cubicBezTo>
                          <a:pt x="243" y="0"/>
                          <a:pt x="243" y="0"/>
                          <a:pt x="243" y="0"/>
                        </a:cubicBezTo>
                        <a:cubicBezTo>
                          <a:pt x="27" y="0"/>
                          <a:pt x="27" y="0"/>
                          <a:pt x="27" y="0"/>
                        </a:cubicBezTo>
                        <a:cubicBezTo>
                          <a:pt x="14" y="0"/>
                          <a:pt x="0" y="13"/>
                          <a:pt x="0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38" name="Freeform 102">
                    <a:extLst>
                      <a:ext uri="{FF2B5EF4-FFF2-40B4-BE49-F238E27FC236}">
                        <a16:creationId xmlns:a16="http://schemas.microsoft.com/office/drawing/2014/main" id="{48F6EDFD-1766-AB18-DC5D-92F819DA5C5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240750" y="2851150"/>
                    <a:ext cx="131763" cy="30163"/>
                  </a:xfrm>
                  <a:custGeom>
                    <a:avLst/>
                    <a:gdLst>
                      <a:gd name="T0" fmla="*/ 0 w 243"/>
                      <a:gd name="T1" fmla="*/ 27 h 54"/>
                      <a:gd name="T2" fmla="*/ 27 w 243"/>
                      <a:gd name="T3" fmla="*/ 54 h 54"/>
                      <a:gd name="T4" fmla="*/ 243 w 243"/>
                      <a:gd name="T5" fmla="*/ 54 h 54"/>
                      <a:gd name="T6" fmla="*/ 243 w 243"/>
                      <a:gd name="T7" fmla="*/ 0 h 54"/>
                      <a:gd name="T8" fmla="*/ 27 w 243"/>
                      <a:gd name="T9" fmla="*/ 0 h 54"/>
                      <a:gd name="T10" fmla="*/ 0 w 243"/>
                      <a:gd name="T11" fmla="*/ 27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3" h="54">
                        <a:moveTo>
                          <a:pt x="0" y="27"/>
                        </a:moveTo>
                        <a:cubicBezTo>
                          <a:pt x="0" y="41"/>
                          <a:pt x="14" y="54"/>
                          <a:pt x="27" y="54"/>
                        </a:cubicBezTo>
                        <a:cubicBezTo>
                          <a:pt x="243" y="54"/>
                          <a:pt x="243" y="54"/>
                          <a:pt x="243" y="54"/>
                        </a:cubicBezTo>
                        <a:cubicBezTo>
                          <a:pt x="243" y="0"/>
                          <a:pt x="243" y="0"/>
                          <a:pt x="243" y="0"/>
                        </a:cubicBezTo>
                        <a:cubicBezTo>
                          <a:pt x="27" y="0"/>
                          <a:pt x="27" y="0"/>
                          <a:pt x="27" y="0"/>
                        </a:cubicBezTo>
                        <a:cubicBezTo>
                          <a:pt x="14" y="0"/>
                          <a:pt x="0" y="14"/>
                          <a:pt x="0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39" name="Freeform 103">
                    <a:extLst>
                      <a:ext uri="{FF2B5EF4-FFF2-40B4-BE49-F238E27FC236}">
                        <a16:creationId xmlns:a16="http://schemas.microsoft.com/office/drawing/2014/main" id="{171A6228-15E7-418D-08BF-118535E23C7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240750" y="2965450"/>
                    <a:ext cx="131763" cy="28575"/>
                  </a:xfrm>
                  <a:custGeom>
                    <a:avLst/>
                    <a:gdLst>
                      <a:gd name="T0" fmla="*/ 0 w 243"/>
                      <a:gd name="T1" fmla="*/ 27 h 54"/>
                      <a:gd name="T2" fmla="*/ 27 w 243"/>
                      <a:gd name="T3" fmla="*/ 54 h 54"/>
                      <a:gd name="T4" fmla="*/ 243 w 243"/>
                      <a:gd name="T5" fmla="*/ 54 h 54"/>
                      <a:gd name="T6" fmla="*/ 243 w 243"/>
                      <a:gd name="T7" fmla="*/ 0 h 54"/>
                      <a:gd name="T8" fmla="*/ 27 w 243"/>
                      <a:gd name="T9" fmla="*/ 0 h 54"/>
                      <a:gd name="T10" fmla="*/ 0 w 243"/>
                      <a:gd name="T11" fmla="*/ 27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3" h="54">
                        <a:moveTo>
                          <a:pt x="0" y="27"/>
                        </a:moveTo>
                        <a:cubicBezTo>
                          <a:pt x="0" y="47"/>
                          <a:pt x="14" y="54"/>
                          <a:pt x="27" y="54"/>
                        </a:cubicBezTo>
                        <a:cubicBezTo>
                          <a:pt x="243" y="54"/>
                          <a:pt x="243" y="54"/>
                          <a:pt x="243" y="54"/>
                        </a:cubicBezTo>
                        <a:cubicBezTo>
                          <a:pt x="243" y="0"/>
                          <a:pt x="243" y="0"/>
                          <a:pt x="243" y="0"/>
                        </a:cubicBezTo>
                        <a:cubicBezTo>
                          <a:pt x="27" y="0"/>
                          <a:pt x="27" y="0"/>
                          <a:pt x="27" y="0"/>
                        </a:cubicBezTo>
                        <a:cubicBezTo>
                          <a:pt x="14" y="0"/>
                          <a:pt x="0" y="13"/>
                          <a:pt x="0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40" name="Freeform 104">
                    <a:extLst>
                      <a:ext uri="{FF2B5EF4-FFF2-40B4-BE49-F238E27FC236}">
                        <a16:creationId xmlns:a16="http://schemas.microsoft.com/office/drawing/2014/main" id="{97AC125D-0A22-A9B1-7B35-D782CC10D69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540788" y="2320925"/>
                    <a:ext cx="28575" cy="128588"/>
                  </a:xfrm>
                  <a:custGeom>
                    <a:avLst/>
                    <a:gdLst>
                      <a:gd name="T0" fmla="*/ 54 w 54"/>
                      <a:gd name="T1" fmla="*/ 27 h 237"/>
                      <a:gd name="T2" fmla="*/ 27 w 54"/>
                      <a:gd name="T3" fmla="*/ 0 h 237"/>
                      <a:gd name="T4" fmla="*/ 0 w 54"/>
                      <a:gd name="T5" fmla="*/ 27 h 237"/>
                      <a:gd name="T6" fmla="*/ 0 w 54"/>
                      <a:gd name="T7" fmla="*/ 237 h 237"/>
                      <a:gd name="T8" fmla="*/ 54 w 54"/>
                      <a:gd name="T9" fmla="*/ 237 h 237"/>
                      <a:gd name="T10" fmla="*/ 54 w 54"/>
                      <a:gd name="T11" fmla="*/ 27 h 237"/>
                      <a:gd name="T12" fmla="*/ 54 w 54"/>
                      <a:gd name="T13" fmla="*/ 27 h 2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7">
                        <a:moveTo>
                          <a:pt x="54" y="27"/>
                        </a:moveTo>
                        <a:cubicBezTo>
                          <a:pt x="54" y="14"/>
                          <a:pt x="40" y="0"/>
                          <a:pt x="27" y="0"/>
                        </a:cubicBezTo>
                        <a:cubicBezTo>
                          <a:pt x="13" y="0"/>
                          <a:pt x="0" y="14"/>
                          <a:pt x="0" y="27"/>
                        </a:cubicBezTo>
                        <a:cubicBezTo>
                          <a:pt x="0" y="237"/>
                          <a:pt x="0" y="237"/>
                          <a:pt x="0" y="237"/>
                        </a:cubicBezTo>
                        <a:cubicBezTo>
                          <a:pt x="54" y="237"/>
                          <a:pt x="54" y="237"/>
                          <a:pt x="54" y="23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41" name="Freeform 105">
                    <a:extLst>
                      <a:ext uri="{FF2B5EF4-FFF2-40B4-BE49-F238E27FC236}">
                        <a16:creationId xmlns:a16="http://schemas.microsoft.com/office/drawing/2014/main" id="{A293F964-7D6D-8B94-51CE-0E75D05F8CA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658263" y="2320925"/>
                    <a:ext cx="28575" cy="128588"/>
                  </a:xfrm>
                  <a:custGeom>
                    <a:avLst/>
                    <a:gdLst>
                      <a:gd name="T0" fmla="*/ 54 w 54"/>
                      <a:gd name="T1" fmla="*/ 27 h 237"/>
                      <a:gd name="T2" fmla="*/ 27 w 54"/>
                      <a:gd name="T3" fmla="*/ 0 h 237"/>
                      <a:gd name="T4" fmla="*/ 0 w 54"/>
                      <a:gd name="T5" fmla="*/ 27 h 237"/>
                      <a:gd name="T6" fmla="*/ 0 w 54"/>
                      <a:gd name="T7" fmla="*/ 237 h 237"/>
                      <a:gd name="T8" fmla="*/ 54 w 54"/>
                      <a:gd name="T9" fmla="*/ 237 h 237"/>
                      <a:gd name="T10" fmla="*/ 54 w 54"/>
                      <a:gd name="T11" fmla="*/ 27 h 237"/>
                      <a:gd name="T12" fmla="*/ 54 w 54"/>
                      <a:gd name="T13" fmla="*/ 27 h 2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7">
                        <a:moveTo>
                          <a:pt x="54" y="27"/>
                        </a:moveTo>
                        <a:cubicBezTo>
                          <a:pt x="54" y="14"/>
                          <a:pt x="40" y="0"/>
                          <a:pt x="27" y="0"/>
                        </a:cubicBezTo>
                        <a:cubicBezTo>
                          <a:pt x="13" y="0"/>
                          <a:pt x="0" y="14"/>
                          <a:pt x="0" y="27"/>
                        </a:cubicBezTo>
                        <a:cubicBezTo>
                          <a:pt x="0" y="237"/>
                          <a:pt x="0" y="237"/>
                          <a:pt x="0" y="237"/>
                        </a:cubicBezTo>
                        <a:cubicBezTo>
                          <a:pt x="54" y="237"/>
                          <a:pt x="54" y="237"/>
                          <a:pt x="54" y="23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42" name="Freeform 106">
                    <a:extLst>
                      <a:ext uri="{FF2B5EF4-FFF2-40B4-BE49-F238E27FC236}">
                        <a16:creationId xmlns:a16="http://schemas.microsoft.com/office/drawing/2014/main" id="{0C7AAF91-FB9E-AADE-965C-68F84476549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770975" y="2320925"/>
                    <a:ext cx="30163" cy="128588"/>
                  </a:xfrm>
                  <a:custGeom>
                    <a:avLst/>
                    <a:gdLst>
                      <a:gd name="T0" fmla="*/ 54 w 54"/>
                      <a:gd name="T1" fmla="*/ 27 h 237"/>
                      <a:gd name="T2" fmla="*/ 27 w 54"/>
                      <a:gd name="T3" fmla="*/ 0 h 237"/>
                      <a:gd name="T4" fmla="*/ 0 w 54"/>
                      <a:gd name="T5" fmla="*/ 27 h 237"/>
                      <a:gd name="T6" fmla="*/ 0 w 54"/>
                      <a:gd name="T7" fmla="*/ 237 h 237"/>
                      <a:gd name="T8" fmla="*/ 54 w 54"/>
                      <a:gd name="T9" fmla="*/ 237 h 237"/>
                      <a:gd name="T10" fmla="*/ 54 w 54"/>
                      <a:gd name="T11" fmla="*/ 27 h 237"/>
                      <a:gd name="T12" fmla="*/ 54 w 54"/>
                      <a:gd name="T13" fmla="*/ 27 h 2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7">
                        <a:moveTo>
                          <a:pt x="54" y="27"/>
                        </a:moveTo>
                        <a:cubicBezTo>
                          <a:pt x="54" y="14"/>
                          <a:pt x="40" y="0"/>
                          <a:pt x="27" y="0"/>
                        </a:cubicBezTo>
                        <a:cubicBezTo>
                          <a:pt x="13" y="0"/>
                          <a:pt x="0" y="14"/>
                          <a:pt x="0" y="27"/>
                        </a:cubicBezTo>
                        <a:cubicBezTo>
                          <a:pt x="0" y="237"/>
                          <a:pt x="0" y="237"/>
                          <a:pt x="0" y="237"/>
                        </a:cubicBezTo>
                        <a:cubicBezTo>
                          <a:pt x="54" y="237"/>
                          <a:pt x="54" y="237"/>
                          <a:pt x="54" y="23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43" name="Freeform 107">
                    <a:extLst>
                      <a:ext uri="{FF2B5EF4-FFF2-40B4-BE49-F238E27FC236}">
                        <a16:creationId xmlns:a16="http://schemas.microsoft.com/office/drawing/2014/main" id="{1C7D08ED-0D2C-0E80-02B6-3157487B1D4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886863" y="2320925"/>
                    <a:ext cx="30163" cy="128588"/>
                  </a:xfrm>
                  <a:custGeom>
                    <a:avLst/>
                    <a:gdLst>
                      <a:gd name="T0" fmla="*/ 54 w 54"/>
                      <a:gd name="T1" fmla="*/ 27 h 237"/>
                      <a:gd name="T2" fmla="*/ 27 w 54"/>
                      <a:gd name="T3" fmla="*/ 0 h 237"/>
                      <a:gd name="T4" fmla="*/ 0 w 54"/>
                      <a:gd name="T5" fmla="*/ 27 h 237"/>
                      <a:gd name="T6" fmla="*/ 0 w 54"/>
                      <a:gd name="T7" fmla="*/ 237 h 237"/>
                      <a:gd name="T8" fmla="*/ 54 w 54"/>
                      <a:gd name="T9" fmla="*/ 237 h 237"/>
                      <a:gd name="T10" fmla="*/ 54 w 54"/>
                      <a:gd name="T11" fmla="*/ 27 h 237"/>
                      <a:gd name="T12" fmla="*/ 54 w 54"/>
                      <a:gd name="T13" fmla="*/ 27 h 2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7">
                        <a:moveTo>
                          <a:pt x="54" y="27"/>
                        </a:moveTo>
                        <a:cubicBezTo>
                          <a:pt x="54" y="14"/>
                          <a:pt x="40" y="0"/>
                          <a:pt x="27" y="0"/>
                        </a:cubicBezTo>
                        <a:cubicBezTo>
                          <a:pt x="13" y="0"/>
                          <a:pt x="0" y="14"/>
                          <a:pt x="0" y="27"/>
                        </a:cubicBezTo>
                        <a:cubicBezTo>
                          <a:pt x="0" y="237"/>
                          <a:pt x="0" y="237"/>
                          <a:pt x="0" y="237"/>
                        </a:cubicBezTo>
                        <a:cubicBezTo>
                          <a:pt x="54" y="237"/>
                          <a:pt x="54" y="237"/>
                          <a:pt x="54" y="23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44" name="Freeform 108">
                    <a:extLst>
                      <a:ext uri="{FF2B5EF4-FFF2-40B4-BE49-F238E27FC236}">
                        <a16:creationId xmlns:a16="http://schemas.microsoft.com/office/drawing/2014/main" id="{5B861E33-C040-492F-684E-493207703EF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540788" y="3165475"/>
                    <a:ext cx="28575" cy="128588"/>
                  </a:xfrm>
                  <a:custGeom>
                    <a:avLst/>
                    <a:gdLst>
                      <a:gd name="T0" fmla="*/ 0 w 54"/>
                      <a:gd name="T1" fmla="*/ 211 h 238"/>
                      <a:gd name="T2" fmla="*/ 27 w 54"/>
                      <a:gd name="T3" fmla="*/ 238 h 238"/>
                      <a:gd name="T4" fmla="*/ 54 w 54"/>
                      <a:gd name="T5" fmla="*/ 211 h 238"/>
                      <a:gd name="T6" fmla="*/ 54 w 54"/>
                      <a:gd name="T7" fmla="*/ 0 h 238"/>
                      <a:gd name="T8" fmla="*/ 0 w 54"/>
                      <a:gd name="T9" fmla="*/ 0 h 238"/>
                      <a:gd name="T10" fmla="*/ 0 w 54"/>
                      <a:gd name="T11" fmla="*/ 211 h 238"/>
                      <a:gd name="T12" fmla="*/ 0 w 54"/>
                      <a:gd name="T13" fmla="*/ 211 h 2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8">
                        <a:moveTo>
                          <a:pt x="0" y="211"/>
                        </a:moveTo>
                        <a:cubicBezTo>
                          <a:pt x="0" y="231"/>
                          <a:pt x="13" y="238"/>
                          <a:pt x="27" y="238"/>
                        </a:cubicBezTo>
                        <a:cubicBezTo>
                          <a:pt x="40" y="238"/>
                          <a:pt x="54" y="231"/>
                          <a:pt x="54" y="211"/>
                        </a:cubicBezTo>
                        <a:cubicBezTo>
                          <a:pt x="54" y="0"/>
                          <a:pt x="54" y="0"/>
                          <a:pt x="54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45" name="Freeform 109">
                    <a:extLst>
                      <a:ext uri="{FF2B5EF4-FFF2-40B4-BE49-F238E27FC236}">
                        <a16:creationId xmlns:a16="http://schemas.microsoft.com/office/drawing/2014/main" id="{177BD261-D7A2-7369-B3E3-84988AEFE33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658263" y="3165475"/>
                    <a:ext cx="28575" cy="128588"/>
                  </a:xfrm>
                  <a:custGeom>
                    <a:avLst/>
                    <a:gdLst>
                      <a:gd name="T0" fmla="*/ 0 w 54"/>
                      <a:gd name="T1" fmla="*/ 211 h 238"/>
                      <a:gd name="T2" fmla="*/ 27 w 54"/>
                      <a:gd name="T3" fmla="*/ 238 h 238"/>
                      <a:gd name="T4" fmla="*/ 54 w 54"/>
                      <a:gd name="T5" fmla="*/ 211 h 238"/>
                      <a:gd name="T6" fmla="*/ 54 w 54"/>
                      <a:gd name="T7" fmla="*/ 0 h 238"/>
                      <a:gd name="T8" fmla="*/ 0 w 54"/>
                      <a:gd name="T9" fmla="*/ 0 h 238"/>
                      <a:gd name="T10" fmla="*/ 0 w 54"/>
                      <a:gd name="T11" fmla="*/ 211 h 238"/>
                      <a:gd name="T12" fmla="*/ 0 w 54"/>
                      <a:gd name="T13" fmla="*/ 211 h 2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8">
                        <a:moveTo>
                          <a:pt x="0" y="211"/>
                        </a:moveTo>
                        <a:cubicBezTo>
                          <a:pt x="0" y="231"/>
                          <a:pt x="13" y="238"/>
                          <a:pt x="27" y="238"/>
                        </a:cubicBezTo>
                        <a:cubicBezTo>
                          <a:pt x="40" y="238"/>
                          <a:pt x="54" y="231"/>
                          <a:pt x="54" y="211"/>
                        </a:cubicBezTo>
                        <a:cubicBezTo>
                          <a:pt x="54" y="0"/>
                          <a:pt x="54" y="0"/>
                          <a:pt x="54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46" name="Freeform 110">
                    <a:extLst>
                      <a:ext uri="{FF2B5EF4-FFF2-40B4-BE49-F238E27FC236}">
                        <a16:creationId xmlns:a16="http://schemas.microsoft.com/office/drawing/2014/main" id="{87E046A2-0E8A-87E7-C14A-CD67522FF44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770975" y="3165475"/>
                    <a:ext cx="30163" cy="128588"/>
                  </a:xfrm>
                  <a:custGeom>
                    <a:avLst/>
                    <a:gdLst>
                      <a:gd name="T0" fmla="*/ 0 w 54"/>
                      <a:gd name="T1" fmla="*/ 211 h 238"/>
                      <a:gd name="T2" fmla="*/ 27 w 54"/>
                      <a:gd name="T3" fmla="*/ 238 h 238"/>
                      <a:gd name="T4" fmla="*/ 54 w 54"/>
                      <a:gd name="T5" fmla="*/ 211 h 238"/>
                      <a:gd name="T6" fmla="*/ 54 w 54"/>
                      <a:gd name="T7" fmla="*/ 0 h 238"/>
                      <a:gd name="T8" fmla="*/ 0 w 54"/>
                      <a:gd name="T9" fmla="*/ 0 h 238"/>
                      <a:gd name="T10" fmla="*/ 0 w 54"/>
                      <a:gd name="T11" fmla="*/ 211 h 238"/>
                      <a:gd name="T12" fmla="*/ 0 w 54"/>
                      <a:gd name="T13" fmla="*/ 211 h 2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8">
                        <a:moveTo>
                          <a:pt x="0" y="211"/>
                        </a:moveTo>
                        <a:cubicBezTo>
                          <a:pt x="0" y="231"/>
                          <a:pt x="13" y="238"/>
                          <a:pt x="27" y="238"/>
                        </a:cubicBezTo>
                        <a:cubicBezTo>
                          <a:pt x="40" y="238"/>
                          <a:pt x="54" y="231"/>
                          <a:pt x="54" y="211"/>
                        </a:cubicBezTo>
                        <a:cubicBezTo>
                          <a:pt x="54" y="0"/>
                          <a:pt x="54" y="0"/>
                          <a:pt x="54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47" name="Freeform 111">
                    <a:extLst>
                      <a:ext uri="{FF2B5EF4-FFF2-40B4-BE49-F238E27FC236}">
                        <a16:creationId xmlns:a16="http://schemas.microsoft.com/office/drawing/2014/main" id="{67252B5E-1F75-6D6C-79F9-802C8E1C8DB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886863" y="3165475"/>
                    <a:ext cx="30163" cy="128588"/>
                  </a:xfrm>
                  <a:custGeom>
                    <a:avLst/>
                    <a:gdLst>
                      <a:gd name="T0" fmla="*/ 0 w 54"/>
                      <a:gd name="T1" fmla="*/ 211 h 238"/>
                      <a:gd name="T2" fmla="*/ 27 w 54"/>
                      <a:gd name="T3" fmla="*/ 238 h 238"/>
                      <a:gd name="T4" fmla="*/ 54 w 54"/>
                      <a:gd name="T5" fmla="*/ 211 h 238"/>
                      <a:gd name="T6" fmla="*/ 54 w 54"/>
                      <a:gd name="T7" fmla="*/ 0 h 238"/>
                      <a:gd name="T8" fmla="*/ 0 w 54"/>
                      <a:gd name="T9" fmla="*/ 0 h 238"/>
                      <a:gd name="T10" fmla="*/ 0 w 54"/>
                      <a:gd name="T11" fmla="*/ 211 h 238"/>
                      <a:gd name="T12" fmla="*/ 0 w 54"/>
                      <a:gd name="T13" fmla="*/ 211 h 2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8">
                        <a:moveTo>
                          <a:pt x="0" y="211"/>
                        </a:moveTo>
                        <a:cubicBezTo>
                          <a:pt x="0" y="231"/>
                          <a:pt x="13" y="238"/>
                          <a:pt x="27" y="238"/>
                        </a:cubicBezTo>
                        <a:cubicBezTo>
                          <a:pt x="40" y="238"/>
                          <a:pt x="54" y="231"/>
                          <a:pt x="54" y="211"/>
                        </a:cubicBezTo>
                        <a:cubicBezTo>
                          <a:pt x="54" y="0"/>
                          <a:pt x="54" y="0"/>
                          <a:pt x="54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48" name="Freeform 112">
                    <a:extLst>
                      <a:ext uri="{FF2B5EF4-FFF2-40B4-BE49-F238E27FC236}">
                        <a16:creationId xmlns:a16="http://schemas.microsoft.com/office/drawing/2014/main" id="{4C31433E-61DE-B629-2322-AB1A461CAD2E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21401088" y="2478088"/>
                    <a:ext cx="654050" cy="658813"/>
                  </a:xfrm>
                  <a:custGeom>
                    <a:avLst/>
                    <a:gdLst>
                      <a:gd name="T0" fmla="*/ 952 w 1208"/>
                      <a:gd name="T1" fmla="*/ 0 h 1215"/>
                      <a:gd name="T2" fmla="*/ 736 w 1208"/>
                      <a:gd name="T3" fmla="*/ 0 h 1215"/>
                      <a:gd name="T4" fmla="*/ 526 w 1208"/>
                      <a:gd name="T5" fmla="*/ 0 h 1215"/>
                      <a:gd name="T6" fmla="*/ 310 w 1208"/>
                      <a:gd name="T7" fmla="*/ 0 h 1215"/>
                      <a:gd name="T8" fmla="*/ 128 w 1208"/>
                      <a:gd name="T9" fmla="*/ 0 h 1215"/>
                      <a:gd name="T10" fmla="*/ 0 w 1208"/>
                      <a:gd name="T11" fmla="*/ 264 h 1215"/>
                      <a:gd name="T12" fmla="*/ 0 w 1208"/>
                      <a:gd name="T13" fmla="*/ 473 h 1215"/>
                      <a:gd name="T14" fmla="*/ 0 w 1208"/>
                      <a:gd name="T15" fmla="*/ 689 h 1215"/>
                      <a:gd name="T16" fmla="*/ 0 w 1208"/>
                      <a:gd name="T17" fmla="*/ 898 h 1215"/>
                      <a:gd name="T18" fmla="*/ 0 w 1208"/>
                      <a:gd name="T19" fmla="*/ 1087 h 1215"/>
                      <a:gd name="T20" fmla="*/ 256 w 1208"/>
                      <a:gd name="T21" fmla="*/ 1215 h 1215"/>
                      <a:gd name="T22" fmla="*/ 472 w 1208"/>
                      <a:gd name="T23" fmla="*/ 1215 h 1215"/>
                      <a:gd name="T24" fmla="*/ 682 w 1208"/>
                      <a:gd name="T25" fmla="*/ 1215 h 1215"/>
                      <a:gd name="T26" fmla="*/ 898 w 1208"/>
                      <a:gd name="T27" fmla="*/ 1215 h 1215"/>
                      <a:gd name="T28" fmla="*/ 1080 w 1208"/>
                      <a:gd name="T29" fmla="*/ 1215 h 1215"/>
                      <a:gd name="T30" fmla="*/ 1208 w 1208"/>
                      <a:gd name="T31" fmla="*/ 952 h 1215"/>
                      <a:gd name="T32" fmla="*/ 1208 w 1208"/>
                      <a:gd name="T33" fmla="*/ 743 h 1215"/>
                      <a:gd name="T34" fmla="*/ 1208 w 1208"/>
                      <a:gd name="T35" fmla="*/ 527 h 1215"/>
                      <a:gd name="T36" fmla="*/ 1208 w 1208"/>
                      <a:gd name="T37" fmla="*/ 318 h 1215"/>
                      <a:gd name="T38" fmla="*/ 1208 w 1208"/>
                      <a:gd name="T39" fmla="*/ 129 h 1215"/>
                      <a:gd name="T40" fmla="*/ 1154 w 1208"/>
                      <a:gd name="T41" fmla="*/ 264 h 1215"/>
                      <a:gd name="T42" fmla="*/ 1154 w 1208"/>
                      <a:gd name="T43" fmla="*/ 473 h 1215"/>
                      <a:gd name="T44" fmla="*/ 1154 w 1208"/>
                      <a:gd name="T45" fmla="*/ 689 h 1215"/>
                      <a:gd name="T46" fmla="*/ 1154 w 1208"/>
                      <a:gd name="T47" fmla="*/ 898 h 1215"/>
                      <a:gd name="T48" fmla="*/ 1154 w 1208"/>
                      <a:gd name="T49" fmla="*/ 1087 h 1215"/>
                      <a:gd name="T50" fmla="*/ 952 w 1208"/>
                      <a:gd name="T51" fmla="*/ 1161 h 1215"/>
                      <a:gd name="T52" fmla="*/ 736 w 1208"/>
                      <a:gd name="T53" fmla="*/ 1161 h 1215"/>
                      <a:gd name="T54" fmla="*/ 526 w 1208"/>
                      <a:gd name="T55" fmla="*/ 1161 h 1215"/>
                      <a:gd name="T56" fmla="*/ 310 w 1208"/>
                      <a:gd name="T57" fmla="*/ 1161 h 1215"/>
                      <a:gd name="T58" fmla="*/ 128 w 1208"/>
                      <a:gd name="T59" fmla="*/ 1161 h 1215"/>
                      <a:gd name="T60" fmla="*/ 54 w 1208"/>
                      <a:gd name="T61" fmla="*/ 952 h 1215"/>
                      <a:gd name="T62" fmla="*/ 54 w 1208"/>
                      <a:gd name="T63" fmla="*/ 743 h 1215"/>
                      <a:gd name="T64" fmla="*/ 54 w 1208"/>
                      <a:gd name="T65" fmla="*/ 527 h 1215"/>
                      <a:gd name="T66" fmla="*/ 54 w 1208"/>
                      <a:gd name="T67" fmla="*/ 318 h 1215"/>
                      <a:gd name="T68" fmla="*/ 54 w 1208"/>
                      <a:gd name="T69" fmla="*/ 129 h 1215"/>
                      <a:gd name="T70" fmla="*/ 256 w 1208"/>
                      <a:gd name="T71" fmla="*/ 54 h 1215"/>
                      <a:gd name="T72" fmla="*/ 472 w 1208"/>
                      <a:gd name="T73" fmla="*/ 54 h 1215"/>
                      <a:gd name="T74" fmla="*/ 682 w 1208"/>
                      <a:gd name="T75" fmla="*/ 54 h 1215"/>
                      <a:gd name="T76" fmla="*/ 898 w 1208"/>
                      <a:gd name="T77" fmla="*/ 54 h 1215"/>
                      <a:gd name="T78" fmla="*/ 1080 w 1208"/>
                      <a:gd name="T79" fmla="*/ 54 h 1215"/>
                      <a:gd name="T80" fmla="*/ 1154 w 1208"/>
                      <a:gd name="T81" fmla="*/ 264 h 121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</a:cxnLst>
                    <a:rect l="0" t="0" r="r" b="b"/>
                    <a:pathLst>
                      <a:path w="1208" h="1215">
                        <a:moveTo>
                          <a:pt x="1080" y="0"/>
                        </a:moveTo>
                        <a:cubicBezTo>
                          <a:pt x="952" y="0"/>
                          <a:pt x="952" y="0"/>
                          <a:pt x="952" y="0"/>
                        </a:cubicBezTo>
                        <a:cubicBezTo>
                          <a:pt x="898" y="0"/>
                          <a:pt x="898" y="0"/>
                          <a:pt x="898" y="0"/>
                        </a:cubicBezTo>
                        <a:cubicBezTo>
                          <a:pt x="736" y="0"/>
                          <a:pt x="736" y="0"/>
                          <a:pt x="736" y="0"/>
                        </a:cubicBezTo>
                        <a:cubicBezTo>
                          <a:pt x="682" y="0"/>
                          <a:pt x="682" y="0"/>
                          <a:pt x="682" y="0"/>
                        </a:cubicBezTo>
                        <a:cubicBezTo>
                          <a:pt x="526" y="0"/>
                          <a:pt x="526" y="0"/>
                          <a:pt x="526" y="0"/>
                        </a:cubicBezTo>
                        <a:cubicBezTo>
                          <a:pt x="472" y="0"/>
                          <a:pt x="472" y="0"/>
                          <a:pt x="472" y="0"/>
                        </a:cubicBezTo>
                        <a:cubicBezTo>
                          <a:pt x="310" y="0"/>
                          <a:pt x="310" y="0"/>
                          <a:pt x="310" y="0"/>
                        </a:cubicBezTo>
                        <a:cubicBezTo>
                          <a:pt x="256" y="0"/>
                          <a:pt x="256" y="0"/>
                          <a:pt x="256" y="0"/>
                        </a:cubicBezTo>
                        <a:cubicBezTo>
                          <a:pt x="128" y="0"/>
                          <a:pt x="128" y="0"/>
                          <a:pt x="128" y="0"/>
                        </a:cubicBezTo>
                        <a:cubicBezTo>
                          <a:pt x="54" y="0"/>
                          <a:pt x="0" y="61"/>
                          <a:pt x="0" y="129"/>
                        </a:cubicBezTo>
                        <a:cubicBezTo>
                          <a:pt x="0" y="264"/>
                          <a:pt x="0" y="264"/>
                          <a:pt x="0" y="264"/>
                        </a:cubicBezTo>
                        <a:cubicBezTo>
                          <a:pt x="0" y="318"/>
                          <a:pt x="0" y="318"/>
                          <a:pt x="0" y="318"/>
                        </a:cubicBezTo>
                        <a:cubicBezTo>
                          <a:pt x="0" y="473"/>
                          <a:pt x="0" y="473"/>
                          <a:pt x="0" y="473"/>
                        </a:cubicBezTo>
                        <a:cubicBezTo>
                          <a:pt x="0" y="527"/>
                          <a:pt x="0" y="527"/>
                          <a:pt x="0" y="527"/>
                        </a:cubicBezTo>
                        <a:cubicBezTo>
                          <a:pt x="0" y="689"/>
                          <a:pt x="0" y="689"/>
                          <a:pt x="0" y="689"/>
                        </a:cubicBezTo>
                        <a:cubicBezTo>
                          <a:pt x="0" y="743"/>
                          <a:pt x="0" y="743"/>
                          <a:pt x="0" y="743"/>
                        </a:cubicBezTo>
                        <a:cubicBezTo>
                          <a:pt x="0" y="898"/>
                          <a:pt x="0" y="898"/>
                          <a:pt x="0" y="898"/>
                        </a:cubicBezTo>
                        <a:cubicBezTo>
                          <a:pt x="0" y="952"/>
                          <a:pt x="0" y="952"/>
                          <a:pt x="0" y="952"/>
                        </a:cubicBezTo>
                        <a:cubicBezTo>
                          <a:pt x="0" y="1087"/>
                          <a:pt x="0" y="1087"/>
                          <a:pt x="0" y="1087"/>
                        </a:cubicBezTo>
                        <a:cubicBezTo>
                          <a:pt x="0" y="1161"/>
                          <a:pt x="54" y="1215"/>
                          <a:pt x="128" y="1215"/>
                        </a:cubicBezTo>
                        <a:cubicBezTo>
                          <a:pt x="256" y="1215"/>
                          <a:pt x="256" y="1215"/>
                          <a:pt x="256" y="1215"/>
                        </a:cubicBezTo>
                        <a:cubicBezTo>
                          <a:pt x="310" y="1215"/>
                          <a:pt x="310" y="1215"/>
                          <a:pt x="310" y="1215"/>
                        </a:cubicBezTo>
                        <a:cubicBezTo>
                          <a:pt x="472" y="1215"/>
                          <a:pt x="472" y="1215"/>
                          <a:pt x="472" y="1215"/>
                        </a:cubicBezTo>
                        <a:cubicBezTo>
                          <a:pt x="526" y="1215"/>
                          <a:pt x="526" y="1215"/>
                          <a:pt x="526" y="1215"/>
                        </a:cubicBezTo>
                        <a:cubicBezTo>
                          <a:pt x="682" y="1215"/>
                          <a:pt x="682" y="1215"/>
                          <a:pt x="682" y="1215"/>
                        </a:cubicBezTo>
                        <a:cubicBezTo>
                          <a:pt x="736" y="1215"/>
                          <a:pt x="736" y="1215"/>
                          <a:pt x="736" y="1215"/>
                        </a:cubicBezTo>
                        <a:cubicBezTo>
                          <a:pt x="898" y="1215"/>
                          <a:pt x="898" y="1215"/>
                          <a:pt x="898" y="1215"/>
                        </a:cubicBezTo>
                        <a:cubicBezTo>
                          <a:pt x="952" y="1215"/>
                          <a:pt x="952" y="1215"/>
                          <a:pt x="952" y="1215"/>
                        </a:cubicBezTo>
                        <a:cubicBezTo>
                          <a:pt x="1080" y="1215"/>
                          <a:pt x="1080" y="1215"/>
                          <a:pt x="1080" y="1215"/>
                        </a:cubicBezTo>
                        <a:cubicBezTo>
                          <a:pt x="1154" y="1215"/>
                          <a:pt x="1208" y="1161"/>
                          <a:pt x="1208" y="1087"/>
                        </a:cubicBezTo>
                        <a:cubicBezTo>
                          <a:pt x="1208" y="952"/>
                          <a:pt x="1208" y="952"/>
                          <a:pt x="1208" y="952"/>
                        </a:cubicBezTo>
                        <a:cubicBezTo>
                          <a:pt x="1208" y="898"/>
                          <a:pt x="1208" y="898"/>
                          <a:pt x="1208" y="898"/>
                        </a:cubicBezTo>
                        <a:cubicBezTo>
                          <a:pt x="1208" y="743"/>
                          <a:pt x="1208" y="743"/>
                          <a:pt x="1208" y="743"/>
                        </a:cubicBezTo>
                        <a:cubicBezTo>
                          <a:pt x="1208" y="689"/>
                          <a:pt x="1208" y="689"/>
                          <a:pt x="1208" y="689"/>
                        </a:cubicBezTo>
                        <a:cubicBezTo>
                          <a:pt x="1208" y="527"/>
                          <a:pt x="1208" y="527"/>
                          <a:pt x="1208" y="527"/>
                        </a:cubicBezTo>
                        <a:cubicBezTo>
                          <a:pt x="1208" y="473"/>
                          <a:pt x="1208" y="473"/>
                          <a:pt x="1208" y="473"/>
                        </a:cubicBezTo>
                        <a:cubicBezTo>
                          <a:pt x="1208" y="318"/>
                          <a:pt x="1208" y="318"/>
                          <a:pt x="1208" y="318"/>
                        </a:cubicBezTo>
                        <a:cubicBezTo>
                          <a:pt x="1208" y="264"/>
                          <a:pt x="1208" y="264"/>
                          <a:pt x="1208" y="264"/>
                        </a:cubicBezTo>
                        <a:cubicBezTo>
                          <a:pt x="1208" y="129"/>
                          <a:pt x="1208" y="129"/>
                          <a:pt x="1208" y="129"/>
                        </a:cubicBezTo>
                        <a:cubicBezTo>
                          <a:pt x="1208" y="61"/>
                          <a:pt x="1154" y="0"/>
                          <a:pt x="1080" y="0"/>
                        </a:cubicBezTo>
                        <a:close/>
                        <a:moveTo>
                          <a:pt x="1154" y="264"/>
                        </a:moveTo>
                        <a:cubicBezTo>
                          <a:pt x="1154" y="318"/>
                          <a:pt x="1154" y="318"/>
                          <a:pt x="1154" y="318"/>
                        </a:cubicBezTo>
                        <a:cubicBezTo>
                          <a:pt x="1154" y="473"/>
                          <a:pt x="1154" y="473"/>
                          <a:pt x="1154" y="473"/>
                        </a:cubicBezTo>
                        <a:cubicBezTo>
                          <a:pt x="1154" y="527"/>
                          <a:pt x="1154" y="527"/>
                          <a:pt x="1154" y="527"/>
                        </a:cubicBezTo>
                        <a:cubicBezTo>
                          <a:pt x="1154" y="689"/>
                          <a:pt x="1154" y="689"/>
                          <a:pt x="1154" y="689"/>
                        </a:cubicBezTo>
                        <a:cubicBezTo>
                          <a:pt x="1154" y="743"/>
                          <a:pt x="1154" y="743"/>
                          <a:pt x="1154" y="743"/>
                        </a:cubicBezTo>
                        <a:cubicBezTo>
                          <a:pt x="1154" y="898"/>
                          <a:pt x="1154" y="898"/>
                          <a:pt x="1154" y="898"/>
                        </a:cubicBezTo>
                        <a:cubicBezTo>
                          <a:pt x="1154" y="952"/>
                          <a:pt x="1154" y="952"/>
                          <a:pt x="1154" y="952"/>
                        </a:cubicBezTo>
                        <a:cubicBezTo>
                          <a:pt x="1154" y="1087"/>
                          <a:pt x="1154" y="1087"/>
                          <a:pt x="1154" y="1087"/>
                        </a:cubicBezTo>
                        <a:cubicBezTo>
                          <a:pt x="1154" y="1127"/>
                          <a:pt x="1127" y="1161"/>
                          <a:pt x="1080" y="1161"/>
                        </a:cubicBezTo>
                        <a:cubicBezTo>
                          <a:pt x="952" y="1161"/>
                          <a:pt x="952" y="1161"/>
                          <a:pt x="952" y="1161"/>
                        </a:cubicBezTo>
                        <a:cubicBezTo>
                          <a:pt x="898" y="1161"/>
                          <a:pt x="898" y="1161"/>
                          <a:pt x="898" y="1161"/>
                        </a:cubicBezTo>
                        <a:cubicBezTo>
                          <a:pt x="736" y="1161"/>
                          <a:pt x="736" y="1161"/>
                          <a:pt x="736" y="1161"/>
                        </a:cubicBezTo>
                        <a:cubicBezTo>
                          <a:pt x="682" y="1161"/>
                          <a:pt x="682" y="1161"/>
                          <a:pt x="682" y="1161"/>
                        </a:cubicBezTo>
                        <a:cubicBezTo>
                          <a:pt x="526" y="1161"/>
                          <a:pt x="526" y="1161"/>
                          <a:pt x="526" y="1161"/>
                        </a:cubicBezTo>
                        <a:cubicBezTo>
                          <a:pt x="472" y="1161"/>
                          <a:pt x="472" y="1161"/>
                          <a:pt x="472" y="1161"/>
                        </a:cubicBezTo>
                        <a:cubicBezTo>
                          <a:pt x="310" y="1161"/>
                          <a:pt x="310" y="1161"/>
                          <a:pt x="310" y="1161"/>
                        </a:cubicBezTo>
                        <a:cubicBezTo>
                          <a:pt x="256" y="1161"/>
                          <a:pt x="256" y="1161"/>
                          <a:pt x="256" y="1161"/>
                        </a:cubicBezTo>
                        <a:cubicBezTo>
                          <a:pt x="128" y="1161"/>
                          <a:pt x="128" y="1161"/>
                          <a:pt x="128" y="1161"/>
                        </a:cubicBezTo>
                        <a:cubicBezTo>
                          <a:pt x="81" y="1161"/>
                          <a:pt x="54" y="1127"/>
                          <a:pt x="54" y="1087"/>
                        </a:cubicBezTo>
                        <a:cubicBezTo>
                          <a:pt x="54" y="952"/>
                          <a:pt x="54" y="952"/>
                          <a:pt x="54" y="952"/>
                        </a:cubicBezTo>
                        <a:cubicBezTo>
                          <a:pt x="54" y="898"/>
                          <a:pt x="54" y="898"/>
                          <a:pt x="54" y="898"/>
                        </a:cubicBezTo>
                        <a:cubicBezTo>
                          <a:pt x="54" y="743"/>
                          <a:pt x="54" y="743"/>
                          <a:pt x="54" y="743"/>
                        </a:cubicBezTo>
                        <a:cubicBezTo>
                          <a:pt x="54" y="689"/>
                          <a:pt x="54" y="689"/>
                          <a:pt x="54" y="689"/>
                        </a:cubicBezTo>
                        <a:cubicBezTo>
                          <a:pt x="54" y="527"/>
                          <a:pt x="54" y="527"/>
                          <a:pt x="54" y="527"/>
                        </a:cubicBezTo>
                        <a:cubicBezTo>
                          <a:pt x="54" y="473"/>
                          <a:pt x="54" y="473"/>
                          <a:pt x="54" y="473"/>
                        </a:cubicBezTo>
                        <a:cubicBezTo>
                          <a:pt x="54" y="318"/>
                          <a:pt x="54" y="318"/>
                          <a:pt x="54" y="318"/>
                        </a:cubicBezTo>
                        <a:cubicBezTo>
                          <a:pt x="54" y="264"/>
                          <a:pt x="54" y="264"/>
                          <a:pt x="54" y="264"/>
                        </a:cubicBezTo>
                        <a:cubicBezTo>
                          <a:pt x="54" y="129"/>
                          <a:pt x="54" y="129"/>
                          <a:pt x="54" y="129"/>
                        </a:cubicBezTo>
                        <a:cubicBezTo>
                          <a:pt x="54" y="88"/>
                          <a:pt x="81" y="54"/>
                          <a:pt x="128" y="54"/>
                        </a:cubicBezTo>
                        <a:cubicBezTo>
                          <a:pt x="256" y="54"/>
                          <a:pt x="256" y="54"/>
                          <a:pt x="256" y="54"/>
                        </a:cubicBezTo>
                        <a:cubicBezTo>
                          <a:pt x="310" y="54"/>
                          <a:pt x="310" y="54"/>
                          <a:pt x="310" y="54"/>
                        </a:cubicBezTo>
                        <a:cubicBezTo>
                          <a:pt x="472" y="54"/>
                          <a:pt x="472" y="54"/>
                          <a:pt x="472" y="54"/>
                        </a:cubicBezTo>
                        <a:cubicBezTo>
                          <a:pt x="526" y="54"/>
                          <a:pt x="526" y="54"/>
                          <a:pt x="526" y="54"/>
                        </a:cubicBezTo>
                        <a:cubicBezTo>
                          <a:pt x="682" y="54"/>
                          <a:pt x="682" y="54"/>
                          <a:pt x="682" y="54"/>
                        </a:cubicBezTo>
                        <a:cubicBezTo>
                          <a:pt x="736" y="54"/>
                          <a:pt x="736" y="54"/>
                          <a:pt x="736" y="54"/>
                        </a:cubicBezTo>
                        <a:cubicBezTo>
                          <a:pt x="898" y="54"/>
                          <a:pt x="898" y="54"/>
                          <a:pt x="898" y="54"/>
                        </a:cubicBezTo>
                        <a:cubicBezTo>
                          <a:pt x="952" y="54"/>
                          <a:pt x="952" y="54"/>
                          <a:pt x="952" y="54"/>
                        </a:cubicBezTo>
                        <a:cubicBezTo>
                          <a:pt x="1080" y="54"/>
                          <a:pt x="1080" y="54"/>
                          <a:pt x="1080" y="54"/>
                        </a:cubicBezTo>
                        <a:cubicBezTo>
                          <a:pt x="1127" y="54"/>
                          <a:pt x="1154" y="88"/>
                          <a:pt x="1154" y="129"/>
                        </a:cubicBezTo>
                        <a:cubicBezTo>
                          <a:pt x="1154" y="264"/>
                          <a:pt x="1154" y="264"/>
                          <a:pt x="1154" y="264"/>
                        </a:cubicBezTo>
                        <a:cubicBezTo>
                          <a:pt x="1154" y="264"/>
                          <a:pt x="1154" y="264"/>
                          <a:pt x="1154" y="264"/>
                        </a:cubicBezTo>
                        <a:close/>
                      </a:path>
                    </a:pathLst>
                  </a:custGeom>
                  <a:solidFill>
                    <a:schemeClr val="tx1">
                      <a:lumMod val="85000"/>
                      <a:lumOff val="15000"/>
                    </a:scheme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</p:grpSp>
            <p:pic>
              <p:nvPicPr>
                <p:cNvPr id="2130" name="그림 2129">
                  <a:extLst>
                    <a:ext uri="{FF2B5EF4-FFF2-40B4-BE49-F238E27FC236}">
                      <a16:creationId xmlns:a16="http://schemas.microsoft.com/office/drawing/2014/main" id="{D286D3A8-8536-F0C4-4B37-F6D224E847C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lum bright="100000"/>
                </a:blip>
                <a:stretch>
                  <a:fillRect/>
                </a:stretch>
              </p:blipFill>
              <p:spPr>
                <a:xfrm>
                  <a:off x="1124483" y="5707212"/>
                  <a:ext cx="491143" cy="179999"/>
                </a:xfrm>
                <a:prstGeom prst="rect">
                  <a:avLst/>
                </a:prstGeom>
              </p:spPr>
            </p:pic>
          </p:grpSp>
        </p:grpSp>
        <p:sp>
          <p:nvSpPr>
            <p:cNvPr id="2167" name="모서리가 둥근 직사각형 160">
              <a:extLst>
                <a:ext uri="{FF2B5EF4-FFF2-40B4-BE49-F238E27FC236}">
                  <a16:creationId xmlns:a16="http://schemas.microsoft.com/office/drawing/2014/main" id="{C2CB2F88-E7F8-D568-0EA7-79D3F35A33E3}"/>
                </a:ext>
              </a:extLst>
            </p:cNvPr>
            <p:cNvSpPr/>
            <p:nvPr/>
          </p:nvSpPr>
          <p:spPr bwMode="auto">
            <a:xfrm flipH="1">
              <a:off x="1339043" y="4051995"/>
              <a:ext cx="132281" cy="82933"/>
            </a:xfrm>
            <a:prstGeom prst="ellipse">
              <a:avLst/>
            </a:prstGeom>
            <a:solidFill>
              <a:srgbClr val="9CA5AC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 defTabSz="1591820"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lang="ko-KR" altLang="en-US" sz="800" spc="-30" dirty="0">
                  <a:ln>
                    <a:solidFill>
                      <a:srgbClr val="C7CED2">
                        <a:alpha val="0"/>
                      </a:srgbClr>
                    </a:solidFill>
                  </a:ln>
                  <a:solidFill>
                    <a:schemeClr val="bg1"/>
                  </a:solidFill>
                  <a:ea typeface="HG꼬딕씨 60g" panose="02020603020101020101" pitchFamily="18" charset="-127"/>
                </a:rPr>
                <a:t>신</a:t>
              </a:r>
            </a:p>
          </p:txBody>
        </p:sp>
        <p:cxnSp>
          <p:nvCxnSpPr>
            <p:cNvPr id="2234" name="직선 연결선 5">
              <a:extLst>
                <a:ext uri="{FF2B5EF4-FFF2-40B4-BE49-F238E27FC236}">
                  <a16:creationId xmlns:a16="http://schemas.microsoft.com/office/drawing/2014/main" id="{CB0ED2F0-5949-B2A4-7CE2-B29130ABBB37}"/>
                </a:ext>
              </a:extLst>
            </p:cNvPr>
            <p:cNvCxnSpPr/>
            <p:nvPr/>
          </p:nvCxnSpPr>
          <p:spPr>
            <a:xfrm>
              <a:off x="6081435" y="1887770"/>
              <a:ext cx="0" cy="116106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none" w="sm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5" name="직선 연결선 29">
              <a:extLst>
                <a:ext uri="{FF2B5EF4-FFF2-40B4-BE49-F238E27FC236}">
                  <a16:creationId xmlns:a16="http://schemas.microsoft.com/office/drawing/2014/main" id="{344440B3-BCAE-D64C-8CB1-0232056B3A9C}"/>
                </a:ext>
              </a:extLst>
            </p:cNvPr>
            <p:cNvCxnSpPr/>
            <p:nvPr/>
          </p:nvCxnSpPr>
          <p:spPr>
            <a:xfrm>
              <a:off x="3450346" y="2005225"/>
              <a:ext cx="2645620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none" w="sm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36" name="원호 30">
              <a:extLst>
                <a:ext uri="{FF2B5EF4-FFF2-40B4-BE49-F238E27FC236}">
                  <a16:creationId xmlns:a16="http://schemas.microsoft.com/office/drawing/2014/main" id="{8CEAEB78-AD36-CFB2-FD63-D7D497E50BD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72959" y="1985915"/>
              <a:ext cx="79369" cy="50880"/>
            </a:xfrm>
            <a:prstGeom prst="arc">
              <a:avLst>
                <a:gd name="adj1" fmla="val 10962404"/>
                <a:gd name="adj2" fmla="val 0"/>
              </a:avLst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none" w="sm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cxnSp>
          <p:nvCxnSpPr>
            <p:cNvPr id="2237" name="직선 연결선 31">
              <a:extLst>
                <a:ext uri="{FF2B5EF4-FFF2-40B4-BE49-F238E27FC236}">
                  <a16:creationId xmlns:a16="http://schemas.microsoft.com/office/drawing/2014/main" id="{A36AC7D4-1CA3-174B-4110-B85D4CA3EE82}"/>
                </a:ext>
              </a:extLst>
            </p:cNvPr>
            <p:cNvCxnSpPr/>
            <p:nvPr/>
          </p:nvCxnSpPr>
          <p:spPr>
            <a:xfrm>
              <a:off x="2253298" y="2007873"/>
              <a:ext cx="1111160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none" w="sm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8" name="직선 연결선 32">
              <a:extLst>
                <a:ext uri="{FF2B5EF4-FFF2-40B4-BE49-F238E27FC236}">
                  <a16:creationId xmlns:a16="http://schemas.microsoft.com/office/drawing/2014/main" id="{DE62027D-6E8A-9965-F165-CE0B783B7A32}"/>
                </a:ext>
              </a:extLst>
            </p:cNvPr>
            <p:cNvCxnSpPr/>
            <p:nvPr/>
          </p:nvCxnSpPr>
          <p:spPr>
            <a:xfrm>
              <a:off x="2256756" y="2011792"/>
              <a:ext cx="0" cy="597117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none" w="sm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9" name="직선 연결선 33">
              <a:extLst>
                <a:ext uri="{FF2B5EF4-FFF2-40B4-BE49-F238E27FC236}">
                  <a16:creationId xmlns:a16="http://schemas.microsoft.com/office/drawing/2014/main" id="{611520ED-10E9-4042-3BC6-859C59D69685}"/>
                </a:ext>
              </a:extLst>
            </p:cNvPr>
            <p:cNvCxnSpPr/>
            <p:nvPr/>
          </p:nvCxnSpPr>
          <p:spPr>
            <a:xfrm>
              <a:off x="2149929" y="2597080"/>
              <a:ext cx="105825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none" w="sm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9" name="모서리가 둥근 사각형 설명선[R] 228">
            <a:extLst>
              <a:ext uri="{FF2B5EF4-FFF2-40B4-BE49-F238E27FC236}">
                <a16:creationId xmlns:a16="http://schemas.microsoft.com/office/drawing/2014/main" id="{7934C085-C37D-C4C3-F331-385CC1844A60}"/>
              </a:ext>
            </a:extLst>
          </p:cNvPr>
          <p:cNvSpPr/>
          <p:nvPr/>
        </p:nvSpPr>
        <p:spPr bwMode="auto">
          <a:xfrm>
            <a:off x="5970737" y="682344"/>
            <a:ext cx="2556710" cy="809176"/>
          </a:xfrm>
          <a:prstGeom prst="wedgeRoundRectCallout">
            <a:avLst>
              <a:gd name="adj1" fmla="val -53617"/>
              <a:gd name="adj2" fmla="val 36404"/>
              <a:gd name="adj3" fmla="val 16667"/>
            </a:avLst>
          </a:prstGeom>
          <a:solidFill>
            <a:schemeClr val="bg2">
              <a:lumMod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95350" latinLnBrk="0">
              <a:spcAft>
                <a:spcPts val="600"/>
              </a:spcAft>
              <a:buSzPct val="120000"/>
            </a:pPr>
            <a:r>
              <a:rPr kumimoji="1" lang="ko-KR" altLang="en-US" sz="1300" b="1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운영 및 개발환경에 대한 물리적 아키텍처 구성도 작성</a:t>
            </a:r>
          </a:p>
        </p:txBody>
      </p:sp>
    </p:spTree>
    <p:extLst>
      <p:ext uri="{BB962C8B-B14F-4D97-AF65-F5344CB8AC3E}">
        <p14:creationId xmlns:p14="http://schemas.microsoft.com/office/powerpoint/2010/main" val="1177381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59B618-C2C2-5537-A41C-6C80F7051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2.3</a:t>
            </a:r>
            <a:r>
              <a:rPr kumimoji="1" lang="ko-KR" altLang="en-US" dirty="0"/>
              <a:t> </a:t>
            </a:r>
            <a:r>
              <a:rPr kumimoji="1" lang="en-US" altLang="ko-KR" dirty="0"/>
              <a:t>H/W</a:t>
            </a:r>
            <a:r>
              <a:rPr kumimoji="1" lang="ko-KR" altLang="en-US" dirty="0"/>
              <a:t> 구성요소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B59475-945D-4749-A4A1-E0E92D1BE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047" y="504827"/>
            <a:ext cx="8639908" cy="294777"/>
          </a:xfrm>
        </p:spPr>
        <p:txBody>
          <a:bodyPr/>
          <a:lstStyle/>
          <a:p>
            <a:r>
              <a:rPr kumimoji="1" lang="en-US" altLang="ko-KR" dirty="0"/>
              <a:t>AI </a:t>
            </a:r>
            <a:r>
              <a:rPr kumimoji="1" lang="ko-KR" altLang="en-US" dirty="0"/>
              <a:t>서비스 허브</a:t>
            </a:r>
            <a:r>
              <a:rPr kumimoji="1" lang="en-US" altLang="ko-KR" dirty="0"/>
              <a:t>,</a:t>
            </a:r>
            <a:r>
              <a:rPr kumimoji="1" lang="ko-KR" altLang="en-US" dirty="0"/>
              <a:t> 빅데이터 플랫폼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AI</a:t>
            </a:r>
            <a:r>
              <a:rPr kumimoji="1" lang="ko-KR" altLang="en-US" dirty="0"/>
              <a:t> </a:t>
            </a:r>
            <a:r>
              <a:rPr kumimoji="1" lang="en-US" altLang="ko-KR" dirty="0"/>
              <a:t>Agent</a:t>
            </a:r>
            <a:r>
              <a:rPr kumimoji="1" lang="ko-KR" altLang="en-US" dirty="0"/>
              <a:t>플랫폼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Gen AI </a:t>
            </a:r>
            <a:r>
              <a:rPr kumimoji="1" lang="ko-KR" altLang="en-US" dirty="0"/>
              <a:t>플랫폼 영역별 구성요소를 정의한다</a:t>
            </a:r>
            <a:r>
              <a:rPr kumimoji="1" lang="en-US" altLang="ko-KR" dirty="0"/>
              <a:t>. </a:t>
            </a:r>
            <a:endParaRPr kumimoji="1"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C979164-F009-9C00-17E3-3CEE9D304F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dirty="0"/>
              <a:t>2.</a:t>
            </a:r>
            <a:r>
              <a:rPr kumimoji="1" lang="ko-KR" altLang="en-US" dirty="0"/>
              <a:t> 시스템 아키텍처</a:t>
            </a:r>
          </a:p>
        </p:txBody>
      </p:sp>
      <p:graphicFrame>
        <p:nvGraphicFramePr>
          <p:cNvPr id="4" name="Table 0">
            <a:extLst>
              <a:ext uri="{FF2B5EF4-FFF2-40B4-BE49-F238E27FC236}">
                <a16:creationId xmlns:a16="http://schemas.microsoft.com/office/drawing/2014/main" id="{6C5D09B2-1C04-257B-8C27-161481B2C4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5850144"/>
              </p:ext>
            </p:extLst>
          </p:nvPr>
        </p:nvGraphicFramePr>
        <p:xfrm>
          <a:off x="357447" y="919245"/>
          <a:ext cx="8229600" cy="402336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21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91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38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00" b="1" i="0" dirty="0">
                          <a:solidFill>
                            <a:srgbClr val="FFFFFF"/>
                          </a:solidFill>
                          <a:latin typeface="Malgun Gothic" panose="020B0503020000020004" pitchFamily="34" charset="-127"/>
                          <a:ea typeface="Malgun Gothic" panose="020B0503020000020004" pitchFamily="34" charset="-127"/>
                          <a:cs typeface="Arial" pitchFamily="34" charset="-120"/>
                        </a:rPr>
                        <a:t>구분</a:t>
                      </a:r>
                      <a:endParaRPr lang="en-US" sz="1000" b="1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00" b="1" i="0" dirty="0">
                          <a:solidFill>
                            <a:srgbClr val="FFFFFF"/>
                          </a:solidFill>
                          <a:latin typeface="Malgun Gothic" panose="020B0503020000020004" pitchFamily="34" charset="-127"/>
                          <a:ea typeface="Malgun Gothic" panose="020B0503020000020004" pitchFamily="34" charset="-127"/>
                          <a:cs typeface="Arial" pitchFamily="34" charset="-120"/>
                        </a:rPr>
                        <a:t>구성요소</a:t>
                      </a:r>
                      <a:endParaRPr lang="en-US" sz="1000" b="1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00" b="1" i="0" dirty="0">
                          <a:solidFill>
                            <a:srgbClr val="FFFFFF"/>
                          </a:solidFill>
                          <a:latin typeface="Malgun Gothic" panose="020B0503020000020004" pitchFamily="34" charset="-127"/>
                          <a:ea typeface="Malgun Gothic" panose="020B0503020000020004" pitchFamily="34" charset="-127"/>
                          <a:cs typeface="Arial" pitchFamily="34" charset="-120"/>
                        </a:rPr>
                        <a:t>설명</a:t>
                      </a:r>
                      <a:endParaRPr lang="en-US" sz="1000" b="1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00" b="1" i="0" dirty="0">
                          <a:solidFill>
                            <a:srgbClr val="FFFFFF"/>
                          </a:solidFill>
                          <a:latin typeface="Malgun Gothic" panose="020B0503020000020004" pitchFamily="34" charset="-127"/>
                          <a:ea typeface="Malgun Gothic" panose="020B0503020000020004" pitchFamily="34" charset="-127"/>
                          <a:cs typeface="Arial" pitchFamily="34" charset="-120"/>
                        </a:rPr>
                        <a:t>비고</a:t>
                      </a:r>
                      <a:endParaRPr lang="en-US" sz="1000" b="1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i="0" dirty="0">
                          <a:solidFill>
                            <a:srgbClr val="1A1A1A"/>
                          </a:solidFill>
                          <a:latin typeface="Malgun Gothic" panose="020B0503020000020004" pitchFamily="34" charset="-127"/>
                          <a:ea typeface="Malgun Gothic" panose="020B0503020000020004" pitchFamily="34" charset="-127"/>
                          <a:cs typeface="Arial" pitchFamily="34" charset="-120"/>
                        </a:rPr>
                        <a:t>AI </a:t>
                      </a:r>
                      <a:r>
                        <a:rPr lang="ko-KR" altLang="en-US" sz="900" b="1" i="0" dirty="0">
                          <a:solidFill>
                            <a:srgbClr val="1A1A1A"/>
                          </a:solidFill>
                          <a:latin typeface="Malgun Gothic" panose="020B0503020000020004" pitchFamily="34" charset="-127"/>
                          <a:ea typeface="Malgun Gothic" panose="020B0503020000020004" pitchFamily="34" charset="-127"/>
                          <a:cs typeface="Arial" pitchFamily="34" charset="-120"/>
                        </a:rPr>
                        <a:t>서비스 허브</a:t>
                      </a:r>
                      <a:endParaRPr lang="en-US" sz="900" b="1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i="0" dirty="0">
                          <a:solidFill>
                            <a:srgbClr val="1A1A1A"/>
                          </a:solidFill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pitchFamily="34" charset="-120"/>
                        </a:rPr>
                        <a:t>GPU </a:t>
                      </a:r>
                      <a:r>
                        <a:rPr lang="ko-KR" altLang="en-US" sz="900" b="0" i="0" dirty="0">
                          <a:solidFill>
                            <a:srgbClr val="1A1A1A"/>
                          </a:solidFill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pitchFamily="34" charset="-120"/>
                        </a:rPr>
                        <a:t>서버</a:t>
                      </a:r>
                      <a:endParaRPr lang="en-US" sz="900" b="0" i="0" dirty="0">
                        <a:latin typeface="Malgun Gothic Semilight" panose="020B0503020000020004" pitchFamily="34" charset="-127"/>
                        <a:ea typeface="Malgun Gothic Semilight" panose="020B0503020000020004" pitchFamily="34" charset="-127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i="0" dirty="0">
                          <a:solidFill>
                            <a:srgbClr val="1A1A1A"/>
                          </a:solidFill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pitchFamily="34" charset="-120"/>
                        </a:rPr>
                        <a:t>- </a:t>
                      </a:r>
                      <a:r>
                        <a:rPr lang="ko-KR" altLang="en-US" sz="900" b="0" i="0" dirty="0">
                          <a:solidFill>
                            <a:srgbClr val="1A1A1A"/>
                          </a:solidFill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pitchFamily="34" charset="-120"/>
                        </a:rPr>
                        <a:t>컨테이너 클러스터 기반 워크로드 구성</a:t>
                      </a:r>
                      <a:endParaRPr lang="en-US" sz="900" b="0" i="0" dirty="0">
                        <a:latin typeface="Malgun Gothic Semilight" panose="020B0503020000020004" pitchFamily="34" charset="-127"/>
                        <a:ea typeface="Malgun Gothic Semilight" panose="020B0503020000020004" pitchFamily="34" charset="-127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b="0" i="0" dirty="0">
                          <a:solidFill>
                            <a:srgbClr val="1A1A1A"/>
                          </a:solidFill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pitchFamily="34" charset="-120"/>
                        </a:rPr>
                        <a:t>- AI </a:t>
                      </a:r>
                      <a:r>
                        <a:rPr lang="ko-KR" altLang="en-US" sz="900" b="0" i="0" dirty="0">
                          <a:solidFill>
                            <a:srgbClr val="1A1A1A"/>
                          </a:solidFill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pitchFamily="34" charset="-120"/>
                        </a:rPr>
                        <a:t>모델에 특화된 병렬처리 클러스터</a:t>
                      </a:r>
                      <a:endParaRPr lang="en-US" sz="900" b="0" i="0" dirty="0">
                        <a:latin typeface="Malgun Gothic Semilight" panose="020B0503020000020004" pitchFamily="34" charset="-127"/>
                        <a:ea typeface="Malgun Gothic Semilight" panose="020B0503020000020004" pitchFamily="34" charset="-127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i="0" dirty="0"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charset="0"/>
                        </a:rPr>
                        <a:t>AI </a:t>
                      </a:r>
                      <a:r>
                        <a:rPr lang="ko-KR" altLang="en-US" sz="900" b="0" i="0" dirty="0"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charset="0"/>
                        </a:rPr>
                        <a:t>모델 영역</a:t>
                      </a:r>
                      <a:endParaRPr lang="en-US" sz="900" b="0" i="0" dirty="0">
                        <a:latin typeface="Malgun Gothic Semilight" panose="020B0503020000020004" pitchFamily="34" charset="-127"/>
                        <a:ea typeface="Malgun Gothic Semilight" panose="020B0503020000020004" pitchFamily="34" charset="-127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900" b="0" i="0" dirty="0">
                          <a:solidFill>
                            <a:srgbClr val="1A1A1A"/>
                          </a:solidFill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pitchFamily="34" charset="-120"/>
                        </a:rPr>
                        <a:t>스토리지</a:t>
                      </a:r>
                      <a:endParaRPr lang="en-US" sz="900" b="0" i="0" dirty="0">
                        <a:latin typeface="Malgun Gothic Semilight" panose="020B0503020000020004" pitchFamily="34" charset="-127"/>
                        <a:ea typeface="Malgun Gothic Semilight" panose="020B0503020000020004" pitchFamily="34" charset="-127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i="0" dirty="0">
                          <a:solidFill>
                            <a:srgbClr val="1A1A1A"/>
                          </a:solidFill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pitchFamily="34" charset="-120"/>
                        </a:rPr>
                        <a:t>- </a:t>
                      </a:r>
                      <a:r>
                        <a:rPr lang="ko-KR" altLang="en-US" sz="900" b="0" i="0" dirty="0">
                          <a:solidFill>
                            <a:srgbClr val="1A1A1A"/>
                          </a:solidFill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pitchFamily="34" charset="-120"/>
                        </a:rPr>
                        <a:t>데이터 저장소 </a:t>
                      </a:r>
                      <a:r>
                        <a:rPr lang="en-US" altLang="ko-KR" sz="900" b="0" i="0" dirty="0">
                          <a:solidFill>
                            <a:srgbClr val="1A1A1A"/>
                          </a:solidFill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pitchFamily="34" charset="-120"/>
                        </a:rPr>
                        <a:t>NAS </a:t>
                      </a:r>
                      <a:r>
                        <a:rPr lang="ko-KR" altLang="en-US" sz="900" b="0" i="0" dirty="0">
                          <a:solidFill>
                            <a:srgbClr val="1A1A1A"/>
                          </a:solidFill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pitchFamily="34" charset="-120"/>
                        </a:rPr>
                        <a:t>구성</a:t>
                      </a:r>
                      <a:endParaRPr lang="en-US" sz="900" b="0" i="0" dirty="0">
                        <a:latin typeface="Malgun Gothic Semilight" panose="020B0503020000020004" pitchFamily="34" charset="-127"/>
                        <a:ea typeface="Malgun Gothic Semilight" panose="020B0503020000020004" pitchFamily="34" charset="-127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b="0" i="0" dirty="0">
                          <a:solidFill>
                            <a:srgbClr val="1A1A1A"/>
                          </a:solidFill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pitchFamily="34" charset="-120"/>
                        </a:rPr>
                        <a:t>- </a:t>
                      </a:r>
                      <a:r>
                        <a:rPr lang="ko-KR" altLang="en-US" sz="900" b="0" i="0" dirty="0">
                          <a:solidFill>
                            <a:srgbClr val="1A1A1A"/>
                          </a:solidFill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pitchFamily="34" charset="-120"/>
                        </a:rPr>
                        <a:t>볼륨의 영구 저장소</a:t>
                      </a:r>
                      <a:r>
                        <a:rPr lang="en-US" altLang="ko-KR" sz="900" b="0" i="0" dirty="0">
                          <a:solidFill>
                            <a:srgbClr val="1A1A1A"/>
                          </a:solidFill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pitchFamily="34" charset="-120"/>
                        </a:rPr>
                        <a:t>(PV) </a:t>
                      </a:r>
                      <a:r>
                        <a:rPr lang="ko-KR" altLang="en-US" sz="900" b="0" i="0" dirty="0">
                          <a:solidFill>
                            <a:srgbClr val="1A1A1A"/>
                          </a:solidFill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pitchFamily="34" charset="-120"/>
                        </a:rPr>
                        <a:t>설정 및 </a:t>
                      </a:r>
                      <a:r>
                        <a:rPr lang="en-US" altLang="ko-KR" sz="900" b="0" i="0" dirty="0">
                          <a:solidFill>
                            <a:srgbClr val="1A1A1A"/>
                          </a:solidFill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pitchFamily="34" charset="-120"/>
                        </a:rPr>
                        <a:t>PVC </a:t>
                      </a:r>
                      <a:r>
                        <a:rPr lang="ko-KR" altLang="en-US" sz="900" b="0" i="0" dirty="0">
                          <a:solidFill>
                            <a:srgbClr val="1A1A1A"/>
                          </a:solidFill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pitchFamily="34" charset="-120"/>
                        </a:rPr>
                        <a:t>생성</a:t>
                      </a:r>
                      <a:endParaRPr lang="en-US" sz="900" b="0" i="0" dirty="0">
                        <a:latin typeface="Malgun Gothic Semilight" panose="020B0503020000020004" pitchFamily="34" charset="-127"/>
                        <a:ea typeface="Malgun Gothic Semilight" panose="020B0503020000020004" pitchFamily="34" charset="-127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b="0" i="0" dirty="0">
                        <a:latin typeface="Malgun Gothic Semilight" panose="020B0503020000020004" pitchFamily="34" charset="-127"/>
                        <a:ea typeface="Malgun Gothic Semilight" panose="020B0503020000020004" pitchFamily="34" charset="-127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 rowSpan="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900" b="1" i="0" dirty="0">
                          <a:solidFill>
                            <a:srgbClr val="1A1A1A"/>
                          </a:solidFill>
                          <a:latin typeface="Malgun Gothic" panose="020B0503020000020004" pitchFamily="34" charset="-127"/>
                          <a:ea typeface="Malgun Gothic" panose="020B0503020000020004" pitchFamily="34" charset="-127"/>
                          <a:cs typeface="Arial" pitchFamily="34" charset="-120"/>
                        </a:rPr>
                        <a:t>빅데이터 플랫폼</a:t>
                      </a:r>
                      <a:endParaRPr lang="en-US" sz="900" b="1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i="0" dirty="0">
                          <a:solidFill>
                            <a:srgbClr val="1A1A1A"/>
                          </a:solidFill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pitchFamily="34" charset="-120"/>
                        </a:rPr>
                        <a:t>Data</a:t>
                      </a:r>
                      <a:r>
                        <a:rPr lang="ko-KR" altLang="en-US" sz="900" b="0" i="0" dirty="0">
                          <a:solidFill>
                            <a:srgbClr val="1A1A1A"/>
                          </a:solidFill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pitchFamily="34" charset="-120"/>
                        </a:rPr>
                        <a:t> </a:t>
                      </a:r>
                      <a:r>
                        <a:rPr lang="en-US" sz="900" b="0" i="0" dirty="0">
                          <a:solidFill>
                            <a:srgbClr val="1A1A1A"/>
                          </a:solidFill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pitchFamily="34" charset="-120"/>
                        </a:rPr>
                        <a:t>Lake</a:t>
                      </a:r>
                      <a:endParaRPr lang="en-US" sz="900" b="0" i="0" dirty="0">
                        <a:latin typeface="Malgun Gothic Semilight" panose="020B0503020000020004" pitchFamily="34" charset="-127"/>
                        <a:ea typeface="Malgun Gothic Semilight" panose="020B0503020000020004" pitchFamily="34" charset="-127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i="0" dirty="0">
                          <a:solidFill>
                            <a:srgbClr val="1A1A1A"/>
                          </a:solidFill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pitchFamily="34" charset="-120"/>
                        </a:rPr>
                        <a:t>- </a:t>
                      </a:r>
                      <a:r>
                        <a:rPr lang="ko-KR" altLang="en-US" sz="900" b="0" i="0" dirty="0">
                          <a:solidFill>
                            <a:srgbClr val="1A1A1A"/>
                          </a:solidFill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pitchFamily="34" charset="-120"/>
                        </a:rPr>
                        <a:t>정형</a:t>
                      </a:r>
                      <a:r>
                        <a:rPr lang="en-US" altLang="ko-KR" sz="900" b="0" i="0" dirty="0">
                          <a:solidFill>
                            <a:srgbClr val="1A1A1A"/>
                          </a:solidFill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pitchFamily="34" charset="-120"/>
                        </a:rPr>
                        <a:t>/</a:t>
                      </a:r>
                      <a:r>
                        <a:rPr lang="ko-KR" altLang="en-US" sz="900" b="0" i="0" dirty="0">
                          <a:solidFill>
                            <a:srgbClr val="1A1A1A"/>
                          </a:solidFill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pitchFamily="34" charset="-120"/>
                        </a:rPr>
                        <a:t>비정형 실시간 생성되는 데이터 수집</a:t>
                      </a:r>
                      <a:endParaRPr lang="en-US" altLang="ko-KR" sz="900" b="0" i="0" dirty="0">
                        <a:solidFill>
                          <a:srgbClr val="1A1A1A"/>
                        </a:solidFill>
                        <a:latin typeface="Malgun Gothic Semilight" panose="020B0503020000020004" pitchFamily="34" charset="-127"/>
                        <a:ea typeface="Malgun Gothic Semilight" panose="020B0503020000020004" pitchFamily="34" charset="-127"/>
                        <a:cs typeface="Arial" pitchFamily="34" charset="-12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altLang="ko-KR" sz="900" b="0" i="0" dirty="0">
                          <a:solidFill>
                            <a:srgbClr val="1A1A1A"/>
                          </a:solidFill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pitchFamily="34" charset="-120"/>
                        </a:rPr>
                        <a:t>-</a:t>
                      </a:r>
                      <a:r>
                        <a:rPr lang="ko-KR" altLang="en-US" sz="900" b="0" i="0" dirty="0">
                          <a:solidFill>
                            <a:srgbClr val="1A1A1A"/>
                          </a:solidFill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pitchFamily="34" charset="-120"/>
                        </a:rPr>
                        <a:t> 가공되지 않은 데이터에서 의미론적 데이터 추출</a:t>
                      </a:r>
                      <a:endParaRPr lang="en-US" sz="900" b="0" i="0" dirty="0">
                        <a:latin typeface="Malgun Gothic Semilight" panose="020B0503020000020004" pitchFamily="34" charset="-127"/>
                        <a:ea typeface="Malgun Gothic Semilight" panose="020B0503020000020004" pitchFamily="34" charset="-127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900" b="0" i="0" dirty="0"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charset="0"/>
                        </a:rPr>
                        <a:t>수집 </a:t>
                      </a:r>
                      <a:r>
                        <a:rPr lang="en-US" altLang="ko-KR" sz="900" b="0" i="0" dirty="0"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charset="0"/>
                        </a:rPr>
                        <a:t>-&gt;</a:t>
                      </a:r>
                      <a:r>
                        <a:rPr lang="ko-KR" altLang="en-US" sz="900" b="0" i="0" dirty="0"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charset="0"/>
                        </a:rPr>
                        <a:t> 적재 </a:t>
                      </a:r>
                      <a:r>
                        <a:rPr lang="en-US" altLang="ko-KR" sz="900" b="0" i="0" dirty="0"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charset="0"/>
                        </a:rPr>
                        <a:t>-&gt;</a:t>
                      </a:r>
                      <a:r>
                        <a:rPr lang="ko-KR" altLang="en-US" sz="900" b="0" i="0" dirty="0"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charset="0"/>
                        </a:rPr>
                        <a:t> 변환 </a:t>
                      </a:r>
                      <a:r>
                        <a:rPr lang="en-US" altLang="ko-KR" sz="900" b="0" i="0" dirty="0"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charset="0"/>
                        </a:rPr>
                        <a:t>-&gt;</a:t>
                      </a:r>
                      <a:r>
                        <a:rPr lang="ko-KR" altLang="en-US" sz="900" b="0" i="0" dirty="0"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charset="0"/>
                        </a:rPr>
                        <a:t> 가공</a:t>
                      </a:r>
                      <a:endParaRPr lang="en-US" altLang="ko-KR" sz="900" b="0" i="0" dirty="0">
                        <a:latin typeface="Malgun Gothic Semilight" panose="020B0503020000020004" pitchFamily="34" charset="-127"/>
                        <a:ea typeface="Malgun Gothic Semilight" panose="020B0503020000020004" pitchFamily="34" charset="-127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ko-KR" altLang="en-US" sz="900" b="0" i="0" dirty="0"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charset="0"/>
                        </a:rPr>
                        <a:t>데이터 생성에서 폐기 까지의 수명 주기를 관리</a:t>
                      </a:r>
                      <a:endParaRPr lang="en-US" sz="900" b="0" i="0" dirty="0">
                        <a:latin typeface="Malgun Gothic Semilight" panose="020B0503020000020004" pitchFamily="34" charset="-127"/>
                        <a:ea typeface="Malgun Gothic Semilight" panose="020B0503020000020004" pitchFamily="34" charset="-127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i="0" dirty="0">
                          <a:solidFill>
                            <a:srgbClr val="1A1A1A"/>
                          </a:solidFill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pitchFamily="34" charset="-120"/>
                        </a:rPr>
                        <a:t>DW</a:t>
                      </a:r>
                      <a:endParaRPr lang="en-US" sz="900" b="0" i="0" dirty="0">
                        <a:latin typeface="Malgun Gothic Semilight" panose="020B0503020000020004" pitchFamily="34" charset="-127"/>
                        <a:ea typeface="Malgun Gothic Semilight" panose="020B0503020000020004" pitchFamily="34" charset="-127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i="0" dirty="0">
                          <a:solidFill>
                            <a:srgbClr val="1A1A1A"/>
                          </a:solidFill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pitchFamily="34" charset="-120"/>
                        </a:rPr>
                        <a:t>- </a:t>
                      </a:r>
                      <a:r>
                        <a:rPr lang="ko-KR" altLang="en-US" sz="900" b="0" i="0" dirty="0">
                          <a:solidFill>
                            <a:srgbClr val="1A1A1A"/>
                          </a:solidFill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pitchFamily="34" charset="-120"/>
                        </a:rPr>
                        <a:t>기업의 정제된 데이터 적재</a:t>
                      </a:r>
                      <a:endParaRPr lang="en-US" sz="900" b="0" i="0" dirty="0">
                        <a:latin typeface="Malgun Gothic Semilight" panose="020B0503020000020004" pitchFamily="34" charset="-127"/>
                        <a:ea typeface="Malgun Gothic Semilight" panose="020B0503020000020004" pitchFamily="34" charset="-127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b="0" i="0" dirty="0">
                          <a:solidFill>
                            <a:srgbClr val="1A1A1A"/>
                          </a:solidFill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pitchFamily="34" charset="-120"/>
                        </a:rPr>
                        <a:t>- </a:t>
                      </a:r>
                      <a:r>
                        <a:rPr lang="ko-KR" altLang="en-US" sz="900" b="0" i="0" dirty="0">
                          <a:solidFill>
                            <a:srgbClr val="1A1A1A"/>
                          </a:solidFill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pitchFamily="34" charset="-120"/>
                        </a:rPr>
                        <a:t>업무별 </a:t>
                      </a:r>
                      <a:r>
                        <a:rPr lang="en-US" sz="900" b="0" i="0" dirty="0">
                          <a:solidFill>
                            <a:srgbClr val="1A1A1A"/>
                          </a:solidFill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pitchFamily="34" charset="-120"/>
                        </a:rPr>
                        <a:t>Data Mart </a:t>
                      </a:r>
                      <a:r>
                        <a:rPr lang="ko-KR" altLang="en-US" sz="900" b="0" i="0" dirty="0">
                          <a:solidFill>
                            <a:srgbClr val="1A1A1A"/>
                          </a:solidFill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pitchFamily="34" charset="-120"/>
                        </a:rPr>
                        <a:t>구성하여 온톨로지 변환 가능</a:t>
                      </a:r>
                      <a:endParaRPr lang="en-US" sz="900" b="0" i="0" dirty="0">
                        <a:latin typeface="Malgun Gothic Semilight" panose="020B0503020000020004" pitchFamily="34" charset="-127"/>
                        <a:ea typeface="Malgun Gothic Semilight" panose="020B0503020000020004" pitchFamily="34" charset="-127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b="0" i="0" dirty="0">
                        <a:latin typeface="Malgun Gothic Semilight" panose="020B0503020000020004" pitchFamily="34" charset="-127"/>
                        <a:ea typeface="Malgun Gothic Semilight" panose="020B0503020000020004" pitchFamily="34" charset="-127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i="0" dirty="0">
                          <a:solidFill>
                            <a:srgbClr val="1A1A1A"/>
                          </a:solidFill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pitchFamily="34" charset="-120"/>
                        </a:rPr>
                        <a:t>Kafka,</a:t>
                      </a:r>
                      <a:r>
                        <a:rPr lang="ko-KR" altLang="en-US" sz="900" b="0" i="0" dirty="0">
                          <a:solidFill>
                            <a:srgbClr val="1A1A1A"/>
                          </a:solidFill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pitchFamily="34" charset="-120"/>
                        </a:rPr>
                        <a:t> </a:t>
                      </a:r>
                      <a:r>
                        <a:rPr lang="en-US" altLang="ko-KR" sz="900" b="0" i="0" dirty="0">
                          <a:solidFill>
                            <a:srgbClr val="1A1A1A"/>
                          </a:solidFill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pitchFamily="34" charset="-120"/>
                        </a:rPr>
                        <a:t>Airflow,</a:t>
                      </a:r>
                      <a:r>
                        <a:rPr lang="en-US" sz="900" b="0" i="0" dirty="0">
                          <a:solidFill>
                            <a:srgbClr val="1A1A1A"/>
                          </a:solidFill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pitchFamily="34" charset="-120"/>
                        </a:rPr>
                        <a:t> </a:t>
                      </a:r>
                      <a:r>
                        <a:rPr lang="ko-KR" altLang="en-US" sz="900" b="0" i="0" dirty="0">
                          <a:solidFill>
                            <a:srgbClr val="1A1A1A"/>
                          </a:solidFill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pitchFamily="34" charset="-120"/>
                        </a:rPr>
                        <a:t>스토리지</a:t>
                      </a:r>
                      <a:endParaRPr lang="en-US" sz="900" b="0" i="0" dirty="0">
                        <a:latin typeface="Malgun Gothic Semilight" panose="020B0503020000020004" pitchFamily="34" charset="-127"/>
                        <a:ea typeface="Malgun Gothic Semilight" panose="020B0503020000020004" pitchFamily="34" charset="-127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i="0" dirty="0">
                          <a:solidFill>
                            <a:srgbClr val="1A1A1A"/>
                          </a:solidFill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pitchFamily="34" charset="-120"/>
                        </a:rPr>
                        <a:t>- </a:t>
                      </a:r>
                      <a:r>
                        <a:rPr lang="ko-KR" altLang="en-US" sz="900" b="0" i="0" dirty="0">
                          <a:solidFill>
                            <a:srgbClr val="1A1A1A"/>
                          </a:solidFill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pitchFamily="34" charset="-120"/>
                        </a:rPr>
                        <a:t>데이터 수집 및 연동을 위한 솔루션</a:t>
                      </a:r>
                      <a:r>
                        <a:rPr lang="en-US" altLang="ko-KR" sz="900" b="0" i="0" dirty="0">
                          <a:solidFill>
                            <a:srgbClr val="1A1A1A"/>
                          </a:solidFill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pitchFamily="34" charset="-120"/>
                        </a:rPr>
                        <a:t> (</a:t>
                      </a:r>
                      <a:r>
                        <a:rPr lang="en-US" altLang="ko-KR" sz="900" b="0" i="0" dirty="0" err="1">
                          <a:solidFill>
                            <a:srgbClr val="1A1A1A"/>
                          </a:solidFill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pitchFamily="34" charset="-120"/>
                        </a:rPr>
                        <a:t>kafka</a:t>
                      </a:r>
                      <a:r>
                        <a:rPr lang="en-US" altLang="ko-KR" sz="900" b="0" i="0" dirty="0">
                          <a:solidFill>
                            <a:srgbClr val="1A1A1A"/>
                          </a:solidFill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pitchFamily="34" charset="-120"/>
                        </a:rPr>
                        <a:t>, Airflow)</a:t>
                      </a:r>
                    </a:p>
                    <a:p>
                      <a:pPr marL="0" indent="0">
                        <a:buNone/>
                      </a:pPr>
                      <a:r>
                        <a:rPr lang="en-US" altLang="ko-KR" sz="900" b="0" i="0" dirty="0">
                          <a:solidFill>
                            <a:srgbClr val="1A1A1A"/>
                          </a:solidFill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pitchFamily="34" charset="-120"/>
                        </a:rPr>
                        <a:t>-</a:t>
                      </a:r>
                      <a:r>
                        <a:rPr lang="ko-KR" altLang="en-US" sz="900" b="0" i="0" dirty="0">
                          <a:solidFill>
                            <a:srgbClr val="1A1A1A"/>
                          </a:solidFill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pitchFamily="34" charset="-120"/>
                        </a:rPr>
                        <a:t> 데이터 저장소로 </a:t>
                      </a:r>
                      <a:r>
                        <a:rPr lang="en-US" altLang="ko-KR" sz="900" b="0" i="0" dirty="0">
                          <a:solidFill>
                            <a:srgbClr val="1A1A1A"/>
                          </a:solidFill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pitchFamily="34" charset="-120"/>
                        </a:rPr>
                        <a:t>SAN, NAS </a:t>
                      </a:r>
                      <a:r>
                        <a:rPr lang="ko-KR" altLang="en-US" sz="900" b="0" i="0" dirty="0">
                          <a:solidFill>
                            <a:srgbClr val="1A1A1A"/>
                          </a:solidFill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pitchFamily="34" charset="-120"/>
                        </a:rPr>
                        <a:t>저장소 활용</a:t>
                      </a:r>
                      <a:endParaRPr lang="en-US" sz="900" b="0" i="0" dirty="0">
                        <a:latin typeface="Malgun Gothic Semilight" panose="020B0503020000020004" pitchFamily="34" charset="-127"/>
                        <a:ea typeface="Malgun Gothic Semilight" panose="020B0503020000020004" pitchFamily="34" charset="-127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b="0" i="0" dirty="0">
                        <a:latin typeface="Malgun Gothic Semilight" panose="020B0503020000020004" pitchFamily="34" charset="-127"/>
                        <a:ea typeface="Malgun Gothic Semilight" panose="020B0503020000020004" pitchFamily="34" charset="-127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i="0" dirty="0">
                          <a:solidFill>
                            <a:srgbClr val="1A1A1A"/>
                          </a:solidFill>
                          <a:latin typeface="Malgun Gothic" panose="020B0503020000020004" pitchFamily="34" charset="-127"/>
                          <a:ea typeface="Malgun Gothic" panose="020B0503020000020004" pitchFamily="34" charset="-127"/>
                          <a:cs typeface="Arial" pitchFamily="34" charset="-120"/>
                        </a:rPr>
                        <a:t>AI Agent </a:t>
                      </a:r>
                      <a:r>
                        <a:rPr lang="ko-KR" altLang="en-US" sz="900" b="1" i="0" dirty="0">
                          <a:solidFill>
                            <a:srgbClr val="1A1A1A"/>
                          </a:solidFill>
                          <a:latin typeface="Malgun Gothic" panose="020B0503020000020004" pitchFamily="34" charset="-127"/>
                          <a:ea typeface="Malgun Gothic" panose="020B0503020000020004" pitchFamily="34" charset="-127"/>
                          <a:cs typeface="Arial" pitchFamily="34" charset="-120"/>
                        </a:rPr>
                        <a:t>플랫폼</a:t>
                      </a:r>
                      <a:endParaRPr lang="en-US" sz="900" b="1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i="0" dirty="0"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charset="0"/>
                        </a:rPr>
                        <a:t>k8s</a:t>
                      </a: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i="0" dirty="0">
                          <a:solidFill>
                            <a:srgbClr val="1A1A1A"/>
                          </a:solidFill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pitchFamily="34" charset="-120"/>
                        </a:rPr>
                        <a:t>- </a:t>
                      </a:r>
                      <a:r>
                        <a:rPr lang="ko-KR" altLang="en-US" sz="900" b="0" i="0" dirty="0">
                          <a:solidFill>
                            <a:srgbClr val="1A1A1A"/>
                          </a:solidFill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pitchFamily="34" charset="-120"/>
                        </a:rPr>
                        <a:t>컨테이너 </a:t>
                      </a:r>
                      <a:r>
                        <a:rPr lang="en-US" altLang="ko-KR" sz="900" b="0" i="0" dirty="0">
                          <a:solidFill>
                            <a:srgbClr val="1A1A1A"/>
                          </a:solidFill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pitchFamily="34" charset="-120"/>
                        </a:rPr>
                        <a:t>Orchestrator</a:t>
                      </a:r>
                      <a:endParaRPr lang="en-US" sz="900" b="0" i="0" dirty="0">
                        <a:latin typeface="Malgun Gothic Semilight" panose="020B0503020000020004" pitchFamily="34" charset="-127"/>
                        <a:ea typeface="Malgun Gothic Semilight" panose="020B0503020000020004" pitchFamily="34" charset="-127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b="0" i="0" dirty="0">
                          <a:solidFill>
                            <a:srgbClr val="1A1A1A"/>
                          </a:solidFill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pitchFamily="34" charset="-120"/>
                        </a:rPr>
                        <a:t>- Continuous Integration, Continuous Deployment</a:t>
                      </a:r>
                      <a:endParaRPr lang="en-US" sz="900" b="0" i="0" dirty="0">
                        <a:latin typeface="Malgun Gothic Semilight" panose="020B0503020000020004" pitchFamily="34" charset="-127"/>
                        <a:ea typeface="Malgun Gothic Semilight" panose="020B0503020000020004" pitchFamily="34" charset="-127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b="0" i="0" dirty="0">
                        <a:latin typeface="Malgun Gothic Semilight" panose="020B0503020000020004" pitchFamily="34" charset="-127"/>
                        <a:ea typeface="Malgun Gothic Semilight" panose="020B0503020000020004" pitchFamily="34" charset="-127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i="0" dirty="0">
                          <a:solidFill>
                            <a:srgbClr val="1A1A1A"/>
                          </a:solidFill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pitchFamily="34" charset="-120"/>
                        </a:rPr>
                        <a:t>Agent Service</a:t>
                      </a:r>
                      <a:endParaRPr lang="en-US" sz="900" b="0" i="0" dirty="0">
                        <a:latin typeface="Malgun Gothic Semilight" panose="020B0503020000020004" pitchFamily="34" charset="-127"/>
                        <a:ea typeface="Malgun Gothic Semilight" panose="020B0503020000020004" pitchFamily="34" charset="-127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i="0" dirty="0">
                          <a:solidFill>
                            <a:srgbClr val="1A1A1A"/>
                          </a:solidFill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pitchFamily="34" charset="-120"/>
                        </a:rPr>
                        <a:t>- </a:t>
                      </a:r>
                      <a:r>
                        <a:rPr lang="ko-KR" altLang="en-US" sz="900" b="0" i="0" dirty="0">
                          <a:solidFill>
                            <a:srgbClr val="1A1A1A"/>
                          </a:solidFill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pitchFamily="34" charset="-120"/>
                        </a:rPr>
                        <a:t>비즈니스 수행을 위한 </a:t>
                      </a:r>
                      <a:r>
                        <a:rPr lang="en-US" altLang="ko-KR" sz="900" b="0" i="0" dirty="0">
                          <a:solidFill>
                            <a:srgbClr val="1A1A1A"/>
                          </a:solidFill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pitchFamily="34" charset="-120"/>
                        </a:rPr>
                        <a:t>Run-Time Agent</a:t>
                      </a:r>
                      <a:endParaRPr lang="en-US" sz="900" b="0" i="0" dirty="0">
                        <a:latin typeface="Malgun Gothic Semilight" panose="020B0503020000020004" pitchFamily="34" charset="-127"/>
                        <a:ea typeface="Malgun Gothic Semilight" panose="020B0503020000020004" pitchFamily="34" charset="-127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b="0" i="0" dirty="0">
                          <a:solidFill>
                            <a:srgbClr val="1A1A1A"/>
                          </a:solidFill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pitchFamily="34" charset="-120"/>
                        </a:rPr>
                        <a:t>- </a:t>
                      </a:r>
                      <a:r>
                        <a:rPr lang="ko-KR" altLang="en-US" sz="900" b="0" i="0" dirty="0">
                          <a:solidFill>
                            <a:srgbClr val="1A1A1A"/>
                          </a:solidFill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pitchFamily="34" charset="-120"/>
                        </a:rPr>
                        <a:t>기능 중심 </a:t>
                      </a:r>
                      <a:r>
                        <a:rPr lang="en-US" sz="900" b="0" i="0" dirty="0">
                          <a:solidFill>
                            <a:srgbClr val="1A1A1A"/>
                          </a:solidFill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pitchFamily="34" charset="-120"/>
                        </a:rPr>
                        <a:t>Tool</a:t>
                      </a:r>
                      <a:r>
                        <a:rPr lang="ko-KR" altLang="en-US" sz="900" b="0" i="0" dirty="0">
                          <a:solidFill>
                            <a:srgbClr val="1A1A1A"/>
                          </a:solidFill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pitchFamily="34" charset="-120"/>
                        </a:rPr>
                        <a:t> 포함</a:t>
                      </a:r>
                      <a:r>
                        <a:rPr lang="en-US" sz="900" b="0" i="0" dirty="0">
                          <a:solidFill>
                            <a:srgbClr val="1A1A1A"/>
                          </a:solidFill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pitchFamily="34" charset="-120"/>
                        </a:rPr>
                        <a:t> </a:t>
                      </a:r>
                      <a:endParaRPr lang="en-US" sz="900" b="0" i="0" dirty="0">
                        <a:latin typeface="Malgun Gothic Semilight" panose="020B0503020000020004" pitchFamily="34" charset="-127"/>
                        <a:ea typeface="Malgun Gothic Semilight" panose="020B0503020000020004" pitchFamily="34" charset="-127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b="0" i="0" dirty="0">
                        <a:latin typeface="Malgun Gothic Semilight" panose="020B0503020000020004" pitchFamily="34" charset="-127"/>
                        <a:ea typeface="Malgun Gothic Semilight" panose="020B0503020000020004" pitchFamily="34" charset="-127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  <a:cs typeface="Arial" charset="0"/>
                        </a:rPr>
                        <a:t>Gen AI </a:t>
                      </a:r>
                      <a:r>
                        <a:rPr lang="ko-KR" altLang="en-US" sz="9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  <a:cs typeface="Arial" charset="0"/>
                        </a:rPr>
                        <a:t>플랫폼</a:t>
                      </a:r>
                      <a:endParaRPr lang="en-US" sz="900" b="1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900" b="0" i="0" dirty="0"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charset="0"/>
                        </a:rPr>
                        <a:t>데이터 수집기</a:t>
                      </a:r>
                      <a:r>
                        <a:rPr lang="en-US" altLang="ko-KR" sz="900" b="0" i="0" dirty="0"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charset="0"/>
                        </a:rPr>
                        <a:t>,</a:t>
                      </a:r>
                      <a:r>
                        <a:rPr lang="ko-KR" altLang="en-US" sz="900" b="0" i="0" dirty="0"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charset="0"/>
                        </a:rPr>
                        <a:t> </a:t>
                      </a:r>
                      <a:r>
                        <a:rPr lang="en-US" altLang="ko-KR" sz="900" b="0" i="0" dirty="0"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charset="0"/>
                        </a:rPr>
                        <a:t>DAP</a:t>
                      </a:r>
                      <a:endParaRPr lang="en-US" sz="900" b="0" i="0" dirty="0">
                        <a:latin typeface="Malgun Gothic Semilight" panose="020B0503020000020004" pitchFamily="34" charset="-127"/>
                        <a:ea typeface="Malgun Gothic Semilight" panose="020B0503020000020004" pitchFamily="34" charset="-127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ko-KR" sz="900" b="0" i="0" dirty="0"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charset="0"/>
                        </a:rPr>
                        <a:t>-</a:t>
                      </a:r>
                      <a:r>
                        <a:rPr lang="ko-KR" altLang="en-US" sz="900" b="0" i="0" dirty="0"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charset="0"/>
                        </a:rPr>
                        <a:t> 외부 정보의 </a:t>
                      </a:r>
                      <a:r>
                        <a:rPr lang="ko-KR" altLang="en-US" sz="900" b="0" i="0" dirty="0" err="1"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charset="0"/>
                        </a:rPr>
                        <a:t>크롤링</a:t>
                      </a:r>
                      <a:r>
                        <a:rPr lang="ko-KR" altLang="en-US" sz="900" b="0" i="0" dirty="0"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charset="0"/>
                        </a:rPr>
                        <a:t> 데이터 내부 수집</a:t>
                      </a:r>
                      <a:endParaRPr lang="en-US" altLang="ko-KR" sz="900" b="0" i="0" dirty="0">
                        <a:latin typeface="Malgun Gothic Semilight" panose="020B0503020000020004" pitchFamily="34" charset="-127"/>
                        <a:ea typeface="Malgun Gothic Semilight" panose="020B0503020000020004" pitchFamily="34" charset="-127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altLang="ko-KR" sz="900" b="0" i="0" dirty="0"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charset="0"/>
                        </a:rPr>
                        <a:t>-</a:t>
                      </a:r>
                      <a:r>
                        <a:rPr lang="ko-KR" altLang="en-US" sz="900" b="0" i="0" dirty="0"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charset="0"/>
                        </a:rPr>
                        <a:t> </a:t>
                      </a:r>
                      <a:r>
                        <a:rPr lang="en-US" altLang="ko-KR" sz="900" b="0" i="0" dirty="0"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charset="0"/>
                        </a:rPr>
                        <a:t>Data</a:t>
                      </a:r>
                      <a:r>
                        <a:rPr lang="ko-KR" altLang="en-US" sz="900" b="0" i="0" dirty="0"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charset="0"/>
                        </a:rPr>
                        <a:t> </a:t>
                      </a:r>
                      <a:r>
                        <a:rPr lang="en-US" altLang="ko-KR" sz="900" b="0" i="0" dirty="0"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charset="0"/>
                        </a:rPr>
                        <a:t>Analytics Platform </a:t>
                      </a:r>
                      <a:r>
                        <a:rPr lang="ko-KR" altLang="en-US" sz="900" b="0" i="0" dirty="0"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charset="0"/>
                        </a:rPr>
                        <a:t>기반 데이터 필터링</a:t>
                      </a:r>
                      <a:r>
                        <a:rPr lang="en-US" altLang="ko-KR" sz="900" b="0" i="0" dirty="0"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charset="0"/>
                        </a:rPr>
                        <a:t>,</a:t>
                      </a:r>
                      <a:r>
                        <a:rPr lang="ko-KR" altLang="en-US" sz="900" b="0" i="0" dirty="0"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charset="0"/>
                        </a:rPr>
                        <a:t> 악성코드 차단</a:t>
                      </a:r>
                      <a:endParaRPr lang="en-US" sz="900" b="0" i="0" dirty="0">
                        <a:latin typeface="Malgun Gothic Semilight" panose="020B0503020000020004" pitchFamily="34" charset="-127"/>
                        <a:ea typeface="Malgun Gothic Semilight" panose="020B0503020000020004" pitchFamily="34" charset="-127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b="0" i="0" dirty="0">
                        <a:latin typeface="Malgun Gothic Semilight" panose="020B0503020000020004" pitchFamily="34" charset="-127"/>
                        <a:ea typeface="Malgun Gothic Semilight" panose="020B0503020000020004" pitchFamily="34" charset="-127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4697601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900" b="0" i="0" dirty="0" err="1"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charset="0"/>
                        </a:rPr>
                        <a:t>망연계</a:t>
                      </a:r>
                      <a:r>
                        <a:rPr lang="en-US" altLang="ko-KR" sz="900" b="0" i="0" dirty="0"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charset="0"/>
                        </a:rPr>
                        <a:t>,</a:t>
                      </a:r>
                      <a:r>
                        <a:rPr lang="ko-KR" altLang="en-US" sz="900" b="0" i="0" dirty="0"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charset="0"/>
                        </a:rPr>
                        <a:t> </a:t>
                      </a:r>
                      <a:r>
                        <a:rPr lang="en-US" altLang="ko-KR" sz="900" b="0" i="0" dirty="0"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charset="0"/>
                        </a:rPr>
                        <a:t>CDR</a:t>
                      </a:r>
                      <a:endParaRPr lang="en-US" sz="900" b="0" i="0" dirty="0">
                        <a:latin typeface="Malgun Gothic Semilight" panose="020B0503020000020004" pitchFamily="34" charset="-127"/>
                        <a:ea typeface="Malgun Gothic Semilight" panose="020B0503020000020004" pitchFamily="34" charset="-127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i="0" dirty="0"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charset="0"/>
                        </a:rPr>
                        <a:t>- </a:t>
                      </a:r>
                      <a:r>
                        <a:rPr lang="ko-KR" altLang="en-US" sz="900" b="0" i="0" dirty="0"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charset="0"/>
                        </a:rPr>
                        <a:t>망 간 보안성을 고려한 연계 솔루션 적용</a:t>
                      </a:r>
                      <a:endParaRPr lang="en-US" altLang="ko-KR" sz="900" b="0" i="0" dirty="0">
                        <a:latin typeface="Malgun Gothic Semilight" panose="020B0503020000020004" pitchFamily="34" charset="-127"/>
                        <a:ea typeface="Malgun Gothic Semilight" panose="020B0503020000020004" pitchFamily="34" charset="-127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altLang="ko-KR" sz="900" b="0" i="0" dirty="0"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charset="0"/>
                        </a:rPr>
                        <a:t>-</a:t>
                      </a:r>
                      <a:r>
                        <a:rPr lang="ko-KR" altLang="en-US" sz="900" b="0" i="0" dirty="0"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charset="0"/>
                        </a:rPr>
                        <a:t> </a:t>
                      </a:r>
                      <a:r>
                        <a:rPr lang="en" altLang="ko-KR" sz="900" b="0" i="0" dirty="0"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</a:rPr>
                        <a:t>Content Disarm &amp; Reconstruction</a:t>
                      </a:r>
                      <a:r>
                        <a:rPr lang="ko-KR" altLang="en-US" sz="900" b="0" i="0" dirty="0"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</a:rPr>
                        <a:t> 기반 콘텐츠 무해화</a:t>
                      </a:r>
                      <a:r>
                        <a:rPr lang="en-US" altLang="ko-KR" sz="900" b="0" i="0" dirty="0">
                          <a:latin typeface="Malgun Gothic Semilight" panose="020B0503020000020004" pitchFamily="34" charset="-127"/>
                          <a:ea typeface="Malgun Gothic Semilight" panose="020B0503020000020004" pitchFamily="34" charset="-127"/>
                          <a:cs typeface="Arial" charset="0"/>
                        </a:rPr>
                        <a:t> </a:t>
                      </a: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b="0" i="0" dirty="0">
                        <a:latin typeface="Malgun Gothic Semilight" panose="020B0503020000020004" pitchFamily="34" charset="-127"/>
                        <a:ea typeface="Malgun Gothic Semilight" panose="020B0503020000020004" pitchFamily="34" charset="-127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0068175"/>
                  </a:ext>
                </a:extLst>
              </a:tr>
            </a:tbl>
          </a:graphicData>
        </a:graphic>
      </p:graphicFrame>
      <p:sp>
        <p:nvSpPr>
          <p:cNvPr id="229" name="모서리가 둥근 사각형 설명선[R] 228">
            <a:extLst>
              <a:ext uri="{FF2B5EF4-FFF2-40B4-BE49-F238E27FC236}">
                <a16:creationId xmlns:a16="http://schemas.microsoft.com/office/drawing/2014/main" id="{7934C085-C37D-C4C3-F331-385CC1844A60}"/>
              </a:ext>
            </a:extLst>
          </p:cNvPr>
          <p:cNvSpPr/>
          <p:nvPr/>
        </p:nvSpPr>
        <p:spPr bwMode="auto">
          <a:xfrm>
            <a:off x="6030337" y="1131249"/>
            <a:ext cx="2556710" cy="809176"/>
          </a:xfrm>
          <a:prstGeom prst="wedgeRoundRectCallout">
            <a:avLst>
              <a:gd name="adj1" fmla="val -53617"/>
              <a:gd name="adj2" fmla="val 36404"/>
              <a:gd name="adj3" fmla="val 16667"/>
            </a:avLst>
          </a:prstGeom>
          <a:solidFill>
            <a:schemeClr val="bg2">
              <a:lumMod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95350" latinLnBrk="0">
              <a:spcAft>
                <a:spcPts val="600"/>
              </a:spcAft>
              <a:buSzPct val="120000"/>
            </a:pPr>
            <a:r>
              <a:rPr kumimoji="1" lang="ko-KR" altLang="en-US" sz="1300" b="1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물리적</a:t>
            </a:r>
            <a:r>
              <a:rPr kumimoji="1" lang="en-US" altLang="ko-KR" sz="1300" b="1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HW </a:t>
            </a:r>
            <a:r>
              <a:rPr kumimoji="1" lang="ko-KR" altLang="en-US" sz="1300" b="1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구성요소 정의</a:t>
            </a:r>
          </a:p>
        </p:txBody>
      </p:sp>
    </p:spTree>
    <p:extLst>
      <p:ext uri="{BB962C8B-B14F-4D97-AF65-F5344CB8AC3E}">
        <p14:creationId xmlns:p14="http://schemas.microsoft.com/office/powerpoint/2010/main" val="368716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59B618-C2C2-5537-A41C-6C80F7051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2.4</a:t>
            </a:r>
            <a:r>
              <a:rPr kumimoji="1" lang="ko-KR" altLang="en-US" dirty="0"/>
              <a:t> 물리 구성방안 </a:t>
            </a:r>
            <a:r>
              <a:rPr kumimoji="1" lang="en-US" altLang="ko-KR" sz="1200" dirty="0"/>
              <a:t>&gt;</a:t>
            </a:r>
            <a:r>
              <a:rPr kumimoji="1" lang="ko-KR" altLang="en-US" sz="1200" dirty="0"/>
              <a:t> </a:t>
            </a:r>
            <a:r>
              <a:rPr kumimoji="1" lang="en-US" altLang="ko-KR" sz="1200" dirty="0"/>
              <a:t>AI </a:t>
            </a:r>
            <a:r>
              <a:rPr kumimoji="1" lang="ko-KR" altLang="en-US" sz="1200" dirty="0"/>
              <a:t>서비스 허브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B59475-945D-4749-A4A1-E0E92D1BE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047" y="504827"/>
            <a:ext cx="8639908" cy="294777"/>
          </a:xfrm>
        </p:spPr>
        <p:txBody>
          <a:bodyPr/>
          <a:lstStyle/>
          <a:p>
            <a:r>
              <a:rPr kumimoji="1" lang="en-US" altLang="ko-KR" dirty="0"/>
              <a:t>GPU </a:t>
            </a:r>
            <a:r>
              <a:rPr kumimoji="1" lang="ko-KR" altLang="en-US" dirty="0"/>
              <a:t>자원 관리와 </a:t>
            </a:r>
            <a:r>
              <a:rPr kumimoji="1" lang="en-US" altLang="ko-KR" dirty="0"/>
              <a:t>LLM </a:t>
            </a:r>
            <a:r>
              <a:rPr kumimoji="1" lang="ko-KR" altLang="en-US" dirty="0"/>
              <a:t>모델 서빙 제공을 위한 인프라 환경을 구성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C979164-F009-9C00-17E3-3CEE9D304F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dirty="0"/>
              <a:t>2.</a:t>
            </a:r>
            <a:r>
              <a:rPr kumimoji="1" lang="ko-KR" altLang="en-US" dirty="0"/>
              <a:t> 시스템 아키텍처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C75CE87E-03FC-A62C-25A5-DF0BC28662E8}"/>
              </a:ext>
            </a:extLst>
          </p:cNvPr>
          <p:cNvGrpSpPr/>
          <p:nvPr/>
        </p:nvGrpSpPr>
        <p:grpSpPr>
          <a:xfrm>
            <a:off x="349030" y="871158"/>
            <a:ext cx="5571735" cy="4146376"/>
            <a:chOff x="305347" y="1943633"/>
            <a:chExt cx="3348000" cy="511200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9F3813A-1B76-66D5-40FB-1CFCF8C5790C}"/>
                </a:ext>
              </a:extLst>
            </p:cNvPr>
            <p:cNvSpPr/>
            <p:nvPr/>
          </p:nvSpPr>
          <p:spPr>
            <a:xfrm flipH="1">
              <a:off x="305347" y="1943633"/>
              <a:ext cx="3348000" cy="5112000"/>
            </a:xfrm>
            <a:prstGeom prst="rect">
              <a:avLst/>
            </a:prstGeom>
            <a:solidFill>
              <a:srgbClr val="F1F3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-30" normalizeH="0" baseline="0" noProof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/>
                <a:ea typeface="KoPub돋움체 Medium"/>
                <a:cs typeface="Arial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8EBB68C-B3F4-F38F-90A8-56FF949B16B9}"/>
                </a:ext>
              </a:extLst>
            </p:cNvPr>
            <p:cNvSpPr/>
            <p:nvPr/>
          </p:nvSpPr>
          <p:spPr>
            <a:xfrm flipH="1">
              <a:off x="305347" y="1943633"/>
              <a:ext cx="3348000" cy="360000"/>
            </a:xfrm>
            <a:prstGeom prst="rect">
              <a:avLst/>
            </a:prstGeom>
            <a:solidFill>
              <a:srgbClr val="9CA5A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1" u="none" strike="noStrike" kern="120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Arial"/>
                </a:rPr>
                <a:t>AI </a:t>
              </a:r>
              <a:r>
                <a:rPr kumimoji="0" lang="ko-KR" altLang="en-US" sz="1400" b="1" u="none" strike="noStrike" kern="1200" cap="none" spc="-30" normalizeH="0" baseline="0" noProof="0" dirty="0" err="1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Arial"/>
                </a:rPr>
                <a:t>서비</a:t>
              </a:r>
              <a:r>
                <a:rPr lang="ko-KR" altLang="en-US" sz="1400" b="1" spc="-30" dirty="0" err="1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Arial"/>
                </a:rPr>
                <a:t>스</a:t>
              </a:r>
              <a:r>
                <a:rPr lang="ko-KR" altLang="en-US" sz="1400" b="1" spc="-3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Arial"/>
                </a:rPr>
                <a:t> 허브</a:t>
              </a:r>
              <a:endParaRPr kumimoji="0" lang="en-US" altLang="ko-KR" sz="1400" b="1" u="none" strike="noStrike" kern="1200" cap="none" spc="-3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Arial"/>
              </a:endParaRPr>
            </a:p>
          </p:txBody>
        </p:sp>
      </p:grpSp>
      <p:cxnSp>
        <p:nvCxnSpPr>
          <p:cNvPr id="9" name="직선 연결선 25">
            <a:extLst>
              <a:ext uri="{FF2B5EF4-FFF2-40B4-BE49-F238E27FC236}">
                <a16:creationId xmlns:a16="http://schemas.microsoft.com/office/drawing/2014/main" id="{F60B9DF3-7F52-EC07-C7EA-37E219B9A630}"/>
              </a:ext>
            </a:extLst>
          </p:cNvPr>
          <p:cNvCxnSpPr>
            <a:cxnSpLocks/>
          </p:cNvCxnSpPr>
          <p:nvPr/>
        </p:nvCxnSpPr>
        <p:spPr bwMode="auto">
          <a:xfrm>
            <a:off x="794237" y="3893197"/>
            <a:ext cx="4332924" cy="0"/>
          </a:xfrm>
          <a:prstGeom prst="line">
            <a:avLst/>
          </a:prstGeom>
          <a:ln w="19050">
            <a:solidFill>
              <a:srgbClr val="9CA5AC"/>
            </a:solidFill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26">
            <a:extLst>
              <a:ext uri="{FF2B5EF4-FFF2-40B4-BE49-F238E27FC236}">
                <a16:creationId xmlns:a16="http://schemas.microsoft.com/office/drawing/2014/main" id="{C130AA3D-DFD0-DB03-088D-505558448868}"/>
              </a:ext>
            </a:extLst>
          </p:cNvPr>
          <p:cNvCxnSpPr>
            <a:cxnSpLocks/>
          </p:cNvCxnSpPr>
          <p:nvPr/>
        </p:nvCxnSpPr>
        <p:spPr bwMode="auto">
          <a:xfrm>
            <a:off x="593394" y="1502010"/>
            <a:ext cx="4990334" cy="0"/>
          </a:xfrm>
          <a:prstGeom prst="line">
            <a:avLst/>
          </a:prstGeom>
          <a:ln w="19050">
            <a:solidFill>
              <a:srgbClr val="434759"/>
            </a:solidFill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27">
            <a:extLst>
              <a:ext uri="{FF2B5EF4-FFF2-40B4-BE49-F238E27FC236}">
                <a16:creationId xmlns:a16="http://schemas.microsoft.com/office/drawing/2014/main" id="{51B297F6-08CC-93C8-612C-66F1F3B43254}"/>
              </a:ext>
            </a:extLst>
          </p:cNvPr>
          <p:cNvCxnSpPr>
            <a:cxnSpLocks/>
          </p:cNvCxnSpPr>
          <p:nvPr/>
        </p:nvCxnSpPr>
        <p:spPr bwMode="auto">
          <a:xfrm flipV="1">
            <a:off x="1536480" y="3353563"/>
            <a:ext cx="0" cy="546974"/>
          </a:xfrm>
          <a:prstGeom prst="line">
            <a:avLst/>
          </a:prstGeom>
          <a:ln w="19050">
            <a:solidFill>
              <a:srgbClr val="9CA5AC"/>
            </a:solidFill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4700BC9-C8DB-EDD7-3590-192795A5A0A6}"/>
              </a:ext>
            </a:extLst>
          </p:cNvPr>
          <p:cNvSpPr txBox="1"/>
          <p:nvPr/>
        </p:nvSpPr>
        <p:spPr>
          <a:xfrm>
            <a:off x="1978971" y="3166450"/>
            <a:ext cx="630622" cy="369332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2pPr marL="0" lvl="1" algn="ctr" defTabSz="1474905">
              <a:spcAft>
                <a:spcPts val="0"/>
              </a:spcAft>
              <a:buClr>
                <a:prstClr val="black"/>
              </a:buClr>
              <a:buSzPct val="140000"/>
              <a:tabLst>
                <a:tab pos="5648325" algn="l"/>
              </a:tabLst>
              <a:defRPr sz="1000" kern="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2pPr>
          </a:lstStyle>
          <a:p>
            <a:pPr marL="0" marR="0" lvl="1" indent="0" algn="ctr" defTabSz="1474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140000"/>
              <a:buFontTx/>
              <a:buNone/>
              <a:tabLst>
                <a:tab pos="5648325" algn="l"/>
              </a:tabLst>
              <a:defRPr/>
            </a:pPr>
            <a:r>
              <a:rPr kumimoji="0" lang="ko-KR" altLang="en-US" sz="800" u="none" strike="noStrike" kern="0" cap="none" spc="-3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 Semilight" panose="020B0503020000020004" pitchFamily="34" charset="-127"/>
                <a:ea typeface="Malgun Gothic Semilight" panose="020B0503020000020004" pitchFamily="34" charset="-127"/>
                <a:cs typeface="Arial"/>
              </a:rPr>
              <a:t> </a:t>
            </a:r>
            <a:r>
              <a:rPr kumimoji="0" lang="en-US" altLang="ko-KR" sz="800" u="none" strike="noStrike" kern="0" cap="none" spc="-3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 Semilight" panose="020B0503020000020004" pitchFamily="34" charset="-127"/>
                <a:ea typeface="Malgun Gothic Semilight" panose="020B0503020000020004" pitchFamily="34" charset="-127"/>
                <a:cs typeface="Arial"/>
              </a:rPr>
              <a:t>NAS </a:t>
            </a:r>
            <a:r>
              <a:rPr kumimoji="0" lang="ko-KR" altLang="en-US" sz="800" u="none" strike="noStrike" kern="0" cap="none" spc="-3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 Semilight" panose="020B0503020000020004" pitchFamily="34" charset="-127"/>
                <a:ea typeface="Malgun Gothic Semilight" panose="020B0503020000020004" pitchFamily="34" charset="-127"/>
                <a:cs typeface="Arial"/>
              </a:rPr>
              <a:t>스토리지</a:t>
            </a:r>
          </a:p>
          <a:p>
            <a:pPr marL="0" marR="0" lvl="1" indent="0" algn="ctr" defTabSz="1474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140000"/>
              <a:buFontTx/>
              <a:buNone/>
              <a:tabLst>
                <a:tab pos="5648325" algn="l"/>
              </a:tabLst>
              <a:defRPr/>
            </a:pPr>
            <a:r>
              <a:rPr kumimoji="0" lang="en-US" altLang="ko-KR" sz="800" u="none" strike="noStrike" kern="0" cap="none" spc="-3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 Semilight" panose="020B0503020000020004" pitchFamily="34" charset="-127"/>
                <a:ea typeface="Malgun Gothic Semilight" panose="020B0503020000020004" pitchFamily="34" charset="-127"/>
                <a:cs typeface="Arial"/>
              </a:rPr>
              <a:t>(</a:t>
            </a:r>
            <a:r>
              <a:rPr kumimoji="0" lang="ko-KR" altLang="en-US" sz="800" u="none" strike="noStrike" kern="0" cap="none" spc="-3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 Semilight" panose="020B0503020000020004" pitchFamily="34" charset="-127"/>
                <a:ea typeface="Malgun Gothic Semilight" panose="020B0503020000020004" pitchFamily="34" charset="-127"/>
                <a:cs typeface="Arial"/>
              </a:rPr>
              <a:t>모델저장소</a:t>
            </a:r>
            <a:r>
              <a:rPr kumimoji="0" lang="en-US" altLang="ko-KR" sz="800" u="none" strike="noStrike" kern="0" cap="none" spc="-3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 Semilight" panose="020B0503020000020004" pitchFamily="34" charset="-127"/>
                <a:ea typeface="Malgun Gothic Semilight" panose="020B0503020000020004" pitchFamily="34" charset="-127"/>
                <a:cs typeface="Arial"/>
              </a:rPr>
              <a:t>)</a:t>
            </a:r>
          </a:p>
          <a:p>
            <a:pPr marL="0" marR="0" lvl="1" indent="0" algn="ctr" defTabSz="1474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140000"/>
              <a:buFontTx/>
              <a:buNone/>
              <a:tabLst>
                <a:tab pos="5648325" algn="l"/>
              </a:tabLst>
              <a:defRPr/>
            </a:pPr>
            <a:r>
              <a:rPr lang="en-US" altLang="ko-KR" sz="8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Malgun Gothic Semilight" panose="020B0503020000020004" pitchFamily="34" charset="-127"/>
                <a:ea typeface="Malgun Gothic Semilight" panose="020B0503020000020004" pitchFamily="34" charset="-127"/>
                <a:cs typeface="Arial"/>
              </a:rPr>
              <a:t>(</a:t>
            </a:r>
            <a:r>
              <a:rPr lang="ko-KR" altLang="en-US" sz="8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Malgun Gothic Semilight" panose="020B0503020000020004" pitchFamily="34" charset="-127"/>
                <a:ea typeface="Malgun Gothic Semilight" panose="020B0503020000020004" pitchFamily="34" charset="-127"/>
                <a:cs typeface="Arial"/>
              </a:rPr>
              <a:t>신규</a:t>
            </a:r>
            <a:r>
              <a:rPr lang="en-US" altLang="ko-KR" sz="8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Malgun Gothic Semilight" panose="020B0503020000020004" pitchFamily="34" charset="-127"/>
                <a:ea typeface="Malgun Gothic Semilight" panose="020B0503020000020004" pitchFamily="34" charset="-127"/>
                <a:cs typeface="Arial"/>
              </a:rPr>
              <a:t>)</a:t>
            </a:r>
            <a:endParaRPr kumimoji="0" lang="en-US" altLang="ko-KR" sz="800" u="none" strike="noStrike" kern="0" cap="none" spc="-30" normalizeH="0" baseline="0" noProof="0" dirty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Malgun Gothic Semilight" panose="020B0503020000020004" pitchFamily="34" charset="-127"/>
              <a:ea typeface="Malgun Gothic Semilight" panose="020B0503020000020004" pitchFamily="34" charset="-127"/>
              <a:cs typeface="Arial"/>
            </a:endParaRPr>
          </a:p>
        </p:txBody>
      </p:sp>
      <p:sp>
        <p:nvSpPr>
          <p:cNvPr id="13" name="모서리가 둥근 직사각형 16">
            <a:extLst>
              <a:ext uri="{FF2B5EF4-FFF2-40B4-BE49-F238E27FC236}">
                <a16:creationId xmlns:a16="http://schemas.microsoft.com/office/drawing/2014/main" id="{DC5A5ED4-C39B-5E02-4055-4DA924893A81}"/>
              </a:ext>
            </a:extLst>
          </p:cNvPr>
          <p:cNvSpPr/>
          <p:nvPr/>
        </p:nvSpPr>
        <p:spPr bwMode="auto">
          <a:xfrm>
            <a:off x="3363947" y="2039533"/>
            <a:ext cx="1284936" cy="1372392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/>
              <a:ea typeface="KoPub돋움체 Medium"/>
              <a:cs typeface="Arial"/>
              <a:sym typeface="KoPub돋움체 Medium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312F4B86-5482-278A-F7E1-4D7D434524C1}"/>
              </a:ext>
            </a:extLst>
          </p:cNvPr>
          <p:cNvGrpSpPr/>
          <p:nvPr/>
        </p:nvGrpSpPr>
        <p:grpSpPr>
          <a:xfrm>
            <a:off x="352659" y="1377601"/>
            <a:ext cx="716222" cy="476251"/>
            <a:chOff x="365208" y="2582944"/>
            <a:chExt cx="862853" cy="587161"/>
          </a:xfrm>
        </p:grpSpPr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C9A1DF48-2C22-74B0-A264-5A09A53BD7DE}"/>
                </a:ext>
              </a:extLst>
            </p:cNvPr>
            <p:cNvGrpSpPr/>
            <p:nvPr/>
          </p:nvGrpSpPr>
          <p:grpSpPr>
            <a:xfrm>
              <a:off x="537395" y="2582944"/>
              <a:ext cx="518482" cy="267178"/>
              <a:chOff x="562610" y="2563652"/>
              <a:chExt cx="468052" cy="241191"/>
            </a:xfrm>
          </p:grpSpPr>
          <p:pic>
            <p:nvPicPr>
              <p:cNvPr id="17" name="그림 16">
                <a:extLst>
                  <a:ext uri="{FF2B5EF4-FFF2-40B4-BE49-F238E27FC236}">
                    <a16:creationId xmlns:a16="http://schemas.microsoft.com/office/drawing/2014/main" id="{AD0D9823-1E4D-C3A4-747B-8B60CDB64437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flipH="1">
                <a:off x="562610" y="2563652"/>
                <a:ext cx="396161" cy="144000"/>
              </a:xfrm>
              <a:prstGeom prst="rect">
                <a:avLst/>
              </a:prstGeom>
            </p:spPr>
          </p:pic>
          <p:pic>
            <p:nvPicPr>
              <p:cNvPr id="18" name="그림 17">
                <a:extLst>
                  <a:ext uri="{FF2B5EF4-FFF2-40B4-BE49-F238E27FC236}">
                    <a16:creationId xmlns:a16="http://schemas.microsoft.com/office/drawing/2014/main" id="{197EC53E-0755-A536-F165-23A86470ED94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flipH="1">
                <a:off x="634501" y="2660843"/>
                <a:ext cx="396161" cy="144000"/>
              </a:xfrm>
              <a:prstGeom prst="rect">
                <a:avLst/>
              </a:prstGeom>
            </p:spPr>
          </p:pic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27BD71F-E891-130A-CF6B-3644F69DB82B}"/>
                </a:ext>
              </a:extLst>
            </p:cNvPr>
            <p:cNvSpPr txBox="1"/>
            <p:nvPr/>
          </p:nvSpPr>
          <p:spPr>
            <a:xfrm>
              <a:off x="365208" y="2866543"/>
              <a:ext cx="862853" cy="303562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 wrap="none" lIns="0" tIns="0" rIns="0" bIns="0" anchor="t">
              <a:spAutoFit/>
            </a:bodyPr>
            <a:lstStyle>
              <a:defPPr>
                <a:defRPr lang="en-US"/>
              </a:defPPr>
              <a:lvl2pPr marL="0" lvl="1" algn="ctr" defTabSz="1474905">
                <a:spcAft>
                  <a:spcPts val="0"/>
                </a:spcAft>
                <a:buClr>
                  <a:prstClr val="black"/>
                </a:buClr>
                <a:buSzPct val="140000"/>
                <a:tabLst>
                  <a:tab pos="5648325" algn="l"/>
                </a:tabLst>
                <a:defRPr sz="1100" kern="0" spc="-3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defRPr>
              </a:lvl2pPr>
            </a:lstStyle>
            <a:p>
              <a:pPr marL="0" marR="0" lvl="1" indent="0" algn="ctr" defTabSz="14749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r>
                <a:rPr lang="ko-KR" altLang="en-US" sz="80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서비스용 </a:t>
              </a:r>
              <a:r>
                <a:rPr kumimoji="0" lang="ko-KR" altLang="en-US" sz="80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스위치</a:t>
              </a:r>
              <a:br>
                <a:rPr kumimoji="0" lang="en-US" altLang="ko-KR" sz="80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</a:br>
              <a:r>
                <a:rPr kumimoji="0" lang="en-US" altLang="ko-KR" sz="80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(</a:t>
              </a:r>
              <a:r>
                <a:rPr kumimoji="0" lang="ko-KR" altLang="en-US" sz="80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신규</a:t>
              </a:r>
              <a:r>
                <a:rPr kumimoji="0" lang="en-US" altLang="ko-KR" sz="80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)</a:t>
              </a:r>
              <a:endParaRPr kumimoji="0" lang="ko-KR" altLang="en-US" sz="800" u="none" strike="noStrike" kern="0" cap="none" spc="-3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 Semilight" panose="020B0503020000020004" pitchFamily="34" charset="-127"/>
                <a:ea typeface="Malgun Gothic Semilight" panose="020B0503020000020004" pitchFamily="34" charset="-127"/>
                <a:cs typeface="Arial"/>
              </a:endParaRPr>
            </a:p>
          </p:txBody>
        </p:sp>
      </p:grpSp>
      <p:sp>
        <p:nvSpPr>
          <p:cNvPr id="19" name="모서리가 둥근 직사각형 585">
            <a:extLst>
              <a:ext uri="{FF2B5EF4-FFF2-40B4-BE49-F238E27FC236}">
                <a16:creationId xmlns:a16="http://schemas.microsoft.com/office/drawing/2014/main" id="{EA8062C1-80BB-5C94-B7A4-0AA55EFEF2C4}"/>
              </a:ext>
            </a:extLst>
          </p:cNvPr>
          <p:cNvSpPr/>
          <p:nvPr/>
        </p:nvSpPr>
        <p:spPr bwMode="gray">
          <a:xfrm>
            <a:off x="5097309" y="1414411"/>
            <a:ext cx="687291" cy="175199"/>
          </a:xfrm>
          <a:prstGeom prst="rect">
            <a:avLst/>
          </a:prstGeom>
          <a:solidFill>
            <a:srgbClr val="4347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marL="0" marR="0" lvl="0" indent="0" algn="ctr" defTabSz="1516258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71AA"/>
              </a:buClr>
              <a:buSzPct val="140000"/>
              <a:buFontTx/>
              <a:buNone/>
              <a:tabLst>
                <a:tab pos="5648325" algn="l"/>
              </a:tabLst>
              <a:defRPr/>
            </a:pPr>
            <a:r>
              <a:rPr kumimoji="0" lang="ko-KR" altLang="en-US" sz="900" u="none" strike="noStrike" kern="1200" cap="none" spc="-3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Arial"/>
              </a:rPr>
              <a:t>서비스망</a:t>
            </a:r>
          </a:p>
        </p:txBody>
      </p:sp>
      <p:sp>
        <p:nvSpPr>
          <p:cNvPr id="20" name="모서리가 둥근 직사각형 676">
            <a:extLst>
              <a:ext uri="{FF2B5EF4-FFF2-40B4-BE49-F238E27FC236}">
                <a16:creationId xmlns:a16="http://schemas.microsoft.com/office/drawing/2014/main" id="{9E399B03-6AC2-5EA8-B466-ADF2D8943DD5}"/>
              </a:ext>
            </a:extLst>
          </p:cNvPr>
          <p:cNvSpPr/>
          <p:nvPr/>
        </p:nvSpPr>
        <p:spPr bwMode="gray">
          <a:xfrm>
            <a:off x="5097309" y="3805598"/>
            <a:ext cx="687291" cy="175199"/>
          </a:xfrm>
          <a:prstGeom prst="rect">
            <a:avLst/>
          </a:prstGeom>
          <a:solidFill>
            <a:srgbClr val="9CA5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marL="0" marR="0" lvl="0" indent="0" algn="ctr" defTabSz="1516258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71AA"/>
              </a:buClr>
              <a:buSzPct val="140000"/>
              <a:buFontTx/>
              <a:buNone/>
              <a:tabLst>
                <a:tab pos="5648325" algn="l"/>
              </a:tabLst>
              <a:defRPr/>
            </a:pPr>
            <a:r>
              <a:rPr kumimoji="0" lang="en-US" altLang="ko-KR" sz="800" u="none" strike="noStrike" kern="1200" cap="none" spc="-3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Malgun Gothic Semilight" panose="020B0503020000020004" pitchFamily="34" charset="-127"/>
                <a:ea typeface="Malgun Gothic Semilight" panose="020B0503020000020004" pitchFamily="34" charset="-127"/>
                <a:cs typeface="Arial"/>
              </a:rPr>
              <a:t>NAS</a:t>
            </a:r>
            <a:r>
              <a:rPr kumimoji="0" lang="ko-KR" altLang="en-US" sz="800" u="none" strike="noStrike" kern="1200" cap="none" spc="-3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Malgun Gothic Semilight" panose="020B0503020000020004" pitchFamily="34" charset="-127"/>
                <a:ea typeface="Malgun Gothic Semilight" panose="020B0503020000020004" pitchFamily="34" charset="-127"/>
                <a:cs typeface="Arial"/>
              </a:rPr>
              <a:t>망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DD65AF2-FB3E-F7A3-B0D6-852B19D470E9}"/>
              </a:ext>
            </a:extLst>
          </p:cNvPr>
          <p:cNvSpPr/>
          <p:nvPr/>
        </p:nvSpPr>
        <p:spPr>
          <a:xfrm flipV="1">
            <a:off x="1307630" y="1977703"/>
            <a:ext cx="59764" cy="58400"/>
          </a:xfrm>
          <a:prstGeom prst="rect">
            <a:avLst/>
          </a:prstGeom>
          <a:solidFill>
            <a:srgbClr val="4347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marL="0" marR="0" lvl="0" indent="0" algn="ctr" defTabSz="1516258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71AA"/>
              </a:buClr>
              <a:buSzPct val="140000"/>
              <a:buFontTx/>
              <a:buNone/>
              <a:tabLst>
                <a:tab pos="5648325" algn="l"/>
              </a:tabLst>
              <a:defRPr/>
            </a:pPr>
            <a:endParaRPr kumimoji="0" lang="ko-KR" altLang="en-US" sz="1000" b="0" i="0" u="none" strike="noStrike" kern="1200" cap="none" spc="-30" normalizeH="0" baseline="0" noProof="0" dirty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  <a:cs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EC781B4-3D22-31DE-6A64-17646A9B8EB5}"/>
              </a:ext>
            </a:extLst>
          </p:cNvPr>
          <p:cNvSpPr txBox="1"/>
          <p:nvPr/>
        </p:nvSpPr>
        <p:spPr>
          <a:xfrm>
            <a:off x="943242" y="1321021"/>
            <a:ext cx="678712" cy="138499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2pPr marL="0" lvl="1" defTabSz="1474905">
              <a:spcAft>
                <a:spcPts val="0"/>
              </a:spcAft>
              <a:buClr>
                <a:prstClr val="black"/>
              </a:buClr>
              <a:buSzPct val="140000"/>
              <a:tabLst>
                <a:tab pos="5648325" algn="l"/>
              </a:tabLst>
              <a:defRPr sz="1000" kern="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2pPr>
          </a:lstStyle>
          <a:p>
            <a:pPr marL="0" marR="0" lvl="1" indent="0" algn="l" defTabSz="1474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140000"/>
              <a:buFontTx/>
              <a:buNone/>
              <a:tabLst>
                <a:tab pos="5648325" algn="l"/>
              </a:tabLst>
              <a:defRPr/>
            </a:pPr>
            <a:r>
              <a:rPr kumimoji="0" lang="en-US" altLang="ko-KR" sz="900" u="none" strike="noStrike" kern="0" cap="none" spc="-3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 Semilight" panose="020B0503020000020004" pitchFamily="34" charset="-127"/>
                <a:ea typeface="Malgun Gothic Semilight" panose="020B0503020000020004" pitchFamily="34" charset="-127"/>
                <a:cs typeface="Arial"/>
              </a:rPr>
              <a:t>10G 48Port x 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55E59E-5EA1-7ABE-D115-BC2EA0369FAD}"/>
              </a:ext>
            </a:extLst>
          </p:cNvPr>
          <p:cNvSpPr txBox="1"/>
          <p:nvPr/>
        </p:nvSpPr>
        <p:spPr>
          <a:xfrm>
            <a:off x="734018" y="3587296"/>
            <a:ext cx="595356" cy="12311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2pPr marL="0" lvl="1" defTabSz="1474905">
              <a:spcAft>
                <a:spcPts val="0"/>
              </a:spcAft>
              <a:buClr>
                <a:prstClr val="black"/>
              </a:buClr>
              <a:buSzPct val="140000"/>
              <a:tabLst>
                <a:tab pos="5648325" algn="l"/>
              </a:tabLst>
              <a:defRPr sz="1000" kern="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2pPr>
          </a:lstStyle>
          <a:p>
            <a:pPr lvl="1">
              <a:defRPr/>
            </a:pPr>
            <a:r>
              <a:rPr lang="en-US" altLang="ko-KR" sz="8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Malgun Gothic Semilight" panose="020B0503020000020004" pitchFamily="34" charset="-127"/>
                <a:ea typeface="Malgun Gothic Semilight" panose="020B0503020000020004" pitchFamily="34" charset="-127"/>
                <a:cs typeface="Arial"/>
              </a:rPr>
              <a:t>10G 48Port x 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2DD974-7239-2087-20D4-4AF4FA794BF3}"/>
              </a:ext>
            </a:extLst>
          </p:cNvPr>
          <p:cNvSpPr txBox="1"/>
          <p:nvPr/>
        </p:nvSpPr>
        <p:spPr>
          <a:xfrm>
            <a:off x="1556161" y="3616499"/>
            <a:ext cx="716222" cy="24622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2pPr marL="0" lvl="1" algn="ctr" defTabSz="1474905">
              <a:spcAft>
                <a:spcPts val="0"/>
              </a:spcAft>
              <a:buClr>
                <a:prstClr val="black"/>
              </a:buClr>
              <a:buSzPct val="140000"/>
              <a:tabLst>
                <a:tab pos="5648325" algn="l"/>
              </a:tabLst>
              <a:defRPr sz="1000" kern="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2pPr>
          </a:lstStyle>
          <a:p>
            <a:pPr marL="0" marR="0" lvl="1" indent="0" algn="l" defTabSz="1474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140000"/>
              <a:buFontTx/>
              <a:buNone/>
              <a:tabLst>
                <a:tab pos="5648325" algn="l"/>
              </a:tabLst>
              <a:defRPr/>
            </a:pPr>
            <a:r>
              <a:rPr kumimoji="0" lang="ko-KR" altLang="en-US" sz="800" u="none" strike="noStrike" kern="0" cap="none" spc="-3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 Semilight" panose="020B0503020000020004" pitchFamily="34" charset="-127"/>
                <a:ea typeface="Malgun Gothic Semilight" panose="020B0503020000020004" pitchFamily="34" charset="-127"/>
                <a:cs typeface="Arial"/>
              </a:rPr>
              <a:t>스토리지 노드당</a:t>
            </a:r>
          </a:p>
          <a:p>
            <a:pPr marL="0" marR="0" lvl="1" indent="0" algn="l" defTabSz="1474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140000"/>
              <a:buFontTx/>
              <a:buNone/>
              <a:tabLst>
                <a:tab pos="5648325" algn="l"/>
              </a:tabLst>
              <a:defRPr/>
            </a:pPr>
            <a:r>
              <a:rPr kumimoji="0" lang="en-US" altLang="ko-KR" sz="800" u="none" strike="noStrike" kern="0" cap="none" spc="-3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 Semilight" panose="020B0503020000020004" pitchFamily="34" charset="-127"/>
                <a:ea typeface="Malgun Gothic Semilight" panose="020B0503020000020004" pitchFamily="34" charset="-127"/>
                <a:cs typeface="Arial"/>
              </a:rPr>
              <a:t>10 2</a:t>
            </a:r>
            <a:r>
              <a:rPr kumimoji="0" lang="ko-KR" altLang="en-US" sz="800" u="none" strike="noStrike" kern="0" cap="none" spc="-3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 Semilight" panose="020B0503020000020004" pitchFamily="34" charset="-127"/>
                <a:ea typeface="Malgun Gothic Semilight" panose="020B0503020000020004" pitchFamily="34" charset="-127"/>
                <a:cs typeface="Arial"/>
              </a:rPr>
              <a:t>개 연결 구성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228E9BC9-E9C3-3CFF-F69D-1485C7CA5B02}"/>
              </a:ext>
            </a:extLst>
          </p:cNvPr>
          <p:cNvGrpSpPr/>
          <p:nvPr/>
        </p:nvGrpSpPr>
        <p:grpSpPr>
          <a:xfrm>
            <a:off x="358591" y="3800497"/>
            <a:ext cx="704359" cy="476251"/>
            <a:chOff x="372354" y="2447689"/>
            <a:chExt cx="848562" cy="587161"/>
          </a:xfrm>
        </p:grpSpPr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C9C88A1F-A53E-1442-462B-C34439BF8466}"/>
                </a:ext>
              </a:extLst>
            </p:cNvPr>
            <p:cNvGrpSpPr/>
            <p:nvPr/>
          </p:nvGrpSpPr>
          <p:grpSpPr>
            <a:xfrm>
              <a:off x="537395" y="2447689"/>
              <a:ext cx="518482" cy="267178"/>
              <a:chOff x="562610" y="2563652"/>
              <a:chExt cx="468052" cy="241191"/>
            </a:xfrm>
          </p:grpSpPr>
          <p:pic>
            <p:nvPicPr>
              <p:cNvPr id="28" name="그림 27">
                <a:extLst>
                  <a:ext uri="{FF2B5EF4-FFF2-40B4-BE49-F238E27FC236}">
                    <a16:creationId xmlns:a16="http://schemas.microsoft.com/office/drawing/2014/main" id="{0CEEEC6A-5878-CD29-EEA4-782451EE4660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flipH="1">
                <a:off x="562610" y="2563652"/>
                <a:ext cx="396161" cy="144000"/>
              </a:xfrm>
              <a:prstGeom prst="rect">
                <a:avLst/>
              </a:prstGeom>
            </p:spPr>
          </p:pic>
          <p:pic>
            <p:nvPicPr>
              <p:cNvPr id="29" name="그림 28">
                <a:extLst>
                  <a:ext uri="{FF2B5EF4-FFF2-40B4-BE49-F238E27FC236}">
                    <a16:creationId xmlns:a16="http://schemas.microsoft.com/office/drawing/2014/main" id="{1951EEA3-A13E-172B-50AF-227017F2FF4A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flipH="1">
                <a:off x="634501" y="2660843"/>
                <a:ext cx="396161" cy="144000"/>
              </a:xfrm>
              <a:prstGeom prst="rect">
                <a:avLst/>
              </a:prstGeom>
            </p:spPr>
          </p:pic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DE9AAD6-A2C2-315A-9ED9-D69802A8F923}"/>
                </a:ext>
              </a:extLst>
            </p:cNvPr>
            <p:cNvSpPr txBox="1"/>
            <p:nvPr/>
          </p:nvSpPr>
          <p:spPr>
            <a:xfrm>
              <a:off x="372354" y="2731288"/>
              <a:ext cx="848562" cy="303562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 wrap="none" lIns="0" tIns="0" rIns="0" bIns="0" anchor="t">
              <a:spAutoFit/>
            </a:bodyPr>
            <a:lstStyle>
              <a:defPPr>
                <a:defRPr lang="en-US"/>
              </a:defPPr>
              <a:lvl2pPr marL="0" lvl="1" algn="ctr" defTabSz="1474905">
                <a:spcAft>
                  <a:spcPts val="0"/>
                </a:spcAft>
                <a:buClr>
                  <a:prstClr val="black"/>
                </a:buClr>
                <a:buSzPct val="140000"/>
                <a:tabLst>
                  <a:tab pos="5648325" algn="l"/>
                </a:tabLst>
                <a:defRPr sz="1100" kern="0" spc="-3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defRPr>
              </a:lvl2pPr>
            </a:lstStyle>
            <a:p>
              <a:pPr marL="0" marR="0" lvl="1" indent="0" algn="ctr" defTabSz="14749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r>
                <a:rPr lang="en-US" altLang="ko-KR" sz="80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NAS</a:t>
              </a:r>
              <a:r>
                <a:rPr lang="ko-KR" altLang="en-US" sz="80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망용</a:t>
              </a:r>
              <a:r>
                <a:rPr kumimoji="0" lang="en-US" altLang="ko-KR" sz="80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 </a:t>
              </a:r>
              <a:r>
                <a:rPr kumimoji="0" lang="ko-KR" altLang="en-US" sz="80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스위치</a:t>
              </a:r>
              <a:br>
                <a:rPr kumimoji="0" lang="en-US" altLang="ko-KR" sz="80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</a:br>
              <a:r>
                <a:rPr kumimoji="0" lang="en-US" altLang="ko-KR" sz="80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(</a:t>
              </a:r>
              <a:r>
                <a:rPr lang="ko-KR" altLang="en-US" sz="80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신규</a:t>
              </a:r>
              <a:r>
                <a:rPr kumimoji="0" lang="en-US" altLang="ko-KR" sz="80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)</a:t>
              </a: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19E34B18-6595-C493-EC0E-17F91EA7849E}"/>
              </a:ext>
            </a:extLst>
          </p:cNvPr>
          <p:cNvGrpSpPr/>
          <p:nvPr/>
        </p:nvGrpSpPr>
        <p:grpSpPr>
          <a:xfrm>
            <a:off x="3961665" y="1502948"/>
            <a:ext cx="59764" cy="533155"/>
            <a:chOff x="4409754" y="2722245"/>
            <a:chExt cx="72000" cy="657318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7A5F525C-0AF0-7D10-81AD-EB07772EFC9A}"/>
                </a:ext>
              </a:extLst>
            </p:cNvPr>
            <p:cNvSpPr/>
            <p:nvPr/>
          </p:nvSpPr>
          <p:spPr>
            <a:xfrm flipV="1">
              <a:off x="4409754" y="3307563"/>
              <a:ext cx="72000" cy="72000"/>
            </a:xfrm>
            <a:prstGeom prst="rect">
              <a:avLst/>
            </a:prstGeom>
            <a:solidFill>
              <a:srgbClr val="4347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marL="0" marR="0" lvl="0" indent="0" algn="ctr" defTabSz="1516258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271AA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endParaRPr kumimoji="0" lang="ko-KR" altLang="en-US" sz="1000" b="0" i="0" u="none" strike="noStrike" kern="1200" cap="none" spc="-3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Arial"/>
              </a:endParaRPr>
            </a:p>
          </p:txBody>
        </p:sp>
        <p:cxnSp>
          <p:nvCxnSpPr>
            <p:cNvPr id="32" name="직선 연결선 59">
              <a:extLst>
                <a:ext uri="{FF2B5EF4-FFF2-40B4-BE49-F238E27FC236}">
                  <a16:creationId xmlns:a16="http://schemas.microsoft.com/office/drawing/2014/main" id="{130A4514-EBE6-AF71-676E-B388315379E6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445754" y="2722245"/>
              <a:ext cx="0" cy="606362"/>
            </a:xfrm>
            <a:prstGeom prst="line">
              <a:avLst/>
            </a:prstGeom>
            <a:ln w="19050">
              <a:solidFill>
                <a:srgbClr val="434759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3" name="직선 연결선 61">
            <a:extLst>
              <a:ext uri="{FF2B5EF4-FFF2-40B4-BE49-F238E27FC236}">
                <a16:creationId xmlns:a16="http://schemas.microsoft.com/office/drawing/2014/main" id="{092FA8A9-C5FE-9B62-F8C6-44DA4ED268FB}"/>
              </a:ext>
            </a:extLst>
          </p:cNvPr>
          <p:cNvCxnSpPr>
            <a:cxnSpLocks/>
          </p:cNvCxnSpPr>
          <p:nvPr/>
        </p:nvCxnSpPr>
        <p:spPr bwMode="auto">
          <a:xfrm flipV="1">
            <a:off x="1337512" y="1502948"/>
            <a:ext cx="0" cy="491824"/>
          </a:xfrm>
          <a:prstGeom prst="line">
            <a:avLst/>
          </a:prstGeom>
          <a:ln w="19050">
            <a:solidFill>
              <a:srgbClr val="434759"/>
            </a:solidFill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모서리가 둥근 직사각형 299">
            <a:extLst>
              <a:ext uri="{FF2B5EF4-FFF2-40B4-BE49-F238E27FC236}">
                <a16:creationId xmlns:a16="http://schemas.microsoft.com/office/drawing/2014/main" id="{79E725BD-C6DD-79DB-24C4-F171DCF179E3}"/>
              </a:ext>
            </a:extLst>
          </p:cNvPr>
          <p:cNvSpPr/>
          <p:nvPr/>
        </p:nvSpPr>
        <p:spPr>
          <a:xfrm>
            <a:off x="1068572" y="1728562"/>
            <a:ext cx="537880" cy="175199"/>
          </a:xfrm>
          <a:prstGeom prst="rect">
            <a:avLst/>
          </a:prstGeom>
          <a:solidFill>
            <a:schemeClr val="bg1"/>
          </a:solidFill>
          <a:ln w="3175">
            <a:solidFill>
              <a:srgbClr val="C7CE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marL="0" marR="0" lvl="0" indent="0" algn="ctr" defTabSz="1516258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71AA"/>
              </a:buClr>
              <a:buSzPct val="140000"/>
              <a:buFontTx/>
              <a:buNone/>
              <a:tabLst>
                <a:tab pos="5648325" algn="l"/>
              </a:tabLst>
              <a:defRPr/>
            </a:pPr>
            <a:r>
              <a:rPr kumimoji="0" lang="ko-KR" altLang="en-US" sz="800" u="none" strike="noStrike" kern="1200" cap="none" spc="-3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 Semilight" panose="020B0503020000020004" pitchFamily="34" charset="-127"/>
                <a:ea typeface="Malgun Gothic Semilight" panose="020B0503020000020004" pitchFamily="34" charset="-127"/>
                <a:cs typeface="Arial"/>
              </a:rPr>
              <a:t>기존스위치</a:t>
            </a:r>
            <a:endParaRPr kumimoji="0" lang="en-US" altLang="ko-KR" sz="1000" u="none" strike="noStrike" kern="1200" cap="none" spc="-30" normalizeH="0" baseline="0" noProof="0" dirty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Malgun Gothic Semilight" panose="020B0503020000020004" pitchFamily="34" charset="-127"/>
              <a:ea typeface="Malgun Gothic Semilight" panose="020B0503020000020004" pitchFamily="34" charset="-127"/>
              <a:cs typeface="Arial"/>
            </a:endParaRP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10E07E7D-4453-7866-B7C3-DD4F7EFBB9F4}"/>
              </a:ext>
            </a:extLst>
          </p:cNvPr>
          <p:cNvGrpSpPr/>
          <p:nvPr/>
        </p:nvGrpSpPr>
        <p:grpSpPr>
          <a:xfrm>
            <a:off x="3812150" y="3408460"/>
            <a:ext cx="59764" cy="480211"/>
            <a:chOff x="4286843" y="5071521"/>
            <a:chExt cx="72000" cy="637292"/>
          </a:xfrm>
        </p:grpSpPr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880745CC-6EFB-231F-D52C-B68CFEB868C9}"/>
                </a:ext>
              </a:extLst>
            </p:cNvPr>
            <p:cNvSpPr/>
            <p:nvPr/>
          </p:nvSpPr>
          <p:spPr>
            <a:xfrm>
              <a:off x="4286843" y="5071521"/>
              <a:ext cx="72000" cy="72000"/>
            </a:xfrm>
            <a:prstGeom prst="rect">
              <a:avLst/>
            </a:prstGeom>
            <a:solidFill>
              <a:srgbClr val="9CA5A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marL="0" marR="0" lvl="0" indent="0" algn="ctr" defTabSz="1516258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271AA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endParaRPr kumimoji="0" lang="ko-KR" altLang="en-US" sz="800" u="none" strike="noStrike" kern="1200" cap="none" spc="-3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Malgun Gothic Semilight" panose="020B0503020000020004" pitchFamily="34" charset="-127"/>
                <a:ea typeface="Malgun Gothic Semilight" panose="020B0503020000020004" pitchFamily="34" charset="-127"/>
                <a:cs typeface="Arial"/>
              </a:endParaRPr>
            </a:p>
          </p:txBody>
        </p:sp>
        <p:cxnSp>
          <p:nvCxnSpPr>
            <p:cNvPr id="37" name="직선 연결선 65">
              <a:extLst>
                <a:ext uri="{FF2B5EF4-FFF2-40B4-BE49-F238E27FC236}">
                  <a16:creationId xmlns:a16="http://schemas.microsoft.com/office/drawing/2014/main" id="{B92561AD-9CA8-901C-FB6B-F259EBA6289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322843" y="5127788"/>
              <a:ext cx="0" cy="581025"/>
            </a:xfrm>
            <a:prstGeom prst="line">
              <a:avLst/>
            </a:prstGeom>
            <a:ln w="19050">
              <a:solidFill>
                <a:srgbClr val="9CA5AC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타원형 설명선 150">
            <a:extLst>
              <a:ext uri="{FF2B5EF4-FFF2-40B4-BE49-F238E27FC236}">
                <a16:creationId xmlns:a16="http://schemas.microsoft.com/office/drawing/2014/main" id="{83B723BA-C80B-42D6-009B-BA670F1C5EC9}"/>
              </a:ext>
            </a:extLst>
          </p:cNvPr>
          <p:cNvSpPr/>
          <p:nvPr/>
        </p:nvSpPr>
        <p:spPr>
          <a:xfrm>
            <a:off x="4872571" y="2646806"/>
            <a:ext cx="687291" cy="671596"/>
          </a:xfrm>
          <a:prstGeom prst="wedgeEllipseCallout">
            <a:avLst>
              <a:gd name="adj1" fmla="val -73663"/>
              <a:gd name="adj2" fmla="val -19861"/>
            </a:avLst>
          </a:prstGeom>
          <a:solidFill>
            <a:srgbClr val="434759"/>
          </a:solidFill>
          <a:ln w="63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-99481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40000"/>
              <a:buFontTx/>
              <a:buNone/>
              <a:tabLst>
                <a:tab pos="5530506" algn="l"/>
              </a:tabLst>
              <a:defRPr/>
            </a:pPr>
            <a:r>
              <a:rPr kumimoji="0" lang="en-US" altLang="ko-KR" sz="800" u="none" strike="noStrike" kern="1200" cap="none" spc="-3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Malgun Gothic Semilight" panose="020B0503020000020004" pitchFamily="34" charset="-127"/>
                <a:ea typeface="Malgun Gothic Semilight" panose="020B0503020000020004" pitchFamily="34" charset="-127"/>
                <a:cs typeface="Arial"/>
                <a:sym typeface="KoPub돋움체 Bold" pitchFamily="2" charset="2"/>
              </a:rPr>
              <a:t>GPU</a:t>
            </a:r>
          </a:p>
          <a:p>
            <a:pPr marL="0" marR="0" lvl="0" indent="-99481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40000"/>
              <a:buFontTx/>
              <a:buNone/>
              <a:tabLst>
                <a:tab pos="5530506" algn="l"/>
              </a:tabLst>
              <a:defRPr/>
            </a:pPr>
            <a:r>
              <a:rPr kumimoji="0" lang="ko-KR" altLang="en-US" sz="800" u="none" strike="noStrike" kern="1200" cap="none" spc="-3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Malgun Gothic Semilight" panose="020B0503020000020004" pitchFamily="34" charset="-127"/>
                <a:ea typeface="Malgun Gothic Semilight" panose="020B0503020000020004" pitchFamily="34" charset="-127"/>
                <a:cs typeface="Arial"/>
                <a:sym typeface="KoPub돋움체 Bold" pitchFamily="2" charset="2"/>
              </a:rPr>
              <a:t>클러스터</a:t>
            </a:r>
            <a:endParaRPr kumimoji="0" lang="en-US" altLang="ko-KR" sz="800" u="none" strike="noStrike" kern="1200" cap="none" spc="-30" normalizeH="0" baseline="0" noProof="0" dirty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Malgun Gothic Semilight" panose="020B0503020000020004" pitchFamily="34" charset="-127"/>
              <a:ea typeface="Malgun Gothic Semilight" panose="020B0503020000020004" pitchFamily="34" charset="-127"/>
              <a:cs typeface="Arial"/>
              <a:sym typeface="KoPub돋움체 Bold" pitchFamily="2" charset="2"/>
            </a:endParaRPr>
          </a:p>
          <a:p>
            <a:pPr marL="0" marR="0" lvl="0" indent="-99481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40000"/>
              <a:buFontTx/>
              <a:buNone/>
              <a:tabLst>
                <a:tab pos="5530506" algn="l"/>
              </a:tabLst>
              <a:defRPr/>
            </a:pPr>
            <a:r>
              <a:rPr kumimoji="0" lang="ko-KR" altLang="en-US" sz="800" u="none" strike="noStrike" kern="1200" cap="none" spc="-3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Malgun Gothic Semilight" panose="020B0503020000020004" pitchFamily="34" charset="-127"/>
                <a:ea typeface="Malgun Gothic Semilight" panose="020B0503020000020004" pitchFamily="34" charset="-127"/>
                <a:cs typeface="Arial"/>
                <a:sym typeface="KoPub돋움체 Bold" pitchFamily="2" charset="2"/>
              </a:rPr>
              <a:t>구성</a:t>
            </a: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92578ADF-EC89-C338-6197-B82A712EE678}"/>
              </a:ext>
            </a:extLst>
          </p:cNvPr>
          <p:cNvGrpSpPr/>
          <p:nvPr/>
        </p:nvGrpSpPr>
        <p:grpSpPr>
          <a:xfrm>
            <a:off x="874772" y="2173530"/>
            <a:ext cx="925480" cy="370363"/>
            <a:chOff x="989422" y="3692272"/>
            <a:chExt cx="1114953" cy="456614"/>
          </a:xfrm>
        </p:grpSpPr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5118B943-9071-D911-0A85-9CFD6149165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89422" y="3692272"/>
              <a:ext cx="331998" cy="456614"/>
              <a:chOff x="11921385" y="4267725"/>
              <a:chExt cx="916126" cy="1260000"/>
            </a:xfrm>
          </p:grpSpPr>
          <p:sp>
            <p:nvSpPr>
              <p:cNvPr id="51" name="사각형: 둥근 모서리 256">
                <a:extLst>
                  <a:ext uri="{FF2B5EF4-FFF2-40B4-BE49-F238E27FC236}">
                    <a16:creationId xmlns:a16="http://schemas.microsoft.com/office/drawing/2014/main" id="{7F377D22-9D6F-0214-C1CA-62B3C45A6420}"/>
                  </a:ext>
                </a:extLst>
              </p:cNvPr>
              <p:cNvSpPr/>
              <p:nvPr/>
            </p:nvSpPr>
            <p:spPr>
              <a:xfrm>
                <a:off x="11923596" y="4271687"/>
                <a:ext cx="911716" cy="1252078"/>
              </a:xfrm>
              <a:prstGeom prst="roundRect">
                <a:avLst>
                  <a:gd name="adj" fmla="val 7097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-30" normalizeH="0" baseline="0" noProof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KoPub돋움체 Bold"/>
                  <a:ea typeface="KoPub돋움체 Medium"/>
                  <a:cs typeface="Arial"/>
                </a:endParaRPr>
              </a:p>
            </p:txBody>
          </p:sp>
          <p:grpSp>
            <p:nvGrpSpPr>
              <p:cNvPr id="52" name="그룹 51">
                <a:extLst>
                  <a:ext uri="{FF2B5EF4-FFF2-40B4-BE49-F238E27FC236}">
                    <a16:creationId xmlns:a16="http://schemas.microsoft.com/office/drawing/2014/main" id="{BCF44231-B7C4-C03D-BF87-5E1B564B73FF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1921389" y="4267727"/>
                <a:ext cx="916126" cy="1260000"/>
                <a:chOff x="14485938" y="-2571751"/>
                <a:chExt cx="554038" cy="762000"/>
              </a:xfrm>
              <a:solidFill>
                <a:srgbClr val="262626"/>
              </a:solidFill>
            </p:grpSpPr>
            <p:sp>
              <p:nvSpPr>
                <p:cNvPr id="53" name="Freeform 230">
                  <a:extLst>
                    <a:ext uri="{FF2B5EF4-FFF2-40B4-BE49-F238E27FC236}">
                      <a16:creationId xmlns:a16="http://schemas.microsoft.com/office/drawing/2014/main" id="{F76C36FD-06E9-BEB0-EB52-2E1CD20C217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4485938" y="-2571751"/>
                  <a:ext cx="554038" cy="762000"/>
                </a:xfrm>
                <a:custGeom>
                  <a:avLst/>
                  <a:gdLst>
                    <a:gd name="T0" fmla="*/ 137 w 147"/>
                    <a:gd name="T1" fmla="*/ 0 h 200"/>
                    <a:gd name="T2" fmla="*/ 10 w 147"/>
                    <a:gd name="T3" fmla="*/ 0 h 200"/>
                    <a:gd name="T4" fmla="*/ 0 w 147"/>
                    <a:gd name="T5" fmla="*/ 10 h 200"/>
                    <a:gd name="T6" fmla="*/ 0 w 147"/>
                    <a:gd name="T7" fmla="*/ 190 h 200"/>
                    <a:gd name="T8" fmla="*/ 10 w 147"/>
                    <a:gd name="T9" fmla="*/ 200 h 200"/>
                    <a:gd name="T10" fmla="*/ 137 w 147"/>
                    <a:gd name="T11" fmla="*/ 200 h 200"/>
                    <a:gd name="T12" fmla="*/ 140 w 147"/>
                    <a:gd name="T13" fmla="*/ 199 h 200"/>
                    <a:gd name="T14" fmla="*/ 146 w 147"/>
                    <a:gd name="T15" fmla="*/ 193 h 200"/>
                    <a:gd name="T16" fmla="*/ 147 w 147"/>
                    <a:gd name="T17" fmla="*/ 190 h 200"/>
                    <a:gd name="T18" fmla="*/ 147 w 147"/>
                    <a:gd name="T19" fmla="*/ 10 h 200"/>
                    <a:gd name="T20" fmla="*/ 137 w 147"/>
                    <a:gd name="T21" fmla="*/ 0 h 200"/>
                    <a:gd name="T22" fmla="*/ 139 w 147"/>
                    <a:gd name="T23" fmla="*/ 189 h 200"/>
                    <a:gd name="T24" fmla="*/ 135 w 147"/>
                    <a:gd name="T25" fmla="*/ 192 h 200"/>
                    <a:gd name="T26" fmla="*/ 10 w 147"/>
                    <a:gd name="T27" fmla="*/ 192 h 200"/>
                    <a:gd name="T28" fmla="*/ 8 w 147"/>
                    <a:gd name="T29" fmla="*/ 190 h 200"/>
                    <a:gd name="T30" fmla="*/ 8 w 147"/>
                    <a:gd name="T31" fmla="*/ 10 h 200"/>
                    <a:gd name="T32" fmla="*/ 10 w 147"/>
                    <a:gd name="T33" fmla="*/ 8 h 200"/>
                    <a:gd name="T34" fmla="*/ 137 w 147"/>
                    <a:gd name="T35" fmla="*/ 8 h 200"/>
                    <a:gd name="T36" fmla="*/ 139 w 147"/>
                    <a:gd name="T37" fmla="*/ 10 h 200"/>
                    <a:gd name="T38" fmla="*/ 139 w 147"/>
                    <a:gd name="T39" fmla="*/ 189 h 2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147" h="200">
                      <a:moveTo>
                        <a:pt x="137" y="0"/>
                      </a:moveTo>
                      <a:cubicBezTo>
                        <a:pt x="10" y="0"/>
                        <a:pt x="10" y="0"/>
                        <a:pt x="10" y="0"/>
                      </a:cubicBezTo>
                      <a:cubicBezTo>
                        <a:pt x="4" y="0"/>
                        <a:pt x="0" y="5"/>
                        <a:pt x="0" y="10"/>
                      </a:cubicBezTo>
                      <a:cubicBezTo>
                        <a:pt x="0" y="190"/>
                        <a:pt x="0" y="190"/>
                        <a:pt x="0" y="190"/>
                      </a:cubicBezTo>
                      <a:cubicBezTo>
                        <a:pt x="0" y="196"/>
                        <a:pt x="4" y="200"/>
                        <a:pt x="10" y="200"/>
                      </a:cubicBezTo>
                      <a:cubicBezTo>
                        <a:pt x="137" y="200"/>
                        <a:pt x="137" y="200"/>
                        <a:pt x="137" y="200"/>
                      </a:cubicBezTo>
                      <a:cubicBezTo>
                        <a:pt x="138" y="200"/>
                        <a:pt x="139" y="200"/>
                        <a:pt x="140" y="199"/>
                      </a:cubicBezTo>
                      <a:cubicBezTo>
                        <a:pt x="146" y="193"/>
                        <a:pt x="146" y="193"/>
                        <a:pt x="146" y="193"/>
                      </a:cubicBezTo>
                      <a:cubicBezTo>
                        <a:pt x="146" y="192"/>
                        <a:pt x="147" y="191"/>
                        <a:pt x="147" y="190"/>
                      </a:cubicBezTo>
                      <a:cubicBezTo>
                        <a:pt x="147" y="10"/>
                        <a:pt x="147" y="10"/>
                        <a:pt x="147" y="10"/>
                      </a:cubicBezTo>
                      <a:cubicBezTo>
                        <a:pt x="147" y="5"/>
                        <a:pt x="142" y="0"/>
                        <a:pt x="137" y="0"/>
                      </a:cubicBezTo>
                      <a:close/>
                      <a:moveTo>
                        <a:pt x="139" y="189"/>
                      </a:moveTo>
                      <a:cubicBezTo>
                        <a:pt x="135" y="192"/>
                        <a:pt x="135" y="192"/>
                        <a:pt x="135" y="192"/>
                      </a:cubicBezTo>
                      <a:cubicBezTo>
                        <a:pt x="10" y="192"/>
                        <a:pt x="10" y="192"/>
                        <a:pt x="10" y="192"/>
                      </a:cubicBezTo>
                      <a:cubicBezTo>
                        <a:pt x="9" y="192"/>
                        <a:pt x="8" y="191"/>
                        <a:pt x="8" y="190"/>
                      </a:cubicBezTo>
                      <a:cubicBezTo>
                        <a:pt x="8" y="10"/>
                        <a:pt x="8" y="10"/>
                        <a:pt x="8" y="10"/>
                      </a:cubicBezTo>
                      <a:cubicBezTo>
                        <a:pt x="8" y="9"/>
                        <a:pt x="9" y="8"/>
                        <a:pt x="10" y="8"/>
                      </a:cubicBezTo>
                      <a:cubicBezTo>
                        <a:pt x="137" y="8"/>
                        <a:pt x="137" y="8"/>
                        <a:pt x="137" y="8"/>
                      </a:cubicBezTo>
                      <a:cubicBezTo>
                        <a:pt x="138" y="8"/>
                        <a:pt x="139" y="9"/>
                        <a:pt x="139" y="10"/>
                      </a:cubicBezTo>
                      <a:lnTo>
                        <a:pt x="139" y="189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돋움체 Bold"/>
                    <a:ea typeface="KoPub돋움체 Medium"/>
                    <a:cs typeface="Arial"/>
                  </a:endParaRPr>
                </a:p>
              </p:txBody>
            </p:sp>
            <p:sp>
              <p:nvSpPr>
                <p:cNvPr id="54" name="Freeform 231">
                  <a:extLst>
                    <a:ext uri="{FF2B5EF4-FFF2-40B4-BE49-F238E27FC236}">
                      <a16:creationId xmlns:a16="http://schemas.microsoft.com/office/drawing/2014/main" id="{01D66652-C221-5E74-630E-18C46B880C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603413" y="-2403476"/>
                  <a:ext cx="315913" cy="30163"/>
                </a:xfrm>
                <a:custGeom>
                  <a:avLst/>
                  <a:gdLst>
                    <a:gd name="T0" fmla="*/ 80 w 84"/>
                    <a:gd name="T1" fmla="*/ 0 h 8"/>
                    <a:gd name="T2" fmla="*/ 4 w 84"/>
                    <a:gd name="T3" fmla="*/ 0 h 8"/>
                    <a:gd name="T4" fmla="*/ 0 w 84"/>
                    <a:gd name="T5" fmla="*/ 4 h 8"/>
                    <a:gd name="T6" fmla="*/ 4 w 84"/>
                    <a:gd name="T7" fmla="*/ 8 h 8"/>
                    <a:gd name="T8" fmla="*/ 80 w 84"/>
                    <a:gd name="T9" fmla="*/ 8 h 8"/>
                    <a:gd name="T10" fmla="*/ 84 w 84"/>
                    <a:gd name="T11" fmla="*/ 4 h 8"/>
                    <a:gd name="T12" fmla="*/ 80 w 84"/>
                    <a:gd name="T13" fmla="*/ 0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4" h="8">
                      <a:moveTo>
                        <a:pt x="80" y="0"/>
                      </a:move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2"/>
                        <a:pt x="0" y="4"/>
                      </a:cubicBezTo>
                      <a:cubicBezTo>
                        <a:pt x="0" y="6"/>
                        <a:pt x="2" y="8"/>
                        <a:pt x="4" y="8"/>
                      </a:cubicBezTo>
                      <a:cubicBezTo>
                        <a:pt x="80" y="8"/>
                        <a:pt x="80" y="8"/>
                        <a:pt x="80" y="8"/>
                      </a:cubicBezTo>
                      <a:cubicBezTo>
                        <a:pt x="82" y="8"/>
                        <a:pt x="84" y="6"/>
                        <a:pt x="84" y="4"/>
                      </a:cubicBezTo>
                      <a:cubicBezTo>
                        <a:pt x="84" y="2"/>
                        <a:pt x="82" y="0"/>
                        <a:pt x="8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돋움체 Bold"/>
                    <a:ea typeface="KoPub돋움체 Medium"/>
                    <a:cs typeface="Arial"/>
                  </a:endParaRPr>
                </a:p>
              </p:txBody>
            </p:sp>
          </p:grpSp>
        </p:grp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1907B9FA-6177-C9EB-130F-42CD5A3FB2B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380899" y="3692272"/>
              <a:ext cx="331998" cy="456614"/>
              <a:chOff x="11921385" y="4267725"/>
              <a:chExt cx="916126" cy="1260000"/>
            </a:xfrm>
          </p:grpSpPr>
          <p:sp>
            <p:nvSpPr>
              <p:cNvPr id="47" name="사각형: 둥근 모서리 252">
                <a:extLst>
                  <a:ext uri="{FF2B5EF4-FFF2-40B4-BE49-F238E27FC236}">
                    <a16:creationId xmlns:a16="http://schemas.microsoft.com/office/drawing/2014/main" id="{3AB03B6A-0B73-31E1-A820-23D13CDAB19B}"/>
                  </a:ext>
                </a:extLst>
              </p:cNvPr>
              <p:cNvSpPr/>
              <p:nvPr/>
            </p:nvSpPr>
            <p:spPr>
              <a:xfrm>
                <a:off x="11923596" y="4271687"/>
                <a:ext cx="911716" cy="1252078"/>
              </a:xfrm>
              <a:prstGeom prst="roundRect">
                <a:avLst>
                  <a:gd name="adj" fmla="val 7097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-30" normalizeH="0" baseline="0" noProof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KoPub돋움체 Bold"/>
                  <a:ea typeface="KoPub돋움체 Medium"/>
                  <a:cs typeface="Arial"/>
                </a:endParaRPr>
              </a:p>
            </p:txBody>
          </p:sp>
          <p:grpSp>
            <p:nvGrpSpPr>
              <p:cNvPr id="48" name="그룹 47">
                <a:extLst>
                  <a:ext uri="{FF2B5EF4-FFF2-40B4-BE49-F238E27FC236}">
                    <a16:creationId xmlns:a16="http://schemas.microsoft.com/office/drawing/2014/main" id="{FDAFB302-798C-1E1E-E2AD-88C6A0F90F47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1921389" y="4267727"/>
                <a:ext cx="916126" cy="1260000"/>
                <a:chOff x="14485938" y="-2571751"/>
                <a:chExt cx="554038" cy="762000"/>
              </a:xfrm>
              <a:solidFill>
                <a:srgbClr val="262626"/>
              </a:solidFill>
            </p:grpSpPr>
            <p:sp>
              <p:nvSpPr>
                <p:cNvPr id="49" name="Freeform 230">
                  <a:extLst>
                    <a:ext uri="{FF2B5EF4-FFF2-40B4-BE49-F238E27FC236}">
                      <a16:creationId xmlns:a16="http://schemas.microsoft.com/office/drawing/2014/main" id="{35BEC923-6655-4041-D2A8-03BD315ACF36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4485938" y="-2571751"/>
                  <a:ext cx="554038" cy="762000"/>
                </a:xfrm>
                <a:custGeom>
                  <a:avLst/>
                  <a:gdLst>
                    <a:gd name="T0" fmla="*/ 137 w 147"/>
                    <a:gd name="T1" fmla="*/ 0 h 200"/>
                    <a:gd name="T2" fmla="*/ 10 w 147"/>
                    <a:gd name="T3" fmla="*/ 0 h 200"/>
                    <a:gd name="T4" fmla="*/ 0 w 147"/>
                    <a:gd name="T5" fmla="*/ 10 h 200"/>
                    <a:gd name="T6" fmla="*/ 0 w 147"/>
                    <a:gd name="T7" fmla="*/ 190 h 200"/>
                    <a:gd name="T8" fmla="*/ 10 w 147"/>
                    <a:gd name="T9" fmla="*/ 200 h 200"/>
                    <a:gd name="T10" fmla="*/ 137 w 147"/>
                    <a:gd name="T11" fmla="*/ 200 h 200"/>
                    <a:gd name="T12" fmla="*/ 140 w 147"/>
                    <a:gd name="T13" fmla="*/ 199 h 200"/>
                    <a:gd name="T14" fmla="*/ 146 w 147"/>
                    <a:gd name="T15" fmla="*/ 193 h 200"/>
                    <a:gd name="T16" fmla="*/ 147 w 147"/>
                    <a:gd name="T17" fmla="*/ 190 h 200"/>
                    <a:gd name="T18" fmla="*/ 147 w 147"/>
                    <a:gd name="T19" fmla="*/ 10 h 200"/>
                    <a:gd name="T20" fmla="*/ 137 w 147"/>
                    <a:gd name="T21" fmla="*/ 0 h 200"/>
                    <a:gd name="T22" fmla="*/ 139 w 147"/>
                    <a:gd name="T23" fmla="*/ 189 h 200"/>
                    <a:gd name="T24" fmla="*/ 135 w 147"/>
                    <a:gd name="T25" fmla="*/ 192 h 200"/>
                    <a:gd name="T26" fmla="*/ 10 w 147"/>
                    <a:gd name="T27" fmla="*/ 192 h 200"/>
                    <a:gd name="T28" fmla="*/ 8 w 147"/>
                    <a:gd name="T29" fmla="*/ 190 h 200"/>
                    <a:gd name="T30" fmla="*/ 8 w 147"/>
                    <a:gd name="T31" fmla="*/ 10 h 200"/>
                    <a:gd name="T32" fmla="*/ 10 w 147"/>
                    <a:gd name="T33" fmla="*/ 8 h 200"/>
                    <a:gd name="T34" fmla="*/ 137 w 147"/>
                    <a:gd name="T35" fmla="*/ 8 h 200"/>
                    <a:gd name="T36" fmla="*/ 139 w 147"/>
                    <a:gd name="T37" fmla="*/ 10 h 200"/>
                    <a:gd name="T38" fmla="*/ 139 w 147"/>
                    <a:gd name="T39" fmla="*/ 189 h 2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147" h="200">
                      <a:moveTo>
                        <a:pt x="137" y="0"/>
                      </a:moveTo>
                      <a:cubicBezTo>
                        <a:pt x="10" y="0"/>
                        <a:pt x="10" y="0"/>
                        <a:pt x="10" y="0"/>
                      </a:cubicBezTo>
                      <a:cubicBezTo>
                        <a:pt x="4" y="0"/>
                        <a:pt x="0" y="5"/>
                        <a:pt x="0" y="10"/>
                      </a:cubicBezTo>
                      <a:cubicBezTo>
                        <a:pt x="0" y="190"/>
                        <a:pt x="0" y="190"/>
                        <a:pt x="0" y="190"/>
                      </a:cubicBezTo>
                      <a:cubicBezTo>
                        <a:pt x="0" y="196"/>
                        <a:pt x="4" y="200"/>
                        <a:pt x="10" y="200"/>
                      </a:cubicBezTo>
                      <a:cubicBezTo>
                        <a:pt x="137" y="200"/>
                        <a:pt x="137" y="200"/>
                        <a:pt x="137" y="200"/>
                      </a:cubicBezTo>
                      <a:cubicBezTo>
                        <a:pt x="138" y="200"/>
                        <a:pt x="139" y="200"/>
                        <a:pt x="140" y="199"/>
                      </a:cubicBezTo>
                      <a:cubicBezTo>
                        <a:pt x="146" y="193"/>
                        <a:pt x="146" y="193"/>
                        <a:pt x="146" y="193"/>
                      </a:cubicBezTo>
                      <a:cubicBezTo>
                        <a:pt x="146" y="192"/>
                        <a:pt x="147" y="191"/>
                        <a:pt x="147" y="190"/>
                      </a:cubicBezTo>
                      <a:cubicBezTo>
                        <a:pt x="147" y="10"/>
                        <a:pt x="147" y="10"/>
                        <a:pt x="147" y="10"/>
                      </a:cubicBezTo>
                      <a:cubicBezTo>
                        <a:pt x="147" y="5"/>
                        <a:pt x="142" y="0"/>
                        <a:pt x="137" y="0"/>
                      </a:cubicBezTo>
                      <a:close/>
                      <a:moveTo>
                        <a:pt x="139" y="189"/>
                      </a:moveTo>
                      <a:cubicBezTo>
                        <a:pt x="135" y="192"/>
                        <a:pt x="135" y="192"/>
                        <a:pt x="135" y="192"/>
                      </a:cubicBezTo>
                      <a:cubicBezTo>
                        <a:pt x="10" y="192"/>
                        <a:pt x="10" y="192"/>
                        <a:pt x="10" y="192"/>
                      </a:cubicBezTo>
                      <a:cubicBezTo>
                        <a:pt x="9" y="192"/>
                        <a:pt x="8" y="191"/>
                        <a:pt x="8" y="190"/>
                      </a:cubicBezTo>
                      <a:cubicBezTo>
                        <a:pt x="8" y="10"/>
                        <a:pt x="8" y="10"/>
                        <a:pt x="8" y="10"/>
                      </a:cubicBezTo>
                      <a:cubicBezTo>
                        <a:pt x="8" y="9"/>
                        <a:pt x="9" y="8"/>
                        <a:pt x="10" y="8"/>
                      </a:cubicBezTo>
                      <a:cubicBezTo>
                        <a:pt x="137" y="8"/>
                        <a:pt x="137" y="8"/>
                        <a:pt x="137" y="8"/>
                      </a:cubicBezTo>
                      <a:cubicBezTo>
                        <a:pt x="138" y="8"/>
                        <a:pt x="139" y="9"/>
                        <a:pt x="139" y="10"/>
                      </a:cubicBezTo>
                      <a:lnTo>
                        <a:pt x="139" y="189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돋움체 Bold"/>
                    <a:ea typeface="KoPub돋움체 Medium"/>
                    <a:cs typeface="Arial"/>
                  </a:endParaRPr>
                </a:p>
              </p:txBody>
            </p:sp>
            <p:sp>
              <p:nvSpPr>
                <p:cNvPr id="50" name="Freeform 231">
                  <a:extLst>
                    <a:ext uri="{FF2B5EF4-FFF2-40B4-BE49-F238E27FC236}">
                      <a16:creationId xmlns:a16="http://schemas.microsoft.com/office/drawing/2014/main" id="{B61B88B5-696F-FBE9-1798-1B8E2D6ABF4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603413" y="-2403476"/>
                  <a:ext cx="315913" cy="30163"/>
                </a:xfrm>
                <a:custGeom>
                  <a:avLst/>
                  <a:gdLst>
                    <a:gd name="T0" fmla="*/ 80 w 84"/>
                    <a:gd name="T1" fmla="*/ 0 h 8"/>
                    <a:gd name="T2" fmla="*/ 4 w 84"/>
                    <a:gd name="T3" fmla="*/ 0 h 8"/>
                    <a:gd name="T4" fmla="*/ 0 w 84"/>
                    <a:gd name="T5" fmla="*/ 4 h 8"/>
                    <a:gd name="T6" fmla="*/ 4 w 84"/>
                    <a:gd name="T7" fmla="*/ 8 h 8"/>
                    <a:gd name="T8" fmla="*/ 80 w 84"/>
                    <a:gd name="T9" fmla="*/ 8 h 8"/>
                    <a:gd name="T10" fmla="*/ 84 w 84"/>
                    <a:gd name="T11" fmla="*/ 4 h 8"/>
                    <a:gd name="T12" fmla="*/ 80 w 84"/>
                    <a:gd name="T13" fmla="*/ 0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4" h="8">
                      <a:moveTo>
                        <a:pt x="80" y="0"/>
                      </a:move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2"/>
                        <a:pt x="0" y="4"/>
                      </a:cubicBezTo>
                      <a:cubicBezTo>
                        <a:pt x="0" y="6"/>
                        <a:pt x="2" y="8"/>
                        <a:pt x="4" y="8"/>
                      </a:cubicBezTo>
                      <a:cubicBezTo>
                        <a:pt x="80" y="8"/>
                        <a:pt x="80" y="8"/>
                        <a:pt x="80" y="8"/>
                      </a:cubicBezTo>
                      <a:cubicBezTo>
                        <a:pt x="82" y="8"/>
                        <a:pt x="84" y="6"/>
                        <a:pt x="84" y="4"/>
                      </a:cubicBezTo>
                      <a:cubicBezTo>
                        <a:pt x="84" y="2"/>
                        <a:pt x="82" y="0"/>
                        <a:pt x="8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돋움체 Bold"/>
                    <a:ea typeface="KoPub돋움체 Medium"/>
                    <a:cs typeface="Arial"/>
                  </a:endParaRPr>
                </a:p>
              </p:txBody>
            </p:sp>
          </p:grpSp>
        </p:grp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62E9D71A-50D8-6FE4-FDC6-0955F1DE83F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772377" y="3692272"/>
              <a:ext cx="331998" cy="456614"/>
              <a:chOff x="11921385" y="4267725"/>
              <a:chExt cx="916126" cy="1260000"/>
            </a:xfrm>
          </p:grpSpPr>
          <p:sp>
            <p:nvSpPr>
              <p:cNvPr id="43" name="사각형: 둥근 모서리 248">
                <a:extLst>
                  <a:ext uri="{FF2B5EF4-FFF2-40B4-BE49-F238E27FC236}">
                    <a16:creationId xmlns:a16="http://schemas.microsoft.com/office/drawing/2014/main" id="{B01497C6-2E8C-D053-9F47-E82F5179A546}"/>
                  </a:ext>
                </a:extLst>
              </p:cNvPr>
              <p:cNvSpPr/>
              <p:nvPr/>
            </p:nvSpPr>
            <p:spPr>
              <a:xfrm>
                <a:off x="11923596" y="4271687"/>
                <a:ext cx="911716" cy="1252078"/>
              </a:xfrm>
              <a:prstGeom prst="roundRect">
                <a:avLst>
                  <a:gd name="adj" fmla="val 7097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-30" normalizeH="0" baseline="0" noProof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KoPub돋움체 Bold"/>
                  <a:ea typeface="KoPub돋움체 Medium"/>
                  <a:cs typeface="Arial"/>
                </a:endParaRPr>
              </a:p>
            </p:txBody>
          </p:sp>
          <p:grpSp>
            <p:nvGrpSpPr>
              <p:cNvPr id="44" name="그룹 43">
                <a:extLst>
                  <a:ext uri="{FF2B5EF4-FFF2-40B4-BE49-F238E27FC236}">
                    <a16:creationId xmlns:a16="http://schemas.microsoft.com/office/drawing/2014/main" id="{F2154104-4816-98FB-3D8C-0EE7EF47DF9B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1921389" y="4267727"/>
                <a:ext cx="916126" cy="1260000"/>
                <a:chOff x="14485938" y="-2571751"/>
                <a:chExt cx="554038" cy="762000"/>
              </a:xfrm>
              <a:solidFill>
                <a:srgbClr val="262626"/>
              </a:solidFill>
            </p:grpSpPr>
            <p:sp>
              <p:nvSpPr>
                <p:cNvPr id="45" name="Freeform 230">
                  <a:extLst>
                    <a:ext uri="{FF2B5EF4-FFF2-40B4-BE49-F238E27FC236}">
                      <a16:creationId xmlns:a16="http://schemas.microsoft.com/office/drawing/2014/main" id="{3A7F362A-6E77-02F4-8944-5657AC4E314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4485938" y="-2571751"/>
                  <a:ext cx="554038" cy="762000"/>
                </a:xfrm>
                <a:custGeom>
                  <a:avLst/>
                  <a:gdLst>
                    <a:gd name="T0" fmla="*/ 137 w 147"/>
                    <a:gd name="T1" fmla="*/ 0 h 200"/>
                    <a:gd name="T2" fmla="*/ 10 w 147"/>
                    <a:gd name="T3" fmla="*/ 0 h 200"/>
                    <a:gd name="T4" fmla="*/ 0 w 147"/>
                    <a:gd name="T5" fmla="*/ 10 h 200"/>
                    <a:gd name="T6" fmla="*/ 0 w 147"/>
                    <a:gd name="T7" fmla="*/ 190 h 200"/>
                    <a:gd name="T8" fmla="*/ 10 w 147"/>
                    <a:gd name="T9" fmla="*/ 200 h 200"/>
                    <a:gd name="T10" fmla="*/ 137 w 147"/>
                    <a:gd name="T11" fmla="*/ 200 h 200"/>
                    <a:gd name="T12" fmla="*/ 140 w 147"/>
                    <a:gd name="T13" fmla="*/ 199 h 200"/>
                    <a:gd name="T14" fmla="*/ 146 w 147"/>
                    <a:gd name="T15" fmla="*/ 193 h 200"/>
                    <a:gd name="T16" fmla="*/ 147 w 147"/>
                    <a:gd name="T17" fmla="*/ 190 h 200"/>
                    <a:gd name="T18" fmla="*/ 147 w 147"/>
                    <a:gd name="T19" fmla="*/ 10 h 200"/>
                    <a:gd name="T20" fmla="*/ 137 w 147"/>
                    <a:gd name="T21" fmla="*/ 0 h 200"/>
                    <a:gd name="T22" fmla="*/ 139 w 147"/>
                    <a:gd name="T23" fmla="*/ 189 h 200"/>
                    <a:gd name="T24" fmla="*/ 135 w 147"/>
                    <a:gd name="T25" fmla="*/ 192 h 200"/>
                    <a:gd name="T26" fmla="*/ 10 w 147"/>
                    <a:gd name="T27" fmla="*/ 192 h 200"/>
                    <a:gd name="T28" fmla="*/ 8 w 147"/>
                    <a:gd name="T29" fmla="*/ 190 h 200"/>
                    <a:gd name="T30" fmla="*/ 8 w 147"/>
                    <a:gd name="T31" fmla="*/ 10 h 200"/>
                    <a:gd name="T32" fmla="*/ 10 w 147"/>
                    <a:gd name="T33" fmla="*/ 8 h 200"/>
                    <a:gd name="T34" fmla="*/ 137 w 147"/>
                    <a:gd name="T35" fmla="*/ 8 h 200"/>
                    <a:gd name="T36" fmla="*/ 139 w 147"/>
                    <a:gd name="T37" fmla="*/ 10 h 200"/>
                    <a:gd name="T38" fmla="*/ 139 w 147"/>
                    <a:gd name="T39" fmla="*/ 189 h 2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147" h="200">
                      <a:moveTo>
                        <a:pt x="137" y="0"/>
                      </a:moveTo>
                      <a:cubicBezTo>
                        <a:pt x="10" y="0"/>
                        <a:pt x="10" y="0"/>
                        <a:pt x="10" y="0"/>
                      </a:cubicBezTo>
                      <a:cubicBezTo>
                        <a:pt x="4" y="0"/>
                        <a:pt x="0" y="5"/>
                        <a:pt x="0" y="10"/>
                      </a:cubicBezTo>
                      <a:cubicBezTo>
                        <a:pt x="0" y="190"/>
                        <a:pt x="0" y="190"/>
                        <a:pt x="0" y="190"/>
                      </a:cubicBezTo>
                      <a:cubicBezTo>
                        <a:pt x="0" y="196"/>
                        <a:pt x="4" y="200"/>
                        <a:pt x="10" y="200"/>
                      </a:cubicBezTo>
                      <a:cubicBezTo>
                        <a:pt x="137" y="200"/>
                        <a:pt x="137" y="200"/>
                        <a:pt x="137" y="200"/>
                      </a:cubicBezTo>
                      <a:cubicBezTo>
                        <a:pt x="138" y="200"/>
                        <a:pt x="139" y="200"/>
                        <a:pt x="140" y="199"/>
                      </a:cubicBezTo>
                      <a:cubicBezTo>
                        <a:pt x="146" y="193"/>
                        <a:pt x="146" y="193"/>
                        <a:pt x="146" y="193"/>
                      </a:cubicBezTo>
                      <a:cubicBezTo>
                        <a:pt x="146" y="192"/>
                        <a:pt x="147" y="191"/>
                        <a:pt x="147" y="190"/>
                      </a:cubicBezTo>
                      <a:cubicBezTo>
                        <a:pt x="147" y="10"/>
                        <a:pt x="147" y="10"/>
                        <a:pt x="147" y="10"/>
                      </a:cubicBezTo>
                      <a:cubicBezTo>
                        <a:pt x="147" y="5"/>
                        <a:pt x="142" y="0"/>
                        <a:pt x="137" y="0"/>
                      </a:cubicBezTo>
                      <a:close/>
                      <a:moveTo>
                        <a:pt x="139" y="189"/>
                      </a:moveTo>
                      <a:cubicBezTo>
                        <a:pt x="135" y="192"/>
                        <a:pt x="135" y="192"/>
                        <a:pt x="135" y="192"/>
                      </a:cubicBezTo>
                      <a:cubicBezTo>
                        <a:pt x="10" y="192"/>
                        <a:pt x="10" y="192"/>
                        <a:pt x="10" y="192"/>
                      </a:cubicBezTo>
                      <a:cubicBezTo>
                        <a:pt x="9" y="192"/>
                        <a:pt x="8" y="191"/>
                        <a:pt x="8" y="190"/>
                      </a:cubicBezTo>
                      <a:cubicBezTo>
                        <a:pt x="8" y="10"/>
                        <a:pt x="8" y="10"/>
                        <a:pt x="8" y="10"/>
                      </a:cubicBezTo>
                      <a:cubicBezTo>
                        <a:pt x="8" y="9"/>
                        <a:pt x="9" y="8"/>
                        <a:pt x="10" y="8"/>
                      </a:cubicBezTo>
                      <a:cubicBezTo>
                        <a:pt x="137" y="8"/>
                        <a:pt x="137" y="8"/>
                        <a:pt x="137" y="8"/>
                      </a:cubicBezTo>
                      <a:cubicBezTo>
                        <a:pt x="138" y="8"/>
                        <a:pt x="139" y="9"/>
                        <a:pt x="139" y="10"/>
                      </a:cubicBezTo>
                      <a:lnTo>
                        <a:pt x="139" y="189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돋움체 Bold"/>
                    <a:ea typeface="KoPub돋움체 Medium"/>
                    <a:cs typeface="Arial"/>
                  </a:endParaRPr>
                </a:p>
              </p:txBody>
            </p:sp>
            <p:sp>
              <p:nvSpPr>
                <p:cNvPr id="46" name="Freeform 231">
                  <a:extLst>
                    <a:ext uri="{FF2B5EF4-FFF2-40B4-BE49-F238E27FC236}">
                      <a16:creationId xmlns:a16="http://schemas.microsoft.com/office/drawing/2014/main" id="{006AD3D4-D8FE-C954-30CF-CB78237E511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603413" y="-2403476"/>
                  <a:ext cx="315913" cy="30163"/>
                </a:xfrm>
                <a:custGeom>
                  <a:avLst/>
                  <a:gdLst>
                    <a:gd name="T0" fmla="*/ 80 w 84"/>
                    <a:gd name="T1" fmla="*/ 0 h 8"/>
                    <a:gd name="T2" fmla="*/ 4 w 84"/>
                    <a:gd name="T3" fmla="*/ 0 h 8"/>
                    <a:gd name="T4" fmla="*/ 0 w 84"/>
                    <a:gd name="T5" fmla="*/ 4 h 8"/>
                    <a:gd name="T6" fmla="*/ 4 w 84"/>
                    <a:gd name="T7" fmla="*/ 8 h 8"/>
                    <a:gd name="T8" fmla="*/ 80 w 84"/>
                    <a:gd name="T9" fmla="*/ 8 h 8"/>
                    <a:gd name="T10" fmla="*/ 84 w 84"/>
                    <a:gd name="T11" fmla="*/ 4 h 8"/>
                    <a:gd name="T12" fmla="*/ 80 w 84"/>
                    <a:gd name="T13" fmla="*/ 0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4" h="8">
                      <a:moveTo>
                        <a:pt x="80" y="0"/>
                      </a:move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2"/>
                        <a:pt x="0" y="4"/>
                      </a:cubicBezTo>
                      <a:cubicBezTo>
                        <a:pt x="0" y="6"/>
                        <a:pt x="2" y="8"/>
                        <a:pt x="4" y="8"/>
                      </a:cubicBezTo>
                      <a:cubicBezTo>
                        <a:pt x="80" y="8"/>
                        <a:pt x="80" y="8"/>
                        <a:pt x="80" y="8"/>
                      </a:cubicBezTo>
                      <a:cubicBezTo>
                        <a:pt x="82" y="8"/>
                        <a:pt x="84" y="6"/>
                        <a:pt x="84" y="4"/>
                      </a:cubicBezTo>
                      <a:cubicBezTo>
                        <a:pt x="84" y="2"/>
                        <a:pt x="82" y="0"/>
                        <a:pt x="8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돋움체 Bold"/>
                    <a:ea typeface="KoPub돋움체 Medium"/>
                    <a:cs typeface="Arial"/>
                  </a:endParaRPr>
                </a:p>
              </p:txBody>
            </p:sp>
          </p:grpSp>
        </p:grpSp>
      </p:grpSp>
      <p:sp>
        <p:nvSpPr>
          <p:cNvPr id="55" name="타원형 설명선 150">
            <a:extLst>
              <a:ext uri="{FF2B5EF4-FFF2-40B4-BE49-F238E27FC236}">
                <a16:creationId xmlns:a16="http://schemas.microsoft.com/office/drawing/2014/main" id="{C2ADB64D-7274-B00B-62C3-70B1B0E3C827}"/>
              </a:ext>
            </a:extLst>
          </p:cNvPr>
          <p:cNvSpPr/>
          <p:nvPr/>
        </p:nvSpPr>
        <p:spPr>
          <a:xfrm>
            <a:off x="4483181" y="1442057"/>
            <a:ext cx="687291" cy="671596"/>
          </a:xfrm>
          <a:prstGeom prst="wedgeEllipseCallout">
            <a:avLst>
              <a:gd name="adj1" fmla="val -42948"/>
              <a:gd name="adj2" fmla="val 56146"/>
            </a:avLst>
          </a:prstGeom>
          <a:solidFill>
            <a:srgbClr val="434759"/>
          </a:solidFill>
          <a:ln w="63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-99481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40000"/>
              <a:buFontTx/>
              <a:buNone/>
              <a:tabLst>
                <a:tab pos="5530506" algn="l"/>
              </a:tabLst>
              <a:defRPr/>
            </a:pPr>
            <a:r>
              <a:rPr kumimoji="0" lang="en-US" altLang="ko-KR" sz="900" u="none" strike="noStrike" kern="1200" cap="none" spc="-3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Arial"/>
                <a:sym typeface="KoPub돋움체 Bold" pitchFamily="2" charset="2"/>
              </a:rPr>
              <a:t>GPU </a:t>
            </a:r>
          </a:p>
          <a:p>
            <a:pPr marL="0" marR="0" lvl="0" indent="-99481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40000"/>
              <a:buFontTx/>
              <a:buNone/>
              <a:tabLst>
                <a:tab pos="5530506" algn="l"/>
              </a:tabLst>
              <a:defRPr/>
            </a:pPr>
            <a:r>
              <a:rPr kumimoji="0" lang="en-US" altLang="ko-KR" sz="900" u="none" strike="noStrike" kern="1200" cap="none" spc="-3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Arial"/>
                <a:sym typeface="KoPub돋움체 Bold" pitchFamily="2" charset="2"/>
              </a:rPr>
              <a:t>Worker</a:t>
            </a:r>
            <a:r>
              <a:rPr kumimoji="0" lang="ko-KR" altLang="en-US" sz="900" u="none" strike="noStrike" kern="1200" cap="none" spc="-3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Arial"/>
                <a:sym typeface="KoPub돋움체 Bold" pitchFamily="2" charset="2"/>
              </a:rPr>
              <a:t>노드</a:t>
            </a:r>
            <a:endParaRPr kumimoji="0" lang="en-US" altLang="ko-KR" sz="900" u="none" strike="noStrike" kern="1200" cap="none" spc="-30" normalizeH="0" baseline="0" noProof="0" dirty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Arial"/>
              <a:sym typeface="KoPub돋움체 Bold" pitchFamily="2" charset="2"/>
            </a:endParaRPr>
          </a:p>
          <a:p>
            <a:pPr marL="0" marR="0" lvl="0" indent="-99481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40000"/>
              <a:buFontTx/>
              <a:buNone/>
              <a:tabLst>
                <a:tab pos="5530506" algn="l"/>
              </a:tabLst>
              <a:defRPr/>
            </a:pPr>
            <a:r>
              <a:rPr kumimoji="0" lang="ko-KR" altLang="en-US" sz="900" u="none" strike="noStrike" kern="1200" cap="none" spc="-3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Arial"/>
                <a:sym typeface="KoPub돋움체 Bold" pitchFamily="2" charset="2"/>
              </a:rPr>
              <a:t>증설</a:t>
            </a:r>
            <a:endParaRPr kumimoji="0" lang="en-US" altLang="ko-KR" sz="900" u="none" strike="noStrike" kern="1200" cap="none" spc="-30" normalizeH="0" baseline="0" noProof="0" dirty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Arial"/>
              <a:sym typeface="KoPub돋움체 Bold" pitchFamily="2" charset="2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B2FFEAC-82EE-D233-E121-5DB8CE2C5342}"/>
              </a:ext>
            </a:extLst>
          </p:cNvPr>
          <p:cNvSpPr txBox="1"/>
          <p:nvPr/>
        </p:nvSpPr>
        <p:spPr>
          <a:xfrm>
            <a:off x="1137520" y="2624138"/>
            <a:ext cx="425437" cy="24622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2pPr marL="0" lvl="1" algn="ctr" defTabSz="1474905">
              <a:spcAft>
                <a:spcPts val="0"/>
              </a:spcAft>
              <a:buClr>
                <a:prstClr val="black"/>
              </a:buClr>
              <a:buSzPct val="140000"/>
              <a:tabLst>
                <a:tab pos="5648325" algn="l"/>
              </a:tabLst>
              <a:defRPr sz="1000" kern="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2pPr>
          </a:lstStyle>
          <a:p>
            <a:pPr marL="0" marR="0" lvl="1" indent="0" algn="ctr" defTabSz="1474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140000"/>
              <a:buFontTx/>
              <a:buNone/>
              <a:tabLst>
                <a:tab pos="5648325" algn="l"/>
              </a:tabLst>
              <a:defRPr/>
            </a:pPr>
            <a:r>
              <a:rPr lang="en-US" altLang="ko-KR" sz="8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Malgun Gothic Semilight" panose="020B0503020000020004" pitchFamily="34" charset="-127"/>
                <a:ea typeface="Malgun Gothic Semilight" panose="020B0503020000020004" pitchFamily="34" charset="-127"/>
                <a:cs typeface="Arial"/>
              </a:rPr>
              <a:t>CP</a:t>
            </a:r>
            <a:r>
              <a:rPr lang="ko-KR" altLang="en-US" sz="8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Malgun Gothic Semilight" panose="020B0503020000020004" pitchFamily="34" charset="-127"/>
                <a:ea typeface="Malgun Gothic Semilight" panose="020B0503020000020004" pitchFamily="34" charset="-127"/>
                <a:cs typeface="Arial"/>
              </a:rPr>
              <a:t> </a:t>
            </a:r>
            <a:r>
              <a:rPr lang="en-US" altLang="ko-KR" sz="8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Malgun Gothic Semilight" panose="020B0503020000020004" pitchFamily="34" charset="-127"/>
                <a:ea typeface="Malgun Gothic Semilight" panose="020B0503020000020004" pitchFamily="34" charset="-127"/>
                <a:cs typeface="Arial"/>
              </a:rPr>
              <a:t>Master</a:t>
            </a:r>
          </a:p>
          <a:p>
            <a:pPr marL="0" marR="0" lvl="1" indent="0" algn="ctr" defTabSz="1474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140000"/>
              <a:buFontTx/>
              <a:buNone/>
              <a:tabLst>
                <a:tab pos="5648325" algn="l"/>
              </a:tabLst>
              <a:defRPr/>
            </a:pPr>
            <a:r>
              <a:rPr lang="en-US" altLang="ko-KR" sz="8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Malgun Gothic Semilight" panose="020B0503020000020004" pitchFamily="34" charset="-127"/>
                <a:ea typeface="Malgun Gothic Semilight" panose="020B0503020000020004" pitchFamily="34" charset="-127"/>
                <a:cs typeface="Arial"/>
              </a:rPr>
              <a:t>(</a:t>
            </a:r>
            <a:r>
              <a:rPr lang="en-US" altLang="ko-KR" sz="80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Malgun Gothic Semilight" panose="020B0503020000020004" pitchFamily="34" charset="-127"/>
                <a:ea typeface="Malgun Gothic Semilight" panose="020B0503020000020004" pitchFamily="34" charset="-127"/>
                <a:cs typeface="Arial"/>
              </a:rPr>
              <a:t>Clush</a:t>
            </a:r>
            <a:r>
              <a:rPr lang="en-US" altLang="ko-KR" sz="8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Malgun Gothic Semilight" panose="020B0503020000020004" pitchFamily="34" charset="-127"/>
                <a:ea typeface="Malgun Gothic Semilight" panose="020B0503020000020004" pitchFamily="34" charset="-127"/>
                <a:cs typeface="Arial"/>
              </a:rPr>
              <a:t>)</a:t>
            </a:r>
          </a:p>
        </p:txBody>
      </p:sp>
      <p:pic>
        <p:nvPicPr>
          <p:cNvPr id="57" name="Picture 2" descr="http://www.datanet.co.kr/news/photo/201010/40419_2733.jpg">
            <a:extLst>
              <a:ext uri="{FF2B5EF4-FFF2-40B4-BE49-F238E27FC236}">
                <a16:creationId xmlns:a16="http://schemas.microsoft.com/office/drawing/2014/main" id="{9DB0F9BE-1C74-A630-F455-23939BC165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clrChange>
              <a:clrFrom>
                <a:srgbClr val="FFFDFE"/>
              </a:clrFrom>
              <a:clrTo>
                <a:srgbClr val="FFFD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12731" y="2993120"/>
            <a:ext cx="330155" cy="57857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E99B7318-DD47-39B0-7808-4701D6D8CACD}"/>
              </a:ext>
            </a:extLst>
          </p:cNvPr>
          <p:cNvSpPr txBox="1"/>
          <p:nvPr/>
        </p:nvSpPr>
        <p:spPr>
          <a:xfrm>
            <a:off x="3913966" y="3021839"/>
            <a:ext cx="270267" cy="24622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2pPr marL="0" lvl="1" algn="ctr" defTabSz="1474905">
              <a:spcAft>
                <a:spcPts val="0"/>
              </a:spcAft>
              <a:buClr>
                <a:prstClr val="black"/>
              </a:buClr>
              <a:buSzPct val="140000"/>
              <a:tabLst>
                <a:tab pos="5648325" algn="l"/>
              </a:tabLst>
              <a:defRPr sz="1000" kern="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2pPr>
          </a:lstStyle>
          <a:p>
            <a:pPr marL="0" marR="0" lvl="1" indent="0" algn="ctr" defTabSz="1474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140000"/>
              <a:buFontTx/>
              <a:buNone/>
              <a:tabLst>
                <a:tab pos="5648325" algn="l"/>
              </a:tabLst>
              <a:defRPr/>
            </a:pPr>
            <a:r>
              <a:rPr kumimoji="0" lang="en-US" altLang="ko-KR" sz="800" u="none" strike="noStrike" kern="0" cap="none" spc="-3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 Semilight" panose="020B0503020000020004" pitchFamily="34" charset="-127"/>
                <a:ea typeface="Malgun Gothic Semilight" panose="020B0503020000020004" pitchFamily="34" charset="-127"/>
                <a:cs typeface="Arial"/>
              </a:rPr>
              <a:t>H200</a:t>
            </a:r>
          </a:p>
          <a:p>
            <a:pPr marL="0" marR="0" lvl="1" indent="0" algn="ctr" defTabSz="1474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140000"/>
              <a:buFontTx/>
              <a:buNone/>
              <a:tabLst>
                <a:tab pos="5648325" algn="l"/>
              </a:tabLst>
              <a:defRPr/>
            </a:pPr>
            <a:r>
              <a:rPr kumimoji="0" lang="en-US" altLang="ko-KR" sz="800" u="none" strike="noStrike" kern="0" cap="none" spc="-3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 Semilight" panose="020B0503020000020004" pitchFamily="34" charset="-127"/>
                <a:ea typeface="Malgun Gothic Semilight" panose="020B0503020000020004" pitchFamily="34" charset="-127"/>
                <a:cs typeface="Arial"/>
              </a:rPr>
              <a:t>(24EA)</a:t>
            </a: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BDE7E3EB-F386-2E59-BA29-F678CEF71A0D}"/>
              </a:ext>
            </a:extLst>
          </p:cNvPr>
          <p:cNvGrpSpPr>
            <a:grpSpLocks noChangeAspect="1"/>
          </p:cNvGrpSpPr>
          <p:nvPr/>
        </p:nvGrpSpPr>
        <p:grpSpPr>
          <a:xfrm>
            <a:off x="3705439" y="2198798"/>
            <a:ext cx="275933" cy="370838"/>
            <a:chOff x="3493292" y="3693520"/>
            <a:chExt cx="897069" cy="1233786"/>
          </a:xfrm>
        </p:grpSpPr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1FD58C37-C7FB-82DF-F6AD-F439F569B52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493292" y="3693520"/>
              <a:ext cx="897069" cy="1233786"/>
              <a:chOff x="11921389" y="4267727"/>
              <a:chExt cx="916126" cy="1260000"/>
            </a:xfrm>
          </p:grpSpPr>
          <p:sp>
            <p:nvSpPr>
              <p:cNvPr id="210" name="사각형: 둥근 모서리 222">
                <a:extLst>
                  <a:ext uri="{FF2B5EF4-FFF2-40B4-BE49-F238E27FC236}">
                    <a16:creationId xmlns:a16="http://schemas.microsoft.com/office/drawing/2014/main" id="{71D43ABE-1B71-189F-C870-670082852414}"/>
                  </a:ext>
                </a:extLst>
              </p:cNvPr>
              <p:cNvSpPr/>
              <p:nvPr/>
            </p:nvSpPr>
            <p:spPr>
              <a:xfrm>
                <a:off x="11923593" y="4271687"/>
                <a:ext cx="911716" cy="1252078"/>
              </a:xfrm>
              <a:prstGeom prst="roundRect">
                <a:avLst>
                  <a:gd name="adj" fmla="val 7097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-30" normalizeH="0" baseline="0" noProof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KoPub돋움체 Bold"/>
                  <a:ea typeface="KoPub돋움체 Medium"/>
                  <a:cs typeface="Arial"/>
                </a:endParaRPr>
              </a:p>
            </p:txBody>
          </p:sp>
          <p:grpSp>
            <p:nvGrpSpPr>
              <p:cNvPr id="211" name="그룹 210">
                <a:extLst>
                  <a:ext uri="{FF2B5EF4-FFF2-40B4-BE49-F238E27FC236}">
                    <a16:creationId xmlns:a16="http://schemas.microsoft.com/office/drawing/2014/main" id="{630A7E00-E053-87CF-1CEB-0CE943681B1B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1921389" y="4267727"/>
                <a:ext cx="916126" cy="1260000"/>
                <a:chOff x="14485938" y="-2571751"/>
                <a:chExt cx="554038" cy="762000"/>
              </a:xfrm>
              <a:solidFill>
                <a:srgbClr val="262626"/>
              </a:solidFill>
            </p:grpSpPr>
            <p:sp>
              <p:nvSpPr>
                <p:cNvPr id="212" name="Freeform 230">
                  <a:extLst>
                    <a:ext uri="{FF2B5EF4-FFF2-40B4-BE49-F238E27FC236}">
                      <a16:creationId xmlns:a16="http://schemas.microsoft.com/office/drawing/2014/main" id="{AF21E4C1-AB22-EADF-0011-21ADFDAB4DC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4485938" y="-2571751"/>
                  <a:ext cx="554038" cy="762000"/>
                </a:xfrm>
                <a:custGeom>
                  <a:avLst/>
                  <a:gdLst>
                    <a:gd name="T0" fmla="*/ 137 w 147"/>
                    <a:gd name="T1" fmla="*/ 0 h 200"/>
                    <a:gd name="T2" fmla="*/ 10 w 147"/>
                    <a:gd name="T3" fmla="*/ 0 h 200"/>
                    <a:gd name="T4" fmla="*/ 0 w 147"/>
                    <a:gd name="T5" fmla="*/ 10 h 200"/>
                    <a:gd name="T6" fmla="*/ 0 w 147"/>
                    <a:gd name="T7" fmla="*/ 190 h 200"/>
                    <a:gd name="T8" fmla="*/ 10 w 147"/>
                    <a:gd name="T9" fmla="*/ 200 h 200"/>
                    <a:gd name="T10" fmla="*/ 137 w 147"/>
                    <a:gd name="T11" fmla="*/ 200 h 200"/>
                    <a:gd name="T12" fmla="*/ 140 w 147"/>
                    <a:gd name="T13" fmla="*/ 199 h 200"/>
                    <a:gd name="T14" fmla="*/ 146 w 147"/>
                    <a:gd name="T15" fmla="*/ 193 h 200"/>
                    <a:gd name="T16" fmla="*/ 147 w 147"/>
                    <a:gd name="T17" fmla="*/ 190 h 200"/>
                    <a:gd name="T18" fmla="*/ 147 w 147"/>
                    <a:gd name="T19" fmla="*/ 10 h 200"/>
                    <a:gd name="T20" fmla="*/ 137 w 147"/>
                    <a:gd name="T21" fmla="*/ 0 h 200"/>
                    <a:gd name="T22" fmla="*/ 139 w 147"/>
                    <a:gd name="T23" fmla="*/ 189 h 200"/>
                    <a:gd name="T24" fmla="*/ 135 w 147"/>
                    <a:gd name="T25" fmla="*/ 192 h 200"/>
                    <a:gd name="T26" fmla="*/ 10 w 147"/>
                    <a:gd name="T27" fmla="*/ 192 h 200"/>
                    <a:gd name="T28" fmla="*/ 8 w 147"/>
                    <a:gd name="T29" fmla="*/ 190 h 200"/>
                    <a:gd name="T30" fmla="*/ 8 w 147"/>
                    <a:gd name="T31" fmla="*/ 10 h 200"/>
                    <a:gd name="T32" fmla="*/ 10 w 147"/>
                    <a:gd name="T33" fmla="*/ 8 h 200"/>
                    <a:gd name="T34" fmla="*/ 137 w 147"/>
                    <a:gd name="T35" fmla="*/ 8 h 200"/>
                    <a:gd name="T36" fmla="*/ 139 w 147"/>
                    <a:gd name="T37" fmla="*/ 10 h 200"/>
                    <a:gd name="T38" fmla="*/ 139 w 147"/>
                    <a:gd name="T39" fmla="*/ 189 h 2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147" h="200">
                      <a:moveTo>
                        <a:pt x="137" y="0"/>
                      </a:moveTo>
                      <a:cubicBezTo>
                        <a:pt x="10" y="0"/>
                        <a:pt x="10" y="0"/>
                        <a:pt x="10" y="0"/>
                      </a:cubicBezTo>
                      <a:cubicBezTo>
                        <a:pt x="4" y="0"/>
                        <a:pt x="0" y="5"/>
                        <a:pt x="0" y="10"/>
                      </a:cubicBezTo>
                      <a:cubicBezTo>
                        <a:pt x="0" y="190"/>
                        <a:pt x="0" y="190"/>
                        <a:pt x="0" y="190"/>
                      </a:cubicBezTo>
                      <a:cubicBezTo>
                        <a:pt x="0" y="196"/>
                        <a:pt x="4" y="200"/>
                        <a:pt x="10" y="200"/>
                      </a:cubicBezTo>
                      <a:cubicBezTo>
                        <a:pt x="137" y="200"/>
                        <a:pt x="137" y="200"/>
                        <a:pt x="137" y="200"/>
                      </a:cubicBezTo>
                      <a:cubicBezTo>
                        <a:pt x="138" y="200"/>
                        <a:pt x="139" y="200"/>
                        <a:pt x="140" y="199"/>
                      </a:cubicBezTo>
                      <a:cubicBezTo>
                        <a:pt x="146" y="193"/>
                        <a:pt x="146" y="193"/>
                        <a:pt x="146" y="193"/>
                      </a:cubicBezTo>
                      <a:cubicBezTo>
                        <a:pt x="146" y="192"/>
                        <a:pt x="147" y="191"/>
                        <a:pt x="147" y="190"/>
                      </a:cubicBezTo>
                      <a:cubicBezTo>
                        <a:pt x="147" y="10"/>
                        <a:pt x="147" y="10"/>
                        <a:pt x="147" y="10"/>
                      </a:cubicBezTo>
                      <a:cubicBezTo>
                        <a:pt x="147" y="5"/>
                        <a:pt x="142" y="0"/>
                        <a:pt x="137" y="0"/>
                      </a:cubicBezTo>
                      <a:close/>
                      <a:moveTo>
                        <a:pt x="139" y="189"/>
                      </a:moveTo>
                      <a:cubicBezTo>
                        <a:pt x="135" y="192"/>
                        <a:pt x="135" y="192"/>
                        <a:pt x="135" y="192"/>
                      </a:cubicBezTo>
                      <a:cubicBezTo>
                        <a:pt x="10" y="192"/>
                        <a:pt x="10" y="192"/>
                        <a:pt x="10" y="192"/>
                      </a:cubicBezTo>
                      <a:cubicBezTo>
                        <a:pt x="9" y="192"/>
                        <a:pt x="8" y="191"/>
                        <a:pt x="8" y="190"/>
                      </a:cubicBezTo>
                      <a:cubicBezTo>
                        <a:pt x="8" y="10"/>
                        <a:pt x="8" y="10"/>
                        <a:pt x="8" y="10"/>
                      </a:cubicBezTo>
                      <a:cubicBezTo>
                        <a:pt x="8" y="9"/>
                        <a:pt x="9" y="8"/>
                        <a:pt x="10" y="8"/>
                      </a:cubicBezTo>
                      <a:cubicBezTo>
                        <a:pt x="137" y="8"/>
                        <a:pt x="137" y="8"/>
                        <a:pt x="137" y="8"/>
                      </a:cubicBezTo>
                      <a:cubicBezTo>
                        <a:pt x="138" y="8"/>
                        <a:pt x="139" y="9"/>
                        <a:pt x="139" y="10"/>
                      </a:cubicBezTo>
                      <a:lnTo>
                        <a:pt x="139" y="189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돋움체 Bold"/>
                    <a:ea typeface="KoPub돋움체 Medium"/>
                    <a:cs typeface="Arial"/>
                  </a:endParaRPr>
                </a:p>
              </p:txBody>
            </p:sp>
            <p:sp>
              <p:nvSpPr>
                <p:cNvPr id="213" name="Freeform 231">
                  <a:extLst>
                    <a:ext uri="{FF2B5EF4-FFF2-40B4-BE49-F238E27FC236}">
                      <a16:creationId xmlns:a16="http://schemas.microsoft.com/office/drawing/2014/main" id="{8B4640B0-2E81-C647-60F0-B49C2363D2F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603413" y="-2403476"/>
                  <a:ext cx="315913" cy="30163"/>
                </a:xfrm>
                <a:custGeom>
                  <a:avLst/>
                  <a:gdLst>
                    <a:gd name="T0" fmla="*/ 80 w 84"/>
                    <a:gd name="T1" fmla="*/ 0 h 8"/>
                    <a:gd name="T2" fmla="*/ 4 w 84"/>
                    <a:gd name="T3" fmla="*/ 0 h 8"/>
                    <a:gd name="T4" fmla="*/ 0 w 84"/>
                    <a:gd name="T5" fmla="*/ 4 h 8"/>
                    <a:gd name="T6" fmla="*/ 4 w 84"/>
                    <a:gd name="T7" fmla="*/ 8 h 8"/>
                    <a:gd name="T8" fmla="*/ 80 w 84"/>
                    <a:gd name="T9" fmla="*/ 8 h 8"/>
                    <a:gd name="T10" fmla="*/ 84 w 84"/>
                    <a:gd name="T11" fmla="*/ 4 h 8"/>
                    <a:gd name="T12" fmla="*/ 80 w 84"/>
                    <a:gd name="T13" fmla="*/ 0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4" h="8">
                      <a:moveTo>
                        <a:pt x="80" y="0"/>
                      </a:move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2"/>
                        <a:pt x="0" y="4"/>
                      </a:cubicBezTo>
                      <a:cubicBezTo>
                        <a:pt x="0" y="6"/>
                        <a:pt x="2" y="8"/>
                        <a:pt x="4" y="8"/>
                      </a:cubicBezTo>
                      <a:cubicBezTo>
                        <a:pt x="80" y="8"/>
                        <a:pt x="80" y="8"/>
                        <a:pt x="80" y="8"/>
                      </a:cubicBezTo>
                      <a:cubicBezTo>
                        <a:pt x="82" y="8"/>
                        <a:pt x="84" y="6"/>
                        <a:pt x="84" y="4"/>
                      </a:cubicBezTo>
                      <a:cubicBezTo>
                        <a:pt x="84" y="2"/>
                        <a:pt x="82" y="0"/>
                        <a:pt x="8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돋움체 Bold"/>
                    <a:ea typeface="KoPub돋움체 Medium"/>
                    <a:cs typeface="Arial"/>
                  </a:endParaRPr>
                </a:p>
              </p:txBody>
            </p:sp>
          </p:grpSp>
        </p:grpSp>
        <p:grpSp>
          <p:nvGrpSpPr>
            <p:cNvPr id="61" name="그룹 60">
              <a:extLst>
                <a:ext uri="{FF2B5EF4-FFF2-40B4-BE49-F238E27FC236}">
                  <a16:creationId xmlns:a16="http://schemas.microsoft.com/office/drawing/2014/main" id="{7C593730-96D7-2621-8E92-054D2D5FC5C5}"/>
                </a:ext>
              </a:extLst>
            </p:cNvPr>
            <p:cNvGrpSpPr/>
            <p:nvPr/>
          </p:nvGrpSpPr>
          <p:grpSpPr>
            <a:xfrm>
              <a:off x="3623554" y="4140320"/>
              <a:ext cx="636537" cy="634466"/>
              <a:chOff x="881898" y="5310642"/>
              <a:chExt cx="976313" cy="973138"/>
            </a:xfrm>
          </p:grpSpPr>
          <p:grpSp>
            <p:nvGrpSpPr>
              <p:cNvPr id="62" name="그룹 61">
                <a:extLst>
                  <a:ext uri="{FF2B5EF4-FFF2-40B4-BE49-F238E27FC236}">
                    <a16:creationId xmlns:a16="http://schemas.microsoft.com/office/drawing/2014/main" id="{7BD97064-6A79-E398-3F13-DBA42412C9AE}"/>
                  </a:ext>
                </a:extLst>
              </p:cNvPr>
              <p:cNvGrpSpPr/>
              <p:nvPr/>
            </p:nvGrpSpPr>
            <p:grpSpPr>
              <a:xfrm>
                <a:off x="881898" y="5310642"/>
                <a:ext cx="976313" cy="973138"/>
                <a:chOff x="21240750" y="2320925"/>
                <a:chExt cx="976313" cy="973138"/>
              </a:xfrm>
            </p:grpSpPr>
            <p:sp>
              <p:nvSpPr>
                <p:cNvPr id="192" name="Freeform 113">
                  <a:extLst>
                    <a:ext uri="{FF2B5EF4-FFF2-40B4-BE49-F238E27FC236}">
                      <a16:creationId xmlns:a16="http://schemas.microsoft.com/office/drawing/2014/main" id="{B6FAAD6F-87E9-19BD-7346-FF7750BACE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410343" y="2487232"/>
                  <a:ext cx="637131" cy="640525"/>
                </a:xfrm>
                <a:custGeom>
                  <a:avLst/>
                  <a:gdLst>
                    <a:gd name="T0" fmla="*/ 1100 w 1100"/>
                    <a:gd name="T1" fmla="*/ 210 h 1107"/>
                    <a:gd name="T2" fmla="*/ 1100 w 1100"/>
                    <a:gd name="T3" fmla="*/ 264 h 1107"/>
                    <a:gd name="T4" fmla="*/ 1100 w 1100"/>
                    <a:gd name="T5" fmla="*/ 419 h 1107"/>
                    <a:gd name="T6" fmla="*/ 1100 w 1100"/>
                    <a:gd name="T7" fmla="*/ 473 h 1107"/>
                    <a:gd name="T8" fmla="*/ 1100 w 1100"/>
                    <a:gd name="T9" fmla="*/ 635 h 1107"/>
                    <a:gd name="T10" fmla="*/ 1100 w 1100"/>
                    <a:gd name="T11" fmla="*/ 689 h 1107"/>
                    <a:gd name="T12" fmla="*/ 1100 w 1100"/>
                    <a:gd name="T13" fmla="*/ 844 h 1107"/>
                    <a:gd name="T14" fmla="*/ 1100 w 1100"/>
                    <a:gd name="T15" fmla="*/ 898 h 1107"/>
                    <a:gd name="T16" fmla="*/ 1100 w 1100"/>
                    <a:gd name="T17" fmla="*/ 1033 h 1107"/>
                    <a:gd name="T18" fmla="*/ 1026 w 1100"/>
                    <a:gd name="T19" fmla="*/ 1107 h 1107"/>
                    <a:gd name="T20" fmla="*/ 898 w 1100"/>
                    <a:gd name="T21" fmla="*/ 1107 h 1107"/>
                    <a:gd name="T22" fmla="*/ 844 w 1100"/>
                    <a:gd name="T23" fmla="*/ 1107 h 1107"/>
                    <a:gd name="T24" fmla="*/ 682 w 1100"/>
                    <a:gd name="T25" fmla="*/ 1107 h 1107"/>
                    <a:gd name="T26" fmla="*/ 628 w 1100"/>
                    <a:gd name="T27" fmla="*/ 1107 h 1107"/>
                    <a:gd name="T28" fmla="*/ 472 w 1100"/>
                    <a:gd name="T29" fmla="*/ 1107 h 1107"/>
                    <a:gd name="T30" fmla="*/ 418 w 1100"/>
                    <a:gd name="T31" fmla="*/ 1107 h 1107"/>
                    <a:gd name="T32" fmla="*/ 256 w 1100"/>
                    <a:gd name="T33" fmla="*/ 1107 h 1107"/>
                    <a:gd name="T34" fmla="*/ 202 w 1100"/>
                    <a:gd name="T35" fmla="*/ 1107 h 1107"/>
                    <a:gd name="T36" fmla="*/ 74 w 1100"/>
                    <a:gd name="T37" fmla="*/ 1107 h 1107"/>
                    <a:gd name="T38" fmla="*/ 0 w 1100"/>
                    <a:gd name="T39" fmla="*/ 1033 h 1107"/>
                    <a:gd name="T40" fmla="*/ 0 w 1100"/>
                    <a:gd name="T41" fmla="*/ 898 h 1107"/>
                    <a:gd name="T42" fmla="*/ 0 w 1100"/>
                    <a:gd name="T43" fmla="*/ 844 h 1107"/>
                    <a:gd name="T44" fmla="*/ 0 w 1100"/>
                    <a:gd name="T45" fmla="*/ 689 h 1107"/>
                    <a:gd name="T46" fmla="*/ 0 w 1100"/>
                    <a:gd name="T47" fmla="*/ 635 h 1107"/>
                    <a:gd name="T48" fmla="*/ 0 w 1100"/>
                    <a:gd name="T49" fmla="*/ 473 h 1107"/>
                    <a:gd name="T50" fmla="*/ 0 w 1100"/>
                    <a:gd name="T51" fmla="*/ 419 h 1107"/>
                    <a:gd name="T52" fmla="*/ 0 w 1100"/>
                    <a:gd name="T53" fmla="*/ 264 h 1107"/>
                    <a:gd name="T54" fmla="*/ 0 w 1100"/>
                    <a:gd name="T55" fmla="*/ 210 h 1107"/>
                    <a:gd name="T56" fmla="*/ 0 w 1100"/>
                    <a:gd name="T57" fmla="*/ 75 h 1107"/>
                    <a:gd name="T58" fmla="*/ 74 w 1100"/>
                    <a:gd name="T59" fmla="*/ 0 h 1107"/>
                    <a:gd name="T60" fmla="*/ 202 w 1100"/>
                    <a:gd name="T61" fmla="*/ 0 h 1107"/>
                    <a:gd name="T62" fmla="*/ 256 w 1100"/>
                    <a:gd name="T63" fmla="*/ 0 h 1107"/>
                    <a:gd name="T64" fmla="*/ 418 w 1100"/>
                    <a:gd name="T65" fmla="*/ 0 h 1107"/>
                    <a:gd name="T66" fmla="*/ 472 w 1100"/>
                    <a:gd name="T67" fmla="*/ 0 h 1107"/>
                    <a:gd name="T68" fmla="*/ 628 w 1100"/>
                    <a:gd name="T69" fmla="*/ 0 h 1107"/>
                    <a:gd name="T70" fmla="*/ 682 w 1100"/>
                    <a:gd name="T71" fmla="*/ 0 h 1107"/>
                    <a:gd name="T72" fmla="*/ 844 w 1100"/>
                    <a:gd name="T73" fmla="*/ 0 h 1107"/>
                    <a:gd name="T74" fmla="*/ 898 w 1100"/>
                    <a:gd name="T75" fmla="*/ 0 h 1107"/>
                    <a:gd name="T76" fmla="*/ 1026 w 1100"/>
                    <a:gd name="T77" fmla="*/ 0 h 1107"/>
                    <a:gd name="T78" fmla="*/ 1100 w 1100"/>
                    <a:gd name="T79" fmla="*/ 75 h 1107"/>
                    <a:gd name="T80" fmla="*/ 1100 w 1100"/>
                    <a:gd name="T81" fmla="*/ 210 h 1107"/>
                    <a:gd name="T82" fmla="*/ 1100 w 1100"/>
                    <a:gd name="T83" fmla="*/ 210 h 11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100" h="1107">
                      <a:moveTo>
                        <a:pt x="1100" y="210"/>
                      </a:moveTo>
                      <a:cubicBezTo>
                        <a:pt x="1100" y="264"/>
                        <a:pt x="1100" y="264"/>
                        <a:pt x="1100" y="264"/>
                      </a:cubicBezTo>
                      <a:cubicBezTo>
                        <a:pt x="1100" y="419"/>
                        <a:pt x="1100" y="419"/>
                        <a:pt x="1100" y="419"/>
                      </a:cubicBezTo>
                      <a:cubicBezTo>
                        <a:pt x="1100" y="473"/>
                        <a:pt x="1100" y="473"/>
                        <a:pt x="1100" y="473"/>
                      </a:cubicBezTo>
                      <a:cubicBezTo>
                        <a:pt x="1100" y="635"/>
                        <a:pt x="1100" y="635"/>
                        <a:pt x="1100" y="635"/>
                      </a:cubicBezTo>
                      <a:cubicBezTo>
                        <a:pt x="1100" y="689"/>
                        <a:pt x="1100" y="689"/>
                        <a:pt x="1100" y="689"/>
                      </a:cubicBezTo>
                      <a:cubicBezTo>
                        <a:pt x="1100" y="844"/>
                        <a:pt x="1100" y="844"/>
                        <a:pt x="1100" y="844"/>
                      </a:cubicBezTo>
                      <a:cubicBezTo>
                        <a:pt x="1100" y="898"/>
                        <a:pt x="1100" y="898"/>
                        <a:pt x="1100" y="898"/>
                      </a:cubicBezTo>
                      <a:cubicBezTo>
                        <a:pt x="1100" y="1033"/>
                        <a:pt x="1100" y="1033"/>
                        <a:pt x="1100" y="1033"/>
                      </a:cubicBezTo>
                      <a:cubicBezTo>
                        <a:pt x="1100" y="1073"/>
                        <a:pt x="1073" y="1107"/>
                        <a:pt x="1026" y="1107"/>
                      </a:cubicBezTo>
                      <a:cubicBezTo>
                        <a:pt x="898" y="1107"/>
                        <a:pt x="898" y="1107"/>
                        <a:pt x="898" y="1107"/>
                      </a:cubicBezTo>
                      <a:cubicBezTo>
                        <a:pt x="844" y="1107"/>
                        <a:pt x="844" y="1107"/>
                        <a:pt x="844" y="1107"/>
                      </a:cubicBezTo>
                      <a:cubicBezTo>
                        <a:pt x="682" y="1107"/>
                        <a:pt x="682" y="1107"/>
                        <a:pt x="682" y="1107"/>
                      </a:cubicBezTo>
                      <a:cubicBezTo>
                        <a:pt x="628" y="1107"/>
                        <a:pt x="628" y="1107"/>
                        <a:pt x="628" y="1107"/>
                      </a:cubicBezTo>
                      <a:cubicBezTo>
                        <a:pt x="472" y="1107"/>
                        <a:pt x="472" y="1107"/>
                        <a:pt x="472" y="1107"/>
                      </a:cubicBezTo>
                      <a:cubicBezTo>
                        <a:pt x="418" y="1107"/>
                        <a:pt x="418" y="1107"/>
                        <a:pt x="418" y="1107"/>
                      </a:cubicBezTo>
                      <a:cubicBezTo>
                        <a:pt x="256" y="1107"/>
                        <a:pt x="256" y="1107"/>
                        <a:pt x="256" y="1107"/>
                      </a:cubicBezTo>
                      <a:cubicBezTo>
                        <a:pt x="202" y="1107"/>
                        <a:pt x="202" y="1107"/>
                        <a:pt x="202" y="1107"/>
                      </a:cubicBezTo>
                      <a:cubicBezTo>
                        <a:pt x="74" y="1107"/>
                        <a:pt x="74" y="1107"/>
                        <a:pt x="74" y="1107"/>
                      </a:cubicBezTo>
                      <a:cubicBezTo>
                        <a:pt x="27" y="1107"/>
                        <a:pt x="0" y="1073"/>
                        <a:pt x="0" y="1033"/>
                      </a:cubicBezTo>
                      <a:cubicBezTo>
                        <a:pt x="0" y="898"/>
                        <a:pt x="0" y="898"/>
                        <a:pt x="0" y="898"/>
                      </a:cubicBezTo>
                      <a:cubicBezTo>
                        <a:pt x="0" y="844"/>
                        <a:pt x="0" y="844"/>
                        <a:pt x="0" y="844"/>
                      </a:cubicBezTo>
                      <a:cubicBezTo>
                        <a:pt x="0" y="689"/>
                        <a:pt x="0" y="689"/>
                        <a:pt x="0" y="689"/>
                      </a:cubicBezTo>
                      <a:cubicBezTo>
                        <a:pt x="0" y="635"/>
                        <a:pt x="0" y="635"/>
                        <a:pt x="0" y="635"/>
                      </a:cubicBezTo>
                      <a:cubicBezTo>
                        <a:pt x="0" y="473"/>
                        <a:pt x="0" y="473"/>
                        <a:pt x="0" y="473"/>
                      </a:cubicBezTo>
                      <a:cubicBezTo>
                        <a:pt x="0" y="419"/>
                        <a:pt x="0" y="419"/>
                        <a:pt x="0" y="419"/>
                      </a:cubicBezTo>
                      <a:cubicBezTo>
                        <a:pt x="0" y="264"/>
                        <a:pt x="0" y="264"/>
                        <a:pt x="0" y="264"/>
                      </a:cubicBezTo>
                      <a:cubicBezTo>
                        <a:pt x="0" y="210"/>
                        <a:pt x="0" y="210"/>
                        <a:pt x="0" y="210"/>
                      </a:cubicBezTo>
                      <a:cubicBezTo>
                        <a:pt x="0" y="75"/>
                        <a:pt x="0" y="75"/>
                        <a:pt x="0" y="75"/>
                      </a:cubicBezTo>
                      <a:cubicBezTo>
                        <a:pt x="0" y="34"/>
                        <a:pt x="27" y="0"/>
                        <a:pt x="74" y="0"/>
                      </a:cubicBezTo>
                      <a:cubicBezTo>
                        <a:pt x="202" y="0"/>
                        <a:pt x="202" y="0"/>
                        <a:pt x="202" y="0"/>
                      </a:cubicBezTo>
                      <a:cubicBezTo>
                        <a:pt x="256" y="0"/>
                        <a:pt x="256" y="0"/>
                        <a:pt x="256" y="0"/>
                      </a:cubicBezTo>
                      <a:cubicBezTo>
                        <a:pt x="418" y="0"/>
                        <a:pt x="418" y="0"/>
                        <a:pt x="418" y="0"/>
                      </a:cubicBezTo>
                      <a:cubicBezTo>
                        <a:pt x="472" y="0"/>
                        <a:pt x="472" y="0"/>
                        <a:pt x="472" y="0"/>
                      </a:cubicBezTo>
                      <a:cubicBezTo>
                        <a:pt x="628" y="0"/>
                        <a:pt x="628" y="0"/>
                        <a:pt x="628" y="0"/>
                      </a:cubicBezTo>
                      <a:cubicBezTo>
                        <a:pt x="682" y="0"/>
                        <a:pt x="682" y="0"/>
                        <a:pt x="682" y="0"/>
                      </a:cubicBezTo>
                      <a:cubicBezTo>
                        <a:pt x="844" y="0"/>
                        <a:pt x="844" y="0"/>
                        <a:pt x="844" y="0"/>
                      </a:cubicBezTo>
                      <a:cubicBezTo>
                        <a:pt x="898" y="0"/>
                        <a:pt x="898" y="0"/>
                        <a:pt x="898" y="0"/>
                      </a:cubicBezTo>
                      <a:cubicBezTo>
                        <a:pt x="1026" y="0"/>
                        <a:pt x="1026" y="0"/>
                        <a:pt x="1026" y="0"/>
                      </a:cubicBezTo>
                      <a:cubicBezTo>
                        <a:pt x="1073" y="0"/>
                        <a:pt x="1100" y="34"/>
                        <a:pt x="1100" y="75"/>
                      </a:cubicBezTo>
                      <a:cubicBezTo>
                        <a:pt x="1100" y="210"/>
                        <a:pt x="1100" y="210"/>
                        <a:pt x="1100" y="210"/>
                      </a:cubicBezTo>
                      <a:cubicBezTo>
                        <a:pt x="1100" y="210"/>
                        <a:pt x="1100" y="210"/>
                        <a:pt x="1100" y="210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3" name="Freeform 96">
                  <a:extLst>
                    <a:ext uri="{FF2B5EF4-FFF2-40B4-BE49-F238E27FC236}">
                      <a16:creationId xmlns:a16="http://schemas.microsoft.com/office/drawing/2014/main" id="{8095B096-B757-C4A9-0D64-41BC117698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085300" y="2620963"/>
                  <a:ext cx="131763" cy="30163"/>
                </a:xfrm>
                <a:custGeom>
                  <a:avLst/>
                  <a:gdLst>
                    <a:gd name="T0" fmla="*/ 244 w 244"/>
                    <a:gd name="T1" fmla="*/ 28 h 55"/>
                    <a:gd name="T2" fmla="*/ 217 w 244"/>
                    <a:gd name="T3" fmla="*/ 0 h 55"/>
                    <a:gd name="T4" fmla="*/ 0 w 244"/>
                    <a:gd name="T5" fmla="*/ 0 h 55"/>
                    <a:gd name="T6" fmla="*/ 0 w 244"/>
                    <a:gd name="T7" fmla="*/ 55 h 55"/>
                    <a:gd name="T8" fmla="*/ 217 w 244"/>
                    <a:gd name="T9" fmla="*/ 55 h 55"/>
                    <a:gd name="T10" fmla="*/ 244 w 244"/>
                    <a:gd name="T11" fmla="*/ 28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44" h="55">
                      <a:moveTo>
                        <a:pt x="244" y="28"/>
                      </a:moveTo>
                      <a:cubicBezTo>
                        <a:pt x="244" y="14"/>
                        <a:pt x="230" y="0"/>
                        <a:pt x="217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5"/>
                        <a:pt x="0" y="55"/>
                        <a:pt x="0" y="55"/>
                      </a:cubicBezTo>
                      <a:cubicBezTo>
                        <a:pt x="217" y="55"/>
                        <a:pt x="217" y="55"/>
                        <a:pt x="217" y="55"/>
                      </a:cubicBezTo>
                      <a:cubicBezTo>
                        <a:pt x="230" y="55"/>
                        <a:pt x="244" y="41"/>
                        <a:pt x="244" y="28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4" name="Freeform 97">
                  <a:extLst>
                    <a:ext uri="{FF2B5EF4-FFF2-40B4-BE49-F238E27FC236}">
                      <a16:creationId xmlns:a16="http://schemas.microsoft.com/office/drawing/2014/main" id="{BC2D3B54-5F55-8771-FA96-757FDCFAF60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085300" y="2733675"/>
                  <a:ext cx="131763" cy="30163"/>
                </a:xfrm>
                <a:custGeom>
                  <a:avLst/>
                  <a:gdLst>
                    <a:gd name="T0" fmla="*/ 217 w 244"/>
                    <a:gd name="T1" fmla="*/ 0 h 54"/>
                    <a:gd name="T2" fmla="*/ 0 w 244"/>
                    <a:gd name="T3" fmla="*/ 0 h 54"/>
                    <a:gd name="T4" fmla="*/ 0 w 244"/>
                    <a:gd name="T5" fmla="*/ 54 h 54"/>
                    <a:gd name="T6" fmla="*/ 217 w 244"/>
                    <a:gd name="T7" fmla="*/ 54 h 54"/>
                    <a:gd name="T8" fmla="*/ 244 w 244"/>
                    <a:gd name="T9" fmla="*/ 27 h 54"/>
                    <a:gd name="T10" fmla="*/ 217 w 244"/>
                    <a:gd name="T11" fmla="*/ 0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44" h="54">
                      <a:moveTo>
                        <a:pt x="217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4"/>
                        <a:pt x="0" y="54"/>
                        <a:pt x="0" y="54"/>
                      </a:cubicBezTo>
                      <a:cubicBezTo>
                        <a:pt x="217" y="54"/>
                        <a:pt x="217" y="54"/>
                        <a:pt x="217" y="54"/>
                      </a:cubicBezTo>
                      <a:cubicBezTo>
                        <a:pt x="230" y="54"/>
                        <a:pt x="244" y="47"/>
                        <a:pt x="244" y="27"/>
                      </a:cubicBezTo>
                      <a:cubicBezTo>
                        <a:pt x="244" y="13"/>
                        <a:pt x="230" y="0"/>
                        <a:pt x="217" y="0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5" name="Freeform 98">
                  <a:extLst>
                    <a:ext uri="{FF2B5EF4-FFF2-40B4-BE49-F238E27FC236}">
                      <a16:creationId xmlns:a16="http://schemas.microsoft.com/office/drawing/2014/main" id="{E162F75B-C585-93C0-EDDB-C13037B9171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085300" y="2851150"/>
                  <a:ext cx="131763" cy="30163"/>
                </a:xfrm>
                <a:custGeom>
                  <a:avLst/>
                  <a:gdLst>
                    <a:gd name="T0" fmla="*/ 217 w 244"/>
                    <a:gd name="T1" fmla="*/ 0 h 54"/>
                    <a:gd name="T2" fmla="*/ 0 w 244"/>
                    <a:gd name="T3" fmla="*/ 0 h 54"/>
                    <a:gd name="T4" fmla="*/ 0 w 244"/>
                    <a:gd name="T5" fmla="*/ 54 h 54"/>
                    <a:gd name="T6" fmla="*/ 217 w 244"/>
                    <a:gd name="T7" fmla="*/ 54 h 54"/>
                    <a:gd name="T8" fmla="*/ 244 w 244"/>
                    <a:gd name="T9" fmla="*/ 27 h 54"/>
                    <a:gd name="T10" fmla="*/ 217 w 244"/>
                    <a:gd name="T11" fmla="*/ 0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44" h="54">
                      <a:moveTo>
                        <a:pt x="217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4"/>
                        <a:pt x="0" y="54"/>
                        <a:pt x="0" y="54"/>
                      </a:cubicBezTo>
                      <a:cubicBezTo>
                        <a:pt x="217" y="54"/>
                        <a:pt x="217" y="54"/>
                        <a:pt x="217" y="54"/>
                      </a:cubicBezTo>
                      <a:cubicBezTo>
                        <a:pt x="230" y="54"/>
                        <a:pt x="244" y="41"/>
                        <a:pt x="244" y="27"/>
                      </a:cubicBezTo>
                      <a:cubicBezTo>
                        <a:pt x="244" y="14"/>
                        <a:pt x="230" y="0"/>
                        <a:pt x="217" y="0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6" name="Freeform 99">
                  <a:extLst>
                    <a:ext uri="{FF2B5EF4-FFF2-40B4-BE49-F238E27FC236}">
                      <a16:creationId xmlns:a16="http://schemas.microsoft.com/office/drawing/2014/main" id="{ED43DF40-ECE5-FB49-DD9B-94EE9B0FF7E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085300" y="2965450"/>
                  <a:ext cx="131763" cy="28575"/>
                </a:xfrm>
                <a:custGeom>
                  <a:avLst/>
                  <a:gdLst>
                    <a:gd name="T0" fmla="*/ 217 w 244"/>
                    <a:gd name="T1" fmla="*/ 0 h 54"/>
                    <a:gd name="T2" fmla="*/ 0 w 244"/>
                    <a:gd name="T3" fmla="*/ 0 h 54"/>
                    <a:gd name="T4" fmla="*/ 0 w 244"/>
                    <a:gd name="T5" fmla="*/ 54 h 54"/>
                    <a:gd name="T6" fmla="*/ 217 w 244"/>
                    <a:gd name="T7" fmla="*/ 54 h 54"/>
                    <a:gd name="T8" fmla="*/ 244 w 244"/>
                    <a:gd name="T9" fmla="*/ 27 h 54"/>
                    <a:gd name="T10" fmla="*/ 217 w 244"/>
                    <a:gd name="T11" fmla="*/ 0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44" h="54">
                      <a:moveTo>
                        <a:pt x="217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4"/>
                        <a:pt x="0" y="54"/>
                        <a:pt x="0" y="54"/>
                      </a:cubicBezTo>
                      <a:cubicBezTo>
                        <a:pt x="217" y="54"/>
                        <a:pt x="217" y="54"/>
                        <a:pt x="217" y="54"/>
                      </a:cubicBezTo>
                      <a:cubicBezTo>
                        <a:pt x="230" y="54"/>
                        <a:pt x="244" y="47"/>
                        <a:pt x="244" y="27"/>
                      </a:cubicBezTo>
                      <a:cubicBezTo>
                        <a:pt x="244" y="13"/>
                        <a:pt x="230" y="0"/>
                        <a:pt x="217" y="0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7" name="Freeform 100">
                  <a:extLst>
                    <a:ext uri="{FF2B5EF4-FFF2-40B4-BE49-F238E27FC236}">
                      <a16:creationId xmlns:a16="http://schemas.microsoft.com/office/drawing/2014/main" id="{EAE2B061-3E2B-81B1-EFBA-A7257118CF9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240750" y="2620963"/>
                  <a:ext cx="131763" cy="30163"/>
                </a:xfrm>
                <a:custGeom>
                  <a:avLst/>
                  <a:gdLst>
                    <a:gd name="T0" fmla="*/ 0 w 243"/>
                    <a:gd name="T1" fmla="*/ 28 h 55"/>
                    <a:gd name="T2" fmla="*/ 27 w 243"/>
                    <a:gd name="T3" fmla="*/ 55 h 55"/>
                    <a:gd name="T4" fmla="*/ 243 w 243"/>
                    <a:gd name="T5" fmla="*/ 55 h 55"/>
                    <a:gd name="T6" fmla="*/ 243 w 243"/>
                    <a:gd name="T7" fmla="*/ 0 h 55"/>
                    <a:gd name="T8" fmla="*/ 27 w 243"/>
                    <a:gd name="T9" fmla="*/ 0 h 55"/>
                    <a:gd name="T10" fmla="*/ 0 w 243"/>
                    <a:gd name="T11" fmla="*/ 28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43" h="55">
                      <a:moveTo>
                        <a:pt x="0" y="28"/>
                      </a:moveTo>
                      <a:cubicBezTo>
                        <a:pt x="0" y="41"/>
                        <a:pt x="14" y="55"/>
                        <a:pt x="27" y="55"/>
                      </a:cubicBezTo>
                      <a:cubicBezTo>
                        <a:pt x="243" y="55"/>
                        <a:pt x="243" y="55"/>
                        <a:pt x="243" y="55"/>
                      </a:cubicBezTo>
                      <a:cubicBezTo>
                        <a:pt x="243" y="0"/>
                        <a:pt x="243" y="0"/>
                        <a:pt x="243" y="0"/>
                      </a:cubicBezTo>
                      <a:cubicBezTo>
                        <a:pt x="27" y="0"/>
                        <a:pt x="27" y="0"/>
                        <a:pt x="27" y="0"/>
                      </a:cubicBezTo>
                      <a:cubicBezTo>
                        <a:pt x="14" y="0"/>
                        <a:pt x="0" y="14"/>
                        <a:pt x="0" y="28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8" name="Freeform 101">
                  <a:extLst>
                    <a:ext uri="{FF2B5EF4-FFF2-40B4-BE49-F238E27FC236}">
                      <a16:creationId xmlns:a16="http://schemas.microsoft.com/office/drawing/2014/main" id="{7898D277-0041-3507-CE0E-44254289E6D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240750" y="2733675"/>
                  <a:ext cx="131763" cy="30163"/>
                </a:xfrm>
                <a:custGeom>
                  <a:avLst/>
                  <a:gdLst>
                    <a:gd name="T0" fmla="*/ 0 w 243"/>
                    <a:gd name="T1" fmla="*/ 27 h 54"/>
                    <a:gd name="T2" fmla="*/ 27 w 243"/>
                    <a:gd name="T3" fmla="*/ 54 h 54"/>
                    <a:gd name="T4" fmla="*/ 243 w 243"/>
                    <a:gd name="T5" fmla="*/ 54 h 54"/>
                    <a:gd name="T6" fmla="*/ 243 w 243"/>
                    <a:gd name="T7" fmla="*/ 0 h 54"/>
                    <a:gd name="T8" fmla="*/ 27 w 243"/>
                    <a:gd name="T9" fmla="*/ 0 h 54"/>
                    <a:gd name="T10" fmla="*/ 0 w 243"/>
                    <a:gd name="T11" fmla="*/ 27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43" h="54">
                      <a:moveTo>
                        <a:pt x="0" y="27"/>
                      </a:moveTo>
                      <a:cubicBezTo>
                        <a:pt x="0" y="47"/>
                        <a:pt x="14" y="54"/>
                        <a:pt x="27" y="54"/>
                      </a:cubicBezTo>
                      <a:cubicBezTo>
                        <a:pt x="243" y="54"/>
                        <a:pt x="243" y="54"/>
                        <a:pt x="243" y="54"/>
                      </a:cubicBezTo>
                      <a:cubicBezTo>
                        <a:pt x="243" y="0"/>
                        <a:pt x="243" y="0"/>
                        <a:pt x="243" y="0"/>
                      </a:cubicBezTo>
                      <a:cubicBezTo>
                        <a:pt x="27" y="0"/>
                        <a:pt x="27" y="0"/>
                        <a:pt x="27" y="0"/>
                      </a:cubicBezTo>
                      <a:cubicBezTo>
                        <a:pt x="14" y="0"/>
                        <a:pt x="0" y="13"/>
                        <a:pt x="0" y="27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9" name="Freeform 102">
                  <a:extLst>
                    <a:ext uri="{FF2B5EF4-FFF2-40B4-BE49-F238E27FC236}">
                      <a16:creationId xmlns:a16="http://schemas.microsoft.com/office/drawing/2014/main" id="{5A4572A9-6D08-D8A6-5768-A114F53BA3D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240750" y="2851150"/>
                  <a:ext cx="131763" cy="30163"/>
                </a:xfrm>
                <a:custGeom>
                  <a:avLst/>
                  <a:gdLst>
                    <a:gd name="T0" fmla="*/ 0 w 243"/>
                    <a:gd name="T1" fmla="*/ 27 h 54"/>
                    <a:gd name="T2" fmla="*/ 27 w 243"/>
                    <a:gd name="T3" fmla="*/ 54 h 54"/>
                    <a:gd name="T4" fmla="*/ 243 w 243"/>
                    <a:gd name="T5" fmla="*/ 54 h 54"/>
                    <a:gd name="T6" fmla="*/ 243 w 243"/>
                    <a:gd name="T7" fmla="*/ 0 h 54"/>
                    <a:gd name="T8" fmla="*/ 27 w 243"/>
                    <a:gd name="T9" fmla="*/ 0 h 54"/>
                    <a:gd name="T10" fmla="*/ 0 w 243"/>
                    <a:gd name="T11" fmla="*/ 27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43" h="54">
                      <a:moveTo>
                        <a:pt x="0" y="27"/>
                      </a:moveTo>
                      <a:cubicBezTo>
                        <a:pt x="0" y="41"/>
                        <a:pt x="14" y="54"/>
                        <a:pt x="27" y="54"/>
                      </a:cubicBezTo>
                      <a:cubicBezTo>
                        <a:pt x="243" y="54"/>
                        <a:pt x="243" y="54"/>
                        <a:pt x="243" y="54"/>
                      </a:cubicBezTo>
                      <a:cubicBezTo>
                        <a:pt x="243" y="0"/>
                        <a:pt x="243" y="0"/>
                        <a:pt x="243" y="0"/>
                      </a:cubicBezTo>
                      <a:cubicBezTo>
                        <a:pt x="27" y="0"/>
                        <a:pt x="27" y="0"/>
                        <a:pt x="27" y="0"/>
                      </a:cubicBezTo>
                      <a:cubicBezTo>
                        <a:pt x="14" y="0"/>
                        <a:pt x="0" y="14"/>
                        <a:pt x="0" y="27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00" name="Freeform 103">
                  <a:extLst>
                    <a:ext uri="{FF2B5EF4-FFF2-40B4-BE49-F238E27FC236}">
                      <a16:creationId xmlns:a16="http://schemas.microsoft.com/office/drawing/2014/main" id="{EBD62374-04FC-7C03-D30B-1C309051EE0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240750" y="2965450"/>
                  <a:ext cx="131763" cy="28575"/>
                </a:xfrm>
                <a:custGeom>
                  <a:avLst/>
                  <a:gdLst>
                    <a:gd name="T0" fmla="*/ 0 w 243"/>
                    <a:gd name="T1" fmla="*/ 27 h 54"/>
                    <a:gd name="T2" fmla="*/ 27 w 243"/>
                    <a:gd name="T3" fmla="*/ 54 h 54"/>
                    <a:gd name="T4" fmla="*/ 243 w 243"/>
                    <a:gd name="T5" fmla="*/ 54 h 54"/>
                    <a:gd name="T6" fmla="*/ 243 w 243"/>
                    <a:gd name="T7" fmla="*/ 0 h 54"/>
                    <a:gd name="T8" fmla="*/ 27 w 243"/>
                    <a:gd name="T9" fmla="*/ 0 h 54"/>
                    <a:gd name="T10" fmla="*/ 0 w 243"/>
                    <a:gd name="T11" fmla="*/ 27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43" h="54">
                      <a:moveTo>
                        <a:pt x="0" y="27"/>
                      </a:moveTo>
                      <a:cubicBezTo>
                        <a:pt x="0" y="47"/>
                        <a:pt x="14" y="54"/>
                        <a:pt x="27" y="54"/>
                      </a:cubicBezTo>
                      <a:cubicBezTo>
                        <a:pt x="243" y="54"/>
                        <a:pt x="243" y="54"/>
                        <a:pt x="243" y="54"/>
                      </a:cubicBezTo>
                      <a:cubicBezTo>
                        <a:pt x="243" y="0"/>
                        <a:pt x="243" y="0"/>
                        <a:pt x="243" y="0"/>
                      </a:cubicBezTo>
                      <a:cubicBezTo>
                        <a:pt x="27" y="0"/>
                        <a:pt x="27" y="0"/>
                        <a:pt x="27" y="0"/>
                      </a:cubicBezTo>
                      <a:cubicBezTo>
                        <a:pt x="14" y="0"/>
                        <a:pt x="0" y="13"/>
                        <a:pt x="0" y="27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01" name="Freeform 104">
                  <a:extLst>
                    <a:ext uri="{FF2B5EF4-FFF2-40B4-BE49-F238E27FC236}">
                      <a16:creationId xmlns:a16="http://schemas.microsoft.com/office/drawing/2014/main" id="{8FEA9B37-21A5-5948-A38D-5FAC5A725DD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540788" y="2320925"/>
                  <a:ext cx="28575" cy="128588"/>
                </a:xfrm>
                <a:custGeom>
                  <a:avLst/>
                  <a:gdLst>
                    <a:gd name="T0" fmla="*/ 54 w 54"/>
                    <a:gd name="T1" fmla="*/ 27 h 237"/>
                    <a:gd name="T2" fmla="*/ 27 w 54"/>
                    <a:gd name="T3" fmla="*/ 0 h 237"/>
                    <a:gd name="T4" fmla="*/ 0 w 54"/>
                    <a:gd name="T5" fmla="*/ 27 h 237"/>
                    <a:gd name="T6" fmla="*/ 0 w 54"/>
                    <a:gd name="T7" fmla="*/ 237 h 237"/>
                    <a:gd name="T8" fmla="*/ 54 w 54"/>
                    <a:gd name="T9" fmla="*/ 237 h 237"/>
                    <a:gd name="T10" fmla="*/ 54 w 54"/>
                    <a:gd name="T11" fmla="*/ 27 h 237"/>
                    <a:gd name="T12" fmla="*/ 54 w 54"/>
                    <a:gd name="T13" fmla="*/ 27 h 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4" h="237">
                      <a:moveTo>
                        <a:pt x="54" y="27"/>
                      </a:moveTo>
                      <a:cubicBezTo>
                        <a:pt x="54" y="14"/>
                        <a:pt x="40" y="0"/>
                        <a:pt x="27" y="0"/>
                      </a:cubicBezTo>
                      <a:cubicBezTo>
                        <a:pt x="13" y="0"/>
                        <a:pt x="0" y="14"/>
                        <a:pt x="0" y="27"/>
                      </a:cubicBezTo>
                      <a:cubicBezTo>
                        <a:pt x="0" y="237"/>
                        <a:pt x="0" y="237"/>
                        <a:pt x="0" y="237"/>
                      </a:cubicBezTo>
                      <a:cubicBezTo>
                        <a:pt x="54" y="237"/>
                        <a:pt x="54" y="237"/>
                        <a:pt x="54" y="237"/>
                      </a:cubicBezTo>
                      <a:cubicBezTo>
                        <a:pt x="54" y="27"/>
                        <a:pt x="54" y="27"/>
                        <a:pt x="54" y="27"/>
                      </a:cubicBezTo>
                      <a:cubicBezTo>
                        <a:pt x="54" y="27"/>
                        <a:pt x="54" y="27"/>
                        <a:pt x="54" y="27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02" name="Freeform 105">
                  <a:extLst>
                    <a:ext uri="{FF2B5EF4-FFF2-40B4-BE49-F238E27FC236}">
                      <a16:creationId xmlns:a16="http://schemas.microsoft.com/office/drawing/2014/main" id="{F3E05452-8AD9-9F00-4735-BA12B7C01B5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658263" y="2320925"/>
                  <a:ext cx="28575" cy="128588"/>
                </a:xfrm>
                <a:custGeom>
                  <a:avLst/>
                  <a:gdLst>
                    <a:gd name="T0" fmla="*/ 54 w 54"/>
                    <a:gd name="T1" fmla="*/ 27 h 237"/>
                    <a:gd name="T2" fmla="*/ 27 w 54"/>
                    <a:gd name="T3" fmla="*/ 0 h 237"/>
                    <a:gd name="T4" fmla="*/ 0 w 54"/>
                    <a:gd name="T5" fmla="*/ 27 h 237"/>
                    <a:gd name="T6" fmla="*/ 0 w 54"/>
                    <a:gd name="T7" fmla="*/ 237 h 237"/>
                    <a:gd name="T8" fmla="*/ 54 w 54"/>
                    <a:gd name="T9" fmla="*/ 237 h 237"/>
                    <a:gd name="T10" fmla="*/ 54 w 54"/>
                    <a:gd name="T11" fmla="*/ 27 h 237"/>
                    <a:gd name="T12" fmla="*/ 54 w 54"/>
                    <a:gd name="T13" fmla="*/ 27 h 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4" h="237">
                      <a:moveTo>
                        <a:pt x="54" y="27"/>
                      </a:moveTo>
                      <a:cubicBezTo>
                        <a:pt x="54" y="14"/>
                        <a:pt x="40" y="0"/>
                        <a:pt x="27" y="0"/>
                      </a:cubicBezTo>
                      <a:cubicBezTo>
                        <a:pt x="13" y="0"/>
                        <a:pt x="0" y="14"/>
                        <a:pt x="0" y="27"/>
                      </a:cubicBezTo>
                      <a:cubicBezTo>
                        <a:pt x="0" y="237"/>
                        <a:pt x="0" y="237"/>
                        <a:pt x="0" y="237"/>
                      </a:cubicBezTo>
                      <a:cubicBezTo>
                        <a:pt x="54" y="237"/>
                        <a:pt x="54" y="237"/>
                        <a:pt x="54" y="237"/>
                      </a:cubicBezTo>
                      <a:cubicBezTo>
                        <a:pt x="54" y="27"/>
                        <a:pt x="54" y="27"/>
                        <a:pt x="54" y="27"/>
                      </a:cubicBezTo>
                      <a:cubicBezTo>
                        <a:pt x="54" y="27"/>
                        <a:pt x="54" y="27"/>
                        <a:pt x="54" y="27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03" name="Freeform 106">
                  <a:extLst>
                    <a:ext uri="{FF2B5EF4-FFF2-40B4-BE49-F238E27FC236}">
                      <a16:creationId xmlns:a16="http://schemas.microsoft.com/office/drawing/2014/main" id="{466E39B3-20FA-A34E-2CC4-40153C898EA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770975" y="2320925"/>
                  <a:ext cx="30163" cy="128588"/>
                </a:xfrm>
                <a:custGeom>
                  <a:avLst/>
                  <a:gdLst>
                    <a:gd name="T0" fmla="*/ 54 w 54"/>
                    <a:gd name="T1" fmla="*/ 27 h 237"/>
                    <a:gd name="T2" fmla="*/ 27 w 54"/>
                    <a:gd name="T3" fmla="*/ 0 h 237"/>
                    <a:gd name="T4" fmla="*/ 0 w 54"/>
                    <a:gd name="T5" fmla="*/ 27 h 237"/>
                    <a:gd name="T6" fmla="*/ 0 w 54"/>
                    <a:gd name="T7" fmla="*/ 237 h 237"/>
                    <a:gd name="T8" fmla="*/ 54 w 54"/>
                    <a:gd name="T9" fmla="*/ 237 h 237"/>
                    <a:gd name="T10" fmla="*/ 54 w 54"/>
                    <a:gd name="T11" fmla="*/ 27 h 237"/>
                    <a:gd name="T12" fmla="*/ 54 w 54"/>
                    <a:gd name="T13" fmla="*/ 27 h 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4" h="237">
                      <a:moveTo>
                        <a:pt x="54" y="27"/>
                      </a:moveTo>
                      <a:cubicBezTo>
                        <a:pt x="54" y="14"/>
                        <a:pt x="40" y="0"/>
                        <a:pt x="27" y="0"/>
                      </a:cubicBezTo>
                      <a:cubicBezTo>
                        <a:pt x="13" y="0"/>
                        <a:pt x="0" y="14"/>
                        <a:pt x="0" y="27"/>
                      </a:cubicBezTo>
                      <a:cubicBezTo>
                        <a:pt x="0" y="237"/>
                        <a:pt x="0" y="237"/>
                        <a:pt x="0" y="237"/>
                      </a:cubicBezTo>
                      <a:cubicBezTo>
                        <a:pt x="54" y="237"/>
                        <a:pt x="54" y="237"/>
                        <a:pt x="54" y="237"/>
                      </a:cubicBezTo>
                      <a:cubicBezTo>
                        <a:pt x="54" y="27"/>
                        <a:pt x="54" y="27"/>
                        <a:pt x="54" y="27"/>
                      </a:cubicBezTo>
                      <a:cubicBezTo>
                        <a:pt x="54" y="27"/>
                        <a:pt x="54" y="27"/>
                        <a:pt x="54" y="27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04" name="Freeform 107">
                  <a:extLst>
                    <a:ext uri="{FF2B5EF4-FFF2-40B4-BE49-F238E27FC236}">
                      <a16:creationId xmlns:a16="http://schemas.microsoft.com/office/drawing/2014/main" id="{F0787D78-2B1D-1C81-513F-80165FF849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86863" y="2320925"/>
                  <a:ext cx="30163" cy="128588"/>
                </a:xfrm>
                <a:custGeom>
                  <a:avLst/>
                  <a:gdLst>
                    <a:gd name="T0" fmla="*/ 54 w 54"/>
                    <a:gd name="T1" fmla="*/ 27 h 237"/>
                    <a:gd name="T2" fmla="*/ 27 w 54"/>
                    <a:gd name="T3" fmla="*/ 0 h 237"/>
                    <a:gd name="T4" fmla="*/ 0 w 54"/>
                    <a:gd name="T5" fmla="*/ 27 h 237"/>
                    <a:gd name="T6" fmla="*/ 0 w 54"/>
                    <a:gd name="T7" fmla="*/ 237 h 237"/>
                    <a:gd name="T8" fmla="*/ 54 w 54"/>
                    <a:gd name="T9" fmla="*/ 237 h 237"/>
                    <a:gd name="T10" fmla="*/ 54 w 54"/>
                    <a:gd name="T11" fmla="*/ 27 h 237"/>
                    <a:gd name="T12" fmla="*/ 54 w 54"/>
                    <a:gd name="T13" fmla="*/ 27 h 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4" h="237">
                      <a:moveTo>
                        <a:pt x="54" y="27"/>
                      </a:moveTo>
                      <a:cubicBezTo>
                        <a:pt x="54" y="14"/>
                        <a:pt x="40" y="0"/>
                        <a:pt x="27" y="0"/>
                      </a:cubicBezTo>
                      <a:cubicBezTo>
                        <a:pt x="13" y="0"/>
                        <a:pt x="0" y="14"/>
                        <a:pt x="0" y="27"/>
                      </a:cubicBezTo>
                      <a:cubicBezTo>
                        <a:pt x="0" y="237"/>
                        <a:pt x="0" y="237"/>
                        <a:pt x="0" y="237"/>
                      </a:cubicBezTo>
                      <a:cubicBezTo>
                        <a:pt x="54" y="237"/>
                        <a:pt x="54" y="237"/>
                        <a:pt x="54" y="237"/>
                      </a:cubicBezTo>
                      <a:cubicBezTo>
                        <a:pt x="54" y="27"/>
                        <a:pt x="54" y="27"/>
                        <a:pt x="54" y="27"/>
                      </a:cubicBezTo>
                      <a:cubicBezTo>
                        <a:pt x="54" y="27"/>
                        <a:pt x="54" y="27"/>
                        <a:pt x="54" y="27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05" name="Freeform 108">
                  <a:extLst>
                    <a:ext uri="{FF2B5EF4-FFF2-40B4-BE49-F238E27FC236}">
                      <a16:creationId xmlns:a16="http://schemas.microsoft.com/office/drawing/2014/main" id="{D3EE08B9-66F1-B70C-6C64-5C64B1C4F46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540788" y="3165475"/>
                  <a:ext cx="28575" cy="128588"/>
                </a:xfrm>
                <a:custGeom>
                  <a:avLst/>
                  <a:gdLst>
                    <a:gd name="T0" fmla="*/ 0 w 54"/>
                    <a:gd name="T1" fmla="*/ 211 h 238"/>
                    <a:gd name="T2" fmla="*/ 27 w 54"/>
                    <a:gd name="T3" fmla="*/ 238 h 238"/>
                    <a:gd name="T4" fmla="*/ 54 w 54"/>
                    <a:gd name="T5" fmla="*/ 211 h 238"/>
                    <a:gd name="T6" fmla="*/ 54 w 54"/>
                    <a:gd name="T7" fmla="*/ 0 h 238"/>
                    <a:gd name="T8" fmla="*/ 0 w 54"/>
                    <a:gd name="T9" fmla="*/ 0 h 238"/>
                    <a:gd name="T10" fmla="*/ 0 w 54"/>
                    <a:gd name="T11" fmla="*/ 211 h 238"/>
                    <a:gd name="T12" fmla="*/ 0 w 54"/>
                    <a:gd name="T13" fmla="*/ 211 h 2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4" h="238">
                      <a:moveTo>
                        <a:pt x="0" y="211"/>
                      </a:moveTo>
                      <a:cubicBezTo>
                        <a:pt x="0" y="231"/>
                        <a:pt x="13" y="238"/>
                        <a:pt x="27" y="238"/>
                      </a:cubicBezTo>
                      <a:cubicBezTo>
                        <a:pt x="40" y="238"/>
                        <a:pt x="54" y="231"/>
                        <a:pt x="54" y="211"/>
                      </a:cubicBezTo>
                      <a:cubicBezTo>
                        <a:pt x="54" y="0"/>
                        <a:pt x="54" y="0"/>
                        <a:pt x="54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211"/>
                        <a:pt x="0" y="211"/>
                        <a:pt x="0" y="211"/>
                      </a:cubicBezTo>
                      <a:cubicBezTo>
                        <a:pt x="0" y="211"/>
                        <a:pt x="0" y="211"/>
                        <a:pt x="0" y="211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06" name="Freeform 109">
                  <a:extLst>
                    <a:ext uri="{FF2B5EF4-FFF2-40B4-BE49-F238E27FC236}">
                      <a16:creationId xmlns:a16="http://schemas.microsoft.com/office/drawing/2014/main" id="{331EAA56-6C45-F643-A789-F699CCA3A5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658263" y="3165475"/>
                  <a:ext cx="28575" cy="128588"/>
                </a:xfrm>
                <a:custGeom>
                  <a:avLst/>
                  <a:gdLst>
                    <a:gd name="T0" fmla="*/ 0 w 54"/>
                    <a:gd name="T1" fmla="*/ 211 h 238"/>
                    <a:gd name="T2" fmla="*/ 27 w 54"/>
                    <a:gd name="T3" fmla="*/ 238 h 238"/>
                    <a:gd name="T4" fmla="*/ 54 w 54"/>
                    <a:gd name="T5" fmla="*/ 211 h 238"/>
                    <a:gd name="T6" fmla="*/ 54 w 54"/>
                    <a:gd name="T7" fmla="*/ 0 h 238"/>
                    <a:gd name="T8" fmla="*/ 0 w 54"/>
                    <a:gd name="T9" fmla="*/ 0 h 238"/>
                    <a:gd name="T10" fmla="*/ 0 w 54"/>
                    <a:gd name="T11" fmla="*/ 211 h 238"/>
                    <a:gd name="T12" fmla="*/ 0 w 54"/>
                    <a:gd name="T13" fmla="*/ 211 h 2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4" h="238">
                      <a:moveTo>
                        <a:pt x="0" y="211"/>
                      </a:moveTo>
                      <a:cubicBezTo>
                        <a:pt x="0" y="231"/>
                        <a:pt x="13" y="238"/>
                        <a:pt x="27" y="238"/>
                      </a:cubicBezTo>
                      <a:cubicBezTo>
                        <a:pt x="40" y="238"/>
                        <a:pt x="54" y="231"/>
                        <a:pt x="54" y="211"/>
                      </a:cubicBezTo>
                      <a:cubicBezTo>
                        <a:pt x="54" y="0"/>
                        <a:pt x="54" y="0"/>
                        <a:pt x="54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211"/>
                        <a:pt x="0" y="211"/>
                        <a:pt x="0" y="211"/>
                      </a:cubicBezTo>
                      <a:cubicBezTo>
                        <a:pt x="0" y="211"/>
                        <a:pt x="0" y="211"/>
                        <a:pt x="0" y="211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07" name="Freeform 110">
                  <a:extLst>
                    <a:ext uri="{FF2B5EF4-FFF2-40B4-BE49-F238E27FC236}">
                      <a16:creationId xmlns:a16="http://schemas.microsoft.com/office/drawing/2014/main" id="{8330D9BA-A518-A544-335F-731E353E5D9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770975" y="3165475"/>
                  <a:ext cx="30163" cy="128588"/>
                </a:xfrm>
                <a:custGeom>
                  <a:avLst/>
                  <a:gdLst>
                    <a:gd name="T0" fmla="*/ 0 w 54"/>
                    <a:gd name="T1" fmla="*/ 211 h 238"/>
                    <a:gd name="T2" fmla="*/ 27 w 54"/>
                    <a:gd name="T3" fmla="*/ 238 h 238"/>
                    <a:gd name="T4" fmla="*/ 54 w 54"/>
                    <a:gd name="T5" fmla="*/ 211 h 238"/>
                    <a:gd name="T6" fmla="*/ 54 w 54"/>
                    <a:gd name="T7" fmla="*/ 0 h 238"/>
                    <a:gd name="T8" fmla="*/ 0 w 54"/>
                    <a:gd name="T9" fmla="*/ 0 h 238"/>
                    <a:gd name="T10" fmla="*/ 0 w 54"/>
                    <a:gd name="T11" fmla="*/ 211 h 238"/>
                    <a:gd name="T12" fmla="*/ 0 w 54"/>
                    <a:gd name="T13" fmla="*/ 211 h 2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4" h="238">
                      <a:moveTo>
                        <a:pt x="0" y="211"/>
                      </a:moveTo>
                      <a:cubicBezTo>
                        <a:pt x="0" y="231"/>
                        <a:pt x="13" y="238"/>
                        <a:pt x="27" y="238"/>
                      </a:cubicBezTo>
                      <a:cubicBezTo>
                        <a:pt x="40" y="238"/>
                        <a:pt x="54" y="231"/>
                        <a:pt x="54" y="211"/>
                      </a:cubicBezTo>
                      <a:cubicBezTo>
                        <a:pt x="54" y="0"/>
                        <a:pt x="54" y="0"/>
                        <a:pt x="54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211"/>
                        <a:pt x="0" y="211"/>
                        <a:pt x="0" y="211"/>
                      </a:cubicBezTo>
                      <a:cubicBezTo>
                        <a:pt x="0" y="211"/>
                        <a:pt x="0" y="211"/>
                        <a:pt x="0" y="211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08" name="Freeform 111">
                  <a:extLst>
                    <a:ext uri="{FF2B5EF4-FFF2-40B4-BE49-F238E27FC236}">
                      <a16:creationId xmlns:a16="http://schemas.microsoft.com/office/drawing/2014/main" id="{EB93923B-B624-ACD3-04D4-7C930CCC0BB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86863" y="3165475"/>
                  <a:ext cx="30163" cy="128588"/>
                </a:xfrm>
                <a:custGeom>
                  <a:avLst/>
                  <a:gdLst>
                    <a:gd name="T0" fmla="*/ 0 w 54"/>
                    <a:gd name="T1" fmla="*/ 211 h 238"/>
                    <a:gd name="T2" fmla="*/ 27 w 54"/>
                    <a:gd name="T3" fmla="*/ 238 h 238"/>
                    <a:gd name="T4" fmla="*/ 54 w 54"/>
                    <a:gd name="T5" fmla="*/ 211 h 238"/>
                    <a:gd name="T6" fmla="*/ 54 w 54"/>
                    <a:gd name="T7" fmla="*/ 0 h 238"/>
                    <a:gd name="T8" fmla="*/ 0 w 54"/>
                    <a:gd name="T9" fmla="*/ 0 h 238"/>
                    <a:gd name="T10" fmla="*/ 0 w 54"/>
                    <a:gd name="T11" fmla="*/ 211 h 238"/>
                    <a:gd name="T12" fmla="*/ 0 w 54"/>
                    <a:gd name="T13" fmla="*/ 211 h 2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4" h="238">
                      <a:moveTo>
                        <a:pt x="0" y="211"/>
                      </a:moveTo>
                      <a:cubicBezTo>
                        <a:pt x="0" y="231"/>
                        <a:pt x="13" y="238"/>
                        <a:pt x="27" y="238"/>
                      </a:cubicBezTo>
                      <a:cubicBezTo>
                        <a:pt x="40" y="238"/>
                        <a:pt x="54" y="231"/>
                        <a:pt x="54" y="211"/>
                      </a:cubicBezTo>
                      <a:cubicBezTo>
                        <a:pt x="54" y="0"/>
                        <a:pt x="54" y="0"/>
                        <a:pt x="54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211"/>
                        <a:pt x="0" y="211"/>
                        <a:pt x="0" y="211"/>
                      </a:cubicBezTo>
                      <a:cubicBezTo>
                        <a:pt x="0" y="211"/>
                        <a:pt x="0" y="211"/>
                        <a:pt x="0" y="211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09" name="Freeform 112">
                  <a:extLst>
                    <a:ext uri="{FF2B5EF4-FFF2-40B4-BE49-F238E27FC236}">
                      <a16:creationId xmlns:a16="http://schemas.microsoft.com/office/drawing/2014/main" id="{CF0A6A64-72D2-6AF1-4F06-FC57B0C5AF3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1401088" y="2478088"/>
                  <a:ext cx="654050" cy="658813"/>
                </a:xfrm>
                <a:custGeom>
                  <a:avLst/>
                  <a:gdLst>
                    <a:gd name="T0" fmla="*/ 952 w 1208"/>
                    <a:gd name="T1" fmla="*/ 0 h 1215"/>
                    <a:gd name="T2" fmla="*/ 736 w 1208"/>
                    <a:gd name="T3" fmla="*/ 0 h 1215"/>
                    <a:gd name="T4" fmla="*/ 526 w 1208"/>
                    <a:gd name="T5" fmla="*/ 0 h 1215"/>
                    <a:gd name="T6" fmla="*/ 310 w 1208"/>
                    <a:gd name="T7" fmla="*/ 0 h 1215"/>
                    <a:gd name="T8" fmla="*/ 128 w 1208"/>
                    <a:gd name="T9" fmla="*/ 0 h 1215"/>
                    <a:gd name="T10" fmla="*/ 0 w 1208"/>
                    <a:gd name="T11" fmla="*/ 264 h 1215"/>
                    <a:gd name="T12" fmla="*/ 0 w 1208"/>
                    <a:gd name="T13" fmla="*/ 473 h 1215"/>
                    <a:gd name="T14" fmla="*/ 0 w 1208"/>
                    <a:gd name="T15" fmla="*/ 689 h 1215"/>
                    <a:gd name="T16" fmla="*/ 0 w 1208"/>
                    <a:gd name="T17" fmla="*/ 898 h 1215"/>
                    <a:gd name="T18" fmla="*/ 0 w 1208"/>
                    <a:gd name="T19" fmla="*/ 1087 h 1215"/>
                    <a:gd name="T20" fmla="*/ 256 w 1208"/>
                    <a:gd name="T21" fmla="*/ 1215 h 1215"/>
                    <a:gd name="T22" fmla="*/ 472 w 1208"/>
                    <a:gd name="T23" fmla="*/ 1215 h 1215"/>
                    <a:gd name="T24" fmla="*/ 682 w 1208"/>
                    <a:gd name="T25" fmla="*/ 1215 h 1215"/>
                    <a:gd name="T26" fmla="*/ 898 w 1208"/>
                    <a:gd name="T27" fmla="*/ 1215 h 1215"/>
                    <a:gd name="T28" fmla="*/ 1080 w 1208"/>
                    <a:gd name="T29" fmla="*/ 1215 h 1215"/>
                    <a:gd name="T30" fmla="*/ 1208 w 1208"/>
                    <a:gd name="T31" fmla="*/ 952 h 1215"/>
                    <a:gd name="T32" fmla="*/ 1208 w 1208"/>
                    <a:gd name="T33" fmla="*/ 743 h 1215"/>
                    <a:gd name="T34" fmla="*/ 1208 w 1208"/>
                    <a:gd name="T35" fmla="*/ 527 h 1215"/>
                    <a:gd name="T36" fmla="*/ 1208 w 1208"/>
                    <a:gd name="T37" fmla="*/ 318 h 1215"/>
                    <a:gd name="T38" fmla="*/ 1208 w 1208"/>
                    <a:gd name="T39" fmla="*/ 129 h 1215"/>
                    <a:gd name="T40" fmla="*/ 1154 w 1208"/>
                    <a:gd name="T41" fmla="*/ 264 h 1215"/>
                    <a:gd name="T42" fmla="*/ 1154 w 1208"/>
                    <a:gd name="T43" fmla="*/ 473 h 1215"/>
                    <a:gd name="T44" fmla="*/ 1154 w 1208"/>
                    <a:gd name="T45" fmla="*/ 689 h 1215"/>
                    <a:gd name="T46" fmla="*/ 1154 w 1208"/>
                    <a:gd name="T47" fmla="*/ 898 h 1215"/>
                    <a:gd name="T48" fmla="*/ 1154 w 1208"/>
                    <a:gd name="T49" fmla="*/ 1087 h 1215"/>
                    <a:gd name="T50" fmla="*/ 952 w 1208"/>
                    <a:gd name="T51" fmla="*/ 1161 h 1215"/>
                    <a:gd name="T52" fmla="*/ 736 w 1208"/>
                    <a:gd name="T53" fmla="*/ 1161 h 1215"/>
                    <a:gd name="T54" fmla="*/ 526 w 1208"/>
                    <a:gd name="T55" fmla="*/ 1161 h 1215"/>
                    <a:gd name="T56" fmla="*/ 310 w 1208"/>
                    <a:gd name="T57" fmla="*/ 1161 h 1215"/>
                    <a:gd name="T58" fmla="*/ 128 w 1208"/>
                    <a:gd name="T59" fmla="*/ 1161 h 1215"/>
                    <a:gd name="T60" fmla="*/ 54 w 1208"/>
                    <a:gd name="T61" fmla="*/ 952 h 1215"/>
                    <a:gd name="T62" fmla="*/ 54 w 1208"/>
                    <a:gd name="T63" fmla="*/ 743 h 1215"/>
                    <a:gd name="T64" fmla="*/ 54 w 1208"/>
                    <a:gd name="T65" fmla="*/ 527 h 1215"/>
                    <a:gd name="T66" fmla="*/ 54 w 1208"/>
                    <a:gd name="T67" fmla="*/ 318 h 1215"/>
                    <a:gd name="T68" fmla="*/ 54 w 1208"/>
                    <a:gd name="T69" fmla="*/ 129 h 1215"/>
                    <a:gd name="T70" fmla="*/ 256 w 1208"/>
                    <a:gd name="T71" fmla="*/ 54 h 1215"/>
                    <a:gd name="T72" fmla="*/ 472 w 1208"/>
                    <a:gd name="T73" fmla="*/ 54 h 1215"/>
                    <a:gd name="T74" fmla="*/ 682 w 1208"/>
                    <a:gd name="T75" fmla="*/ 54 h 1215"/>
                    <a:gd name="T76" fmla="*/ 898 w 1208"/>
                    <a:gd name="T77" fmla="*/ 54 h 1215"/>
                    <a:gd name="T78" fmla="*/ 1080 w 1208"/>
                    <a:gd name="T79" fmla="*/ 54 h 1215"/>
                    <a:gd name="T80" fmla="*/ 1154 w 1208"/>
                    <a:gd name="T81" fmla="*/ 264 h 12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1208" h="1215">
                      <a:moveTo>
                        <a:pt x="1080" y="0"/>
                      </a:moveTo>
                      <a:cubicBezTo>
                        <a:pt x="952" y="0"/>
                        <a:pt x="952" y="0"/>
                        <a:pt x="952" y="0"/>
                      </a:cubicBezTo>
                      <a:cubicBezTo>
                        <a:pt x="898" y="0"/>
                        <a:pt x="898" y="0"/>
                        <a:pt x="898" y="0"/>
                      </a:cubicBezTo>
                      <a:cubicBezTo>
                        <a:pt x="736" y="0"/>
                        <a:pt x="736" y="0"/>
                        <a:pt x="736" y="0"/>
                      </a:cubicBezTo>
                      <a:cubicBezTo>
                        <a:pt x="682" y="0"/>
                        <a:pt x="682" y="0"/>
                        <a:pt x="682" y="0"/>
                      </a:cubicBezTo>
                      <a:cubicBezTo>
                        <a:pt x="526" y="0"/>
                        <a:pt x="526" y="0"/>
                        <a:pt x="526" y="0"/>
                      </a:cubicBezTo>
                      <a:cubicBezTo>
                        <a:pt x="472" y="0"/>
                        <a:pt x="472" y="0"/>
                        <a:pt x="472" y="0"/>
                      </a:cubicBezTo>
                      <a:cubicBezTo>
                        <a:pt x="310" y="0"/>
                        <a:pt x="310" y="0"/>
                        <a:pt x="310" y="0"/>
                      </a:cubicBezTo>
                      <a:cubicBezTo>
                        <a:pt x="256" y="0"/>
                        <a:pt x="256" y="0"/>
                        <a:pt x="256" y="0"/>
                      </a:cubicBezTo>
                      <a:cubicBezTo>
                        <a:pt x="128" y="0"/>
                        <a:pt x="128" y="0"/>
                        <a:pt x="128" y="0"/>
                      </a:cubicBezTo>
                      <a:cubicBezTo>
                        <a:pt x="54" y="0"/>
                        <a:pt x="0" y="61"/>
                        <a:pt x="0" y="129"/>
                      </a:cubicBezTo>
                      <a:cubicBezTo>
                        <a:pt x="0" y="264"/>
                        <a:pt x="0" y="264"/>
                        <a:pt x="0" y="264"/>
                      </a:cubicBezTo>
                      <a:cubicBezTo>
                        <a:pt x="0" y="318"/>
                        <a:pt x="0" y="318"/>
                        <a:pt x="0" y="318"/>
                      </a:cubicBezTo>
                      <a:cubicBezTo>
                        <a:pt x="0" y="473"/>
                        <a:pt x="0" y="473"/>
                        <a:pt x="0" y="473"/>
                      </a:cubicBezTo>
                      <a:cubicBezTo>
                        <a:pt x="0" y="527"/>
                        <a:pt x="0" y="527"/>
                        <a:pt x="0" y="527"/>
                      </a:cubicBezTo>
                      <a:cubicBezTo>
                        <a:pt x="0" y="689"/>
                        <a:pt x="0" y="689"/>
                        <a:pt x="0" y="689"/>
                      </a:cubicBezTo>
                      <a:cubicBezTo>
                        <a:pt x="0" y="743"/>
                        <a:pt x="0" y="743"/>
                        <a:pt x="0" y="743"/>
                      </a:cubicBezTo>
                      <a:cubicBezTo>
                        <a:pt x="0" y="898"/>
                        <a:pt x="0" y="898"/>
                        <a:pt x="0" y="898"/>
                      </a:cubicBezTo>
                      <a:cubicBezTo>
                        <a:pt x="0" y="952"/>
                        <a:pt x="0" y="952"/>
                        <a:pt x="0" y="952"/>
                      </a:cubicBezTo>
                      <a:cubicBezTo>
                        <a:pt x="0" y="1087"/>
                        <a:pt x="0" y="1087"/>
                        <a:pt x="0" y="1087"/>
                      </a:cubicBezTo>
                      <a:cubicBezTo>
                        <a:pt x="0" y="1161"/>
                        <a:pt x="54" y="1215"/>
                        <a:pt x="128" y="1215"/>
                      </a:cubicBezTo>
                      <a:cubicBezTo>
                        <a:pt x="256" y="1215"/>
                        <a:pt x="256" y="1215"/>
                        <a:pt x="256" y="1215"/>
                      </a:cubicBezTo>
                      <a:cubicBezTo>
                        <a:pt x="310" y="1215"/>
                        <a:pt x="310" y="1215"/>
                        <a:pt x="310" y="1215"/>
                      </a:cubicBezTo>
                      <a:cubicBezTo>
                        <a:pt x="472" y="1215"/>
                        <a:pt x="472" y="1215"/>
                        <a:pt x="472" y="1215"/>
                      </a:cubicBezTo>
                      <a:cubicBezTo>
                        <a:pt x="526" y="1215"/>
                        <a:pt x="526" y="1215"/>
                        <a:pt x="526" y="1215"/>
                      </a:cubicBezTo>
                      <a:cubicBezTo>
                        <a:pt x="682" y="1215"/>
                        <a:pt x="682" y="1215"/>
                        <a:pt x="682" y="1215"/>
                      </a:cubicBezTo>
                      <a:cubicBezTo>
                        <a:pt x="736" y="1215"/>
                        <a:pt x="736" y="1215"/>
                        <a:pt x="736" y="1215"/>
                      </a:cubicBezTo>
                      <a:cubicBezTo>
                        <a:pt x="898" y="1215"/>
                        <a:pt x="898" y="1215"/>
                        <a:pt x="898" y="1215"/>
                      </a:cubicBezTo>
                      <a:cubicBezTo>
                        <a:pt x="952" y="1215"/>
                        <a:pt x="952" y="1215"/>
                        <a:pt x="952" y="1215"/>
                      </a:cubicBezTo>
                      <a:cubicBezTo>
                        <a:pt x="1080" y="1215"/>
                        <a:pt x="1080" y="1215"/>
                        <a:pt x="1080" y="1215"/>
                      </a:cubicBezTo>
                      <a:cubicBezTo>
                        <a:pt x="1154" y="1215"/>
                        <a:pt x="1208" y="1161"/>
                        <a:pt x="1208" y="1087"/>
                      </a:cubicBezTo>
                      <a:cubicBezTo>
                        <a:pt x="1208" y="952"/>
                        <a:pt x="1208" y="952"/>
                        <a:pt x="1208" y="952"/>
                      </a:cubicBezTo>
                      <a:cubicBezTo>
                        <a:pt x="1208" y="898"/>
                        <a:pt x="1208" y="898"/>
                        <a:pt x="1208" y="898"/>
                      </a:cubicBezTo>
                      <a:cubicBezTo>
                        <a:pt x="1208" y="743"/>
                        <a:pt x="1208" y="743"/>
                        <a:pt x="1208" y="743"/>
                      </a:cubicBezTo>
                      <a:cubicBezTo>
                        <a:pt x="1208" y="689"/>
                        <a:pt x="1208" y="689"/>
                        <a:pt x="1208" y="689"/>
                      </a:cubicBezTo>
                      <a:cubicBezTo>
                        <a:pt x="1208" y="527"/>
                        <a:pt x="1208" y="527"/>
                        <a:pt x="1208" y="527"/>
                      </a:cubicBezTo>
                      <a:cubicBezTo>
                        <a:pt x="1208" y="473"/>
                        <a:pt x="1208" y="473"/>
                        <a:pt x="1208" y="473"/>
                      </a:cubicBezTo>
                      <a:cubicBezTo>
                        <a:pt x="1208" y="318"/>
                        <a:pt x="1208" y="318"/>
                        <a:pt x="1208" y="318"/>
                      </a:cubicBezTo>
                      <a:cubicBezTo>
                        <a:pt x="1208" y="264"/>
                        <a:pt x="1208" y="264"/>
                        <a:pt x="1208" y="264"/>
                      </a:cubicBezTo>
                      <a:cubicBezTo>
                        <a:pt x="1208" y="129"/>
                        <a:pt x="1208" y="129"/>
                        <a:pt x="1208" y="129"/>
                      </a:cubicBezTo>
                      <a:cubicBezTo>
                        <a:pt x="1208" y="61"/>
                        <a:pt x="1154" y="0"/>
                        <a:pt x="1080" y="0"/>
                      </a:cubicBezTo>
                      <a:close/>
                      <a:moveTo>
                        <a:pt x="1154" y="264"/>
                      </a:moveTo>
                      <a:cubicBezTo>
                        <a:pt x="1154" y="318"/>
                        <a:pt x="1154" y="318"/>
                        <a:pt x="1154" y="318"/>
                      </a:cubicBezTo>
                      <a:cubicBezTo>
                        <a:pt x="1154" y="473"/>
                        <a:pt x="1154" y="473"/>
                        <a:pt x="1154" y="473"/>
                      </a:cubicBezTo>
                      <a:cubicBezTo>
                        <a:pt x="1154" y="527"/>
                        <a:pt x="1154" y="527"/>
                        <a:pt x="1154" y="527"/>
                      </a:cubicBezTo>
                      <a:cubicBezTo>
                        <a:pt x="1154" y="689"/>
                        <a:pt x="1154" y="689"/>
                        <a:pt x="1154" y="689"/>
                      </a:cubicBezTo>
                      <a:cubicBezTo>
                        <a:pt x="1154" y="743"/>
                        <a:pt x="1154" y="743"/>
                        <a:pt x="1154" y="743"/>
                      </a:cubicBezTo>
                      <a:cubicBezTo>
                        <a:pt x="1154" y="898"/>
                        <a:pt x="1154" y="898"/>
                        <a:pt x="1154" y="898"/>
                      </a:cubicBezTo>
                      <a:cubicBezTo>
                        <a:pt x="1154" y="952"/>
                        <a:pt x="1154" y="952"/>
                        <a:pt x="1154" y="952"/>
                      </a:cubicBezTo>
                      <a:cubicBezTo>
                        <a:pt x="1154" y="1087"/>
                        <a:pt x="1154" y="1087"/>
                        <a:pt x="1154" y="1087"/>
                      </a:cubicBezTo>
                      <a:cubicBezTo>
                        <a:pt x="1154" y="1127"/>
                        <a:pt x="1127" y="1161"/>
                        <a:pt x="1080" y="1161"/>
                      </a:cubicBezTo>
                      <a:cubicBezTo>
                        <a:pt x="952" y="1161"/>
                        <a:pt x="952" y="1161"/>
                        <a:pt x="952" y="1161"/>
                      </a:cubicBezTo>
                      <a:cubicBezTo>
                        <a:pt x="898" y="1161"/>
                        <a:pt x="898" y="1161"/>
                        <a:pt x="898" y="1161"/>
                      </a:cubicBezTo>
                      <a:cubicBezTo>
                        <a:pt x="736" y="1161"/>
                        <a:pt x="736" y="1161"/>
                        <a:pt x="736" y="1161"/>
                      </a:cubicBezTo>
                      <a:cubicBezTo>
                        <a:pt x="682" y="1161"/>
                        <a:pt x="682" y="1161"/>
                        <a:pt x="682" y="1161"/>
                      </a:cubicBezTo>
                      <a:cubicBezTo>
                        <a:pt x="526" y="1161"/>
                        <a:pt x="526" y="1161"/>
                        <a:pt x="526" y="1161"/>
                      </a:cubicBezTo>
                      <a:cubicBezTo>
                        <a:pt x="472" y="1161"/>
                        <a:pt x="472" y="1161"/>
                        <a:pt x="472" y="1161"/>
                      </a:cubicBezTo>
                      <a:cubicBezTo>
                        <a:pt x="310" y="1161"/>
                        <a:pt x="310" y="1161"/>
                        <a:pt x="310" y="1161"/>
                      </a:cubicBezTo>
                      <a:cubicBezTo>
                        <a:pt x="256" y="1161"/>
                        <a:pt x="256" y="1161"/>
                        <a:pt x="256" y="1161"/>
                      </a:cubicBezTo>
                      <a:cubicBezTo>
                        <a:pt x="128" y="1161"/>
                        <a:pt x="128" y="1161"/>
                        <a:pt x="128" y="1161"/>
                      </a:cubicBezTo>
                      <a:cubicBezTo>
                        <a:pt x="81" y="1161"/>
                        <a:pt x="54" y="1127"/>
                        <a:pt x="54" y="1087"/>
                      </a:cubicBezTo>
                      <a:cubicBezTo>
                        <a:pt x="54" y="952"/>
                        <a:pt x="54" y="952"/>
                        <a:pt x="54" y="952"/>
                      </a:cubicBezTo>
                      <a:cubicBezTo>
                        <a:pt x="54" y="898"/>
                        <a:pt x="54" y="898"/>
                        <a:pt x="54" y="898"/>
                      </a:cubicBezTo>
                      <a:cubicBezTo>
                        <a:pt x="54" y="743"/>
                        <a:pt x="54" y="743"/>
                        <a:pt x="54" y="743"/>
                      </a:cubicBezTo>
                      <a:cubicBezTo>
                        <a:pt x="54" y="689"/>
                        <a:pt x="54" y="689"/>
                        <a:pt x="54" y="689"/>
                      </a:cubicBezTo>
                      <a:cubicBezTo>
                        <a:pt x="54" y="527"/>
                        <a:pt x="54" y="527"/>
                        <a:pt x="54" y="527"/>
                      </a:cubicBezTo>
                      <a:cubicBezTo>
                        <a:pt x="54" y="473"/>
                        <a:pt x="54" y="473"/>
                        <a:pt x="54" y="473"/>
                      </a:cubicBezTo>
                      <a:cubicBezTo>
                        <a:pt x="54" y="318"/>
                        <a:pt x="54" y="318"/>
                        <a:pt x="54" y="318"/>
                      </a:cubicBezTo>
                      <a:cubicBezTo>
                        <a:pt x="54" y="264"/>
                        <a:pt x="54" y="264"/>
                        <a:pt x="54" y="264"/>
                      </a:cubicBezTo>
                      <a:cubicBezTo>
                        <a:pt x="54" y="129"/>
                        <a:pt x="54" y="129"/>
                        <a:pt x="54" y="129"/>
                      </a:cubicBezTo>
                      <a:cubicBezTo>
                        <a:pt x="54" y="88"/>
                        <a:pt x="81" y="54"/>
                        <a:pt x="128" y="54"/>
                      </a:cubicBezTo>
                      <a:cubicBezTo>
                        <a:pt x="256" y="54"/>
                        <a:pt x="256" y="54"/>
                        <a:pt x="256" y="54"/>
                      </a:cubicBezTo>
                      <a:cubicBezTo>
                        <a:pt x="310" y="54"/>
                        <a:pt x="310" y="54"/>
                        <a:pt x="310" y="54"/>
                      </a:cubicBezTo>
                      <a:cubicBezTo>
                        <a:pt x="472" y="54"/>
                        <a:pt x="472" y="54"/>
                        <a:pt x="472" y="54"/>
                      </a:cubicBezTo>
                      <a:cubicBezTo>
                        <a:pt x="526" y="54"/>
                        <a:pt x="526" y="54"/>
                        <a:pt x="526" y="54"/>
                      </a:cubicBezTo>
                      <a:cubicBezTo>
                        <a:pt x="682" y="54"/>
                        <a:pt x="682" y="54"/>
                        <a:pt x="682" y="54"/>
                      </a:cubicBezTo>
                      <a:cubicBezTo>
                        <a:pt x="736" y="54"/>
                        <a:pt x="736" y="54"/>
                        <a:pt x="736" y="54"/>
                      </a:cubicBezTo>
                      <a:cubicBezTo>
                        <a:pt x="898" y="54"/>
                        <a:pt x="898" y="54"/>
                        <a:pt x="898" y="54"/>
                      </a:cubicBezTo>
                      <a:cubicBezTo>
                        <a:pt x="952" y="54"/>
                        <a:pt x="952" y="54"/>
                        <a:pt x="952" y="54"/>
                      </a:cubicBezTo>
                      <a:cubicBezTo>
                        <a:pt x="1080" y="54"/>
                        <a:pt x="1080" y="54"/>
                        <a:pt x="1080" y="54"/>
                      </a:cubicBezTo>
                      <a:cubicBezTo>
                        <a:pt x="1127" y="54"/>
                        <a:pt x="1154" y="88"/>
                        <a:pt x="1154" y="129"/>
                      </a:cubicBezTo>
                      <a:cubicBezTo>
                        <a:pt x="1154" y="264"/>
                        <a:pt x="1154" y="264"/>
                        <a:pt x="1154" y="264"/>
                      </a:cubicBezTo>
                      <a:cubicBezTo>
                        <a:pt x="1154" y="264"/>
                        <a:pt x="1154" y="264"/>
                        <a:pt x="1154" y="264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</p:grpSp>
          <p:pic>
            <p:nvPicPr>
              <p:cNvPr id="63" name="그림 62">
                <a:extLst>
                  <a:ext uri="{FF2B5EF4-FFF2-40B4-BE49-F238E27FC236}">
                    <a16:creationId xmlns:a16="http://schemas.microsoft.com/office/drawing/2014/main" id="{9E0E0A90-7E93-1A0B-F948-CE79D562F6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lum bright="100000"/>
              </a:blip>
              <a:stretch>
                <a:fillRect/>
              </a:stretch>
            </p:blipFill>
            <p:spPr>
              <a:xfrm>
                <a:off x="1124483" y="5707212"/>
                <a:ext cx="491143" cy="179999"/>
              </a:xfrm>
              <a:prstGeom prst="rect">
                <a:avLst/>
              </a:prstGeom>
            </p:spPr>
          </p:pic>
        </p:grpSp>
      </p:grpSp>
      <p:grpSp>
        <p:nvGrpSpPr>
          <p:cNvPr id="214" name="그룹 213">
            <a:extLst>
              <a:ext uri="{FF2B5EF4-FFF2-40B4-BE49-F238E27FC236}">
                <a16:creationId xmlns:a16="http://schemas.microsoft.com/office/drawing/2014/main" id="{2D855EC7-7BA2-C67F-48D8-00ABEDCBE1A1}"/>
              </a:ext>
            </a:extLst>
          </p:cNvPr>
          <p:cNvGrpSpPr>
            <a:grpSpLocks noChangeAspect="1"/>
          </p:cNvGrpSpPr>
          <p:nvPr/>
        </p:nvGrpSpPr>
        <p:grpSpPr>
          <a:xfrm>
            <a:off x="3384585" y="2198798"/>
            <a:ext cx="275933" cy="370838"/>
            <a:chOff x="3493292" y="3693520"/>
            <a:chExt cx="897069" cy="1233786"/>
          </a:xfrm>
        </p:grpSpPr>
        <p:grpSp>
          <p:nvGrpSpPr>
            <p:cNvPr id="215" name="그룹 214">
              <a:extLst>
                <a:ext uri="{FF2B5EF4-FFF2-40B4-BE49-F238E27FC236}">
                  <a16:creationId xmlns:a16="http://schemas.microsoft.com/office/drawing/2014/main" id="{FE954907-482B-FEB4-105B-831F2904BA9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493292" y="3693520"/>
              <a:ext cx="897069" cy="1233786"/>
              <a:chOff x="11921389" y="4267727"/>
              <a:chExt cx="916126" cy="1260000"/>
            </a:xfrm>
          </p:grpSpPr>
          <p:sp>
            <p:nvSpPr>
              <p:cNvPr id="238" name="사각형: 둥근 모서리 147">
                <a:extLst>
                  <a:ext uri="{FF2B5EF4-FFF2-40B4-BE49-F238E27FC236}">
                    <a16:creationId xmlns:a16="http://schemas.microsoft.com/office/drawing/2014/main" id="{A059195B-DE43-D698-8887-FC129A7BD03D}"/>
                  </a:ext>
                </a:extLst>
              </p:cNvPr>
              <p:cNvSpPr/>
              <p:nvPr/>
            </p:nvSpPr>
            <p:spPr>
              <a:xfrm>
                <a:off x="11923593" y="4271687"/>
                <a:ext cx="911716" cy="1252078"/>
              </a:xfrm>
              <a:prstGeom prst="roundRect">
                <a:avLst>
                  <a:gd name="adj" fmla="val 7097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-30" normalizeH="0" baseline="0" noProof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KoPub돋움체 Bold"/>
                  <a:ea typeface="KoPub돋움체 Medium"/>
                  <a:cs typeface="Arial"/>
                </a:endParaRPr>
              </a:p>
            </p:txBody>
          </p:sp>
          <p:grpSp>
            <p:nvGrpSpPr>
              <p:cNvPr id="239" name="그룹 238">
                <a:extLst>
                  <a:ext uri="{FF2B5EF4-FFF2-40B4-BE49-F238E27FC236}">
                    <a16:creationId xmlns:a16="http://schemas.microsoft.com/office/drawing/2014/main" id="{BA90AD4C-0B40-B1A7-1734-07C370FEC35D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1921389" y="4267727"/>
                <a:ext cx="916126" cy="1260000"/>
                <a:chOff x="14485938" y="-2571751"/>
                <a:chExt cx="554038" cy="762000"/>
              </a:xfrm>
              <a:solidFill>
                <a:srgbClr val="262626"/>
              </a:solidFill>
            </p:grpSpPr>
            <p:sp>
              <p:nvSpPr>
                <p:cNvPr id="240" name="Freeform 230">
                  <a:extLst>
                    <a:ext uri="{FF2B5EF4-FFF2-40B4-BE49-F238E27FC236}">
                      <a16:creationId xmlns:a16="http://schemas.microsoft.com/office/drawing/2014/main" id="{B4DD8068-9D00-6DC8-2611-17C8423C761B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4485938" y="-2571751"/>
                  <a:ext cx="554038" cy="762000"/>
                </a:xfrm>
                <a:custGeom>
                  <a:avLst/>
                  <a:gdLst>
                    <a:gd name="T0" fmla="*/ 137 w 147"/>
                    <a:gd name="T1" fmla="*/ 0 h 200"/>
                    <a:gd name="T2" fmla="*/ 10 w 147"/>
                    <a:gd name="T3" fmla="*/ 0 h 200"/>
                    <a:gd name="T4" fmla="*/ 0 w 147"/>
                    <a:gd name="T5" fmla="*/ 10 h 200"/>
                    <a:gd name="T6" fmla="*/ 0 w 147"/>
                    <a:gd name="T7" fmla="*/ 190 h 200"/>
                    <a:gd name="T8" fmla="*/ 10 w 147"/>
                    <a:gd name="T9" fmla="*/ 200 h 200"/>
                    <a:gd name="T10" fmla="*/ 137 w 147"/>
                    <a:gd name="T11" fmla="*/ 200 h 200"/>
                    <a:gd name="T12" fmla="*/ 140 w 147"/>
                    <a:gd name="T13" fmla="*/ 199 h 200"/>
                    <a:gd name="T14" fmla="*/ 146 w 147"/>
                    <a:gd name="T15" fmla="*/ 193 h 200"/>
                    <a:gd name="T16" fmla="*/ 147 w 147"/>
                    <a:gd name="T17" fmla="*/ 190 h 200"/>
                    <a:gd name="T18" fmla="*/ 147 w 147"/>
                    <a:gd name="T19" fmla="*/ 10 h 200"/>
                    <a:gd name="T20" fmla="*/ 137 w 147"/>
                    <a:gd name="T21" fmla="*/ 0 h 200"/>
                    <a:gd name="T22" fmla="*/ 139 w 147"/>
                    <a:gd name="T23" fmla="*/ 189 h 200"/>
                    <a:gd name="T24" fmla="*/ 135 w 147"/>
                    <a:gd name="T25" fmla="*/ 192 h 200"/>
                    <a:gd name="T26" fmla="*/ 10 w 147"/>
                    <a:gd name="T27" fmla="*/ 192 h 200"/>
                    <a:gd name="T28" fmla="*/ 8 w 147"/>
                    <a:gd name="T29" fmla="*/ 190 h 200"/>
                    <a:gd name="T30" fmla="*/ 8 w 147"/>
                    <a:gd name="T31" fmla="*/ 10 h 200"/>
                    <a:gd name="T32" fmla="*/ 10 w 147"/>
                    <a:gd name="T33" fmla="*/ 8 h 200"/>
                    <a:gd name="T34" fmla="*/ 137 w 147"/>
                    <a:gd name="T35" fmla="*/ 8 h 200"/>
                    <a:gd name="T36" fmla="*/ 139 w 147"/>
                    <a:gd name="T37" fmla="*/ 10 h 200"/>
                    <a:gd name="T38" fmla="*/ 139 w 147"/>
                    <a:gd name="T39" fmla="*/ 189 h 2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147" h="200">
                      <a:moveTo>
                        <a:pt x="137" y="0"/>
                      </a:moveTo>
                      <a:cubicBezTo>
                        <a:pt x="10" y="0"/>
                        <a:pt x="10" y="0"/>
                        <a:pt x="10" y="0"/>
                      </a:cubicBezTo>
                      <a:cubicBezTo>
                        <a:pt x="4" y="0"/>
                        <a:pt x="0" y="5"/>
                        <a:pt x="0" y="10"/>
                      </a:cubicBezTo>
                      <a:cubicBezTo>
                        <a:pt x="0" y="190"/>
                        <a:pt x="0" y="190"/>
                        <a:pt x="0" y="190"/>
                      </a:cubicBezTo>
                      <a:cubicBezTo>
                        <a:pt x="0" y="196"/>
                        <a:pt x="4" y="200"/>
                        <a:pt x="10" y="200"/>
                      </a:cubicBezTo>
                      <a:cubicBezTo>
                        <a:pt x="137" y="200"/>
                        <a:pt x="137" y="200"/>
                        <a:pt x="137" y="200"/>
                      </a:cubicBezTo>
                      <a:cubicBezTo>
                        <a:pt x="138" y="200"/>
                        <a:pt x="139" y="200"/>
                        <a:pt x="140" y="199"/>
                      </a:cubicBezTo>
                      <a:cubicBezTo>
                        <a:pt x="146" y="193"/>
                        <a:pt x="146" y="193"/>
                        <a:pt x="146" y="193"/>
                      </a:cubicBezTo>
                      <a:cubicBezTo>
                        <a:pt x="146" y="192"/>
                        <a:pt x="147" y="191"/>
                        <a:pt x="147" y="190"/>
                      </a:cubicBezTo>
                      <a:cubicBezTo>
                        <a:pt x="147" y="10"/>
                        <a:pt x="147" y="10"/>
                        <a:pt x="147" y="10"/>
                      </a:cubicBezTo>
                      <a:cubicBezTo>
                        <a:pt x="147" y="5"/>
                        <a:pt x="142" y="0"/>
                        <a:pt x="137" y="0"/>
                      </a:cubicBezTo>
                      <a:close/>
                      <a:moveTo>
                        <a:pt x="139" y="189"/>
                      </a:moveTo>
                      <a:cubicBezTo>
                        <a:pt x="135" y="192"/>
                        <a:pt x="135" y="192"/>
                        <a:pt x="135" y="192"/>
                      </a:cubicBezTo>
                      <a:cubicBezTo>
                        <a:pt x="10" y="192"/>
                        <a:pt x="10" y="192"/>
                        <a:pt x="10" y="192"/>
                      </a:cubicBezTo>
                      <a:cubicBezTo>
                        <a:pt x="9" y="192"/>
                        <a:pt x="8" y="191"/>
                        <a:pt x="8" y="190"/>
                      </a:cubicBezTo>
                      <a:cubicBezTo>
                        <a:pt x="8" y="10"/>
                        <a:pt x="8" y="10"/>
                        <a:pt x="8" y="10"/>
                      </a:cubicBezTo>
                      <a:cubicBezTo>
                        <a:pt x="8" y="9"/>
                        <a:pt x="9" y="8"/>
                        <a:pt x="10" y="8"/>
                      </a:cubicBezTo>
                      <a:cubicBezTo>
                        <a:pt x="137" y="8"/>
                        <a:pt x="137" y="8"/>
                        <a:pt x="137" y="8"/>
                      </a:cubicBezTo>
                      <a:cubicBezTo>
                        <a:pt x="138" y="8"/>
                        <a:pt x="139" y="9"/>
                        <a:pt x="139" y="10"/>
                      </a:cubicBezTo>
                      <a:lnTo>
                        <a:pt x="139" y="189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돋움체 Bold"/>
                    <a:ea typeface="KoPub돋움체 Medium"/>
                    <a:cs typeface="Arial"/>
                  </a:endParaRPr>
                </a:p>
              </p:txBody>
            </p:sp>
            <p:sp>
              <p:nvSpPr>
                <p:cNvPr id="241" name="Freeform 231">
                  <a:extLst>
                    <a:ext uri="{FF2B5EF4-FFF2-40B4-BE49-F238E27FC236}">
                      <a16:creationId xmlns:a16="http://schemas.microsoft.com/office/drawing/2014/main" id="{B58AC252-DF36-C476-DD03-32EE9C748B7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603413" y="-2403476"/>
                  <a:ext cx="315913" cy="30163"/>
                </a:xfrm>
                <a:custGeom>
                  <a:avLst/>
                  <a:gdLst>
                    <a:gd name="T0" fmla="*/ 80 w 84"/>
                    <a:gd name="T1" fmla="*/ 0 h 8"/>
                    <a:gd name="T2" fmla="*/ 4 w 84"/>
                    <a:gd name="T3" fmla="*/ 0 h 8"/>
                    <a:gd name="T4" fmla="*/ 0 w 84"/>
                    <a:gd name="T5" fmla="*/ 4 h 8"/>
                    <a:gd name="T6" fmla="*/ 4 w 84"/>
                    <a:gd name="T7" fmla="*/ 8 h 8"/>
                    <a:gd name="T8" fmla="*/ 80 w 84"/>
                    <a:gd name="T9" fmla="*/ 8 h 8"/>
                    <a:gd name="T10" fmla="*/ 84 w 84"/>
                    <a:gd name="T11" fmla="*/ 4 h 8"/>
                    <a:gd name="T12" fmla="*/ 80 w 84"/>
                    <a:gd name="T13" fmla="*/ 0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4" h="8">
                      <a:moveTo>
                        <a:pt x="80" y="0"/>
                      </a:move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2"/>
                        <a:pt x="0" y="4"/>
                      </a:cubicBezTo>
                      <a:cubicBezTo>
                        <a:pt x="0" y="6"/>
                        <a:pt x="2" y="8"/>
                        <a:pt x="4" y="8"/>
                      </a:cubicBezTo>
                      <a:cubicBezTo>
                        <a:pt x="80" y="8"/>
                        <a:pt x="80" y="8"/>
                        <a:pt x="80" y="8"/>
                      </a:cubicBezTo>
                      <a:cubicBezTo>
                        <a:pt x="82" y="8"/>
                        <a:pt x="84" y="6"/>
                        <a:pt x="84" y="4"/>
                      </a:cubicBezTo>
                      <a:cubicBezTo>
                        <a:pt x="84" y="2"/>
                        <a:pt x="82" y="0"/>
                        <a:pt x="8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돋움체 Bold"/>
                    <a:ea typeface="KoPub돋움체 Medium"/>
                    <a:cs typeface="Arial"/>
                  </a:endParaRPr>
                </a:p>
              </p:txBody>
            </p:sp>
          </p:grpSp>
        </p:grpSp>
        <p:grpSp>
          <p:nvGrpSpPr>
            <p:cNvPr id="216" name="그룹 215">
              <a:extLst>
                <a:ext uri="{FF2B5EF4-FFF2-40B4-BE49-F238E27FC236}">
                  <a16:creationId xmlns:a16="http://schemas.microsoft.com/office/drawing/2014/main" id="{FB69B40C-C83B-E454-F079-1440AA79AF78}"/>
                </a:ext>
              </a:extLst>
            </p:cNvPr>
            <p:cNvGrpSpPr/>
            <p:nvPr/>
          </p:nvGrpSpPr>
          <p:grpSpPr>
            <a:xfrm>
              <a:off x="3623554" y="4140320"/>
              <a:ext cx="636537" cy="634466"/>
              <a:chOff x="881898" y="5310642"/>
              <a:chExt cx="976313" cy="973138"/>
            </a:xfrm>
          </p:grpSpPr>
          <p:grpSp>
            <p:nvGrpSpPr>
              <p:cNvPr id="217" name="그룹 216">
                <a:extLst>
                  <a:ext uri="{FF2B5EF4-FFF2-40B4-BE49-F238E27FC236}">
                    <a16:creationId xmlns:a16="http://schemas.microsoft.com/office/drawing/2014/main" id="{99C9DF65-F46C-C927-2802-E8A212970362}"/>
                  </a:ext>
                </a:extLst>
              </p:cNvPr>
              <p:cNvGrpSpPr/>
              <p:nvPr/>
            </p:nvGrpSpPr>
            <p:grpSpPr>
              <a:xfrm>
                <a:off x="881898" y="5310642"/>
                <a:ext cx="976313" cy="973138"/>
                <a:chOff x="21240750" y="2320925"/>
                <a:chExt cx="976313" cy="973138"/>
              </a:xfrm>
            </p:grpSpPr>
            <p:sp>
              <p:nvSpPr>
                <p:cNvPr id="219" name="Freeform 113">
                  <a:extLst>
                    <a:ext uri="{FF2B5EF4-FFF2-40B4-BE49-F238E27FC236}">
                      <a16:creationId xmlns:a16="http://schemas.microsoft.com/office/drawing/2014/main" id="{0299F65E-0E91-9879-DBA6-9C98F3D7EC2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410343" y="2487232"/>
                  <a:ext cx="637131" cy="640525"/>
                </a:xfrm>
                <a:custGeom>
                  <a:avLst/>
                  <a:gdLst>
                    <a:gd name="T0" fmla="*/ 1100 w 1100"/>
                    <a:gd name="T1" fmla="*/ 210 h 1107"/>
                    <a:gd name="T2" fmla="*/ 1100 w 1100"/>
                    <a:gd name="T3" fmla="*/ 264 h 1107"/>
                    <a:gd name="T4" fmla="*/ 1100 w 1100"/>
                    <a:gd name="T5" fmla="*/ 419 h 1107"/>
                    <a:gd name="T6" fmla="*/ 1100 w 1100"/>
                    <a:gd name="T7" fmla="*/ 473 h 1107"/>
                    <a:gd name="T8" fmla="*/ 1100 w 1100"/>
                    <a:gd name="T9" fmla="*/ 635 h 1107"/>
                    <a:gd name="T10" fmla="*/ 1100 w 1100"/>
                    <a:gd name="T11" fmla="*/ 689 h 1107"/>
                    <a:gd name="T12" fmla="*/ 1100 w 1100"/>
                    <a:gd name="T13" fmla="*/ 844 h 1107"/>
                    <a:gd name="T14" fmla="*/ 1100 w 1100"/>
                    <a:gd name="T15" fmla="*/ 898 h 1107"/>
                    <a:gd name="T16" fmla="*/ 1100 w 1100"/>
                    <a:gd name="T17" fmla="*/ 1033 h 1107"/>
                    <a:gd name="T18" fmla="*/ 1026 w 1100"/>
                    <a:gd name="T19" fmla="*/ 1107 h 1107"/>
                    <a:gd name="T20" fmla="*/ 898 w 1100"/>
                    <a:gd name="T21" fmla="*/ 1107 h 1107"/>
                    <a:gd name="T22" fmla="*/ 844 w 1100"/>
                    <a:gd name="T23" fmla="*/ 1107 h 1107"/>
                    <a:gd name="T24" fmla="*/ 682 w 1100"/>
                    <a:gd name="T25" fmla="*/ 1107 h 1107"/>
                    <a:gd name="T26" fmla="*/ 628 w 1100"/>
                    <a:gd name="T27" fmla="*/ 1107 h 1107"/>
                    <a:gd name="T28" fmla="*/ 472 w 1100"/>
                    <a:gd name="T29" fmla="*/ 1107 h 1107"/>
                    <a:gd name="T30" fmla="*/ 418 w 1100"/>
                    <a:gd name="T31" fmla="*/ 1107 h 1107"/>
                    <a:gd name="T32" fmla="*/ 256 w 1100"/>
                    <a:gd name="T33" fmla="*/ 1107 h 1107"/>
                    <a:gd name="T34" fmla="*/ 202 w 1100"/>
                    <a:gd name="T35" fmla="*/ 1107 h 1107"/>
                    <a:gd name="T36" fmla="*/ 74 w 1100"/>
                    <a:gd name="T37" fmla="*/ 1107 h 1107"/>
                    <a:gd name="T38" fmla="*/ 0 w 1100"/>
                    <a:gd name="T39" fmla="*/ 1033 h 1107"/>
                    <a:gd name="T40" fmla="*/ 0 w 1100"/>
                    <a:gd name="T41" fmla="*/ 898 h 1107"/>
                    <a:gd name="T42" fmla="*/ 0 w 1100"/>
                    <a:gd name="T43" fmla="*/ 844 h 1107"/>
                    <a:gd name="T44" fmla="*/ 0 w 1100"/>
                    <a:gd name="T45" fmla="*/ 689 h 1107"/>
                    <a:gd name="T46" fmla="*/ 0 w 1100"/>
                    <a:gd name="T47" fmla="*/ 635 h 1107"/>
                    <a:gd name="T48" fmla="*/ 0 w 1100"/>
                    <a:gd name="T49" fmla="*/ 473 h 1107"/>
                    <a:gd name="T50" fmla="*/ 0 w 1100"/>
                    <a:gd name="T51" fmla="*/ 419 h 1107"/>
                    <a:gd name="T52" fmla="*/ 0 w 1100"/>
                    <a:gd name="T53" fmla="*/ 264 h 1107"/>
                    <a:gd name="T54" fmla="*/ 0 w 1100"/>
                    <a:gd name="T55" fmla="*/ 210 h 1107"/>
                    <a:gd name="T56" fmla="*/ 0 w 1100"/>
                    <a:gd name="T57" fmla="*/ 75 h 1107"/>
                    <a:gd name="T58" fmla="*/ 74 w 1100"/>
                    <a:gd name="T59" fmla="*/ 0 h 1107"/>
                    <a:gd name="T60" fmla="*/ 202 w 1100"/>
                    <a:gd name="T61" fmla="*/ 0 h 1107"/>
                    <a:gd name="T62" fmla="*/ 256 w 1100"/>
                    <a:gd name="T63" fmla="*/ 0 h 1107"/>
                    <a:gd name="T64" fmla="*/ 418 w 1100"/>
                    <a:gd name="T65" fmla="*/ 0 h 1107"/>
                    <a:gd name="T66" fmla="*/ 472 w 1100"/>
                    <a:gd name="T67" fmla="*/ 0 h 1107"/>
                    <a:gd name="T68" fmla="*/ 628 w 1100"/>
                    <a:gd name="T69" fmla="*/ 0 h 1107"/>
                    <a:gd name="T70" fmla="*/ 682 w 1100"/>
                    <a:gd name="T71" fmla="*/ 0 h 1107"/>
                    <a:gd name="T72" fmla="*/ 844 w 1100"/>
                    <a:gd name="T73" fmla="*/ 0 h 1107"/>
                    <a:gd name="T74" fmla="*/ 898 w 1100"/>
                    <a:gd name="T75" fmla="*/ 0 h 1107"/>
                    <a:gd name="T76" fmla="*/ 1026 w 1100"/>
                    <a:gd name="T77" fmla="*/ 0 h 1107"/>
                    <a:gd name="T78" fmla="*/ 1100 w 1100"/>
                    <a:gd name="T79" fmla="*/ 75 h 1107"/>
                    <a:gd name="T80" fmla="*/ 1100 w 1100"/>
                    <a:gd name="T81" fmla="*/ 210 h 1107"/>
                    <a:gd name="T82" fmla="*/ 1100 w 1100"/>
                    <a:gd name="T83" fmla="*/ 210 h 11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100" h="1107">
                      <a:moveTo>
                        <a:pt x="1100" y="210"/>
                      </a:moveTo>
                      <a:cubicBezTo>
                        <a:pt x="1100" y="264"/>
                        <a:pt x="1100" y="264"/>
                        <a:pt x="1100" y="264"/>
                      </a:cubicBezTo>
                      <a:cubicBezTo>
                        <a:pt x="1100" y="419"/>
                        <a:pt x="1100" y="419"/>
                        <a:pt x="1100" y="419"/>
                      </a:cubicBezTo>
                      <a:cubicBezTo>
                        <a:pt x="1100" y="473"/>
                        <a:pt x="1100" y="473"/>
                        <a:pt x="1100" y="473"/>
                      </a:cubicBezTo>
                      <a:cubicBezTo>
                        <a:pt x="1100" y="635"/>
                        <a:pt x="1100" y="635"/>
                        <a:pt x="1100" y="635"/>
                      </a:cubicBezTo>
                      <a:cubicBezTo>
                        <a:pt x="1100" y="689"/>
                        <a:pt x="1100" y="689"/>
                        <a:pt x="1100" y="689"/>
                      </a:cubicBezTo>
                      <a:cubicBezTo>
                        <a:pt x="1100" y="844"/>
                        <a:pt x="1100" y="844"/>
                        <a:pt x="1100" y="844"/>
                      </a:cubicBezTo>
                      <a:cubicBezTo>
                        <a:pt x="1100" y="898"/>
                        <a:pt x="1100" y="898"/>
                        <a:pt x="1100" y="898"/>
                      </a:cubicBezTo>
                      <a:cubicBezTo>
                        <a:pt x="1100" y="1033"/>
                        <a:pt x="1100" y="1033"/>
                        <a:pt x="1100" y="1033"/>
                      </a:cubicBezTo>
                      <a:cubicBezTo>
                        <a:pt x="1100" y="1073"/>
                        <a:pt x="1073" y="1107"/>
                        <a:pt x="1026" y="1107"/>
                      </a:cubicBezTo>
                      <a:cubicBezTo>
                        <a:pt x="898" y="1107"/>
                        <a:pt x="898" y="1107"/>
                        <a:pt x="898" y="1107"/>
                      </a:cubicBezTo>
                      <a:cubicBezTo>
                        <a:pt x="844" y="1107"/>
                        <a:pt x="844" y="1107"/>
                        <a:pt x="844" y="1107"/>
                      </a:cubicBezTo>
                      <a:cubicBezTo>
                        <a:pt x="682" y="1107"/>
                        <a:pt x="682" y="1107"/>
                        <a:pt x="682" y="1107"/>
                      </a:cubicBezTo>
                      <a:cubicBezTo>
                        <a:pt x="628" y="1107"/>
                        <a:pt x="628" y="1107"/>
                        <a:pt x="628" y="1107"/>
                      </a:cubicBezTo>
                      <a:cubicBezTo>
                        <a:pt x="472" y="1107"/>
                        <a:pt x="472" y="1107"/>
                        <a:pt x="472" y="1107"/>
                      </a:cubicBezTo>
                      <a:cubicBezTo>
                        <a:pt x="418" y="1107"/>
                        <a:pt x="418" y="1107"/>
                        <a:pt x="418" y="1107"/>
                      </a:cubicBezTo>
                      <a:cubicBezTo>
                        <a:pt x="256" y="1107"/>
                        <a:pt x="256" y="1107"/>
                        <a:pt x="256" y="1107"/>
                      </a:cubicBezTo>
                      <a:cubicBezTo>
                        <a:pt x="202" y="1107"/>
                        <a:pt x="202" y="1107"/>
                        <a:pt x="202" y="1107"/>
                      </a:cubicBezTo>
                      <a:cubicBezTo>
                        <a:pt x="74" y="1107"/>
                        <a:pt x="74" y="1107"/>
                        <a:pt x="74" y="1107"/>
                      </a:cubicBezTo>
                      <a:cubicBezTo>
                        <a:pt x="27" y="1107"/>
                        <a:pt x="0" y="1073"/>
                        <a:pt x="0" y="1033"/>
                      </a:cubicBezTo>
                      <a:cubicBezTo>
                        <a:pt x="0" y="898"/>
                        <a:pt x="0" y="898"/>
                        <a:pt x="0" y="898"/>
                      </a:cubicBezTo>
                      <a:cubicBezTo>
                        <a:pt x="0" y="844"/>
                        <a:pt x="0" y="844"/>
                        <a:pt x="0" y="844"/>
                      </a:cubicBezTo>
                      <a:cubicBezTo>
                        <a:pt x="0" y="689"/>
                        <a:pt x="0" y="689"/>
                        <a:pt x="0" y="689"/>
                      </a:cubicBezTo>
                      <a:cubicBezTo>
                        <a:pt x="0" y="635"/>
                        <a:pt x="0" y="635"/>
                        <a:pt x="0" y="635"/>
                      </a:cubicBezTo>
                      <a:cubicBezTo>
                        <a:pt x="0" y="473"/>
                        <a:pt x="0" y="473"/>
                        <a:pt x="0" y="473"/>
                      </a:cubicBezTo>
                      <a:cubicBezTo>
                        <a:pt x="0" y="419"/>
                        <a:pt x="0" y="419"/>
                        <a:pt x="0" y="419"/>
                      </a:cubicBezTo>
                      <a:cubicBezTo>
                        <a:pt x="0" y="264"/>
                        <a:pt x="0" y="264"/>
                        <a:pt x="0" y="264"/>
                      </a:cubicBezTo>
                      <a:cubicBezTo>
                        <a:pt x="0" y="210"/>
                        <a:pt x="0" y="210"/>
                        <a:pt x="0" y="210"/>
                      </a:cubicBezTo>
                      <a:cubicBezTo>
                        <a:pt x="0" y="75"/>
                        <a:pt x="0" y="75"/>
                        <a:pt x="0" y="75"/>
                      </a:cubicBezTo>
                      <a:cubicBezTo>
                        <a:pt x="0" y="34"/>
                        <a:pt x="27" y="0"/>
                        <a:pt x="74" y="0"/>
                      </a:cubicBezTo>
                      <a:cubicBezTo>
                        <a:pt x="202" y="0"/>
                        <a:pt x="202" y="0"/>
                        <a:pt x="202" y="0"/>
                      </a:cubicBezTo>
                      <a:cubicBezTo>
                        <a:pt x="256" y="0"/>
                        <a:pt x="256" y="0"/>
                        <a:pt x="256" y="0"/>
                      </a:cubicBezTo>
                      <a:cubicBezTo>
                        <a:pt x="418" y="0"/>
                        <a:pt x="418" y="0"/>
                        <a:pt x="418" y="0"/>
                      </a:cubicBezTo>
                      <a:cubicBezTo>
                        <a:pt x="472" y="0"/>
                        <a:pt x="472" y="0"/>
                        <a:pt x="472" y="0"/>
                      </a:cubicBezTo>
                      <a:cubicBezTo>
                        <a:pt x="628" y="0"/>
                        <a:pt x="628" y="0"/>
                        <a:pt x="628" y="0"/>
                      </a:cubicBezTo>
                      <a:cubicBezTo>
                        <a:pt x="682" y="0"/>
                        <a:pt x="682" y="0"/>
                        <a:pt x="682" y="0"/>
                      </a:cubicBezTo>
                      <a:cubicBezTo>
                        <a:pt x="844" y="0"/>
                        <a:pt x="844" y="0"/>
                        <a:pt x="844" y="0"/>
                      </a:cubicBezTo>
                      <a:cubicBezTo>
                        <a:pt x="898" y="0"/>
                        <a:pt x="898" y="0"/>
                        <a:pt x="898" y="0"/>
                      </a:cubicBezTo>
                      <a:cubicBezTo>
                        <a:pt x="1026" y="0"/>
                        <a:pt x="1026" y="0"/>
                        <a:pt x="1026" y="0"/>
                      </a:cubicBezTo>
                      <a:cubicBezTo>
                        <a:pt x="1073" y="0"/>
                        <a:pt x="1100" y="34"/>
                        <a:pt x="1100" y="75"/>
                      </a:cubicBezTo>
                      <a:cubicBezTo>
                        <a:pt x="1100" y="210"/>
                        <a:pt x="1100" y="210"/>
                        <a:pt x="1100" y="210"/>
                      </a:cubicBezTo>
                      <a:cubicBezTo>
                        <a:pt x="1100" y="210"/>
                        <a:pt x="1100" y="210"/>
                        <a:pt x="1100" y="210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20" name="Freeform 96">
                  <a:extLst>
                    <a:ext uri="{FF2B5EF4-FFF2-40B4-BE49-F238E27FC236}">
                      <a16:creationId xmlns:a16="http://schemas.microsoft.com/office/drawing/2014/main" id="{241CA828-A9FC-8B45-A04C-722E7029EAF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085300" y="2620963"/>
                  <a:ext cx="131763" cy="30163"/>
                </a:xfrm>
                <a:custGeom>
                  <a:avLst/>
                  <a:gdLst>
                    <a:gd name="T0" fmla="*/ 244 w 244"/>
                    <a:gd name="T1" fmla="*/ 28 h 55"/>
                    <a:gd name="T2" fmla="*/ 217 w 244"/>
                    <a:gd name="T3" fmla="*/ 0 h 55"/>
                    <a:gd name="T4" fmla="*/ 0 w 244"/>
                    <a:gd name="T5" fmla="*/ 0 h 55"/>
                    <a:gd name="T6" fmla="*/ 0 w 244"/>
                    <a:gd name="T7" fmla="*/ 55 h 55"/>
                    <a:gd name="T8" fmla="*/ 217 w 244"/>
                    <a:gd name="T9" fmla="*/ 55 h 55"/>
                    <a:gd name="T10" fmla="*/ 244 w 244"/>
                    <a:gd name="T11" fmla="*/ 28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44" h="55">
                      <a:moveTo>
                        <a:pt x="244" y="28"/>
                      </a:moveTo>
                      <a:cubicBezTo>
                        <a:pt x="244" y="14"/>
                        <a:pt x="230" y="0"/>
                        <a:pt x="217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5"/>
                        <a:pt x="0" y="55"/>
                        <a:pt x="0" y="55"/>
                      </a:cubicBezTo>
                      <a:cubicBezTo>
                        <a:pt x="217" y="55"/>
                        <a:pt x="217" y="55"/>
                        <a:pt x="217" y="55"/>
                      </a:cubicBezTo>
                      <a:cubicBezTo>
                        <a:pt x="230" y="55"/>
                        <a:pt x="244" y="41"/>
                        <a:pt x="244" y="28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21" name="Freeform 97">
                  <a:extLst>
                    <a:ext uri="{FF2B5EF4-FFF2-40B4-BE49-F238E27FC236}">
                      <a16:creationId xmlns:a16="http://schemas.microsoft.com/office/drawing/2014/main" id="{33F2AD18-9D40-A11D-B5D4-AE23E6EC953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085300" y="2733675"/>
                  <a:ext cx="131763" cy="30163"/>
                </a:xfrm>
                <a:custGeom>
                  <a:avLst/>
                  <a:gdLst>
                    <a:gd name="T0" fmla="*/ 217 w 244"/>
                    <a:gd name="T1" fmla="*/ 0 h 54"/>
                    <a:gd name="T2" fmla="*/ 0 w 244"/>
                    <a:gd name="T3" fmla="*/ 0 h 54"/>
                    <a:gd name="T4" fmla="*/ 0 w 244"/>
                    <a:gd name="T5" fmla="*/ 54 h 54"/>
                    <a:gd name="T6" fmla="*/ 217 w 244"/>
                    <a:gd name="T7" fmla="*/ 54 h 54"/>
                    <a:gd name="T8" fmla="*/ 244 w 244"/>
                    <a:gd name="T9" fmla="*/ 27 h 54"/>
                    <a:gd name="T10" fmla="*/ 217 w 244"/>
                    <a:gd name="T11" fmla="*/ 0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44" h="54">
                      <a:moveTo>
                        <a:pt x="217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4"/>
                        <a:pt x="0" y="54"/>
                        <a:pt x="0" y="54"/>
                      </a:cubicBezTo>
                      <a:cubicBezTo>
                        <a:pt x="217" y="54"/>
                        <a:pt x="217" y="54"/>
                        <a:pt x="217" y="54"/>
                      </a:cubicBezTo>
                      <a:cubicBezTo>
                        <a:pt x="230" y="54"/>
                        <a:pt x="244" y="47"/>
                        <a:pt x="244" y="27"/>
                      </a:cubicBezTo>
                      <a:cubicBezTo>
                        <a:pt x="244" y="13"/>
                        <a:pt x="230" y="0"/>
                        <a:pt x="217" y="0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22" name="Freeform 98">
                  <a:extLst>
                    <a:ext uri="{FF2B5EF4-FFF2-40B4-BE49-F238E27FC236}">
                      <a16:creationId xmlns:a16="http://schemas.microsoft.com/office/drawing/2014/main" id="{E3ED781C-00D8-B180-E59E-1093591453B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085300" y="2851150"/>
                  <a:ext cx="131763" cy="30163"/>
                </a:xfrm>
                <a:custGeom>
                  <a:avLst/>
                  <a:gdLst>
                    <a:gd name="T0" fmla="*/ 217 w 244"/>
                    <a:gd name="T1" fmla="*/ 0 h 54"/>
                    <a:gd name="T2" fmla="*/ 0 w 244"/>
                    <a:gd name="T3" fmla="*/ 0 h 54"/>
                    <a:gd name="T4" fmla="*/ 0 w 244"/>
                    <a:gd name="T5" fmla="*/ 54 h 54"/>
                    <a:gd name="T6" fmla="*/ 217 w 244"/>
                    <a:gd name="T7" fmla="*/ 54 h 54"/>
                    <a:gd name="T8" fmla="*/ 244 w 244"/>
                    <a:gd name="T9" fmla="*/ 27 h 54"/>
                    <a:gd name="T10" fmla="*/ 217 w 244"/>
                    <a:gd name="T11" fmla="*/ 0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44" h="54">
                      <a:moveTo>
                        <a:pt x="217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4"/>
                        <a:pt x="0" y="54"/>
                        <a:pt x="0" y="54"/>
                      </a:cubicBezTo>
                      <a:cubicBezTo>
                        <a:pt x="217" y="54"/>
                        <a:pt x="217" y="54"/>
                        <a:pt x="217" y="54"/>
                      </a:cubicBezTo>
                      <a:cubicBezTo>
                        <a:pt x="230" y="54"/>
                        <a:pt x="244" y="41"/>
                        <a:pt x="244" y="27"/>
                      </a:cubicBezTo>
                      <a:cubicBezTo>
                        <a:pt x="244" y="14"/>
                        <a:pt x="230" y="0"/>
                        <a:pt x="217" y="0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23" name="Freeform 99">
                  <a:extLst>
                    <a:ext uri="{FF2B5EF4-FFF2-40B4-BE49-F238E27FC236}">
                      <a16:creationId xmlns:a16="http://schemas.microsoft.com/office/drawing/2014/main" id="{3A25DA76-C3FE-C76A-083B-0235CDD6D5D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085300" y="2965450"/>
                  <a:ext cx="131763" cy="28575"/>
                </a:xfrm>
                <a:custGeom>
                  <a:avLst/>
                  <a:gdLst>
                    <a:gd name="T0" fmla="*/ 217 w 244"/>
                    <a:gd name="T1" fmla="*/ 0 h 54"/>
                    <a:gd name="T2" fmla="*/ 0 w 244"/>
                    <a:gd name="T3" fmla="*/ 0 h 54"/>
                    <a:gd name="T4" fmla="*/ 0 w 244"/>
                    <a:gd name="T5" fmla="*/ 54 h 54"/>
                    <a:gd name="T6" fmla="*/ 217 w 244"/>
                    <a:gd name="T7" fmla="*/ 54 h 54"/>
                    <a:gd name="T8" fmla="*/ 244 w 244"/>
                    <a:gd name="T9" fmla="*/ 27 h 54"/>
                    <a:gd name="T10" fmla="*/ 217 w 244"/>
                    <a:gd name="T11" fmla="*/ 0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44" h="54">
                      <a:moveTo>
                        <a:pt x="217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4"/>
                        <a:pt x="0" y="54"/>
                        <a:pt x="0" y="54"/>
                      </a:cubicBezTo>
                      <a:cubicBezTo>
                        <a:pt x="217" y="54"/>
                        <a:pt x="217" y="54"/>
                        <a:pt x="217" y="54"/>
                      </a:cubicBezTo>
                      <a:cubicBezTo>
                        <a:pt x="230" y="54"/>
                        <a:pt x="244" y="47"/>
                        <a:pt x="244" y="27"/>
                      </a:cubicBezTo>
                      <a:cubicBezTo>
                        <a:pt x="244" y="13"/>
                        <a:pt x="230" y="0"/>
                        <a:pt x="217" y="0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24" name="Freeform 100">
                  <a:extLst>
                    <a:ext uri="{FF2B5EF4-FFF2-40B4-BE49-F238E27FC236}">
                      <a16:creationId xmlns:a16="http://schemas.microsoft.com/office/drawing/2014/main" id="{ADCA3EE5-3C1C-1673-A820-59DE886C373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240750" y="2620963"/>
                  <a:ext cx="131763" cy="30163"/>
                </a:xfrm>
                <a:custGeom>
                  <a:avLst/>
                  <a:gdLst>
                    <a:gd name="T0" fmla="*/ 0 w 243"/>
                    <a:gd name="T1" fmla="*/ 28 h 55"/>
                    <a:gd name="T2" fmla="*/ 27 w 243"/>
                    <a:gd name="T3" fmla="*/ 55 h 55"/>
                    <a:gd name="T4" fmla="*/ 243 w 243"/>
                    <a:gd name="T5" fmla="*/ 55 h 55"/>
                    <a:gd name="T6" fmla="*/ 243 w 243"/>
                    <a:gd name="T7" fmla="*/ 0 h 55"/>
                    <a:gd name="T8" fmla="*/ 27 w 243"/>
                    <a:gd name="T9" fmla="*/ 0 h 55"/>
                    <a:gd name="T10" fmla="*/ 0 w 243"/>
                    <a:gd name="T11" fmla="*/ 28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43" h="55">
                      <a:moveTo>
                        <a:pt x="0" y="28"/>
                      </a:moveTo>
                      <a:cubicBezTo>
                        <a:pt x="0" y="41"/>
                        <a:pt x="14" y="55"/>
                        <a:pt x="27" y="55"/>
                      </a:cubicBezTo>
                      <a:cubicBezTo>
                        <a:pt x="243" y="55"/>
                        <a:pt x="243" y="55"/>
                        <a:pt x="243" y="55"/>
                      </a:cubicBezTo>
                      <a:cubicBezTo>
                        <a:pt x="243" y="0"/>
                        <a:pt x="243" y="0"/>
                        <a:pt x="243" y="0"/>
                      </a:cubicBezTo>
                      <a:cubicBezTo>
                        <a:pt x="27" y="0"/>
                        <a:pt x="27" y="0"/>
                        <a:pt x="27" y="0"/>
                      </a:cubicBezTo>
                      <a:cubicBezTo>
                        <a:pt x="14" y="0"/>
                        <a:pt x="0" y="14"/>
                        <a:pt x="0" y="28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25" name="Freeform 101">
                  <a:extLst>
                    <a:ext uri="{FF2B5EF4-FFF2-40B4-BE49-F238E27FC236}">
                      <a16:creationId xmlns:a16="http://schemas.microsoft.com/office/drawing/2014/main" id="{DC3E20AC-9ACF-6D6E-8A46-78E66794967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240750" y="2733675"/>
                  <a:ext cx="131763" cy="30163"/>
                </a:xfrm>
                <a:custGeom>
                  <a:avLst/>
                  <a:gdLst>
                    <a:gd name="T0" fmla="*/ 0 w 243"/>
                    <a:gd name="T1" fmla="*/ 27 h 54"/>
                    <a:gd name="T2" fmla="*/ 27 w 243"/>
                    <a:gd name="T3" fmla="*/ 54 h 54"/>
                    <a:gd name="T4" fmla="*/ 243 w 243"/>
                    <a:gd name="T5" fmla="*/ 54 h 54"/>
                    <a:gd name="T6" fmla="*/ 243 w 243"/>
                    <a:gd name="T7" fmla="*/ 0 h 54"/>
                    <a:gd name="T8" fmla="*/ 27 w 243"/>
                    <a:gd name="T9" fmla="*/ 0 h 54"/>
                    <a:gd name="T10" fmla="*/ 0 w 243"/>
                    <a:gd name="T11" fmla="*/ 27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43" h="54">
                      <a:moveTo>
                        <a:pt x="0" y="27"/>
                      </a:moveTo>
                      <a:cubicBezTo>
                        <a:pt x="0" y="47"/>
                        <a:pt x="14" y="54"/>
                        <a:pt x="27" y="54"/>
                      </a:cubicBezTo>
                      <a:cubicBezTo>
                        <a:pt x="243" y="54"/>
                        <a:pt x="243" y="54"/>
                        <a:pt x="243" y="54"/>
                      </a:cubicBezTo>
                      <a:cubicBezTo>
                        <a:pt x="243" y="0"/>
                        <a:pt x="243" y="0"/>
                        <a:pt x="243" y="0"/>
                      </a:cubicBezTo>
                      <a:cubicBezTo>
                        <a:pt x="27" y="0"/>
                        <a:pt x="27" y="0"/>
                        <a:pt x="27" y="0"/>
                      </a:cubicBezTo>
                      <a:cubicBezTo>
                        <a:pt x="14" y="0"/>
                        <a:pt x="0" y="13"/>
                        <a:pt x="0" y="27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26" name="Freeform 102">
                  <a:extLst>
                    <a:ext uri="{FF2B5EF4-FFF2-40B4-BE49-F238E27FC236}">
                      <a16:creationId xmlns:a16="http://schemas.microsoft.com/office/drawing/2014/main" id="{139627A7-30D2-19C3-525A-7D1D27EE2BF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240750" y="2851150"/>
                  <a:ext cx="131763" cy="30163"/>
                </a:xfrm>
                <a:custGeom>
                  <a:avLst/>
                  <a:gdLst>
                    <a:gd name="T0" fmla="*/ 0 w 243"/>
                    <a:gd name="T1" fmla="*/ 27 h 54"/>
                    <a:gd name="T2" fmla="*/ 27 w 243"/>
                    <a:gd name="T3" fmla="*/ 54 h 54"/>
                    <a:gd name="T4" fmla="*/ 243 w 243"/>
                    <a:gd name="T5" fmla="*/ 54 h 54"/>
                    <a:gd name="T6" fmla="*/ 243 w 243"/>
                    <a:gd name="T7" fmla="*/ 0 h 54"/>
                    <a:gd name="T8" fmla="*/ 27 w 243"/>
                    <a:gd name="T9" fmla="*/ 0 h 54"/>
                    <a:gd name="T10" fmla="*/ 0 w 243"/>
                    <a:gd name="T11" fmla="*/ 27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43" h="54">
                      <a:moveTo>
                        <a:pt x="0" y="27"/>
                      </a:moveTo>
                      <a:cubicBezTo>
                        <a:pt x="0" y="41"/>
                        <a:pt x="14" y="54"/>
                        <a:pt x="27" y="54"/>
                      </a:cubicBezTo>
                      <a:cubicBezTo>
                        <a:pt x="243" y="54"/>
                        <a:pt x="243" y="54"/>
                        <a:pt x="243" y="54"/>
                      </a:cubicBezTo>
                      <a:cubicBezTo>
                        <a:pt x="243" y="0"/>
                        <a:pt x="243" y="0"/>
                        <a:pt x="243" y="0"/>
                      </a:cubicBezTo>
                      <a:cubicBezTo>
                        <a:pt x="27" y="0"/>
                        <a:pt x="27" y="0"/>
                        <a:pt x="27" y="0"/>
                      </a:cubicBezTo>
                      <a:cubicBezTo>
                        <a:pt x="14" y="0"/>
                        <a:pt x="0" y="14"/>
                        <a:pt x="0" y="27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27" name="Freeform 103">
                  <a:extLst>
                    <a:ext uri="{FF2B5EF4-FFF2-40B4-BE49-F238E27FC236}">
                      <a16:creationId xmlns:a16="http://schemas.microsoft.com/office/drawing/2014/main" id="{EFE6008C-6CB9-0FD5-A9AA-CC5F30A4D5E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240750" y="2965450"/>
                  <a:ext cx="131763" cy="28575"/>
                </a:xfrm>
                <a:custGeom>
                  <a:avLst/>
                  <a:gdLst>
                    <a:gd name="T0" fmla="*/ 0 w 243"/>
                    <a:gd name="T1" fmla="*/ 27 h 54"/>
                    <a:gd name="T2" fmla="*/ 27 w 243"/>
                    <a:gd name="T3" fmla="*/ 54 h 54"/>
                    <a:gd name="T4" fmla="*/ 243 w 243"/>
                    <a:gd name="T5" fmla="*/ 54 h 54"/>
                    <a:gd name="T6" fmla="*/ 243 w 243"/>
                    <a:gd name="T7" fmla="*/ 0 h 54"/>
                    <a:gd name="T8" fmla="*/ 27 w 243"/>
                    <a:gd name="T9" fmla="*/ 0 h 54"/>
                    <a:gd name="T10" fmla="*/ 0 w 243"/>
                    <a:gd name="T11" fmla="*/ 27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43" h="54">
                      <a:moveTo>
                        <a:pt x="0" y="27"/>
                      </a:moveTo>
                      <a:cubicBezTo>
                        <a:pt x="0" y="47"/>
                        <a:pt x="14" y="54"/>
                        <a:pt x="27" y="54"/>
                      </a:cubicBezTo>
                      <a:cubicBezTo>
                        <a:pt x="243" y="54"/>
                        <a:pt x="243" y="54"/>
                        <a:pt x="243" y="54"/>
                      </a:cubicBezTo>
                      <a:cubicBezTo>
                        <a:pt x="243" y="0"/>
                        <a:pt x="243" y="0"/>
                        <a:pt x="243" y="0"/>
                      </a:cubicBezTo>
                      <a:cubicBezTo>
                        <a:pt x="27" y="0"/>
                        <a:pt x="27" y="0"/>
                        <a:pt x="27" y="0"/>
                      </a:cubicBezTo>
                      <a:cubicBezTo>
                        <a:pt x="14" y="0"/>
                        <a:pt x="0" y="13"/>
                        <a:pt x="0" y="27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28" name="Freeform 104">
                  <a:extLst>
                    <a:ext uri="{FF2B5EF4-FFF2-40B4-BE49-F238E27FC236}">
                      <a16:creationId xmlns:a16="http://schemas.microsoft.com/office/drawing/2014/main" id="{5E433551-B42F-E9D0-CBA2-6B5BF648766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540788" y="2320925"/>
                  <a:ext cx="28575" cy="128588"/>
                </a:xfrm>
                <a:custGeom>
                  <a:avLst/>
                  <a:gdLst>
                    <a:gd name="T0" fmla="*/ 54 w 54"/>
                    <a:gd name="T1" fmla="*/ 27 h 237"/>
                    <a:gd name="T2" fmla="*/ 27 w 54"/>
                    <a:gd name="T3" fmla="*/ 0 h 237"/>
                    <a:gd name="T4" fmla="*/ 0 w 54"/>
                    <a:gd name="T5" fmla="*/ 27 h 237"/>
                    <a:gd name="T6" fmla="*/ 0 w 54"/>
                    <a:gd name="T7" fmla="*/ 237 h 237"/>
                    <a:gd name="T8" fmla="*/ 54 w 54"/>
                    <a:gd name="T9" fmla="*/ 237 h 237"/>
                    <a:gd name="T10" fmla="*/ 54 w 54"/>
                    <a:gd name="T11" fmla="*/ 27 h 237"/>
                    <a:gd name="T12" fmla="*/ 54 w 54"/>
                    <a:gd name="T13" fmla="*/ 27 h 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4" h="237">
                      <a:moveTo>
                        <a:pt x="54" y="27"/>
                      </a:moveTo>
                      <a:cubicBezTo>
                        <a:pt x="54" y="14"/>
                        <a:pt x="40" y="0"/>
                        <a:pt x="27" y="0"/>
                      </a:cubicBezTo>
                      <a:cubicBezTo>
                        <a:pt x="13" y="0"/>
                        <a:pt x="0" y="14"/>
                        <a:pt x="0" y="27"/>
                      </a:cubicBezTo>
                      <a:cubicBezTo>
                        <a:pt x="0" y="237"/>
                        <a:pt x="0" y="237"/>
                        <a:pt x="0" y="237"/>
                      </a:cubicBezTo>
                      <a:cubicBezTo>
                        <a:pt x="54" y="237"/>
                        <a:pt x="54" y="237"/>
                        <a:pt x="54" y="237"/>
                      </a:cubicBezTo>
                      <a:cubicBezTo>
                        <a:pt x="54" y="27"/>
                        <a:pt x="54" y="27"/>
                        <a:pt x="54" y="27"/>
                      </a:cubicBezTo>
                      <a:cubicBezTo>
                        <a:pt x="54" y="27"/>
                        <a:pt x="54" y="27"/>
                        <a:pt x="54" y="27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30" name="Freeform 105">
                  <a:extLst>
                    <a:ext uri="{FF2B5EF4-FFF2-40B4-BE49-F238E27FC236}">
                      <a16:creationId xmlns:a16="http://schemas.microsoft.com/office/drawing/2014/main" id="{666443E2-4DF4-EB6B-88FE-42054EAA1A8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658263" y="2320925"/>
                  <a:ext cx="28575" cy="128588"/>
                </a:xfrm>
                <a:custGeom>
                  <a:avLst/>
                  <a:gdLst>
                    <a:gd name="T0" fmla="*/ 54 w 54"/>
                    <a:gd name="T1" fmla="*/ 27 h 237"/>
                    <a:gd name="T2" fmla="*/ 27 w 54"/>
                    <a:gd name="T3" fmla="*/ 0 h 237"/>
                    <a:gd name="T4" fmla="*/ 0 w 54"/>
                    <a:gd name="T5" fmla="*/ 27 h 237"/>
                    <a:gd name="T6" fmla="*/ 0 w 54"/>
                    <a:gd name="T7" fmla="*/ 237 h 237"/>
                    <a:gd name="T8" fmla="*/ 54 w 54"/>
                    <a:gd name="T9" fmla="*/ 237 h 237"/>
                    <a:gd name="T10" fmla="*/ 54 w 54"/>
                    <a:gd name="T11" fmla="*/ 27 h 237"/>
                    <a:gd name="T12" fmla="*/ 54 w 54"/>
                    <a:gd name="T13" fmla="*/ 27 h 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4" h="237">
                      <a:moveTo>
                        <a:pt x="54" y="27"/>
                      </a:moveTo>
                      <a:cubicBezTo>
                        <a:pt x="54" y="14"/>
                        <a:pt x="40" y="0"/>
                        <a:pt x="27" y="0"/>
                      </a:cubicBezTo>
                      <a:cubicBezTo>
                        <a:pt x="13" y="0"/>
                        <a:pt x="0" y="14"/>
                        <a:pt x="0" y="27"/>
                      </a:cubicBezTo>
                      <a:cubicBezTo>
                        <a:pt x="0" y="237"/>
                        <a:pt x="0" y="237"/>
                        <a:pt x="0" y="237"/>
                      </a:cubicBezTo>
                      <a:cubicBezTo>
                        <a:pt x="54" y="237"/>
                        <a:pt x="54" y="237"/>
                        <a:pt x="54" y="237"/>
                      </a:cubicBezTo>
                      <a:cubicBezTo>
                        <a:pt x="54" y="27"/>
                        <a:pt x="54" y="27"/>
                        <a:pt x="54" y="27"/>
                      </a:cubicBezTo>
                      <a:cubicBezTo>
                        <a:pt x="54" y="27"/>
                        <a:pt x="54" y="27"/>
                        <a:pt x="54" y="27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31" name="Freeform 106">
                  <a:extLst>
                    <a:ext uri="{FF2B5EF4-FFF2-40B4-BE49-F238E27FC236}">
                      <a16:creationId xmlns:a16="http://schemas.microsoft.com/office/drawing/2014/main" id="{AD95D16E-8423-C6A1-CE79-104362909D6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770975" y="2320925"/>
                  <a:ext cx="30163" cy="128588"/>
                </a:xfrm>
                <a:custGeom>
                  <a:avLst/>
                  <a:gdLst>
                    <a:gd name="T0" fmla="*/ 54 w 54"/>
                    <a:gd name="T1" fmla="*/ 27 h 237"/>
                    <a:gd name="T2" fmla="*/ 27 w 54"/>
                    <a:gd name="T3" fmla="*/ 0 h 237"/>
                    <a:gd name="T4" fmla="*/ 0 w 54"/>
                    <a:gd name="T5" fmla="*/ 27 h 237"/>
                    <a:gd name="T6" fmla="*/ 0 w 54"/>
                    <a:gd name="T7" fmla="*/ 237 h 237"/>
                    <a:gd name="T8" fmla="*/ 54 w 54"/>
                    <a:gd name="T9" fmla="*/ 237 h 237"/>
                    <a:gd name="T10" fmla="*/ 54 w 54"/>
                    <a:gd name="T11" fmla="*/ 27 h 237"/>
                    <a:gd name="T12" fmla="*/ 54 w 54"/>
                    <a:gd name="T13" fmla="*/ 27 h 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4" h="237">
                      <a:moveTo>
                        <a:pt x="54" y="27"/>
                      </a:moveTo>
                      <a:cubicBezTo>
                        <a:pt x="54" y="14"/>
                        <a:pt x="40" y="0"/>
                        <a:pt x="27" y="0"/>
                      </a:cubicBezTo>
                      <a:cubicBezTo>
                        <a:pt x="13" y="0"/>
                        <a:pt x="0" y="14"/>
                        <a:pt x="0" y="27"/>
                      </a:cubicBezTo>
                      <a:cubicBezTo>
                        <a:pt x="0" y="237"/>
                        <a:pt x="0" y="237"/>
                        <a:pt x="0" y="237"/>
                      </a:cubicBezTo>
                      <a:cubicBezTo>
                        <a:pt x="54" y="237"/>
                        <a:pt x="54" y="237"/>
                        <a:pt x="54" y="237"/>
                      </a:cubicBezTo>
                      <a:cubicBezTo>
                        <a:pt x="54" y="27"/>
                        <a:pt x="54" y="27"/>
                        <a:pt x="54" y="27"/>
                      </a:cubicBezTo>
                      <a:cubicBezTo>
                        <a:pt x="54" y="27"/>
                        <a:pt x="54" y="27"/>
                        <a:pt x="54" y="27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32" name="Freeform 107">
                  <a:extLst>
                    <a:ext uri="{FF2B5EF4-FFF2-40B4-BE49-F238E27FC236}">
                      <a16:creationId xmlns:a16="http://schemas.microsoft.com/office/drawing/2014/main" id="{1829BC1A-4800-F330-B9F0-16123F5573C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86863" y="2320925"/>
                  <a:ext cx="30163" cy="128588"/>
                </a:xfrm>
                <a:custGeom>
                  <a:avLst/>
                  <a:gdLst>
                    <a:gd name="T0" fmla="*/ 54 w 54"/>
                    <a:gd name="T1" fmla="*/ 27 h 237"/>
                    <a:gd name="T2" fmla="*/ 27 w 54"/>
                    <a:gd name="T3" fmla="*/ 0 h 237"/>
                    <a:gd name="T4" fmla="*/ 0 w 54"/>
                    <a:gd name="T5" fmla="*/ 27 h 237"/>
                    <a:gd name="T6" fmla="*/ 0 w 54"/>
                    <a:gd name="T7" fmla="*/ 237 h 237"/>
                    <a:gd name="T8" fmla="*/ 54 w 54"/>
                    <a:gd name="T9" fmla="*/ 237 h 237"/>
                    <a:gd name="T10" fmla="*/ 54 w 54"/>
                    <a:gd name="T11" fmla="*/ 27 h 237"/>
                    <a:gd name="T12" fmla="*/ 54 w 54"/>
                    <a:gd name="T13" fmla="*/ 27 h 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4" h="237">
                      <a:moveTo>
                        <a:pt x="54" y="27"/>
                      </a:moveTo>
                      <a:cubicBezTo>
                        <a:pt x="54" y="14"/>
                        <a:pt x="40" y="0"/>
                        <a:pt x="27" y="0"/>
                      </a:cubicBezTo>
                      <a:cubicBezTo>
                        <a:pt x="13" y="0"/>
                        <a:pt x="0" y="14"/>
                        <a:pt x="0" y="27"/>
                      </a:cubicBezTo>
                      <a:cubicBezTo>
                        <a:pt x="0" y="237"/>
                        <a:pt x="0" y="237"/>
                        <a:pt x="0" y="237"/>
                      </a:cubicBezTo>
                      <a:cubicBezTo>
                        <a:pt x="54" y="237"/>
                        <a:pt x="54" y="237"/>
                        <a:pt x="54" y="237"/>
                      </a:cubicBezTo>
                      <a:cubicBezTo>
                        <a:pt x="54" y="27"/>
                        <a:pt x="54" y="27"/>
                        <a:pt x="54" y="27"/>
                      </a:cubicBezTo>
                      <a:cubicBezTo>
                        <a:pt x="54" y="27"/>
                        <a:pt x="54" y="27"/>
                        <a:pt x="54" y="27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33" name="Freeform 108">
                  <a:extLst>
                    <a:ext uri="{FF2B5EF4-FFF2-40B4-BE49-F238E27FC236}">
                      <a16:creationId xmlns:a16="http://schemas.microsoft.com/office/drawing/2014/main" id="{701DBB86-DB4B-866C-3C91-3998586C642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540788" y="3165475"/>
                  <a:ext cx="28575" cy="128588"/>
                </a:xfrm>
                <a:custGeom>
                  <a:avLst/>
                  <a:gdLst>
                    <a:gd name="T0" fmla="*/ 0 w 54"/>
                    <a:gd name="T1" fmla="*/ 211 h 238"/>
                    <a:gd name="T2" fmla="*/ 27 w 54"/>
                    <a:gd name="T3" fmla="*/ 238 h 238"/>
                    <a:gd name="T4" fmla="*/ 54 w 54"/>
                    <a:gd name="T5" fmla="*/ 211 h 238"/>
                    <a:gd name="T6" fmla="*/ 54 w 54"/>
                    <a:gd name="T7" fmla="*/ 0 h 238"/>
                    <a:gd name="T8" fmla="*/ 0 w 54"/>
                    <a:gd name="T9" fmla="*/ 0 h 238"/>
                    <a:gd name="T10" fmla="*/ 0 w 54"/>
                    <a:gd name="T11" fmla="*/ 211 h 238"/>
                    <a:gd name="T12" fmla="*/ 0 w 54"/>
                    <a:gd name="T13" fmla="*/ 211 h 2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4" h="238">
                      <a:moveTo>
                        <a:pt x="0" y="211"/>
                      </a:moveTo>
                      <a:cubicBezTo>
                        <a:pt x="0" y="231"/>
                        <a:pt x="13" y="238"/>
                        <a:pt x="27" y="238"/>
                      </a:cubicBezTo>
                      <a:cubicBezTo>
                        <a:pt x="40" y="238"/>
                        <a:pt x="54" y="231"/>
                        <a:pt x="54" y="211"/>
                      </a:cubicBezTo>
                      <a:cubicBezTo>
                        <a:pt x="54" y="0"/>
                        <a:pt x="54" y="0"/>
                        <a:pt x="54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211"/>
                        <a:pt x="0" y="211"/>
                        <a:pt x="0" y="211"/>
                      </a:cubicBezTo>
                      <a:cubicBezTo>
                        <a:pt x="0" y="211"/>
                        <a:pt x="0" y="211"/>
                        <a:pt x="0" y="211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34" name="Freeform 109">
                  <a:extLst>
                    <a:ext uri="{FF2B5EF4-FFF2-40B4-BE49-F238E27FC236}">
                      <a16:creationId xmlns:a16="http://schemas.microsoft.com/office/drawing/2014/main" id="{311E4412-8105-7CFE-BF49-31A529DB5A7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658263" y="3165475"/>
                  <a:ext cx="28575" cy="128588"/>
                </a:xfrm>
                <a:custGeom>
                  <a:avLst/>
                  <a:gdLst>
                    <a:gd name="T0" fmla="*/ 0 w 54"/>
                    <a:gd name="T1" fmla="*/ 211 h 238"/>
                    <a:gd name="T2" fmla="*/ 27 w 54"/>
                    <a:gd name="T3" fmla="*/ 238 h 238"/>
                    <a:gd name="T4" fmla="*/ 54 w 54"/>
                    <a:gd name="T5" fmla="*/ 211 h 238"/>
                    <a:gd name="T6" fmla="*/ 54 w 54"/>
                    <a:gd name="T7" fmla="*/ 0 h 238"/>
                    <a:gd name="T8" fmla="*/ 0 w 54"/>
                    <a:gd name="T9" fmla="*/ 0 h 238"/>
                    <a:gd name="T10" fmla="*/ 0 w 54"/>
                    <a:gd name="T11" fmla="*/ 211 h 238"/>
                    <a:gd name="T12" fmla="*/ 0 w 54"/>
                    <a:gd name="T13" fmla="*/ 211 h 2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4" h="238">
                      <a:moveTo>
                        <a:pt x="0" y="211"/>
                      </a:moveTo>
                      <a:cubicBezTo>
                        <a:pt x="0" y="231"/>
                        <a:pt x="13" y="238"/>
                        <a:pt x="27" y="238"/>
                      </a:cubicBezTo>
                      <a:cubicBezTo>
                        <a:pt x="40" y="238"/>
                        <a:pt x="54" y="231"/>
                        <a:pt x="54" y="211"/>
                      </a:cubicBezTo>
                      <a:cubicBezTo>
                        <a:pt x="54" y="0"/>
                        <a:pt x="54" y="0"/>
                        <a:pt x="54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211"/>
                        <a:pt x="0" y="211"/>
                        <a:pt x="0" y="211"/>
                      </a:cubicBezTo>
                      <a:cubicBezTo>
                        <a:pt x="0" y="211"/>
                        <a:pt x="0" y="211"/>
                        <a:pt x="0" y="211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35" name="Freeform 110">
                  <a:extLst>
                    <a:ext uri="{FF2B5EF4-FFF2-40B4-BE49-F238E27FC236}">
                      <a16:creationId xmlns:a16="http://schemas.microsoft.com/office/drawing/2014/main" id="{970656CD-F10D-D288-F174-E1C0F814FD8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770975" y="3165475"/>
                  <a:ext cx="30163" cy="128588"/>
                </a:xfrm>
                <a:custGeom>
                  <a:avLst/>
                  <a:gdLst>
                    <a:gd name="T0" fmla="*/ 0 w 54"/>
                    <a:gd name="T1" fmla="*/ 211 h 238"/>
                    <a:gd name="T2" fmla="*/ 27 w 54"/>
                    <a:gd name="T3" fmla="*/ 238 h 238"/>
                    <a:gd name="T4" fmla="*/ 54 w 54"/>
                    <a:gd name="T5" fmla="*/ 211 h 238"/>
                    <a:gd name="T6" fmla="*/ 54 w 54"/>
                    <a:gd name="T7" fmla="*/ 0 h 238"/>
                    <a:gd name="T8" fmla="*/ 0 w 54"/>
                    <a:gd name="T9" fmla="*/ 0 h 238"/>
                    <a:gd name="T10" fmla="*/ 0 w 54"/>
                    <a:gd name="T11" fmla="*/ 211 h 238"/>
                    <a:gd name="T12" fmla="*/ 0 w 54"/>
                    <a:gd name="T13" fmla="*/ 211 h 2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4" h="238">
                      <a:moveTo>
                        <a:pt x="0" y="211"/>
                      </a:moveTo>
                      <a:cubicBezTo>
                        <a:pt x="0" y="231"/>
                        <a:pt x="13" y="238"/>
                        <a:pt x="27" y="238"/>
                      </a:cubicBezTo>
                      <a:cubicBezTo>
                        <a:pt x="40" y="238"/>
                        <a:pt x="54" y="231"/>
                        <a:pt x="54" y="211"/>
                      </a:cubicBezTo>
                      <a:cubicBezTo>
                        <a:pt x="54" y="0"/>
                        <a:pt x="54" y="0"/>
                        <a:pt x="54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211"/>
                        <a:pt x="0" y="211"/>
                        <a:pt x="0" y="211"/>
                      </a:cubicBezTo>
                      <a:cubicBezTo>
                        <a:pt x="0" y="211"/>
                        <a:pt x="0" y="211"/>
                        <a:pt x="0" y="211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36" name="Freeform 111">
                  <a:extLst>
                    <a:ext uri="{FF2B5EF4-FFF2-40B4-BE49-F238E27FC236}">
                      <a16:creationId xmlns:a16="http://schemas.microsoft.com/office/drawing/2014/main" id="{5395DC2B-0ACF-6B6D-4FF9-6D93DCAA07A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86863" y="3165475"/>
                  <a:ext cx="30163" cy="128588"/>
                </a:xfrm>
                <a:custGeom>
                  <a:avLst/>
                  <a:gdLst>
                    <a:gd name="T0" fmla="*/ 0 w 54"/>
                    <a:gd name="T1" fmla="*/ 211 h 238"/>
                    <a:gd name="T2" fmla="*/ 27 w 54"/>
                    <a:gd name="T3" fmla="*/ 238 h 238"/>
                    <a:gd name="T4" fmla="*/ 54 w 54"/>
                    <a:gd name="T5" fmla="*/ 211 h 238"/>
                    <a:gd name="T6" fmla="*/ 54 w 54"/>
                    <a:gd name="T7" fmla="*/ 0 h 238"/>
                    <a:gd name="T8" fmla="*/ 0 w 54"/>
                    <a:gd name="T9" fmla="*/ 0 h 238"/>
                    <a:gd name="T10" fmla="*/ 0 w 54"/>
                    <a:gd name="T11" fmla="*/ 211 h 238"/>
                    <a:gd name="T12" fmla="*/ 0 w 54"/>
                    <a:gd name="T13" fmla="*/ 211 h 2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4" h="238">
                      <a:moveTo>
                        <a:pt x="0" y="211"/>
                      </a:moveTo>
                      <a:cubicBezTo>
                        <a:pt x="0" y="231"/>
                        <a:pt x="13" y="238"/>
                        <a:pt x="27" y="238"/>
                      </a:cubicBezTo>
                      <a:cubicBezTo>
                        <a:pt x="40" y="238"/>
                        <a:pt x="54" y="231"/>
                        <a:pt x="54" y="211"/>
                      </a:cubicBezTo>
                      <a:cubicBezTo>
                        <a:pt x="54" y="0"/>
                        <a:pt x="54" y="0"/>
                        <a:pt x="54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211"/>
                        <a:pt x="0" y="211"/>
                        <a:pt x="0" y="211"/>
                      </a:cubicBezTo>
                      <a:cubicBezTo>
                        <a:pt x="0" y="211"/>
                        <a:pt x="0" y="211"/>
                        <a:pt x="0" y="211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37" name="Freeform 112">
                  <a:extLst>
                    <a:ext uri="{FF2B5EF4-FFF2-40B4-BE49-F238E27FC236}">
                      <a16:creationId xmlns:a16="http://schemas.microsoft.com/office/drawing/2014/main" id="{653AE20F-76A4-43C6-B2BF-DE26C674B200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1401088" y="2478088"/>
                  <a:ext cx="654050" cy="658813"/>
                </a:xfrm>
                <a:custGeom>
                  <a:avLst/>
                  <a:gdLst>
                    <a:gd name="T0" fmla="*/ 952 w 1208"/>
                    <a:gd name="T1" fmla="*/ 0 h 1215"/>
                    <a:gd name="T2" fmla="*/ 736 w 1208"/>
                    <a:gd name="T3" fmla="*/ 0 h 1215"/>
                    <a:gd name="T4" fmla="*/ 526 w 1208"/>
                    <a:gd name="T5" fmla="*/ 0 h 1215"/>
                    <a:gd name="T6" fmla="*/ 310 w 1208"/>
                    <a:gd name="T7" fmla="*/ 0 h 1215"/>
                    <a:gd name="T8" fmla="*/ 128 w 1208"/>
                    <a:gd name="T9" fmla="*/ 0 h 1215"/>
                    <a:gd name="T10" fmla="*/ 0 w 1208"/>
                    <a:gd name="T11" fmla="*/ 264 h 1215"/>
                    <a:gd name="T12" fmla="*/ 0 w 1208"/>
                    <a:gd name="T13" fmla="*/ 473 h 1215"/>
                    <a:gd name="T14" fmla="*/ 0 w 1208"/>
                    <a:gd name="T15" fmla="*/ 689 h 1215"/>
                    <a:gd name="T16" fmla="*/ 0 w 1208"/>
                    <a:gd name="T17" fmla="*/ 898 h 1215"/>
                    <a:gd name="T18" fmla="*/ 0 w 1208"/>
                    <a:gd name="T19" fmla="*/ 1087 h 1215"/>
                    <a:gd name="T20" fmla="*/ 256 w 1208"/>
                    <a:gd name="T21" fmla="*/ 1215 h 1215"/>
                    <a:gd name="T22" fmla="*/ 472 w 1208"/>
                    <a:gd name="T23" fmla="*/ 1215 h 1215"/>
                    <a:gd name="T24" fmla="*/ 682 w 1208"/>
                    <a:gd name="T25" fmla="*/ 1215 h 1215"/>
                    <a:gd name="T26" fmla="*/ 898 w 1208"/>
                    <a:gd name="T27" fmla="*/ 1215 h 1215"/>
                    <a:gd name="T28" fmla="*/ 1080 w 1208"/>
                    <a:gd name="T29" fmla="*/ 1215 h 1215"/>
                    <a:gd name="T30" fmla="*/ 1208 w 1208"/>
                    <a:gd name="T31" fmla="*/ 952 h 1215"/>
                    <a:gd name="T32" fmla="*/ 1208 w 1208"/>
                    <a:gd name="T33" fmla="*/ 743 h 1215"/>
                    <a:gd name="T34" fmla="*/ 1208 w 1208"/>
                    <a:gd name="T35" fmla="*/ 527 h 1215"/>
                    <a:gd name="T36" fmla="*/ 1208 w 1208"/>
                    <a:gd name="T37" fmla="*/ 318 h 1215"/>
                    <a:gd name="T38" fmla="*/ 1208 w 1208"/>
                    <a:gd name="T39" fmla="*/ 129 h 1215"/>
                    <a:gd name="T40" fmla="*/ 1154 w 1208"/>
                    <a:gd name="T41" fmla="*/ 264 h 1215"/>
                    <a:gd name="T42" fmla="*/ 1154 w 1208"/>
                    <a:gd name="T43" fmla="*/ 473 h 1215"/>
                    <a:gd name="T44" fmla="*/ 1154 w 1208"/>
                    <a:gd name="T45" fmla="*/ 689 h 1215"/>
                    <a:gd name="T46" fmla="*/ 1154 w 1208"/>
                    <a:gd name="T47" fmla="*/ 898 h 1215"/>
                    <a:gd name="T48" fmla="*/ 1154 w 1208"/>
                    <a:gd name="T49" fmla="*/ 1087 h 1215"/>
                    <a:gd name="T50" fmla="*/ 952 w 1208"/>
                    <a:gd name="T51" fmla="*/ 1161 h 1215"/>
                    <a:gd name="T52" fmla="*/ 736 w 1208"/>
                    <a:gd name="T53" fmla="*/ 1161 h 1215"/>
                    <a:gd name="T54" fmla="*/ 526 w 1208"/>
                    <a:gd name="T55" fmla="*/ 1161 h 1215"/>
                    <a:gd name="T56" fmla="*/ 310 w 1208"/>
                    <a:gd name="T57" fmla="*/ 1161 h 1215"/>
                    <a:gd name="T58" fmla="*/ 128 w 1208"/>
                    <a:gd name="T59" fmla="*/ 1161 h 1215"/>
                    <a:gd name="T60" fmla="*/ 54 w 1208"/>
                    <a:gd name="T61" fmla="*/ 952 h 1215"/>
                    <a:gd name="T62" fmla="*/ 54 w 1208"/>
                    <a:gd name="T63" fmla="*/ 743 h 1215"/>
                    <a:gd name="T64" fmla="*/ 54 w 1208"/>
                    <a:gd name="T65" fmla="*/ 527 h 1215"/>
                    <a:gd name="T66" fmla="*/ 54 w 1208"/>
                    <a:gd name="T67" fmla="*/ 318 h 1215"/>
                    <a:gd name="T68" fmla="*/ 54 w 1208"/>
                    <a:gd name="T69" fmla="*/ 129 h 1215"/>
                    <a:gd name="T70" fmla="*/ 256 w 1208"/>
                    <a:gd name="T71" fmla="*/ 54 h 1215"/>
                    <a:gd name="T72" fmla="*/ 472 w 1208"/>
                    <a:gd name="T73" fmla="*/ 54 h 1215"/>
                    <a:gd name="T74" fmla="*/ 682 w 1208"/>
                    <a:gd name="T75" fmla="*/ 54 h 1215"/>
                    <a:gd name="T76" fmla="*/ 898 w 1208"/>
                    <a:gd name="T77" fmla="*/ 54 h 1215"/>
                    <a:gd name="T78" fmla="*/ 1080 w 1208"/>
                    <a:gd name="T79" fmla="*/ 54 h 1215"/>
                    <a:gd name="T80" fmla="*/ 1154 w 1208"/>
                    <a:gd name="T81" fmla="*/ 264 h 12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1208" h="1215">
                      <a:moveTo>
                        <a:pt x="1080" y="0"/>
                      </a:moveTo>
                      <a:cubicBezTo>
                        <a:pt x="952" y="0"/>
                        <a:pt x="952" y="0"/>
                        <a:pt x="952" y="0"/>
                      </a:cubicBezTo>
                      <a:cubicBezTo>
                        <a:pt x="898" y="0"/>
                        <a:pt x="898" y="0"/>
                        <a:pt x="898" y="0"/>
                      </a:cubicBezTo>
                      <a:cubicBezTo>
                        <a:pt x="736" y="0"/>
                        <a:pt x="736" y="0"/>
                        <a:pt x="736" y="0"/>
                      </a:cubicBezTo>
                      <a:cubicBezTo>
                        <a:pt x="682" y="0"/>
                        <a:pt x="682" y="0"/>
                        <a:pt x="682" y="0"/>
                      </a:cubicBezTo>
                      <a:cubicBezTo>
                        <a:pt x="526" y="0"/>
                        <a:pt x="526" y="0"/>
                        <a:pt x="526" y="0"/>
                      </a:cubicBezTo>
                      <a:cubicBezTo>
                        <a:pt x="472" y="0"/>
                        <a:pt x="472" y="0"/>
                        <a:pt x="472" y="0"/>
                      </a:cubicBezTo>
                      <a:cubicBezTo>
                        <a:pt x="310" y="0"/>
                        <a:pt x="310" y="0"/>
                        <a:pt x="310" y="0"/>
                      </a:cubicBezTo>
                      <a:cubicBezTo>
                        <a:pt x="256" y="0"/>
                        <a:pt x="256" y="0"/>
                        <a:pt x="256" y="0"/>
                      </a:cubicBezTo>
                      <a:cubicBezTo>
                        <a:pt x="128" y="0"/>
                        <a:pt x="128" y="0"/>
                        <a:pt x="128" y="0"/>
                      </a:cubicBezTo>
                      <a:cubicBezTo>
                        <a:pt x="54" y="0"/>
                        <a:pt x="0" y="61"/>
                        <a:pt x="0" y="129"/>
                      </a:cubicBezTo>
                      <a:cubicBezTo>
                        <a:pt x="0" y="264"/>
                        <a:pt x="0" y="264"/>
                        <a:pt x="0" y="264"/>
                      </a:cubicBezTo>
                      <a:cubicBezTo>
                        <a:pt x="0" y="318"/>
                        <a:pt x="0" y="318"/>
                        <a:pt x="0" y="318"/>
                      </a:cubicBezTo>
                      <a:cubicBezTo>
                        <a:pt x="0" y="473"/>
                        <a:pt x="0" y="473"/>
                        <a:pt x="0" y="473"/>
                      </a:cubicBezTo>
                      <a:cubicBezTo>
                        <a:pt x="0" y="527"/>
                        <a:pt x="0" y="527"/>
                        <a:pt x="0" y="527"/>
                      </a:cubicBezTo>
                      <a:cubicBezTo>
                        <a:pt x="0" y="689"/>
                        <a:pt x="0" y="689"/>
                        <a:pt x="0" y="689"/>
                      </a:cubicBezTo>
                      <a:cubicBezTo>
                        <a:pt x="0" y="743"/>
                        <a:pt x="0" y="743"/>
                        <a:pt x="0" y="743"/>
                      </a:cubicBezTo>
                      <a:cubicBezTo>
                        <a:pt x="0" y="898"/>
                        <a:pt x="0" y="898"/>
                        <a:pt x="0" y="898"/>
                      </a:cubicBezTo>
                      <a:cubicBezTo>
                        <a:pt x="0" y="952"/>
                        <a:pt x="0" y="952"/>
                        <a:pt x="0" y="952"/>
                      </a:cubicBezTo>
                      <a:cubicBezTo>
                        <a:pt x="0" y="1087"/>
                        <a:pt x="0" y="1087"/>
                        <a:pt x="0" y="1087"/>
                      </a:cubicBezTo>
                      <a:cubicBezTo>
                        <a:pt x="0" y="1161"/>
                        <a:pt x="54" y="1215"/>
                        <a:pt x="128" y="1215"/>
                      </a:cubicBezTo>
                      <a:cubicBezTo>
                        <a:pt x="256" y="1215"/>
                        <a:pt x="256" y="1215"/>
                        <a:pt x="256" y="1215"/>
                      </a:cubicBezTo>
                      <a:cubicBezTo>
                        <a:pt x="310" y="1215"/>
                        <a:pt x="310" y="1215"/>
                        <a:pt x="310" y="1215"/>
                      </a:cubicBezTo>
                      <a:cubicBezTo>
                        <a:pt x="472" y="1215"/>
                        <a:pt x="472" y="1215"/>
                        <a:pt x="472" y="1215"/>
                      </a:cubicBezTo>
                      <a:cubicBezTo>
                        <a:pt x="526" y="1215"/>
                        <a:pt x="526" y="1215"/>
                        <a:pt x="526" y="1215"/>
                      </a:cubicBezTo>
                      <a:cubicBezTo>
                        <a:pt x="682" y="1215"/>
                        <a:pt x="682" y="1215"/>
                        <a:pt x="682" y="1215"/>
                      </a:cubicBezTo>
                      <a:cubicBezTo>
                        <a:pt x="736" y="1215"/>
                        <a:pt x="736" y="1215"/>
                        <a:pt x="736" y="1215"/>
                      </a:cubicBezTo>
                      <a:cubicBezTo>
                        <a:pt x="898" y="1215"/>
                        <a:pt x="898" y="1215"/>
                        <a:pt x="898" y="1215"/>
                      </a:cubicBezTo>
                      <a:cubicBezTo>
                        <a:pt x="952" y="1215"/>
                        <a:pt x="952" y="1215"/>
                        <a:pt x="952" y="1215"/>
                      </a:cubicBezTo>
                      <a:cubicBezTo>
                        <a:pt x="1080" y="1215"/>
                        <a:pt x="1080" y="1215"/>
                        <a:pt x="1080" y="1215"/>
                      </a:cubicBezTo>
                      <a:cubicBezTo>
                        <a:pt x="1154" y="1215"/>
                        <a:pt x="1208" y="1161"/>
                        <a:pt x="1208" y="1087"/>
                      </a:cubicBezTo>
                      <a:cubicBezTo>
                        <a:pt x="1208" y="952"/>
                        <a:pt x="1208" y="952"/>
                        <a:pt x="1208" y="952"/>
                      </a:cubicBezTo>
                      <a:cubicBezTo>
                        <a:pt x="1208" y="898"/>
                        <a:pt x="1208" y="898"/>
                        <a:pt x="1208" y="898"/>
                      </a:cubicBezTo>
                      <a:cubicBezTo>
                        <a:pt x="1208" y="743"/>
                        <a:pt x="1208" y="743"/>
                        <a:pt x="1208" y="743"/>
                      </a:cubicBezTo>
                      <a:cubicBezTo>
                        <a:pt x="1208" y="689"/>
                        <a:pt x="1208" y="689"/>
                        <a:pt x="1208" y="689"/>
                      </a:cubicBezTo>
                      <a:cubicBezTo>
                        <a:pt x="1208" y="527"/>
                        <a:pt x="1208" y="527"/>
                        <a:pt x="1208" y="527"/>
                      </a:cubicBezTo>
                      <a:cubicBezTo>
                        <a:pt x="1208" y="473"/>
                        <a:pt x="1208" y="473"/>
                        <a:pt x="1208" y="473"/>
                      </a:cubicBezTo>
                      <a:cubicBezTo>
                        <a:pt x="1208" y="318"/>
                        <a:pt x="1208" y="318"/>
                        <a:pt x="1208" y="318"/>
                      </a:cubicBezTo>
                      <a:cubicBezTo>
                        <a:pt x="1208" y="264"/>
                        <a:pt x="1208" y="264"/>
                        <a:pt x="1208" y="264"/>
                      </a:cubicBezTo>
                      <a:cubicBezTo>
                        <a:pt x="1208" y="129"/>
                        <a:pt x="1208" y="129"/>
                        <a:pt x="1208" y="129"/>
                      </a:cubicBezTo>
                      <a:cubicBezTo>
                        <a:pt x="1208" y="61"/>
                        <a:pt x="1154" y="0"/>
                        <a:pt x="1080" y="0"/>
                      </a:cubicBezTo>
                      <a:close/>
                      <a:moveTo>
                        <a:pt x="1154" y="264"/>
                      </a:moveTo>
                      <a:cubicBezTo>
                        <a:pt x="1154" y="318"/>
                        <a:pt x="1154" y="318"/>
                        <a:pt x="1154" y="318"/>
                      </a:cubicBezTo>
                      <a:cubicBezTo>
                        <a:pt x="1154" y="473"/>
                        <a:pt x="1154" y="473"/>
                        <a:pt x="1154" y="473"/>
                      </a:cubicBezTo>
                      <a:cubicBezTo>
                        <a:pt x="1154" y="527"/>
                        <a:pt x="1154" y="527"/>
                        <a:pt x="1154" y="527"/>
                      </a:cubicBezTo>
                      <a:cubicBezTo>
                        <a:pt x="1154" y="689"/>
                        <a:pt x="1154" y="689"/>
                        <a:pt x="1154" y="689"/>
                      </a:cubicBezTo>
                      <a:cubicBezTo>
                        <a:pt x="1154" y="743"/>
                        <a:pt x="1154" y="743"/>
                        <a:pt x="1154" y="743"/>
                      </a:cubicBezTo>
                      <a:cubicBezTo>
                        <a:pt x="1154" y="898"/>
                        <a:pt x="1154" y="898"/>
                        <a:pt x="1154" y="898"/>
                      </a:cubicBezTo>
                      <a:cubicBezTo>
                        <a:pt x="1154" y="952"/>
                        <a:pt x="1154" y="952"/>
                        <a:pt x="1154" y="952"/>
                      </a:cubicBezTo>
                      <a:cubicBezTo>
                        <a:pt x="1154" y="1087"/>
                        <a:pt x="1154" y="1087"/>
                        <a:pt x="1154" y="1087"/>
                      </a:cubicBezTo>
                      <a:cubicBezTo>
                        <a:pt x="1154" y="1127"/>
                        <a:pt x="1127" y="1161"/>
                        <a:pt x="1080" y="1161"/>
                      </a:cubicBezTo>
                      <a:cubicBezTo>
                        <a:pt x="952" y="1161"/>
                        <a:pt x="952" y="1161"/>
                        <a:pt x="952" y="1161"/>
                      </a:cubicBezTo>
                      <a:cubicBezTo>
                        <a:pt x="898" y="1161"/>
                        <a:pt x="898" y="1161"/>
                        <a:pt x="898" y="1161"/>
                      </a:cubicBezTo>
                      <a:cubicBezTo>
                        <a:pt x="736" y="1161"/>
                        <a:pt x="736" y="1161"/>
                        <a:pt x="736" y="1161"/>
                      </a:cubicBezTo>
                      <a:cubicBezTo>
                        <a:pt x="682" y="1161"/>
                        <a:pt x="682" y="1161"/>
                        <a:pt x="682" y="1161"/>
                      </a:cubicBezTo>
                      <a:cubicBezTo>
                        <a:pt x="526" y="1161"/>
                        <a:pt x="526" y="1161"/>
                        <a:pt x="526" y="1161"/>
                      </a:cubicBezTo>
                      <a:cubicBezTo>
                        <a:pt x="472" y="1161"/>
                        <a:pt x="472" y="1161"/>
                        <a:pt x="472" y="1161"/>
                      </a:cubicBezTo>
                      <a:cubicBezTo>
                        <a:pt x="310" y="1161"/>
                        <a:pt x="310" y="1161"/>
                        <a:pt x="310" y="1161"/>
                      </a:cubicBezTo>
                      <a:cubicBezTo>
                        <a:pt x="256" y="1161"/>
                        <a:pt x="256" y="1161"/>
                        <a:pt x="256" y="1161"/>
                      </a:cubicBezTo>
                      <a:cubicBezTo>
                        <a:pt x="128" y="1161"/>
                        <a:pt x="128" y="1161"/>
                        <a:pt x="128" y="1161"/>
                      </a:cubicBezTo>
                      <a:cubicBezTo>
                        <a:pt x="81" y="1161"/>
                        <a:pt x="54" y="1127"/>
                        <a:pt x="54" y="1087"/>
                      </a:cubicBezTo>
                      <a:cubicBezTo>
                        <a:pt x="54" y="952"/>
                        <a:pt x="54" y="952"/>
                        <a:pt x="54" y="952"/>
                      </a:cubicBezTo>
                      <a:cubicBezTo>
                        <a:pt x="54" y="898"/>
                        <a:pt x="54" y="898"/>
                        <a:pt x="54" y="898"/>
                      </a:cubicBezTo>
                      <a:cubicBezTo>
                        <a:pt x="54" y="743"/>
                        <a:pt x="54" y="743"/>
                        <a:pt x="54" y="743"/>
                      </a:cubicBezTo>
                      <a:cubicBezTo>
                        <a:pt x="54" y="689"/>
                        <a:pt x="54" y="689"/>
                        <a:pt x="54" y="689"/>
                      </a:cubicBezTo>
                      <a:cubicBezTo>
                        <a:pt x="54" y="527"/>
                        <a:pt x="54" y="527"/>
                        <a:pt x="54" y="527"/>
                      </a:cubicBezTo>
                      <a:cubicBezTo>
                        <a:pt x="54" y="473"/>
                        <a:pt x="54" y="473"/>
                        <a:pt x="54" y="473"/>
                      </a:cubicBezTo>
                      <a:cubicBezTo>
                        <a:pt x="54" y="318"/>
                        <a:pt x="54" y="318"/>
                        <a:pt x="54" y="318"/>
                      </a:cubicBezTo>
                      <a:cubicBezTo>
                        <a:pt x="54" y="264"/>
                        <a:pt x="54" y="264"/>
                        <a:pt x="54" y="264"/>
                      </a:cubicBezTo>
                      <a:cubicBezTo>
                        <a:pt x="54" y="129"/>
                        <a:pt x="54" y="129"/>
                        <a:pt x="54" y="129"/>
                      </a:cubicBezTo>
                      <a:cubicBezTo>
                        <a:pt x="54" y="88"/>
                        <a:pt x="81" y="54"/>
                        <a:pt x="128" y="54"/>
                      </a:cubicBezTo>
                      <a:cubicBezTo>
                        <a:pt x="256" y="54"/>
                        <a:pt x="256" y="54"/>
                        <a:pt x="256" y="54"/>
                      </a:cubicBezTo>
                      <a:cubicBezTo>
                        <a:pt x="310" y="54"/>
                        <a:pt x="310" y="54"/>
                        <a:pt x="310" y="54"/>
                      </a:cubicBezTo>
                      <a:cubicBezTo>
                        <a:pt x="472" y="54"/>
                        <a:pt x="472" y="54"/>
                        <a:pt x="472" y="54"/>
                      </a:cubicBezTo>
                      <a:cubicBezTo>
                        <a:pt x="526" y="54"/>
                        <a:pt x="526" y="54"/>
                        <a:pt x="526" y="54"/>
                      </a:cubicBezTo>
                      <a:cubicBezTo>
                        <a:pt x="682" y="54"/>
                        <a:pt x="682" y="54"/>
                        <a:pt x="682" y="54"/>
                      </a:cubicBezTo>
                      <a:cubicBezTo>
                        <a:pt x="736" y="54"/>
                        <a:pt x="736" y="54"/>
                        <a:pt x="736" y="54"/>
                      </a:cubicBezTo>
                      <a:cubicBezTo>
                        <a:pt x="898" y="54"/>
                        <a:pt x="898" y="54"/>
                        <a:pt x="898" y="54"/>
                      </a:cubicBezTo>
                      <a:cubicBezTo>
                        <a:pt x="952" y="54"/>
                        <a:pt x="952" y="54"/>
                        <a:pt x="952" y="54"/>
                      </a:cubicBezTo>
                      <a:cubicBezTo>
                        <a:pt x="1080" y="54"/>
                        <a:pt x="1080" y="54"/>
                        <a:pt x="1080" y="54"/>
                      </a:cubicBezTo>
                      <a:cubicBezTo>
                        <a:pt x="1127" y="54"/>
                        <a:pt x="1154" y="88"/>
                        <a:pt x="1154" y="129"/>
                      </a:cubicBezTo>
                      <a:cubicBezTo>
                        <a:pt x="1154" y="264"/>
                        <a:pt x="1154" y="264"/>
                        <a:pt x="1154" y="264"/>
                      </a:cubicBezTo>
                      <a:cubicBezTo>
                        <a:pt x="1154" y="264"/>
                        <a:pt x="1154" y="264"/>
                        <a:pt x="1154" y="264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</p:grpSp>
          <p:pic>
            <p:nvPicPr>
              <p:cNvPr id="218" name="그림 217">
                <a:extLst>
                  <a:ext uri="{FF2B5EF4-FFF2-40B4-BE49-F238E27FC236}">
                    <a16:creationId xmlns:a16="http://schemas.microsoft.com/office/drawing/2014/main" id="{696C7E1D-3968-E2F8-2050-07DA8E1218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lum bright="100000"/>
              </a:blip>
              <a:stretch>
                <a:fillRect/>
              </a:stretch>
            </p:blipFill>
            <p:spPr>
              <a:xfrm>
                <a:off x="1124483" y="5707212"/>
                <a:ext cx="491143" cy="179999"/>
              </a:xfrm>
              <a:prstGeom prst="rect">
                <a:avLst/>
              </a:prstGeom>
            </p:spPr>
          </p:pic>
        </p:grpSp>
      </p:grpSp>
      <p:grpSp>
        <p:nvGrpSpPr>
          <p:cNvPr id="242" name="그룹 241">
            <a:extLst>
              <a:ext uri="{FF2B5EF4-FFF2-40B4-BE49-F238E27FC236}">
                <a16:creationId xmlns:a16="http://schemas.microsoft.com/office/drawing/2014/main" id="{94C42717-91D9-481C-8104-35B09DBBF118}"/>
              </a:ext>
            </a:extLst>
          </p:cNvPr>
          <p:cNvGrpSpPr>
            <a:grpSpLocks noChangeAspect="1"/>
          </p:cNvGrpSpPr>
          <p:nvPr/>
        </p:nvGrpSpPr>
        <p:grpSpPr>
          <a:xfrm>
            <a:off x="4347146" y="2198798"/>
            <a:ext cx="275933" cy="370838"/>
            <a:chOff x="3493283" y="3693520"/>
            <a:chExt cx="897069" cy="1233786"/>
          </a:xfrm>
        </p:grpSpPr>
        <p:grpSp>
          <p:nvGrpSpPr>
            <p:cNvPr id="243" name="그룹 242">
              <a:extLst>
                <a:ext uri="{FF2B5EF4-FFF2-40B4-BE49-F238E27FC236}">
                  <a16:creationId xmlns:a16="http://schemas.microsoft.com/office/drawing/2014/main" id="{785714CF-E793-8552-9376-060D253DB37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493283" y="3693520"/>
              <a:ext cx="897069" cy="1233786"/>
              <a:chOff x="11921380" y="4267727"/>
              <a:chExt cx="916126" cy="1260000"/>
            </a:xfrm>
          </p:grpSpPr>
          <p:sp>
            <p:nvSpPr>
              <p:cNvPr id="265" name="사각형: 둥근 모서리 800">
                <a:extLst>
                  <a:ext uri="{FF2B5EF4-FFF2-40B4-BE49-F238E27FC236}">
                    <a16:creationId xmlns:a16="http://schemas.microsoft.com/office/drawing/2014/main" id="{D854C36F-5BB0-D3AF-175E-79CC91495688}"/>
                  </a:ext>
                </a:extLst>
              </p:cNvPr>
              <p:cNvSpPr/>
              <p:nvPr/>
            </p:nvSpPr>
            <p:spPr>
              <a:xfrm>
                <a:off x="11923593" y="4271687"/>
                <a:ext cx="911716" cy="1252078"/>
              </a:xfrm>
              <a:prstGeom prst="roundRect">
                <a:avLst>
                  <a:gd name="adj" fmla="val 7097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-30" normalizeH="0" baseline="0" noProof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KoPub돋움체 Bold"/>
                  <a:ea typeface="KoPub돋움체 Medium"/>
                  <a:cs typeface="Arial"/>
                </a:endParaRPr>
              </a:p>
            </p:txBody>
          </p:sp>
          <p:grpSp>
            <p:nvGrpSpPr>
              <p:cNvPr id="266" name="그룹 265">
                <a:extLst>
                  <a:ext uri="{FF2B5EF4-FFF2-40B4-BE49-F238E27FC236}">
                    <a16:creationId xmlns:a16="http://schemas.microsoft.com/office/drawing/2014/main" id="{7E0AB407-9BFF-946C-343D-F14D13EB568B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1921380" y="4267727"/>
                <a:ext cx="916126" cy="1260000"/>
                <a:chOff x="14485933" y="-2571751"/>
                <a:chExt cx="554038" cy="762000"/>
              </a:xfrm>
              <a:solidFill>
                <a:srgbClr val="262626"/>
              </a:solidFill>
            </p:grpSpPr>
            <p:sp>
              <p:nvSpPr>
                <p:cNvPr id="267" name="Freeform 230">
                  <a:extLst>
                    <a:ext uri="{FF2B5EF4-FFF2-40B4-BE49-F238E27FC236}">
                      <a16:creationId xmlns:a16="http://schemas.microsoft.com/office/drawing/2014/main" id="{14B77814-D7DA-8C3F-64DC-EBB6D1780AD6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4485933" y="-2571751"/>
                  <a:ext cx="554038" cy="762000"/>
                </a:xfrm>
                <a:custGeom>
                  <a:avLst/>
                  <a:gdLst>
                    <a:gd name="T0" fmla="*/ 137 w 147"/>
                    <a:gd name="T1" fmla="*/ 0 h 200"/>
                    <a:gd name="T2" fmla="*/ 10 w 147"/>
                    <a:gd name="T3" fmla="*/ 0 h 200"/>
                    <a:gd name="T4" fmla="*/ 0 w 147"/>
                    <a:gd name="T5" fmla="*/ 10 h 200"/>
                    <a:gd name="T6" fmla="*/ 0 w 147"/>
                    <a:gd name="T7" fmla="*/ 190 h 200"/>
                    <a:gd name="T8" fmla="*/ 10 w 147"/>
                    <a:gd name="T9" fmla="*/ 200 h 200"/>
                    <a:gd name="T10" fmla="*/ 137 w 147"/>
                    <a:gd name="T11" fmla="*/ 200 h 200"/>
                    <a:gd name="T12" fmla="*/ 140 w 147"/>
                    <a:gd name="T13" fmla="*/ 199 h 200"/>
                    <a:gd name="T14" fmla="*/ 146 w 147"/>
                    <a:gd name="T15" fmla="*/ 193 h 200"/>
                    <a:gd name="T16" fmla="*/ 147 w 147"/>
                    <a:gd name="T17" fmla="*/ 190 h 200"/>
                    <a:gd name="T18" fmla="*/ 147 w 147"/>
                    <a:gd name="T19" fmla="*/ 10 h 200"/>
                    <a:gd name="T20" fmla="*/ 137 w 147"/>
                    <a:gd name="T21" fmla="*/ 0 h 200"/>
                    <a:gd name="T22" fmla="*/ 139 w 147"/>
                    <a:gd name="T23" fmla="*/ 189 h 200"/>
                    <a:gd name="T24" fmla="*/ 135 w 147"/>
                    <a:gd name="T25" fmla="*/ 192 h 200"/>
                    <a:gd name="T26" fmla="*/ 10 w 147"/>
                    <a:gd name="T27" fmla="*/ 192 h 200"/>
                    <a:gd name="T28" fmla="*/ 8 w 147"/>
                    <a:gd name="T29" fmla="*/ 190 h 200"/>
                    <a:gd name="T30" fmla="*/ 8 w 147"/>
                    <a:gd name="T31" fmla="*/ 10 h 200"/>
                    <a:gd name="T32" fmla="*/ 10 w 147"/>
                    <a:gd name="T33" fmla="*/ 8 h 200"/>
                    <a:gd name="T34" fmla="*/ 137 w 147"/>
                    <a:gd name="T35" fmla="*/ 8 h 200"/>
                    <a:gd name="T36" fmla="*/ 139 w 147"/>
                    <a:gd name="T37" fmla="*/ 10 h 200"/>
                    <a:gd name="T38" fmla="*/ 139 w 147"/>
                    <a:gd name="T39" fmla="*/ 189 h 2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147" h="200">
                      <a:moveTo>
                        <a:pt x="137" y="0"/>
                      </a:moveTo>
                      <a:cubicBezTo>
                        <a:pt x="10" y="0"/>
                        <a:pt x="10" y="0"/>
                        <a:pt x="10" y="0"/>
                      </a:cubicBezTo>
                      <a:cubicBezTo>
                        <a:pt x="4" y="0"/>
                        <a:pt x="0" y="5"/>
                        <a:pt x="0" y="10"/>
                      </a:cubicBezTo>
                      <a:cubicBezTo>
                        <a:pt x="0" y="190"/>
                        <a:pt x="0" y="190"/>
                        <a:pt x="0" y="190"/>
                      </a:cubicBezTo>
                      <a:cubicBezTo>
                        <a:pt x="0" y="196"/>
                        <a:pt x="4" y="200"/>
                        <a:pt x="10" y="200"/>
                      </a:cubicBezTo>
                      <a:cubicBezTo>
                        <a:pt x="137" y="200"/>
                        <a:pt x="137" y="200"/>
                        <a:pt x="137" y="200"/>
                      </a:cubicBezTo>
                      <a:cubicBezTo>
                        <a:pt x="138" y="200"/>
                        <a:pt x="139" y="200"/>
                        <a:pt x="140" y="199"/>
                      </a:cubicBezTo>
                      <a:cubicBezTo>
                        <a:pt x="146" y="193"/>
                        <a:pt x="146" y="193"/>
                        <a:pt x="146" y="193"/>
                      </a:cubicBezTo>
                      <a:cubicBezTo>
                        <a:pt x="146" y="192"/>
                        <a:pt x="147" y="191"/>
                        <a:pt x="147" y="190"/>
                      </a:cubicBezTo>
                      <a:cubicBezTo>
                        <a:pt x="147" y="10"/>
                        <a:pt x="147" y="10"/>
                        <a:pt x="147" y="10"/>
                      </a:cubicBezTo>
                      <a:cubicBezTo>
                        <a:pt x="147" y="5"/>
                        <a:pt x="142" y="0"/>
                        <a:pt x="137" y="0"/>
                      </a:cubicBezTo>
                      <a:close/>
                      <a:moveTo>
                        <a:pt x="139" y="189"/>
                      </a:moveTo>
                      <a:cubicBezTo>
                        <a:pt x="135" y="192"/>
                        <a:pt x="135" y="192"/>
                        <a:pt x="135" y="192"/>
                      </a:cubicBezTo>
                      <a:cubicBezTo>
                        <a:pt x="10" y="192"/>
                        <a:pt x="10" y="192"/>
                        <a:pt x="10" y="192"/>
                      </a:cubicBezTo>
                      <a:cubicBezTo>
                        <a:pt x="9" y="192"/>
                        <a:pt x="8" y="191"/>
                        <a:pt x="8" y="190"/>
                      </a:cubicBezTo>
                      <a:cubicBezTo>
                        <a:pt x="8" y="10"/>
                        <a:pt x="8" y="10"/>
                        <a:pt x="8" y="10"/>
                      </a:cubicBezTo>
                      <a:cubicBezTo>
                        <a:pt x="8" y="9"/>
                        <a:pt x="9" y="8"/>
                        <a:pt x="10" y="8"/>
                      </a:cubicBezTo>
                      <a:cubicBezTo>
                        <a:pt x="137" y="8"/>
                        <a:pt x="137" y="8"/>
                        <a:pt x="137" y="8"/>
                      </a:cubicBezTo>
                      <a:cubicBezTo>
                        <a:pt x="138" y="8"/>
                        <a:pt x="139" y="9"/>
                        <a:pt x="139" y="10"/>
                      </a:cubicBezTo>
                      <a:lnTo>
                        <a:pt x="139" y="189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돋움체 Bold"/>
                    <a:ea typeface="KoPub돋움체 Medium"/>
                    <a:cs typeface="Arial"/>
                  </a:endParaRPr>
                </a:p>
              </p:txBody>
            </p:sp>
            <p:sp>
              <p:nvSpPr>
                <p:cNvPr id="268" name="Freeform 231">
                  <a:extLst>
                    <a:ext uri="{FF2B5EF4-FFF2-40B4-BE49-F238E27FC236}">
                      <a16:creationId xmlns:a16="http://schemas.microsoft.com/office/drawing/2014/main" id="{CABE5CD4-91C5-0085-4AE0-6DCEFC0EAF7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603413" y="-2403476"/>
                  <a:ext cx="315913" cy="30163"/>
                </a:xfrm>
                <a:custGeom>
                  <a:avLst/>
                  <a:gdLst>
                    <a:gd name="T0" fmla="*/ 80 w 84"/>
                    <a:gd name="T1" fmla="*/ 0 h 8"/>
                    <a:gd name="T2" fmla="*/ 4 w 84"/>
                    <a:gd name="T3" fmla="*/ 0 h 8"/>
                    <a:gd name="T4" fmla="*/ 0 w 84"/>
                    <a:gd name="T5" fmla="*/ 4 h 8"/>
                    <a:gd name="T6" fmla="*/ 4 w 84"/>
                    <a:gd name="T7" fmla="*/ 8 h 8"/>
                    <a:gd name="T8" fmla="*/ 80 w 84"/>
                    <a:gd name="T9" fmla="*/ 8 h 8"/>
                    <a:gd name="T10" fmla="*/ 84 w 84"/>
                    <a:gd name="T11" fmla="*/ 4 h 8"/>
                    <a:gd name="T12" fmla="*/ 80 w 84"/>
                    <a:gd name="T13" fmla="*/ 0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4" h="8">
                      <a:moveTo>
                        <a:pt x="80" y="0"/>
                      </a:move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2"/>
                        <a:pt x="0" y="4"/>
                      </a:cubicBezTo>
                      <a:cubicBezTo>
                        <a:pt x="0" y="6"/>
                        <a:pt x="2" y="8"/>
                        <a:pt x="4" y="8"/>
                      </a:cubicBezTo>
                      <a:cubicBezTo>
                        <a:pt x="80" y="8"/>
                        <a:pt x="80" y="8"/>
                        <a:pt x="80" y="8"/>
                      </a:cubicBezTo>
                      <a:cubicBezTo>
                        <a:pt x="82" y="8"/>
                        <a:pt x="84" y="6"/>
                        <a:pt x="84" y="4"/>
                      </a:cubicBezTo>
                      <a:cubicBezTo>
                        <a:pt x="84" y="2"/>
                        <a:pt x="82" y="0"/>
                        <a:pt x="8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돋움체 Bold"/>
                    <a:ea typeface="KoPub돋움체 Medium"/>
                    <a:cs typeface="Arial"/>
                  </a:endParaRPr>
                </a:p>
              </p:txBody>
            </p:sp>
          </p:grpSp>
        </p:grpSp>
        <p:grpSp>
          <p:nvGrpSpPr>
            <p:cNvPr id="244" name="그룹 243">
              <a:extLst>
                <a:ext uri="{FF2B5EF4-FFF2-40B4-BE49-F238E27FC236}">
                  <a16:creationId xmlns:a16="http://schemas.microsoft.com/office/drawing/2014/main" id="{F7A8FD70-4A3A-7727-E4D9-760941748463}"/>
                </a:ext>
              </a:extLst>
            </p:cNvPr>
            <p:cNvGrpSpPr/>
            <p:nvPr/>
          </p:nvGrpSpPr>
          <p:grpSpPr>
            <a:xfrm>
              <a:off x="3623554" y="4140320"/>
              <a:ext cx="636537" cy="634466"/>
              <a:chOff x="881898" y="5310642"/>
              <a:chExt cx="976313" cy="973138"/>
            </a:xfrm>
          </p:grpSpPr>
          <p:grpSp>
            <p:nvGrpSpPr>
              <p:cNvPr id="245" name="그룹 244">
                <a:extLst>
                  <a:ext uri="{FF2B5EF4-FFF2-40B4-BE49-F238E27FC236}">
                    <a16:creationId xmlns:a16="http://schemas.microsoft.com/office/drawing/2014/main" id="{B69E4F9C-2D03-C91A-2F80-76196006DF26}"/>
                  </a:ext>
                </a:extLst>
              </p:cNvPr>
              <p:cNvGrpSpPr/>
              <p:nvPr/>
            </p:nvGrpSpPr>
            <p:grpSpPr>
              <a:xfrm>
                <a:off x="881898" y="5310642"/>
                <a:ext cx="976313" cy="973138"/>
                <a:chOff x="21240750" y="2320925"/>
                <a:chExt cx="976313" cy="973138"/>
              </a:xfrm>
            </p:grpSpPr>
            <p:sp>
              <p:nvSpPr>
                <p:cNvPr id="247" name="Freeform 113">
                  <a:extLst>
                    <a:ext uri="{FF2B5EF4-FFF2-40B4-BE49-F238E27FC236}">
                      <a16:creationId xmlns:a16="http://schemas.microsoft.com/office/drawing/2014/main" id="{08D067DC-DBA8-2BE5-7329-67AFA697EFD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410343" y="2487232"/>
                  <a:ext cx="637131" cy="640525"/>
                </a:xfrm>
                <a:custGeom>
                  <a:avLst/>
                  <a:gdLst>
                    <a:gd name="T0" fmla="*/ 1100 w 1100"/>
                    <a:gd name="T1" fmla="*/ 210 h 1107"/>
                    <a:gd name="T2" fmla="*/ 1100 w 1100"/>
                    <a:gd name="T3" fmla="*/ 264 h 1107"/>
                    <a:gd name="T4" fmla="*/ 1100 w 1100"/>
                    <a:gd name="T5" fmla="*/ 419 h 1107"/>
                    <a:gd name="T6" fmla="*/ 1100 w 1100"/>
                    <a:gd name="T7" fmla="*/ 473 h 1107"/>
                    <a:gd name="T8" fmla="*/ 1100 w 1100"/>
                    <a:gd name="T9" fmla="*/ 635 h 1107"/>
                    <a:gd name="T10" fmla="*/ 1100 w 1100"/>
                    <a:gd name="T11" fmla="*/ 689 h 1107"/>
                    <a:gd name="T12" fmla="*/ 1100 w 1100"/>
                    <a:gd name="T13" fmla="*/ 844 h 1107"/>
                    <a:gd name="T14" fmla="*/ 1100 w 1100"/>
                    <a:gd name="T15" fmla="*/ 898 h 1107"/>
                    <a:gd name="T16" fmla="*/ 1100 w 1100"/>
                    <a:gd name="T17" fmla="*/ 1033 h 1107"/>
                    <a:gd name="T18" fmla="*/ 1026 w 1100"/>
                    <a:gd name="T19" fmla="*/ 1107 h 1107"/>
                    <a:gd name="T20" fmla="*/ 898 w 1100"/>
                    <a:gd name="T21" fmla="*/ 1107 h 1107"/>
                    <a:gd name="T22" fmla="*/ 844 w 1100"/>
                    <a:gd name="T23" fmla="*/ 1107 h 1107"/>
                    <a:gd name="T24" fmla="*/ 682 w 1100"/>
                    <a:gd name="T25" fmla="*/ 1107 h 1107"/>
                    <a:gd name="T26" fmla="*/ 628 w 1100"/>
                    <a:gd name="T27" fmla="*/ 1107 h 1107"/>
                    <a:gd name="T28" fmla="*/ 472 w 1100"/>
                    <a:gd name="T29" fmla="*/ 1107 h 1107"/>
                    <a:gd name="T30" fmla="*/ 418 w 1100"/>
                    <a:gd name="T31" fmla="*/ 1107 h 1107"/>
                    <a:gd name="T32" fmla="*/ 256 w 1100"/>
                    <a:gd name="T33" fmla="*/ 1107 h 1107"/>
                    <a:gd name="T34" fmla="*/ 202 w 1100"/>
                    <a:gd name="T35" fmla="*/ 1107 h 1107"/>
                    <a:gd name="T36" fmla="*/ 74 w 1100"/>
                    <a:gd name="T37" fmla="*/ 1107 h 1107"/>
                    <a:gd name="T38" fmla="*/ 0 w 1100"/>
                    <a:gd name="T39" fmla="*/ 1033 h 1107"/>
                    <a:gd name="T40" fmla="*/ 0 w 1100"/>
                    <a:gd name="T41" fmla="*/ 898 h 1107"/>
                    <a:gd name="T42" fmla="*/ 0 w 1100"/>
                    <a:gd name="T43" fmla="*/ 844 h 1107"/>
                    <a:gd name="T44" fmla="*/ 0 w 1100"/>
                    <a:gd name="T45" fmla="*/ 689 h 1107"/>
                    <a:gd name="T46" fmla="*/ 0 w 1100"/>
                    <a:gd name="T47" fmla="*/ 635 h 1107"/>
                    <a:gd name="T48" fmla="*/ 0 w 1100"/>
                    <a:gd name="T49" fmla="*/ 473 h 1107"/>
                    <a:gd name="T50" fmla="*/ 0 w 1100"/>
                    <a:gd name="T51" fmla="*/ 419 h 1107"/>
                    <a:gd name="T52" fmla="*/ 0 w 1100"/>
                    <a:gd name="T53" fmla="*/ 264 h 1107"/>
                    <a:gd name="T54" fmla="*/ 0 w 1100"/>
                    <a:gd name="T55" fmla="*/ 210 h 1107"/>
                    <a:gd name="T56" fmla="*/ 0 w 1100"/>
                    <a:gd name="T57" fmla="*/ 75 h 1107"/>
                    <a:gd name="T58" fmla="*/ 74 w 1100"/>
                    <a:gd name="T59" fmla="*/ 0 h 1107"/>
                    <a:gd name="T60" fmla="*/ 202 w 1100"/>
                    <a:gd name="T61" fmla="*/ 0 h 1107"/>
                    <a:gd name="T62" fmla="*/ 256 w 1100"/>
                    <a:gd name="T63" fmla="*/ 0 h 1107"/>
                    <a:gd name="T64" fmla="*/ 418 w 1100"/>
                    <a:gd name="T65" fmla="*/ 0 h 1107"/>
                    <a:gd name="T66" fmla="*/ 472 w 1100"/>
                    <a:gd name="T67" fmla="*/ 0 h 1107"/>
                    <a:gd name="T68" fmla="*/ 628 w 1100"/>
                    <a:gd name="T69" fmla="*/ 0 h 1107"/>
                    <a:gd name="T70" fmla="*/ 682 w 1100"/>
                    <a:gd name="T71" fmla="*/ 0 h 1107"/>
                    <a:gd name="T72" fmla="*/ 844 w 1100"/>
                    <a:gd name="T73" fmla="*/ 0 h 1107"/>
                    <a:gd name="T74" fmla="*/ 898 w 1100"/>
                    <a:gd name="T75" fmla="*/ 0 h 1107"/>
                    <a:gd name="T76" fmla="*/ 1026 w 1100"/>
                    <a:gd name="T77" fmla="*/ 0 h 1107"/>
                    <a:gd name="T78" fmla="*/ 1100 w 1100"/>
                    <a:gd name="T79" fmla="*/ 75 h 1107"/>
                    <a:gd name="T80" fmla="*/ 1100 w 1100"/>
                    <a:gd name="T81" fmla="*/ 210 h 1107"/>
                    <a:gd name="T82" fmla="*/ 1100 w 1100"/>
                    <a:gd name="T83" fmla="*/ 210 h 11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100" h="1107">
                      <a:moveTo>
                        <a:pt x="1100" y="210"/>
                      </a:moveTo>
                      <a:cubicBezTo>
                        <a:pt x="1100" y="264"/>
                        <a:pt x="1100" y="264"/>
                        <a:pt x="1100" y="264"/>
                      </a:cubicBezTo>
                      <a:cubicBezTo>
                        <a:pt x="1100" y="419"/>
                        <a:pt x="1100" y="419"/>
                        <a:pt x="1100" y="419"/>
                      </a:cubicBezTo>
                      <a:cubicBezTo>
                        <a:pt x="1100" y="473"/>
                        <a:pt x="1100" y="473"/>
                        <a:pt x="1100" y="473"/>
                      </a:cubicBezTo>
                      <a:cubicBezTo>
                        <a:pt x="1100" y="635"/>
                        <a:pt x="1100" y="635"/>
                        <a:pt x="1100" y="635"/>
                      </a:cubicBezTo>
                      <a:cubicBezTo>
                        <a:pt x="1100" y="689"/>
                        <a:pt x="1100" y="689"/>
                        <a:pt x="1100" y="689"/>
                      </a:cubicBezTo>
                      <a:cubicBezTo>
                        <a:pt x="1100" y="844"/>
                        <a:pt x="1100" y="844"/>
                        <a:pt x="1100" y="844"/>
                      </a:cubicBezTo>
                      <a:cubicBezTo>
                        <a:pt x="1100" y="898"/>
                        <a:pt x="1100" y="898"/>
                        <a:pt x="1100" y="898"/>
                      </a:cubicBezTo>
                      <a:cubicBezTo>
                        <a:pt x="1100" y="1033"/>
                        <a:pt x="1100" y="1033"/>
                        <a:pt x="1100" y="1033"/>
                      </a:cubicBezTo>
                      <a:cubicBezTo>
                        <a:pt x="1100" y="1073"/>
                        <a:pt x="1073" y="1107"/>
                        <a:pt x="1026" y="1107"/>
                      </a:cubicBezTo>
                      <a:cubicBezTo>
                        <a:pt x="898" y="1107"/>
                        <a:pt x="898" y="1107"/>
                        <a:pt x="898" y="1107"/>
                      </a:cubicBezTo>
                      <a:cubicBezTo>
                        <a:pt x="844" y="1107"/>
                        <a:pt x="844" y="1107"/>
                        <a:pt x="844" y="1107"/>
                      </a:cubicBezTo>
                      <a:cubicBezTo>
                        <a:pt x="682" y="1107"/>
                        <a:pt x="682" y="1107"/>
                        <a:pt x="682" y="1107"/>
                      </a:cubicBezTo>
                      <a:cubicBezTo>
                        <a:pt x="628" y="1107"/>
                        <a:pt x="628" y="1107"/>
                        <a:pt x="628" y="1107"/>
                      </a:cubicBezTo>
                      <a:cubicBezTo>
                        <a:pt x="472" y="1107"/>
                        <a:pt x="472" y="1107"/>
                        <a:pt x="472" y="1107"/>
                      </a:cubicBezTo>
                      <a:cubicBezTo>
                        <a:pt x="418" y="1107"/>
                        <a:pt x="418" y="1107"/>
                        <a:pt x="418" y="1107"/>
                      </a:cubicBezTo>
                      <a:cubicBezTo>
                        <a:pt x="256" y="1107"/>
                        <a:pt x="256" y="1107"/>
                        <a:pt x="256" y="1107"/>
                      </a:cubicBezTo>
                      <a:cubicBezTo>
                        <a:pt x="202" y="1107"/>
                        <a:pt x="202" y="1107"/>
                        <a:pt x="202" y="1107"/>
                      </a:cubicBezTo>
                      <a:cubicBezTo>
                        <a:pt x="74" y="1107"/>
                        <a:pt x="74" y="1107"/>
                        <a:pt x="74" y="1107"/>
                      </a:cubicBezTo>
                      <a:cubicBezTo>
                        <a:pt x="27" y="1107"/>
                        <a:pt x="0" y="1073"/>
                        <a:pt x="0" y="1033"/>
                      </a:cubicBezTo>
                      <a:cubicBezTo>
                        <a:pt x="0" y="898"/>
                        <a:pt x="0" y="898"/>
                        <a:pt x="0" y="898"/>
                      </a:cubicBezTo>
                      <a:cubicBezTo>
                        <a:pt x="0" y="844"/>
                        <a:pt x="0" y="844"/>
                        <a:pt x="0" y="844"/>
                      </a:cubicBezTo>
                      <a:cubicBezTo>
                        <a:pt x="0" y="689"/>
                        <a:pt x="0" y="689"/>
                        <a:pt x="0" y="689"/>
                      </a:cubicBezTo>
                      <a:cubicBezTo>
                        <a:pt x="0" y="635"/>
                        <a:pt x="0" y="635"/>
                        <a:pt x="0" y="635"/>
                      </a:cubicBezTo>
                      <a:cubicBezTo>
                        <a:pt x="0" y="473"/>
                        <a:pt x="0" y="473"/>
                        <a:pt x="0" y="473"/>
                      </a:cubicBezTo>
                      <a:cubicBezTo>
                        <a:pt x="0" y="419"/>
                        <a:pt x="0" y="419"/>
                        <a:pt x="0" y="419"/>
                      </a:cubicBezTo>
                      <a:cubicBezTo>
                        <a:pt x="0" y="264"/>
                        <a:pt x="0" y="264"/>
                        <a:pt x="0" y="264"/>
                      </a:cubicBezTo>
                      <a:cubicBezTo>
                        <a:pt x="0" y="210"/>
                        <a:pt x="0" y="210"/>
                        <a:pt x="0" y="210"/>
                      </a:cubicBezTo>
                      <a:cubicBezTo>
                        <a:pt x="0" y="75"/>
                        <a:pt x="0" y="75"/>
                        <a:pt x="0" y="75"/>
                      </a:cubicBezTo>
                      <a:cubicBezTo>
                        <a:pt x="0" y="34"/>
                        <a:pt x="27" y="0"/>
                        <a:pt x="74" y="0"/>
                      </a:cubicBezTo>
                      <a:cubicBezTo>
                        <a:pt x="202" y="0"/>
                        <a:pt x="202" y="0"/>
                        <a:pt x="202" y="0"/>
                      </a:cubicBezTo>
                      <a:cubicBezTo>
                        <a:pt x="256" y="0"/>
                        <a:pt x="256" y="0"/>
                        <a:pt x="256" y="0"/>
                      </a:cubicBezTo>
                      <a:cubicBezTo>
                        <a:pt x="418" y="0"/>
                        <a:pt x="418" y="0"/>
                        <a:pt x="418" y="0"/>
                      </a:cubicBezTo>
                      <a:cubicBezTo>
                        <a:pt x="472" y="0"/>
                        <a:pt x="472" y="0"/>
                        <a:pt x="472" y="0"/>
                      </a:cubicBezTo>
                      <a:cubicBezTo>
                        <a:pt x="628" y="0"/>
                        <a:pt x="628" y="0"/>
                        <a:pt x="628" y="0"/>
                      </a:cubicBezTo>
                      <a:cubicBezTo>
                        <a:pt x="682" y="0"/>
                        <a:pt x="682" y="0"/>
                        <a:pt x="682" y="0"/>
                      </a:cubicBezTo>
                      <a:cubicBezTo>
                        <a:pt x="844" y="0"/>
                        <a:pt x="844" y="0"/>
                        <a:pt x="844" y="0"/>
                      </a:cubicBezTo>
                      <a:cubicBezTo>
                        <a:pt x="898" y="0"/>
                        <a:pt x="898" y="0"/>
                        <a:pt x="898" y="0"/>
                      </a:cubicBezTo>
                      <a:cubicBezTo>
                        <a:pt x="1026" y="0"/>
                        <a:pt x="1026" y="0"/>
                        <a:pt x="1026" y="0"/>
                      </a:cubicBezTo>
                      <a:cubicBezTo>
                        <a:pt x="1073" y="0"/>
                        <a:pt x="1100" y="34"/>
                        <a:pt x="1100" y="75"/>
                      </a:cubicBezTo>
                      <a:cubicBezTo>
                        <a:pt x="1100" y="210"/>
                        <a:pt x="1100" y="210"/>
                        <a:pt x="1100" y="210"/>
                      </a:cubicBezTo>
                      <a:cubicBezTo>
                        <a:pt x="1100" y="210"/>
                        <a:pt x="1100" y="210"/>
                        <a:pt x="1100" y="210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48" name="Freeform 96">
                  <a:extLst>
                    <a:ext uri="{FF2B5EF4-FFF2-40B4-BE49-F238E27FC236}">
                      <a16:creationId xmlns:a16="http://schemas.microsoft.com/office/drawing/2014/main" id="{C333B4F1-0163-9D1A-FE92-B894FFA6B0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085300" y="2620963"/>
                  <a:ext cx="131763" cy="30163"/>
                </a:xfrm>
                <a:custGeom>
                  <a:avLst/>
                  <a:gdLst>
                    <a:gd name="T0" fmla="*/ 244 w 244"/>
                    <a:gd name="T1" fmla="*/ 28 h 55"/>
                    <a:gd name="T2" fmla="*/ 217 w 244"/>
                    <a:gd name="T3" fmla="*/ 0 h 55"/>
                    <a:gd name="T4" fmla="*/ 0 w 244"/>
                    <a:gd name="T5" fmla="*/ 0 h 55"/>
                    <a:gd name="T6" fmla="*/ 0 w 244"/>
                    <a:gd name="T7" fmla="*/ 55 h 55"/>
                    <a:gd name="T8" fmla="*/ 217 w 244"/>
                    <a:gd name="T9" fmla="*/ 55 h 55"/>
                    <a:gd name="T10" fmla="*/ 244 w 244"/>
                    <a:gd name="T11" fmla="*/ 28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44" h="55">
                      <a:moveTo>
                        <a:pt x="244" y="28"/>
                      </a:moveTo>
                      <a:cubicBezTo>
                        <a:pt x="244" y="14"/>
                        <a:pt x="230" y="0"/>
                        <a:pt x="217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5"/>
                        <a:pt x="0" y="55"/>
                        <a:pt x="0" y="55"/>
                      </a:cubicBezTo>
                      <a:cubicBezTo>
                        <a:pt x="217" y="55"/>
                        <a:pt x="217" y="55"/>
                        <a:pt x="217" y="55"/>
                      </a:cubicBezTo>
                      <a:cubicBezTo>
                        <a:pt x="230" y="55"/>
                        <a:pt x="244" y="41"/>
                        <a:pt x="244" y="28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49" name="Freeform 97">
                  <a:extLst>
                    <a:ext uri="{FF2B5EF4-FFF2-40B4-BE49-F238E27FC236}">
                      <a16:creationId xmlns:a16="http://schemas.microsoft.com/office/drawing/2014/main" id="{30BBCE16-89E7-D38D-530A-E95B1292793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085300" y="2733675"/>
                  <a:ext cx="131763" cy="30163"/>
                </a:xfrm>
                <a:custGeom>
                  <a:avLst/>
                  <a:gdLst>
                    <a:gd name="T0" fmla="*/ 217 w 244"/>
                    <a:gd name="T1" fmla="*/ 0 h 54"/>
                    <a:gd name="T2" fmla="*/ 0 w 244"/>
                    <a:gd name="T3" fmla="*/ 0 h 54"/>
                    <a:gd name="T4" fmla="*/ 0 w 244"/>
                    <a:gd name="T5" fmla="*/ 54 h 54"/>
                    <a:gd name="T6" fmla="*/ 217 w 244"/>
                    <a:gd name="T7" fmla="*/ 54 h 54"/>
                    <a:gd name="T8" fmla="*/ 244 w 244"/>
                    <a:gd name="T9" fmla="*/ 27 h 54"/>
                    <a:gd name="T10" fmla="*/ 217 w 244"/>
                    <a:gd name="T11" fmla="*/ 0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44" h="54">
                      <a:moveTo>
                        <a:pt x="217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4"/>
                        <a:pt x="0" y="54"/>
                        <a:pt x="0" y="54"/>
                      </a:cubicBezTo>
                      <a:cubicBezTo>
                        <a:pt x="217" y="54"/>
                        <a:pt x="217" y="54"/>
                        <a:pt x="217" y="54"/>
                      </a:cubicBezTo>
                      <a:cubicBezTo>
                        <a:pt x="230" y="54"/>
                        <a:pt x="244" y="47"/>
                        <a:pt x="244" y="27"/>
                      </a:cubicBezTo>
                      <a:cubicBezTo>
                        <a:pt x="244" y="13"/>
                        <a:pt x="230" y="0"/>
                        <a:pt x="217" y="0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50" name="Freeform 98">
                  <a:extLst>
                    <a:ext uri="{FF2B5EF4-FFF2-40B4-BE49-F238E27FC236}">
                      <a16:creationId xmlns:a16="http://schemas.microsoft.com/office/drawing/2014/main" id="{1F87E651-EF89-D331-191D-20A3D89971A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085300" y="2851150"/>
                  <a:ext cx="131763" cy="30163"/>
                </a:xfrm>
                <a:custGeom>
                  <a:avLst/>
                  <a:gdLst>
                    <a:gd name="T0" fmla="*/ 217 w 244"/>
                    <a:gd name="T1" fmla="*/ 0 h 54"/>
                    <a:gd name="T2" fmla="*/ 0 w 244"/>
                    <a:gd name="T3" fmla="*/ 0 h 54"/>
                    <a:gd name="T4" fmla="*/ 0 w 244"/>
                    <a:gd name="T5" fmla="*/ 54 h 54"/>
                    <a:gd name="T6" fmla="*/ 217 w 244"/>
                    <a:gd name="T7" fmla="*/ 54 h 54"/>
                    <a:gd name="T8" fmla="*/ 244 w 244"/>
                    <a:gd name="T9" fmla="*/ 27 h 54"/>
                    <a:gd name="T10" fmla="*/ 217 w 244"/>
                    <a:gd name="T11" fmla="*/ 0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44" h="54">
                      <a:moveTo>
                        <a:pt x="217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4"/>
                        <a:pt x="0" y="54"/>
                        <a:pt x="0" y="54"/>
                      </a:cubicBezTo>
                      <a:cubicBezTo>
                        <a:pt x="217" y="54"/>
                        <a:pt x="217" y="54"/>
                        <a:pt x="217" y="54"/>
                      </a:cubicBezTo>
                      <a:cubicBezTo>
                        <a:pt x="230" y="54"/>
                        <a:pt x="244" y="41"/>
                        <a:pt x="244" y="27"/>
                      </a:cubicBezTo>
                      <a:cubicBezTo>
                        <a:pt x="244" y="14"/>
                        <a:pt x="230" y="0"/>
                        <a:pt x="217" y="0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51" name="Freeform 99">
                  <a:extLst>
                    <a:ext uri="{FF2B5EF4-FFF2-40B4-BE49-F238E27FC236}">
                      <a16:creationId xmlns:a16="http://schemas.microsoft.com/office/drawing/2014/main" id="{74CCD199-A710-25E9-58B3-32579FCF639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085300" y="2965450"/>
                  <a:ext cx="131763" cy="28575"/>
                </a:xfrm>
                <a:custGeom>
                  <a:avLst/>
                  <a:gdLst>
                    <a:gd name="T0" fmla="*/ 217 w 244"/>
                    <a:gd name="T1" fmla="*/ 0 h 54"/>
                    <a:gd name="T2" fmla="*/ 0 w 244"/>
                    <a:gd name="T3" fmla="*/ 0 h 54"/>
                    <a:gd name="T4" fmla="*/ 0 w 244"/>
                    <a:gd name="T5" fmla="*/ 54 h 54"/>
                    <a:gd name="T6" fmla="*/ 217 w 244"/>
                    <a:gd name="T7" fmla="*/ 54 h 54"/>
                    <a:gd name="T8" fmla="*/ 244 w 244"/>
                    <a:gd name="T9" fmla="*/ 27 h 54"/>
                    <a:gd name="T10" fmla="*/ 217 w 244"/>
                    <a:gd name="T11" fmla="*/ 0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44" h="54">
                      <a:moveTo>
                        <a:pt x="217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4"/>
                        <a:pt x="0" y="54"/>
                        <a:pt x="0" y="54"/>
                      </a:cubicBezTo>
                      <a:cubicBezTo>
                        <a:pt x="217" y="54"/>
                        <a:pt x="217" y="54"/>
                        <a:pt x="217" y="54"/>
                      </a:cubicBezTo>
                      <a:cubicBezTo>
                        <a:pt x="230" y="54"/>
                        <a:pt x="244" y="47"/>
                        <a:pt x="244" y="27"/>
                      </a:cubicBezTo>
                      <a:cubicBezTo>
                        <a:pt x="244" y="13"/>
                        <a:pt x="230" y="0"/>
                        <a:pt x="217" y="0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52" name="Freeform 100">
                  <a:extLst>
                    <a:ext uri="{FF2B5EF4-FFF2-40B4-BE49-F238E27FC236}">
                      <a16:creationId xmlns:a16="http://schemas.microsoft.com/office/drawing/2014/main" id="{6A989EAA-4102-B1C1-0F95-4CF8B85AECE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240750" y="2620963"/>
                  <a:ext cx="131763" cy="30163"/>
                </a:xfrm>
                <a:custGeom>
                  <a:avLst/>
                  <a:gdLst>
                    <a:gd name="T0" fmla="*/ 0 w 243"/>
                    <a:gd name="T1" fmla="*/ 28 h 55"/>
                    <a:gd name="T2" fmla="*/ 27 w 243"/>
                    <a:gd name="T3" fmla="*/ 55 h 55"/>
                    <a:gd name="T4" fmla="*/ 243 w 243"/>
                    <a:gd name="T5" fmla="*/ 55 h 55"/>
                    <a:gd name="T6" fmla="*/ 243 w 243"/>
                    <a:gd name="T7" fmla="*/ 0 h 55"/>
                    <a:gd name="T8" fmla="*/ 27 w 243"/>
                    <a:gd name="T9" fmla="*/ 0 h 55"/>
                    <a:gd name="T10" fmla="*/ 0 w 243"/>
                    <a:gd name="T11" fmla="*/ 28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43" h="55">
                      <a:moveTo>
                        <a:pt x="0" y="28"/>
                      </a:moveTo>
                      <a:cubicBezTo>
                        <a:pt x="0" y="41"/>
                        <a:pt x="14" y="55"/>
                        <a:pt x="27" y="55"/>
                      </a:cubicBezTo>
                      <a:cubicBezTo>
                        <a:pt x="243" y="55"/>
                        <a:pt x="243" y="55"/>
                        <a:pt x="243" y="55"/>
                      </a:cubicBezTo>
                      <a:cubicBezTo>
                        <a:pt x="243" y="0"/>
                        <a:pt x="243" y="0"/>
                        <a:pt x="243" y="0"/>
                      </a:cubicBezTo>
                      <a:cubicBezTo>
                        <a:pt x="27" y="0"/>
                        <a:pt x="27" y="0"/>
                        <a:pt x="27" y="0"/>
                      </a:cubicBezTo>
                      <a:cubicBezTo>
                        <a:pt x="14" y="0"/>
                        <a:pt x="0" y="14"/>
                        <a:pt x="0" y="28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53" name="Freeform 101">
                  <a:extLst>
                    <a:ext uri="{FF2B5EF4-FFF2-40B4-BE49-F238E27FC236}">
                      <a16:creationId xmlns:a16="http://schemas.microsoft.com/office/drawing/2014/main" id="{4905B87A-530C-1B8F-9590-44524E3D288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240750" y="2733675"/>
                  <a:ext cx="131763" cy="30163"/>
                </a:xfrm>
                <a:custGeom>
                  <a:avLst/>
                  <a:gdLst>
                    <a:gd name="T0" fmla="*/ 0 w 243"/>
                    <a:gd name="T1" fmla="*/ 27 h 54"/>
                    <a:gd name="T2" fmla="*/ 27 w 243"/>
                    <a:gd name="T3" fmla="*/ 54 h 54"/>
                    <a:gd name="T4" fmla="*/ 243 w 243"/>
                    <a:gd name="T5" fmla="*/ 54 h 54"/>
                    <a:gd name="T6" fmla="*/ 243 w 243"/>
                    <a:gd name="T7" fmla="*/ 0 h 54"/>
                    <a:gd name="T8" fmla="*/ 27 w 243"/>
                    <a:gd name="T9" fmla="*/ 0 h 54"/>
                    <a:gd name="T10" fmla="*/ 0 w 243"/>
                    <a:gd name="T11" fmla="*/ 27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43" h="54">
                      <a:moveTo>
                        <a:pt x="0" y="27"/>
                      </a:moveTo>
                      <a:cubicBezTo>
                        <a:pt x="0" y="47"/>
                        <a:pt x="14" y="54"/>
                        <a:pt x="27" y="54"/>
                      </a:cubicBezTo>
                      <a:cubicBezTo>
                        <a:pt x="243" y="54"/>
                        <a:pt x="243" y="54"/>
                        <a:pt x="243" y="54"/>
                      </a:cubicBezTo>
                      <a:cubicBezTo>
                        <a:pt x="243" y="0"/>
                        <a:pt x="243" y="0"/>
                        <a:pt x="243" y="0"/>
                      </a:cubicBezTo>
                      <a:cubicBezTo>
                        <a:pt x="27" y="0"/>
                        <a:pt x="27" y="0"/>
                        <a:pt x="27" y="0"/>
                      </a:cubicBezTo>
                      <a:cubicBezTo>
                        <a:pt x="14" y="0"/>
                        <a:pt x="0" y="13"/>
                        <a:pt x="0" y="27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54" name="Freeform 102">
                  <a:extLst>
                    <a:ext uri="{FF2B5EF4-FFF2-40B4-BE49-F238E27FC236}">
                      <a16:creationId xmlns:a16="http://schemas.microsoft.com/office/drawing/2014/main" id="{6D2482D2-E1FF-F031-079E-25BBB42586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240750" y="2851150"/>
                  <a:ext cx="131763" cy="30163"/>
                </a:xfrm>
                <a:custGeom>
                  <a:avLst/>
                  <a:gdLst>
                    <a:gd name="T0" fmla="*/ 0 w 243"/>
                    <a:gd name="T1" fmla="*/ 27 h 54"/>
                    <a:gd name="T2" fmla="*/ 27 w 243"/>
                    <a:gd name="T3" fmla="*/ 54 h 54"/>
                    <a:gd name="T4" fmla="*/ 243 w 243"/>
                    <a:gd name="T5" fmla="*/ 54 h 54"/>
                    <a:gd name="T6" fmla="*/ 243 w 243"/>
                    <a:gd name="T7" fmla="*/ 0 h 54"/>
                    <a:gd name="T8" fmla="*/ 27 w 243"/>
                    <a:gd name="T9" fmla="*/ 0 h 54"/>
                    <a:gd name="T10" fmla="*/ 0 w 243"/>
                    <a:gd name="T11" fmla="*/ 27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43" h="54">
                      <a:moveTo>
                        <a:pt x="0" y="27"/>
                      </a:moveTo>
                      <a:cubicBezTo>
                        <a:pt x="0" y="41"/>
                        <a:pt x="14" y="54"/>
                        <a:pt x="27" y="54"/>
                      </a:cubicBezTo>
                      <a:cubicBezTo>
                        <a:pt x="243" y="54"/>
                        <a:pt x="243" y="54"/>
                        <a:pt x="243" y="54"/>
                      </a:cubicBezTo>
                      <a:cubicBezTo>
                        <a:pt x="243" y="0"/>
                        <a:pt x="243" y="0"/>
                        <a:pt x="243" y="0"/>
                      </a:cubicBezTo>
                      <a:cubicBezTo>
                        <a:pt x="27" y="0"/>
                        <a:pt x="27" y="0"/>
                        <a:pt x="27" y="0"/>
                      </a:cubicBezTo>
                      <a:cubicBezTo>
                        <a:pt x="14" y="0"/>
                        <a:pt x="0" y="14"/>
                        <a:pt x="0" y="27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55" name="Freeform 103">
                  <a:extLst>
                    <a:ext uri="{FF2B5EF4-FFF2-40B4-BE49-F238E27FC236}">
                      <a16:creationId xmlns:a16="http://schemas.microsoft.com/office/drawing/2014/main" id="{1247D3CD-6F25-940C-BFA6-C8C6ABA6F28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240750" y="2965450"/>
                  <a:ext cx="131763" cy="28575"/>
                </a:xfrm>
                <a:custGeom>
                  <a:avLst/>
                  <a:gdLst>
                    <a:gd name="T0" fmla="*/ 0 w 243"/>
                    <a:gd name="T1" fmla="*/ 27 h 54"/>
                    <a:gd name="T2" fmla="*/ 27 w 243"/>
                    <a:gd name="T3" fmla="*/ 54 h 54"/>
                    <a:gd name="T4" fmla="*/ 243 w 243"/>
                    <a:gd name="T5" fmla="*/ 54 h 54"/>
                    <a:gd name="T6" fmla="*/ 243 w 243"/>
                    <a:gd name="T7" fmla="*/ 0 h 54"/>
                    <a:gd name="T8" fmla="*/ 27 w 243"/>
                    <a:gd name="T9" fmla="*/ 0 h 54"/>
                    <a:gd name="T10" fmla="*/ 0 w 243"/>
                    <a:gd name="T11" fmla="*/ 27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43" h="54">
                      <a:moveTo>
                        <a:pt x="0" y="27"/>
                      </a:moveTo>
                      <a:cubicBezTo>
                        <a:pt x="0" y="47"/>
                        <a:pt x="14" y="54"/>
                        <a:pt x="27" y="54"/>
                      </a:cubicBezTo>
                      <a:cubicBezTo>
                        <a:pt x="243" y="54"/>
                        <a:pt x="243" y="54"/>
                        <a:pt x="243" y="54"/>
                      </a:cubicBezTo>
                      <a:cubicBezTo>
                        <a:pt x="243" y="0"/>
                        <a:pt x="243" y="0"/>
                        <a:pt x="243" y="0"/>
                      </a:cubicBezTo>
                      <a:cubicBezTo>
                        <a:pt x="27" y="0"/>
                        <a:pt x="27" y="0"/>
                        <a:pt x="27" y="0"/>
                      </a:cubicBezTo>
                      <a:cubicBezTo>
                        <a:pt x="14" y="0"/>
                        <a:pt x="0" y="13"/>
                        <a:pt x="0" y="27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56" name="Freeform 104">
                  <a:extLst>
                    <a:ext uri="{FF2B5EF4-FFF2-40B4-BE49-F238E27FC236}">
                      <a16:creationId xmlns:a16="http://schemas.microsoft.com/office/drawing/2014/main" id="{498F2C50-0A9C-FC62-E69A-31B7FB29E0A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540788" y="2320925"/>
                  <a:ext cx="28575" cy="128588"/>
                </a:xfrm>
                <a:custGeom>
                  <a:avLst/>
                  <a:gdLst>
                    <a:gd name="T0" fmla="*/ 54 w 54"/>
                    <a:gd name="T1" fmla="*/ 27 h 237"/>
                    <a:gd name="T2" fmla="*/ 27 w 54"/>
                    <a:gd name="T3" fmla="*/ 0 h 237"/>
                    <a:gd name="T4" fmla="*/ 0 w 54"/>
                    <a:gd name="T5" fmla="*/ 27 h 237"/>
                    <a:gd name="T6" fmla="*/ 0 w 54"/>
                    <a:gd name="T7" fmla="*/ 237 h 237"/>
                    <a:gd name="T8" fmla="*/ 54 w 54"/>
                    <a:gd name="T9" fmla="*/ 237 h 237"/>
                    <a:gd name="T10" fmla="*/ 54 w 54"/>
                    <a:gd name="T11" fmla="*/ 27 h 237"/>
                    <a:gd name="T12" fmla="*/ 54 w 54"/>
                    <a:gd name="T13" fmla="*/ 27 h 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4" h="237">
                      <a:moveTo>
                        <a:pt x="54" y="27"/>
                      </a:moveTo>
                      <a:cubicBezTo>
                        <a:pt x="54" y="14"/>
                        <a:pt x="40" y="0"/>
                        <a:pt x="27" y="0"/>
                      </a:cubicBezTo>
                      <a:cubicBezTo>
                        <a:pt x="13" y="0"/>
                        <a:pt x="0" y="14"/>
                        <a:pt x="0" y="27"/>
                      </a:cubicBezTo>
                      <a:cubicBezTo>
                        <a:pt x="0" y="237"/>
                        <a:pt x="0" y="237"/>
                        <a:pt x="0" y="237"/>
                      </a:cubicBezTo>
                      <a:cubicBezTo>
                        <a:pt x="54" y="237"/>
                        <a:pt x="54" y="237"/>
                        <a:pt x="54" y="237"/>
                      </a:cubicBezTo>
                      <a:cubicBezTo>
                        <a:pt x="54" y="27"/>
                        <a:pt x="54" y="27"/>
                        <a:pt x="54" y="27"/>
                      </a:cubicBezTo>
                      <a:cubicBezTo>
                        <a:pt x="54" y="27"/>
                        <a:pt x="54" y="27"/>
                        <a:pt x="54" y="27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57" name="Freeform 105">
                  <a:extLst>
                    <a:ext uri="{FF2B5EF4-FFF2-40B4-BE49-F238E27FC236}">
                      <a16:creationId xmlns:a16="http://schemas.microsoft.com/office/drawing/2014/main" id="{7EC7264A-8192-9EF0-1644-F0EA724E6E1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658263" y="2320925"/>
                  <a:ext cx="28575" cy="128588"/>
                </a:xfrm>
                <a:custGeom>
                  <a:avLst/>
                  <a:gdLst>
                    <a:gd name="T0" fmla="*/ 54 w 54"/>
                    <a:gd name="T1" fmla="*/ 27 h 237"/>
                    <a:gd name="T2" fmla="*/ 27 w 54"/>
                    <a:gd name="T3" fmla="*/ 0 h 237"/>
                    <a:gd name="T4" fmla="*/ 0 w 54"/>
                    <a:gd name="T5" fmla="*/ 27 h 237"/>
                    <a:gd name="T6" fmla="*/ 0 w 54"/>
                    <a:gd name="T7" fmla="*/ 237 h 237"/>
                    <a:gd name="T8" fmla="*/ 54 w 54"/>
                    <a:gd name="T9" fmla="*/ 237 h 237"/>
                    <a:gd name="T10" fmla="*/ 54 w 54"/>
                    <a:gd name="T11" fmla="*/ 27 h 237"/>
                    <a:gd name="T12" fmla="*/ 54 w 54"/>
                    <a:gd name="T13" fmla="*/ 27 h 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4" h="237">
                      <a:moveTo>
                        <a:pt x="54" y="27"/>
                      </a:moveTo>
                      <a:cubicBezTo>
                        <a:pt x="54" y="14"/>
                        <a:pt x="40" y="0"/>
                        <a:pt x="27" y="0"/>
                      </a:cubicBezTo>
                      <a:cubicBezTo>
                        <a:pt x="13" y="0"/>
                        <a:pt x="0" y="14"/>
                        <a:pt x="0" y="27"/>
                      </a:cubicBezTo>
                      <a:cubicBezTo>
                        <a:pt x="0" y="237"/>
                        <a:pt x="0" y="237"/>
                        <a:pt x="0" y="237"/>
                      </a:cubicBezTo>
                      <a:cubicBezTo>
                        <a:pt x="54" y="237"/>
                        <a:pt x="54" y="237"/>
                        <a:pt x="54" y="237"/>
                      </a:cubicBezTo>
                      <a:cubicBezTo>
                        <a:pt x="54" y="27"/>
                        <a:pt x="54" y="27"/>
                        <a:pt x="54" y="27"/>
                      </a:cubicBezTo>
                      <a:cubicBezTo>
                        <a:pt x="54" y="27"/>
                        <a:pt x="54" y="27"/>
                        <a:pt x="54" y="27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58" name="Freeform 106">
                  <a:extLst>
                    <a:ext uri="{FF2B5EF4-FFF2-40B4-BE49-F238E27FC236}">
                      <a16:creationId xmlns:a16="http://schemas.microsoft.com/office/drawing/2014/main" id="{7CE2FD1E-A480-1DF0-74D3-F25E6E73B14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770975" y="2320925"/>
                  <a:ext cx="30163" cy="128588"/>
                </a:xfrm>
                <a:custGeom>
                  <a:avLst/>
                  <a:gdLst>
                    <a:gd name="T0" fmla="*/ 54 w 54"/>
                    <a:gd name="T1" fmla="*/ 27 h 237"/>
                    <a:gd name="T2" fmla="*/ 27 w 54"/>
                    <a:gd name="T3" fmla="*/ 0 h 237"/>
                    <a:gd name="T4" fmla="*/ 0 w 54"/>
                    <a:gd name="T5" fmla="*/ 27 h 237"/>
                    <a:gd name="T6" fmla="*/ 0 w 54"/>
                    <a:gd name="T7" fmla="*/ 237 h 237"/>
                    <a:gd name="T8" fmla="*/ 54 w 54"/>
                    <a:gd name="T9" fmla="*/ 237 h 237"/>
                    <a:gd name="T10" fmla="*/ 54 w 54"/>
                    <a:gd name="T11" fmla="*/ 27 h 237"/>
                    <a:gd name="T12" fmla="*/ 54 w 54"/>
                    <a:gd name="T13" fmla="*/ 27 h 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4" h="237">
                      <a:moveTo>
                        <a:pt x="54" y="27"/>
                      </a:moveTo>
                      <a:cubicBezTo>
                        <a:pt x="54" y="14"/>
                        <a:pt x="40" y="0"/>
                        <a:pt x="27" y="0"/>
                      </a:cubicBezTo>
                      <a:cubicBezTo>
                        <a:pt x="13" y="0"/>
                        <a:pt x="0" y="14"/>
                        <a:pt x="0" y="27"/>
                      </a:cubicBezTo>
                      <a:cubicBezTo>
                        <a:pt x="0" y="237"/>
                        <a:pt x="0" y="237"/>
                        <a:pt x="0" y="237"/>
                      </a:cubicBezTo>
                      <a:cubicBezTo>
                        <a:pt x="54" y="237"/>
                        <a:pt x="54" y="237"/>
                        <a:pt x="54" y="237"/>
                      </a:cubicBezTo>
                      <a:cubicBezTo>
                        <a:pt x="54" y="27"/>
                        <a:pt x="54" y="27"/>
                        <a:pt x="54" y="27"/>
                      </a:cubicBezTo>
                      <a:cubicBezTo>
                        <a:pt x="54" y="27"/>
                        <a:pt x="54" y="27"/>
                        <a:pt x="54" y="27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59" name="Freeform 107">
                  <a:extLst>
                    <a:ext uri="{FF2B5EF4-FFF2-40B4-BE49-F238E27FC236}">
                      <a16:creationId xmlns:a16="http://schemas.microsoft.com/office/drawing/2014/main" id="{E50D3572-092C-01D0-91F1-8E633A8A383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86863" y="2320925"/>
                  <a:ext cx="30163" cy="128588"/>
                </a:xfrm>
                <a:custGeom>
                  <a:avLst/>
                  <a:gdLst>
                    <a:gd name="T0" fmla="*/ 54 w 54"/>
                    <a:gd name="T1" fmla="*/ 27 h 237"/>
                    <a:gd name="T2" fmla="*/ 27 w 54"/>
                    <a:gd name="T3" fmla="*/ 0 h 237"/>
                    <a:gd name="T4" fmla="*/ 0 w 54"/>
                    <a:gd name="T5" fmla="*/ 27 h 237"/>
                    <a:gd name="T6" fmla="*/ 0 w 54"/>
                    <a:gd name="T7" fmla="*/ 237 h 237"/>
                    <a:gd name="T8" fmla="*/ 54 w 54"/>
                    <a:gd name="T9" fmla="*/ 237 h 237"/>
                    <a:gd name="T10" fmla="*/ 54 w 54"/>
                    <a:gd name="T11" fmla="*/ 27 h 237"/>
                    <a:gd name="T12" fmla="*/ 54 w 54"/>
                    <a:gd name="T13" fmla="*/ 27 h 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4" h="237">
                      <a:moveTo>
                        <a:pt x="54" y="27"/>
                      </a:moveTo>
                      <a:cubicBezTo>
                        <a:pt x="54" y="14"/>
                        <a:pt x="40" y="0"/>
                        <a:pt x="27" y="0"/>
                      </a:cubicBezTo>
                      <a:cubicBezTo>
                        <a:pt x="13" y="0"/>
                        <a:pt x="0" y="14"/>
                        <a:pt x="0" y="27"/>
                      </a:cubicBezTo>
                      <a:cubicBezTo>
                        <a:pt x="0" y="237"/>
                        <a:pt x="0" y="237"/>
                        <a:pt x="0" y="237"/>
                      </a:cubicBezTo>
                      <a:cubicBezTo>
                        <a:pt x="54" y="237"/>
                        <a:pt x="54" y="237"/>
                        <a:pt x="54" y="237"/>
                      </a:cubicBezTo>
                      <a:cubicBezTo>
                        <a:pt x="54" y="27"/>
                        <a:pt x="54" y="27"/>
                        <a:pt x="54" y="27"/>
                      </a:cubicBezTo>
                      <a:cubicBezTo>
                        <a:pt x="54" y="27"/>
                        <a:pt x="54" y="27"/>
                        <a:pt x="54" y="27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60" name="Freeform 108">
                  <a:extLst>
                    <a:ext uri="{FF2B5EF4-FFF2-40B4-BE49-F238E27FC236}">
                      <a16:creationId xmlns:a16="http://schemas.microsoft.com/office/drawing/2014/main" id="{9DF13A1A-C2A1-482C-0DB3-CA488B4B296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540788" y="3165475"/>
                  <a:ext cx="28575" cy="128588"/>
                </a:xfrm>
                <a:custGeom>
                  <a:avLst/>
                  <a:gdLst>
                    <a:gd name="T0" fmla="*/ 0 w 54"/>
                    <a:gd name="T1" fmla="*/ 211 h 238"/>
                    <a:gd name="T2" fmla="*/ 27 w 54"/>
                    <a:gd name="T3" fmla="*/ 238 h 238"/>
                    <a:gd name="T4" fmla="*/ 54 w 54"/>
                    <a:gd name="T5" fmla="*/ 211 h 238"/>
                    <a:gd name="T6" fmla="*/ 54 w 54"/>
                    <a:gd name="T7" fmla="*/ 0 h 238"/>
                    <a:gd name="T8" fmla="*/ 0 w 54"/>
                    <a:gd name="T9" fmla="*/ 0 h 238"/>
                    <a:gd name="T10" fmla="*/ 0 w 54"/>
                    <a:gd name="T11" fmla="*/ 211 h 238"/>
                    <a:gd name="T12" fmla="*/ 0 w 54"/>
                    <a:gd name="T13" fmla="*/ 211 h 2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4" h="238">
                      <a:moveTo>
                        <a:pt x="0" y="211"/>
                      </a:moveTo>
                      <a:cubicBezTo>
                        <a:pt x="0" y="231"/>
                        <a:pt x="13" y="238"/>
                        <a:pt x="27" y="238"/>
                      </a:cubicBezTo>
                      <a:cubicBezTo>
                        <a:pt x="40" y="238"/>
                        <a:pt x="54" y="231"/>
                        <a:pt x="54" y="211"/>
                      </a:cubicBezTo>
                      <a:cubicBezTo>
                        <a:pt x="54" y="0"/>
                        <a:pt x="54" y="0"/>
                        <a:pt x="54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211"/>
                        <a:pt x="0" y="211"/>
                        <a:pt x="0" y="211"/>
                      </a:cubicBezTo>
                      <a:cubicBezTo>
                        <a:pt x="0" y="211"/>
                        <a:pt x="0" y="211"/>
                        <a:pt x="0" y="211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61" name="Freeform 109">
                  <a:extLst>
                    <a:ext uri="{FF2B5EF4-FFF2-40B4-BE49-F238E27FC236}">
                      <a16:creationId xmlns:a16="http://schemas.microsoft.com/office/drawing/2014/main" id="{7A6BF7B6-9E65-ED40-CF60-0ADC2827329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658263" y="3165475"/>
                  <a:ext cx="28575" cy="128588"/>
                </a:xfrm>
                <a:custGeom>
                  <a:avLst/>
                  <a:gdLst>
                    <a:gd name="T0" fmla="*/ 0 w 54"/>
                    <a:gd name="T1" fmla="*/ 211 h 238"/>
                    <a:gd name="T2" fmla="*/ 27 w 54"/>
                    <a:gd name="T3" fmla="*/ 238 h 238"/>
                    <a:gd name="T4" fmla="*/ 54 w 54"/>
                    <a:gd name="T5" fmla="*/ 211 h 238"/>
                    <a:gd name="T6" fmla="*/ 54 w 54"/>
                    <a:gd name="T7" fmla="*/ 0 h 238"/>
                    <a:gd name="T8" fmla="*/ 0 w 54"/>
                    <a:gd name="T9" fmla="*/ 0 h 238"/>
                    <a:gd name="T10" fmla="*/ 0 w 54"/>
                    <a:gd name="T11" fmla="*/ 211 h 238"/>
                    <a:gd name="T12" fmla="*/ 0 w 54"/>
                    <a:gd name="T13" fmla="*/ 211 h 2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4" h="238">
                      <a:moveTo>
                        <a:pt x="0" y="211"/>
                      </a:moveTo>
                      <a:cubicBezTo>
                        <a:pt x="0" y="231"/>
                        <a:pt x="13" y="238"/>
                        <a:pt x="27" y="238"/>
                      </a:cubicBezTo>
                      <a:cubicBezTo>
                        <a:pt x="40" y="238"/>
                        <a:pt x="54" y="231"/>
                        <a:pt x="54" y="211"/>
                      </a:cubicBezTo>
                      <a:cubicBezTo>
                        <a:pt x="54" y="0"/>
                        <a:pt x="54" y="0"/>
                        <a:pt x="54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211"/>
                        <a:pt x="0" y="211"/>
                        <a:pt x="0" y="211"/>
                      </a:cubicBezTo>
                      <a:cubicBezTo>
                        <a:pt x="0" y="211"/>
                        <a:pt x="0" y="211"/>
                        <a:pt x="0" y="211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62" name="Freeform 110">
                  <a:extLst>
                    <a:ext uri="{FF2B5EF4-FFF2-40B4-BE49-F238E27FC236}">
                      <a16:creationId xmlns:a16="http://schemas.microsoft.com/office/drawing/2014/main" id="{62FAFCFA-E244-C324-42FF-A00E497FAC4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770975" y="3165475"/>
                  <a:ext cx="30163" cy="128588"/>
                </a:xfrm>
                <a:custGeom>
                  <a:avLst/>
                  <a:gdLst>
                    <a:gd name="T0" fmla="*/ 0 w 54"/>
                    <a:gd name="T1" fmla="*/ 211 h 238"/>
                    <a:gd name="T2" fmla="*/ 27 w 54"/>
                    <a:gd name="T3" fmla="*/ 238 h 238"/>
                    <a:gd name="T4" fmla="*/ 54 w 54"/>
                    <a:gd name="T5" fmla="*/ 211 h 238"/>
                    <a:gd name="T6" fmla="*/ 54 w 54"/>
                    <a:gd name="T7" fmla="*/ 0 h 238"/>
                    <a:gd name="T8" fmla="*/ 0 w 54"/>
                    <a:gd name="T9" fmla="*/ 0 h 238"/>
                    <a:gd name="T10" fmla="*/ 0 w 54"/>
                    <a:gd name="T11" fmla="*/ 211 h 238"/>
                    <a:gd name="T12" fmla="*/ 0 w 54"/>
                    <a:gd name="T13" fmla="*/ 211 h 2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4" h="238">
                      <a:moveTo>
                        <a:pt x="0" y="211"/>
                      </a:moveTo>
                      <a:cubicBezTo>
                        <a:pt x="0" y="231"/>
                        <a:pt x="13" y="238"/>
                        <a:pt x="27" y="238"/>
                      </a:cubicBezTo>
                      <a:cubicBezTo>
                        <a:pt x="40" y="238"/>
                        <a:pt x="54" y="231"/>
                        <a:pt x="54" y="211"/>
                      </a:cubicBezTo>
                      <a:cubicBezTo>
                        <a:pt x="54" y="0"/>
                        <a:pt x="54" y="0"/>
                        <a:pt x="54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211"/>
                        <a:pt x="0" y="211"/>
                        <a:pt x="0" y="211"/>
                      </a:cubicBezTo>
                      <a:cubicBezTo>
                        <a:pt x="0" y="211"/>
                        <a:pt x="0" y="211"/>
                        <a:pt x="0" y="211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63" name="Freeform 111">
                  <a:extLst>
                    <a:ext uri="{FF2B5EF4-FFF2-40B4-BE49-F238E27FC236}">
                      <a16:creationId xmlns:a16="http://schemas.microsoft.com/office/drawing/2014/main" id="{1BFE991B-E88E-8147-BACD-FDEAE73FC60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86863" y="3165475"/>
                  <a:ext cx="30163" cy="128588"/>
                </a:xfrm>
                <a:custGeom>
                  <a:avLst/>
                  <a:gdLst>
                    <a:gd name="T0" fmla="*/ 0 w 54"/>
                    <a:gd name="T1" fmla="*/ 211 h 238"/>
                    <a:gd name="T2" fmla="*/ 27 w 54"/>
                    <a:gd name="T3" fmla="*/ 238 h 238"/>
                    <a:gd name="T4" fmla="*/ 54 w 54"/>
                    <a:gd name="T5" fmla="*/ 211 h 238"/>
                    <a:gd name="T6" fmla="*/ 54 w 54"/>
                    <a:gd name="T7" fmla="*/ 0 h 238"/>
                    <a:gd name="T8" fmla="*/ 0 w 54"/>
                    <a:gd name="T9" fmla="*/ 0 h 238"/>
                    <a:gd name="T10" fmla="*/ 0 w 54"/>
                    <a:gd name="T11" fmla="*/ 211 h 238"/>
                    <a:gd name="T12" fmla="*/ 0 w 54"/>
                    <a:gd name="T13" fmla="*/ 211 h 2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4" h="238">
                      <a:moveTo>
                        <a:pt x="0" y="211"/>
                      </a:moveTo>
                      <a:cubicBezTo>
                        <a:pt x="0" y="231"/>
                        <a:pt x="13" y="238"/>
                        <a:pt x="27" y="238"/>
                      </a:cubicBezTo>
                      <a:cubicBezTo>
                        <a:pt x="40" y="238"/>
                        <a:pt x="54" y="231"/>
                        <a:pt x="54" y="211"/>
                      </a:cubicBezTo>
                      <a:cubicBezTo>
                        <a:pt x="54" y="0"/>
                        <a:pt x="54" y="0"/>
                        <a:pt x="54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211"/>
                        <a:pt x="0" y="211"/>
                        <a:pt x="0" y="211"/>
                      </a:cubicBezTo>
                      <a:cubicBezTo>
                        <a:pt x="0" y="211"/>
                        <a:pt x="0" y="211"/>
                        <a:pt x="0" y="211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64" name="Freeform 112">
                  <a:extLst>
                    <a:ext uri="{FF2B5EF4-FFF2-40B4-BE49-F238E27FC236}">
                      <a16:creationId xmlns:a16="http://schemas.microsoft.com/office/drawing/2014/main" id="{8BADA171-EBB3-7ED5-9141-A856C098FF8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1401088" y="2478088"/>
                  <a:ext cx="654050" cy="658813"/>
                </a:xfrm>
                <a:custGeom>
                  <a:avLst/>
                  <a:gdLst>
                    <a:gd name="T0" fmla="*/ 952 w 1208"/>
                    <a:gd name="T1" fmla="*/ 0 h 1215"/>
                    <a:gd name="T2" fmla="*/ 736 w 1208"/>
                    <a:gd name="T3" fmla="*/ 0 h 1215"/>
                    <a:gd name="T4" fmla="*/ 526 w 1208"/>
                    <a:gd name="T5" fmla="*/ 0 h 1215"/>
                    <a:gd name="T6" fmla="*/ 310 w 1208"/>
                    <a:gd name="T7" fmla="*/ 0 h 1215"/>
                    <a:gd name="T8" fmla="*/ 128 w 1208"/>
                    <a:gd name="T9" fmla="*/ 0 h 1215"/>
                    <a:gd name="T10" fmla="*/ 0 w 1208"/>
                    <a:gd name="T11" fmla="*/ 264 h 1215"/>
                    <a:gd name="T12" fmla="*/ 0 w 1208"/>
                    <a:gd name="T13" fmla="*/ 473 h 1215"/>
                    <a:gd name="T14" fmla="*/ 0 w 1208"/>
                    <a:gd name="T15" fmla="*/ 689 h 1215"/>
                    <a:gd name="T16" fmla="*/ 0 w 1208"/>
                    <a:gd name="T17" fmla="*/ 898 h 1215"/>
                    <a:gd name="T18" fmla="*/ 0 w 1208"/>
                    <a:gd name="T19" fmla="*/ 1087 h 1215"/>
                    <a:gd name="T20" fmla="*/ 256 w 1208"/>
                    <a:gd name="T21" fmla="*/ 1215 h 1215"/>
                    <a:gd name="T22" fmla="*/ 472 w 1208"/>
                    <a:gd name="T23" fmla="*/ 1215 h 1215"/>
                    <a:gd name="T24" fmla="*/ 682 w 1208"/>
                    <a:gd name="T25" fmla="*/ 1215 h 1215"/>
                    <a:gd name="T26" fmla="*/ 898 w 1208"/>
                    <a:gd name="T27" fmla="*/ 1215 h 1215"/>
                    <a:gd name="T28" fmla="*/ 1080 w 1208"/>
                    <a:gd name="T29" fmla="*/ 1215 h 1215"/>
                    <a:gd name="T30" fmla="*/ 1208 w 1208"/>
                    <a:gd name="T31" fmla="*/ 952 h 1215"/>
                    <a:gd name="T32" fmla="*/ 1208 w 1208"/>
                    <a:gd name="T33" fmla="*/ 743 h 1215"/>
                    <a:gd name="T34" fmla="*/ 1208 w 1208"/>
                    <a:gd name="T35" fmla="*/ 527 h 1215"/>
                    <a:gd name="T36" fmla="*/ 1208 w 1208"/>
                    <a:gd name="T37" fmla="*/ 318 h 1215"/>
                    <a:gd name="T38" fmla="*/ 1208 w 1208"/>
                    <a:gd name="T39" fmla="*/ 129 h 1215"/>
                    <a:gd name="T40" fmla="*/ 1154 w 1208"/>
                    <a:gd name="T41" fmla="*/ 264 h 1215"/>
                    <a:gd name="T42" fmla="*/ 1154 w 1208"/>
                    <a:gd name="T43" fmla="*/ 473 h 1215"/>
                    <a:gd name="T44" fmla="*/ 1154 w 1208"/>
                    <a:gd name="T45" fmla="*/ 689 h 1215"/>
                    <a:gd name="T46" fmla="*/ 1154 w 1208"/>
                    <a:gd name="T47" fmla="*/ 898 h 1215"/>
                    <a:gd name="T48" fmla="*/ 1154 w 1208"/>
                    <a:gd name="T49" fmla="*/ 1087 h 1215"/>
                    <a:gd name="T50" fmla="*/ 952 w 1208"/>
                    <a:gd name="T51" fmla="*/ 1161 h 1215"/>
                    <a:gd name="T52" fmla="*/ 736 w 1208"/>
                    <a:gd name="T53" fmla="*/ 1161 h 1215"/>
                    <a:gd name="T54" fmla="*/ 526 w 1208"/>
                    <a:gd name="T55" fmla="*/ 1161 h 1215"/>
                    <a:gd name="T56" fmla="*/ 310 w 1208"/>
                    <a:gd name="T57" fmla="*/ 1161 h 1215"/>
                    <a:gd name="T58" fmla="*/ 128 w 1208"/>
                    <a:gd name="T59" fmla="*/ 1161 h 1215"/>
                    <a:gd name="T60" fmla="*/ 54 w 1208"/>
                    <a:gd name="T61" fmla="*/ 952 h 1215"/>
                    <a:gd name="T62" fmla="*/ 54 w 1208"/>
                    <a:gd name="T63" fmla="*/ 743 h 1215"/>
                    <a:gd name="T64" fmla="*/ 54 w 1208"/>
                    <a:gd name="T65" fmla="*/ 527 h 1215"/>
                    <a:gd name="T66" fmla="*/ 54 w 1208"/>
                    <a:gd name="T67" fmla="*/ 318 h 1215"/>
                    <a:gd name="T68" fmla="*/ 54 w 1208"/>
                    <a:gd name="T69" fmla="*/ 129 h 1215"/>
                    <a:gd name="T70" fmla="*/ 256 w 1208"/>
                    <a:gd name="T71" fmla="*/ 54 h 1215"/>
                    <a:gd name="T72" fmla="*/ 472 w 1208"/>
                    <a:gd name="T73" fmla="*/ 54 h 1215"/>
                    <a:gd name="T74" fmla="*/ 682 w 1208"/>
                    <a:gd name="T75" fmla="*/ 54 h 1215"/>
                    <a:gd name="T76" fmla="*/ 898 w 1208"/>
                    <a:gd name="T77" fmla="*/ 54 h 1215"/>
                    <a:gd name="T78" fmla="*/ 1080 w 1208"/>
                    <a:gd name="T79" fmla="*/ 54 h 1215"/>
                    <a:gd name="T80" fmla="*/ 1154 w 1208"/>
                    <a:gd name="T81" fmla="*/ 264 h 12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1208" h="1215">
                      <a:moveTo>
                        <a:pt x="1080" y="0"/>
                      </a:moveTo>
                      <a:cubicBezTo>
                        <a:pt x="952" y="0"/>
                        <a:pt x="952" y="0"/>
                        <a:pt x="952" y="0"/>
                      </a:cubicBezTo>
                      <a:cubicBezTo>
                        <a:pt x="898" y="0"/>
                        <a:pt x="898" y="0"/>
                        <a:pt x="898" y="0"/>
                      </a:cubicBezTo>
                      <a:cubicBezTo>
                        <a:pt x="736" y="0"/>
                        <a:pt x="736" y="0"/>
                        <a:pt x="736" y="0"/>
                      </a:cubicBezTo>
                      <a:cubicBezTo>
                        <a:pt x="682" y="0"/>
                        <a:pt x="682" y="0"/>
                        <a:pt x="682" y="0"/>
                      </a:cubicBezTo>
                      <a:cubicBezTo>
                        <a:pt x="526" y="0"/>
                        <a:pt x="526" y="0"/>
                        <a:pt x="526" y="0"/>
                      </a:cubicBezTo>
                      <a:cubicBezTo>
                        <a:pt x="472" y="0"/>
                        <a:pt x="472" y="0"/>
                        <a:pt x="472" y="0"/>
                      </a:cubicBezTo>
                      <a:cubicBezTo>
                        <a:pt x="310" y="0"/>
                        <a:pt x="310" y="0"/>
                        <a:pt x="310" y="0"/>
                      </a:cubicBezTo>
                      <a:cubicBezTo>
                        <a:pt x="256" y="0"/>
                        <a:pt x="256" y="0"/>
                        <a:pt x="256" y="0"/>
                      </a:cubicBezTo>
                      <a:cubicBezTo>
                        <a:pt x="128" y="0"/>
                        <a:pt x="128" y="0"/>
                        <a:pt x="128" y="0"/>
                      </a:cubicBezTo>
                      <a:cubicBezTo>
                        <a:pt x="54" y="0"/>
                        <a:pt x="0" y="61"/>
                        <a:pt x="0" y="129"/>
                      </a:cubicBezTo>
                      <a:cubicBezTo>
                        <a:pt x="0" y="264"/>
                        <a:pt x="0" y="264"/>
                        <a:pt x="0" y="264"/>
                      </a:cubicBezTo>
                      <a:cubicBezTo>
                        <a:pt x="0" y="318"/>
                        <a:pt x="0" y="318"/>
                        <a:pt x="0" y="318"/>
                      </a:cubicBezTo>
                      <a:cubicBezTo>
                        <a:pt x="0" y="473"/>
                        <a:pt x="0" y="473"/>
                        <a:pt x="0" y="473"/>
                      </a:cubicBezTo>
                      <a:cubicBezTo>
                        <a:pt x="0" y="527"/>
                        <a:pt x="0" y="527"/>
                        <a:pt x="0" y="527"/>
                      </a:cubicBezTo>
                      <a:cubicBezTo>
                        <a:pt x="0" y="689"/>
                        <a:pt x="0" y="689"/>
                        <a:pt x="0" y="689"/>
                      </a:cubicBezTo>
                      <a:cubicBezTo>
                        <a:pt x="0" y="743"/>
                        <a:pt x="0" y="743"/>
                        <a:pt x="0" y="743"/>
                      </a:cubicBezTo>
                      <a:cubicBezTo>
                        <a:pt x="0" y="898"/>
                        <a:pt x="0" y="898"/>
                        <a:pt x="0" y="898"/>
                      </a:cubicBezTo>
                      <a:cubicBezTo>
                        <a:pt x="0" y="952"/>
                        <a:pt x="0" y="952"/>
                        <a:pt x="0" y="952"/>
                      </a:cubicBezTo>
                      <a:cubicBezTo>
                        <a:pt x="0" y="1087"/>
                        <a:pt x="0" y="1087"/>
                        <a:pt x="0" y="1087"/>
                      </a:cubicBezTo>
                      <a:cubicBezTo>
                        <a:pt x="0" y="1161"/>
                        <a:pt x="54" y="1215"/>
                        <a:pt x="128" y="1215"/>
                      </a:cubicBezTo>
                      <a:cubicBezTo>
                        <a:pt x="256" y="1215"/>
                        <a:pt x="256" y="1215"/>
                        <a:pt x="256" y="1215"/>
                      </a:cubicBezTo>
                      <a:cubicBezTo>
                        <a:pt x="310" y="1215"/>
                        <a:pt x="310" y="1215"/>
                        <a:pt x="310" y="1215"/>
                      </a:cubicBezTo>
                      <a:cubicBezTo>
                        <a:pt x="472" y="1215"/>
                        <a:pt x="472" y="1215"/>
                        <a:pt x="472" y="1215"/>
                      </a:cubicBezTo>
                      <a:cubicBezTo>
                        <a:pt x="526" y="1215"/>
                        <a:pt x="526" y="1215"/>
                        <a:pt x="526" y="1215"/>
                      </a:cubicBezTo>
                      <a:cubicBezTo>
                        <a:pt x="682" y="1215"/>
                        <a:pt x="682" y="1215"/>
                        <a:pt x="682" y="1215"/>
                      </a:cubicBezTo>
                      <a:cubicBezTo>
                        <a:pt x="736" y="1215"/>
                        <a:pt x="736" y="1215"/>
                        <a:pt x="736" y="1215"/>
                      </a:cubicBezTo>
                      <a:cubicBezTo>
                        <a:pt x="898" y="1215"/>
                        <a:pt x="898" y="1215"/>
                        <a:pt x="898" y="1215"/>
                      </a:cubicBezTo>
                      <a:cubicBezTo>
                        <a:pt x="952" y="1215"/>
                        <a:pt x="952" y="1215"/>
                        <a:pt x="952" y="1215"/>
                      </a:cubicBezTo>
                      <a:cubicBezTo>
                        <a:pt x="1080" y="1215"/>
                        <a:pt x="1080" y="1215"/>
                        <a:pt x="1080" y="1215"/>
                      </a:cubicBezTo>
                      <a:cubicBezTo>
                        <a:pt x="1154" y="1215"/>
                        <a:pt x="1208" y="1161"/>
                        <a:pt x="1208" y="1087"/>
                      </a:cubicBezTo>
                      <a:cubicBezTo>
                        <a:pt x="1208" y="952"/>
                        <a:pt x="1208" y="952"/>
                        <a:pt x="1208" y="952"/>
                      </a:cubicBezTo>
                      <a:cubicBezTo>
                        <a:pt x="1208" y="898"/>
                        <a:pt x="1208" y="898"/>
                        <a:pt x="1208" y="898"/>
                      </a:cubicBezTo>
                      <a:cubicBezTo>
                        <a:pt x="1208" y="743"/>
                        <a:pt x="1208" y="743"/>
                        <a:pt x="1208" y="743"/>
                      </a:cubicBezTo>
                      <a:cubicBezTo>
                        <a:pt x="1208" y="689"/>
                        <a:pt x="1208" y="689"/>
                        <a:pt x="1208" y="689"/>
                      </a:cubicBezTo>
                      <a:cubicBezTo>
                        <a:pt x="1208" y="527"/>
                        <a:pt x="1208" y="527"/>
                        <a:pt x="1208" y="527"/>
                      </a:cubicBezTo>
                      <a:cubicBezTo>
                        <a:pt x="1208" y="473"/>
                        <a:pt x="1208" y="473"/>
                        <a:pt x="1208" y="473"/>
                      </a:cubicBezTo>
                      <a:cubicBezTo>
                        <a:pt x="1208" y="318"/>
                        <a:pt x="1208" y="318"/>
                        <a:pt x="1208" y="318"/>
                      </a:cubicBezTo>
                      <a:cubicBezTo>
                        <a:pt x="1208" y="264"/>
                        <a:pt x="1208" y="264"/>
                        <a:pt x="1208" y="264"/>
                      </a:cubicBezTo>
                      <a:cubicBezTo>
                        <a:pt x="1208" y="129"/>
                        <a:pt x="1208" y="129"/>
                        <a:pt x="1208" y="129"/>
                      </a:cubicBezTo>
                      <a:cubicBezTo>
                        <a:pt x="1208" y="61"/>
                        <a:pt x="1154" y="0"/>
                        <a:pt x="1080" y="0"/>
                      </a:cubicBezTo>
                      <a:close/>
                      <a:moveTo>
                        <a:pt x="1154" y="264"/>
                      </a:moveTo>
                      <a:cubicBezTo>
                        <a:pt x="1154" y="318"/>
                        <a:pt x="1154" y="318"/>
                        <a:pt x="1154" y="318"/>
                      </a:cubicBezTo>
                      <a:cubicBezTo>
                        <a:pt x="1154" y="473"/>
                        <a:pt x="1154" y="473"/>
                        <a:pt x="1154" y="473"/>
                      </a:cubicBezTo>
                      <a:cubicBezTo>
                        <a:pt x="1154" y="527"/>
                        <a:pt x="1154" y="527"/>
                        <a:pt x="1154" y="527"/>
                      </a:cubicBezTo>
                      <a:cubicBezTo>
                        <a:pt x="1154" y="689"/>
                        <a:pt x="1154" y="689"/>
                        <a:pt x="1154" y="689"/>
                      </a:cubicBezTo>
                      <a:cubicBezTo>
                        <a:pt x="1154" y="743"/>
                        <a:pt x="1154" y="743"/>
                        <a:pt x="1154" y="743"/>
                      </a:cubicBezTo>
                      <a:cubicBezTo>
                        <a:pt x="1154" y="898"/>
                        <a:pt x="1154" y="898"/>
                        <a:pt x="1154" y="898"/>
                      </a:cubicBezTo>
                      <a:cubicBezTo>
                        <a:pt x="1154" y="952"/>
                        <a:pt x="1154" y="952"/>
                        <a:pt x="1154" y="952"/>
                      </a:cubicBezTo>
                      <a:cubicBezTo>
                        <a:pt x="1154" y="1087"/>
                        <a:pt x="1154" y="1087"/>
                        <a:pt x="1154" y="1087"/>
                      </a:cubicBezTo>
                      <a:cubicBezTo>
                        <a:pt x="1154" y="1127"/>
                        <a:pt x="1127" y="1161"/>
                        <a:pt x="1080" y="1161"/>
                      </a:cubicBezTo>
                      <a:cubicBezTo>
                        <a:pt x="952" y="1161"/>
                        <a:pt x="952" y="1161"/>
                        <a:pt x="952" y="1161"/>
                      </a:cubicBezTo>
                      <a:cubicBezTo>
                        <a:pt x="898" y="1161"/>
                        <a:pt x="898" y="1161"/>
                        <a:pt x="898" y="1161"/>
                      </a:cubicBezTo>
                      <a:cubicBezTo>
                        <a:pt x="736" y="1161"/>
                        <a:pt x="736" y="1161"/>
                        <a:pt x="736" y="1161"/>
                      </a:cubicBezTo>
                      <a:cubicBezTo>
                        <a:pt x="682" y="1161"/>
                        <a:pt x="682" y="1161"/>
                        <a:pt x="682" y="1161"/>
                      </a:cubicBezTo>
                      <a:cubicBezTo>
                        <a:pt x="526" y="1161"/>
                        <a:pt x="526" y="1161"/>
                        <a:pt x="526" y="1161"/>
                      </a:cubicBezTo>
                      <a:cubicBezTo>
                        <a:pt x="472" y="1161"/>
                        <a:pt x="472" y="1161"/>
                        <a:pt x="472" y="1161"/>
                      </a:cubicBezTo>
                      <a:cubicBezTo>
                        <a:pt x="310" y="1161"/>
                        <a:pt x="310" y="1161"/>
                        <a:pt x="310" y="1161"/>
                      </a:cubicBezTo>
                      <a:cubicBezTo>
                        <a:pt x="256" y="1161"/>
                        <a:pt x="256" y="1161"/>
                        <a:pt x="256" y="1161"/>
                      </a:cubicBezTo>
                      <a:cubicBezTo>
                        <a:pt x="128" y="1161"/>
                        <a:pt x="128" y="1161"/>
                        <a:pt x="128" y="1161"/>
                      </a:cubicBezTo>
                      <a:cubicBezTo>
                        <a:pt x="81" y="1161"/>
                        <a:pt x="54" y="1127"/>
                        <a:pt x="54" y="1087"/>
                      </a:cubicBezTo>
                      <a:cubicBezTo>
                        <a:pt x="54" y="952"/>
                        <a:pt x="54" y="952"/>
                        <a:pt x="54" y="952"/>
                      </a:cubicBezTo>
                      <a:cubicBezTo>
                        <a:pt x="54" y="898"/>
                        <a:pt x="54" y="898"/>
                        <a:pt x="54" y="898"/>
                      </a:cubicBezTo>
                      <a:cubicBezTo>
                        <a:pt x="54" y="743"/>
                        <a:pt x="54" y="743"/>
                        <a:pt x="54" y="743"/>
                      </a:cubicBezTo>
                      <a:cubicBezTo>
                        <a:pt x="54" y="689"/>
                        <a:pt x="54" y="689"/>
                        <a:pt x="54" y="689"/>
                      </a:cubicBezTo>
                      <a:cubicBezTo>
                        <a:pt x="54" y="527"/>
                        <a:pt x="54" y="527"/>
                        <a:pt x="54" y="527"/>
                      </a:cubicBezTo>
                      <a:cubicBezTo>
                        <a:pt x="54" y="473"/>
                        <a:pt x="54" y="473"/>
                        <a:pt x="54" y="473"/>
                      </a:cubicBezTo>
                      <a:cubicBezTo>
                        <a:pt x="54" y="318"/>
                        <a:pt x="54" y="318"/>
                        <a:pt x="54" y="318"/>
                      </a:cubicBezTo>
                      <a:cubicBezTo>
                        <a:pt x="54" y="264"/>
                        <a:pt x="54" y="264"/>
                        <a:pt x="54" y="264"/>
                      </a:cubicBezTo>
                      <a:cubicBezTo>
                        <a:pt x="54" y="129"/>
                        <a:pt x="54" y="129"/>
                        <a:pt x="54" y="129"/>
                      </a:cubicBezTo>
                      <a:cubicBezTo>
                        <a:pt x="54" y="88"/>
                        <a:pt x="81" y="54"/>
                        <a:pt x="128" y="54"/>
                      </a:cubicBezTo>
                      <a:cubicBezTo>
                        <a:pt x="256" y="54"/>
                        <a:pt x="256" y="54"/>
                        <a:pt x="256" y="54"/>
                      </a:cubicBezTo>
                      <a:cubicBezTo>
                        <a:pt x="310" y="54"/>
                        <a:pt x="310" y="54"/>
                        <a:pt x="310" y="54"/>
                      </a:cubicBezTo>
                      <a:cubicBezTo>
                        <a:pt x="472" y="54"/>
                        <a:pt x="472" y="54"/>
                        <a:pt x="472" y="54"/>
                      </a:cubicBezTo>
                      <a:cubicBezTo>
                        <a:pt x="526" y="54"/>
                        <a:pt x="526" y="54"/>
                        <a:pt x="526" y="54"/>
                      </a:cubicBezTo>
                      <a:cubicBezTo>
                        <a:pt x="682" y="54"/>
                        <a:pt x="682" y="54"/>
                        <a:pt x="682" y="54"/>
                      </a:cubicBezTo>
                      <a:cubicBezTo>
                        <a:pt x="736" y="54"/>
                        <a:pt x="736" y="54"/>
                        <a:pt x="736" y="54"/>
                      </a:cubicBezTo>
                      <a:cubicBezTo>
                        <a:pt x="898" y="54"/>
                        <a:pt x="898" y="54"/>
                        <a:pt x="898" y="54"/>
                      </a:cubicBezTo>
                      <a:cubicBezTo>
                        <a:pt x="952" y="54"/>
                        <a:pt x="952" y="54"/>
                        <a:pt x="952" y="54"/>
                      </a:cubicBezTo>
                      <a:cubicBezTo>
                        <a:pt x="1080" y="54"/>
                        <a:pt x="1080" y="54"/>
                        <a:pt x="1080" y="54"/>
                      </a:cubicBezTo>
                      <a:cubicBezTo>
                        <a:pt x="1127" y="54"/>
                        <a:pt x="1154" y="88"/>
                        <a:pt x="1154" y="129"/>
                      </a:cubicBezTo>
                      <a:cubicBezTo>
                        <a:pt x="1154" y="264"/>
                        <a:pt x="1154" y="264"/>
                        <a:pt x="1154" y="264"/>
                      </a:cubicBezTo>
                      <a:cubicBezTo>
                        <a:pt x="1154" y="264"/>
                        <a:pt x="1154" y="264"/>
                        <a:pt x="1154" y="264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맑은 고딕" panose="020B0503020000020004" pitchFamily="50" charset="-127"/>
                    <a:cs typeface="Calibri" panose="020F0502020204030204" pitchFamily="34" charset="0"/>
                  </a:endParaRPr>
                </a:p>
              </p:txBody>
            </p:sp>
          </p:grpSp>
          <p:pic>
            <p:nvPicPr>
              <p:cNvPr id="246" name="그림 245">
                <a:extLst>
                  <a:ext uri="{FF2B5EF4-FFF2-40B4-BE49-F238E27FC236}">
                    <a16:creationId xmlns:a16="http://schemas.microsoft.com/office/drawing/2014/main" id="{22702D54-0FF6-DFD0-0122-902519F892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lum bright="100000"/>
              </a:blip>
              <a:stretch>
                <a:fillRect/>
              </a:stretch>
            </p:blipFill>
            <p:spPr>
              <a:xfrm>
                <a:off x="1124483" y="5707212"/>
                <a:ext cx="491143" cy="179999"/>
              </a:xfrm>
              <a:prstGeom prst="rect">
                <a:avLst/>
              </a:prstGeom>
            </p:spPr>
          </p:pic>
        </p:grpSp>
      </p:grpSp>
      <p:grpSp>
        <p:nvGrpSpPr>
          <p:cNvPr id="269" name="그룹 268">
            <a:extLst>
              <a:ext uri="{FF2B5EF4-FFF2-40B4-BE49-F238E27FC236}">
                <a16:creationId xmlns:a16="http://schemas.microsoft.com/office/drawing/2014/main" id="{4D4B4683-1C21-52C0-3539-29E43F008D52}"/>
              </a:ext>
            </a:extLst>
          </p:cNvPr>
          <p:cNvGrpSpPr/>
          <p:nvPr/>
        </p:nvGrpSpPr>
        <p:grpSpPr>
          <a:xfrm>
            <a:off x="6202756" y="870979"/>
            <a:ext cx="2481274" cy="4147461"/>
            <a:chOff x="7399012" y="1943101"/>
            <a:chExt cx="3313113" cy="5113338"/>
          </a:xfrm>
        </p:grpSpPr>
        <p:sp>
          <p:nvSpPr>
            <p:cNvPr id="270" name="직사각형 269">
              <a:extLst>
                <a:ext uri="{FF2B5EF4-FFF2-40B4-BE49-F238E27FC236}">
                  <a16:creationId xmlns:a16="http://schemas.microsoft.com/office/drawing/2014/main" id="{C8962D6F-94EB-4184-BFBD-1FF550091235}"/>
                </a:ext>
              </a:extLst>
            </p:cNvPr>
            <p:cNvSpPr/>
            <p:nvPr/>
          </p:nvSpPr>
          <p:spPr>
            <a:xfrm>
              <a:off x="7399012" y="1943101"/>
              <a:ext cx="3313113" cy="5113338"/>
            </a:xfrm>
            <a:prstGeom prst="rect">
              <a:avLst/>
            </a:prstGeom>
            <a:solidFill>
              <a:srgbClr val="F1F3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pc="-30">
                <a:ln>
                  <a:solidFill>
                    <a:srgbClr val="0099FF">
                      <a:alpha val="0"/>
                    </a:srgbClr>
                  </a:solidFill>
                </a:ln>
              </a:endParaRPr>
            </a:p>
          </p:txBody>
        </p:sp>
        <p:sp>
          <p:nvSpPr>
            <p:cNvPr id="271" name="직사각형 270">
              <a:extLst>
                <a:ext uri="{FF2B5EF4-FFF2-40B4-BE49-F238E27FC236}">
                  <a16:creationId xmlns:a16="http://schemas.microsoft.com/office/drawing/2014/main" id="{5D127E37-4F60-A367-9EE4-510F8E074A2E}"/>
                </a:ext>
              </a:extLst>
            </p:cNvPr>
            <p:cNvSpPr/>
            <p:nvPr/>
          </p:nvSpPr>
          <p:spPr>
            <a:xfrm>
              <a:off x="7399012" y="1943463"/>
              <a:ext cx="3313113" cy="360000"/>
            </a:xfrm>
            <a:prstGeom prst="rect">
              <a:avLst/>
            </a:prstGeom>
            <a:solidFill>
              <a:srgbClr val="43475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400" b="1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latin typeface="Malgun Gothic" panose="020B0503020000020004" pitchFamily="34" charset="-127"/>
                  <a:ea typeface="Malgun Gothic" panose="020B0503020000020004" pitchFamily="34" charset="-127"/>
                </a:rPr>
                <a:t>구현 방안</a:t>
              </a:r>
            </a:p>
          </p:txBody>
        </p:sp>
      </p:grpSp>
      <p:grpSp>
        <p:nvGrpSpPr>
          <p:cNvPr id="272" name="그룹 271">
            <a:extLst>
              <a:ext uri="{FF2B5EF4-FFF2-40B4-BE49-F238E27FC236}">
                <a16:creationId xmlns:a16="http://schemas.microsoft.com/office/drawing/2014/main" id="{670E8DEF-AF6D-BF5D-6619-CC440035FD38}"/>
              </a:ext>
            </a:extLst>
          </p:cNvPr>
          <p:cNvGrpSpPr/>
          <p:nvPr/>
        </p:nvGrpSpPr>
        <p:grpSpPr>
          <a:xfrm>
            <a:off x="6232805" y="1259404"/>
            <a:ext cx="2361620" cy="708445"/>
            <a:chOff x="7520780" y="2838138"/>
            <a:chExt cx="2845112" cy="873430"/>
          </a:xfrm>
        </p:grpSpPr>
        <p:grpSp>
          <p:nvGrpSpPr>
            <p:cNvPr id="273" name="그룹 272">
              <a:extLst>
                <a:ext uri="{FF2B5EF4-FFF2-40B4-BE49-F238E27FC236}">
                  <a16:creationId xmlns:a16="http://schemas.microsoft.com/office/drawing/2014/main" id="{16DA61A2-D9A5-28AE-2E15-B280D5D1750F}"/>
                </a:ext>
              </a:extLst>
            </p:cNvPr>
            <p:cNvGrpSpPr/>
            <p:nvPr/>
          </p:nvGrpSpPr>
          <p:grpSpPr>
            <a:xfrm>
              <a:off x="7520780" y="2838138"/>
              <a:ext cx="2845111" cy="455343"/>
              <a:chOff x="7520780" y="2838138"/>
              <a:chExt cx="2845111" cy="455343"/>
            </a:xfrm>
          </p:grpSpPr>
          <p:sp>
            <p:nvSpPr>
              <p:cNvPr id="275" name="모서리가 둥근 직사각형 16">
                <a:extLst>
                  <a:ext uri="{FF2B5EF4-FFF2-40B4-BE49-F238E27FC236}">
                    <a16:creationId xmlns:a16="http://schemas.microsoft.com/office/drawing/2014/main" id="{C72735BD-8337-6E89-797A-DB2C5B14245F}"/>
                  </a:ext>
                </a:extLst>
              </p:cNvPr>
              <p:cNvSpPr/>
              <p:nvPr/>
            </p:nvSpPr>
            <p:spPr bwMode="auto">
              <a:xfrm flipH="1">
                <a:off x="7520780" y="2838138"/>
                <a:ext cx="2845111" cy="45534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t">
                <a:spAutoFit/>
              </a:bodyPr>
              <a:lstStyle/>
              <a:p>
                <a:pPr marL="180975" lvl="1" defTabSz="1042988">
                  <a:buClr>
                    <a:srgbClr val="3271AA"/>
                  </a:buClr>
                  <a:buSzPct val="140000"/>
                  <a:tabLst>
                    <a:tab pos="5648325" algn="l"/>
                  </a:tabLst>
                </a:pPr>
                <a:r>
                  <a:rPr lang="en-US" altLang="ko-KR" sz="900" b="1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  <a:cs typeface="KoPub돋움체 Medium  Medium" panose="02000603000000020004" pitchFamily="50" charset="-127"/>
                    <a:sym typeface="KoPub돋움체 Medium "/>
                  </a:rPr>
                  <a:t>AI</a:t>
                </a:r>
                <a:r>
                  <a:rPr lang="ko-KR" altLang="en-US" sz="900" b="1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  <a:cs typeface="KoPub돋움체 Medium  Medium" panose="02000603000000020004" pitchFamily="50" charset="-127"/>
                    <a:sym typeface="KoPub돋움체 Medium "/>
                  </a:rPr>
                  <a:t>모델 영역</a:t>
                </a:r>
              </a:p>
              <a:p>
                <a:pPr marL="180975" lvl="1" defTabSz="1042988">
                  <a:buClr>
                    <a:srgbClr val="3271AA"/>
                  </a:buClr>
                  <a:buSzPct val="140000"/>
                  <a:tabLst>
                    <a:tab pos="5648325" algn="l"/>
                  </a:tabLst>
                </a:pPr>
                <a:endParaRPr lang="ko-KR" altLang="en-US" sz="9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KoPub돋움체 Medium  Medium" panose="02000603000000020004" pitchFamily="50" charset="-127"/>
                  <a:sym typeface="KoPub돋움체 Medium "/>
                </a:endParaRPr>
              </a:p>
            </p:txBody>
          </p:sp>
          <p:sp>
            <p:nvSpPr>
              <p:cNvPr id="276" name="Freeform 33">
                <a:extLst>
                  <a:ext uri="{FF2B5EF4-FFF2-40B4-BE49-F238E27FC236}">
                    <a16:creationId xmlns:a16="http://schemas.microsoft.com/office/drawing/2014/main" id="{338EA6FB-DDD5-17B2-A880-AECE1B56F24C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7597466" y="2897108"/>
                <a:ext cx="146360" cy="146360"/>
              </a:xfrm>
              <a:custGeom>
                <a:avLst/>
                <a:gdLst>
                  <a:gd name="T0" fmla="*/ 220 w 440"/>
                  <a:gd name="T1" fmla="*/ 0 h 441"/>
                  <a:gd name="T2" fmla="*/ 0 w 440"/>
                  <a:gd name="T3" fmla="*/ 220 h 441"/>
                  <a:gd name="T4" fmla="*/ 220 w 440"/>
                  <a:gd name="T5" fmla="*/ 441 h 441"/>
                  <a:gd name="T6" fmla="*/ 440 w 440"/>
                  <a:gd name="T7" fmla="*/ 220 h 441"/>
                  <a:gd name="T8" fmla="*/ 220 w 440"/>
                  <a:gd name="T9" fmla="*/ 0 h 441"/>
                  <a:gd name="T10" fmla="*/ 200 w 440"/>
                  <a:gd name="T11" fmla="*/ 330 h 441"/>
                  <a:gd name="T12" fmla="*/ 93 w 440"/>
                  <a:gd name="T13" fmla="*/ 222 h 441"/>
                  <a:gd name="T14" fmla="*/ 120 w 440"/>
                  <a:gd name="T15" fmla="*/ 200 h 441"/>
                  <a:gd name="T16" fmla="*/ 182 w 440"/>
                  <a:gd name="T17" fmla="*/ 248 h 441"/>
                  <a:gd name="T18" fmla="*/ 341 w 440"/>
                  <a:gd name="T19" fmla="*/ 111 h 441"/>
                  <a:gd name="T20" fmla="*/ 347 w 440"/>
                  <a:gd name="T21" fmla="*/ 126 h 441"/>
                  <a:gd name="T22" fmla="*/ 200 w 440"/>
                  <a:gd name="T23" fmla="*/ 330 h 4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40" h="441">
                    <a:moveTo>
                      <a:pt x="220" y="0"/>
                    </a:moveTo>
                    <a:cubicBezTo>
                      <a:pt x="98" y="0"/>
                      <a:pt x="0" y="99"/>
                      <a:pt x="0" y="220"/>
                    </a:cubicBezTo>
                    <a:cubicBezTo>
                      <a:pt x="0" y="342"/>
                      <a:pt x="98" y="441"/>
                      <a:pt x="220" y="441"/>
                    </a:cubicBezTo>
                    <a:cubicBezTo>
                      <a:pt x="342" y="441"/>
                      <a:pt x="440" y="342"/>
                      <a:pt x="440" y="220"/>
                    </a:cubicBezTo>
                    <a:cubicBezTo>
                      <a:pt x="440" y="99"/>
                      <a:pt x="342" y="0"/>
                      <a:pt x="220" y="0"/>
                    </a:cubicBezTo>
                    <a:close/>
                    <a:moveTo>
                      <a:pt x="200" y="330"/>
                    </a:moveTo>
                    <a:cubicBezTo>
                      <a:pt x="93" y="222"/>
                      <a:pt x="93" y="222"/>
                      <a:pt x="93" y="222"/>
                    </a:cubicBezTo>
                    <a:cubicBezTo>
                      <a:pt x="120" y="200"/>
                      <a:pt x="120" y="200"/>
                      <a:pt x="120" y="200"/>
                    </a:cubicBezTo>
                    <a:cubicBezTo>
                      <a:pt x="182" y="248"/>
                      <a:pt x="182" y="248"/>
                      <a:pt x="182" y="248"/>
                    </a:cubicBezTo>
                    <a:cubicBezTo>
                      <a:pt x="207" y="218"/>
                      <a:pt x="263" y="158"/>
                      <a:pt x="341" y="111"/>
                    </a:cubicBezTo>
                    <a:cubicBezTo>
                      <a:pt x="347" y="126"/>
                      <a:pt x="347" y="126"/>
                      <a:pt x="347" y="126"/>
                    </a:cubicBezTo>
                    <a:cubicBezTo>
                      <a:pt x="276" y="191"/>
                      <a:pt x="218" y="283"/>
                      <a:pt x="200" y="330"/>
                    </a:cubicBezTo>
                    <a:close/>
                  </a:path>
                </a:pathLst>
              </a:custGeom>
              <a:solidFill>
                <a:srgbClr val="98A1B7"/>
              </a:solidFill>
              <a:ln>
                <a:noFill/>
              </a:ln>
            </p:spPr>
            <p:txBody>
              <a:bodyPr wrap="none" anchor="ctr"/>
              <a:lstStyle/>
              <a:p>
                <a:pPr algn="ctr" defTabSz="1043056"/>
                <a:endParaRPr lang="ko-KR" altLang="en-US" sz="10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rgbClr val="B42658">
                      <a:alpha val="50000"/>
                    </a:srgb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</a:endParaRPr>
              </a:p>
            </p:txBody>
          </p:sp>
        </p:grpSp>
        <p:sp>
          <p:nvSpPr>
            <p:cNvPr id="274" name="텍스트 개체 틀 16">
              <a:extLst>
                <a:ext uri="{FF2B5EF4-FFF2-40B4-BE49-F238E27FC236}">
                  <a16:creationId xmlns:a16="http://schemas.microsoft.com/office/drawing/2014/main" id="{54055DEA-61DD-515B-F434-22CE629608F6}"/>
                </a:ext>
              </a:extLst>
            </p:cNvPr>
            <p:cNvSpPr txBox="1">
              <a:spLocks/>
            </p:cNvSpPr>
            <p:nvPr/>
          </p:nvSpPr>
          <p:spPr>
            <a:xfrm>
              <a:off x="7622225" y="3151876"/>
              <a:ext cx="2743667" cy="559692"/>
            </a:xfrm>
            <a:prstGeom prst="rect">
              <a:avLst/>
            </a:prstGeom>
          </p:spPr>
          <p:txBody>
            <a:bodyPr wrap="square" lIns="72000" tIns="0" rIns="0" bIns="0" anchor="t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KoPub돋움체 Medium 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92075" indent="-92075" fontAlgn="base" latinLnBrk="0">
                <a:lnSpc>
                  <a:spcPct val="100000"/>
                </a:lnSpc>
                <a:spcBef>
                  <a:spcPts val="300"/>
                </a:spcBef>
                <a:spcAft>
                  <a:spcPct val="0"/>
                </a:spcAft>
                <a:buSzPct val="80000"/>
                <a:buFont typeface="Arial" panose="020B0604020202020204" pitchFamily="34" charset="0"/>
                <a:buChar char="•"/>
              </a:pPr>
              <a:r>
                <a:rPr kumimoji="1" lang="en-US" altLang="ko-KR" sz="9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</a:rPr>
                <a:t>AI Agent</a:t>
              </a:r>
              <a:r>
                <a:rPr kumimoji="1" lang="ko-KR" altLang="en-US" sz="9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</a:rPr>
                <a:t>가 활용할 고성능 </a:t>
              </a:r>
              <a:r>
                <a:rPr kumimoji="1" lang="en-US" altLang="ko-KR" sz="9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</a:rPr>
                <a:t>LLM</a:t>
              </a:r>
              <a:r>
                <a:rPr kumimoji="1" lang="ko-KR" altLang="en-US" sz="9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</a:rPr>
                <a:t> 위치</a:t>
              </a:r>
            </a:p>
            <a:p>
              <a:pPr marL="92075" indent="-92075" fontAlgn="base" latinLnBrk="0">
                <a:lnSpc>
                  <a:spcPct val="100000"/>
                </a:lnSpc>
                <a:spcBef>
                  <a:spcPts val="300"/>
                </a:spcBef>
                <a:spcAft>
                  <a:spcPct val="0"/>
                </a:spcAft>
                <a:buSzPct val="80000"/>
                <a:buFont typeface="Arial" panose="020B0604020202020204" pitchFamily="34" charset="0"/>
                <a:buChar char="•"/>
              </a:pPr>
              <a:r>
                <a:rPr kumimoji="1" lang="ko-KR" altLang="en-US" sz="9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</a:rPr>
                <a:t>모델 학습 및 추론</a:t>
              </a:r>
              <a:r>
                <a:rPr kumimoji="1" lang="en-US" altLang="ko-KR" sz="9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</a:rPr>
                <a:t>(</a:t>
              </a:r>
              <a:r>
                <a:rPr kumimoji="1" lang="ko-KR" altLang="en-US" sz="9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</a:rPr>
                <a:t>서빙</a:t>
              </a:r>
              <a:r>
                <a:rPr kumimoji="1" lang="en-US" altLang="ko-KR" sz="9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</a:rPr>
                <a:t>)</a:t>
              </a:r>
              <a:r>
                <a:rPr kumimoji="1" lang="ko-KR" altLang="en-US" sz="9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</a:rPr>
                <a:t>이뤄지며</a:t>
              </a:r>
              <a:r>
                <a:rPr kumimoji="1" lang="en-US" altLang="ko-KR" sz="9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</a:rPr>
                <a:t>, </a:t>
              </a:r>
              <a:r>
                <a:rPr kumimoji="1" lang="en-US" altLang="ko-KR" sz="900" spc="-30" dirty="0" err="1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</a:rPr>
                <a:t>MLOps</a:t>
              </a:r>
              <a:r>
                <a:rPr kumimoji="1" lang="en-US" altLang="ko-KR" sz="9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</a:rPr>
                <a:t> </a:t>
              </a:r>
              <a:r>
                <a:rPr kumimoji="1" lang="ko-KR" altLang="en-US" sz="9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</a:rPr>
                <a:t>및 </a:t>
              </a:r>
              <a:r>
                <a:rPr kumimoji="1" lang="en-US" altLang="ko-KR" sz="900" spc="-30" dirty="0" err="1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</a:rPr>
                <a:t>LLMOps</a:t>
              </a:r>
              <a:r>
                <a:rPr kumimoji="1" lang="en-US" altLang="ko-KR" sz="9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</a:rPr>
                <a:t> </a:t>
              </a:r>
              <a:r>
                <a:rPr kumimoji="1" lang="ko-KR" altLang="en-US" sz="9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</a:rPr>
                <a:t>수행 영역</a:t>
              </a:r>
            </a:p>
          </p:txBody>
        </p:sp>
      </p:grpSp>
      <p:grpSp>
        <p:nvGrpSpPr>
          <p:cNvPr id="277" name="그룹 276">
            <a:extLst>
              <a:ext uri="{FF2B5EF4-FFF2-40B4-BE49-F238E27FC236}">
                <a16:creationId xmlns:a16="http://schemas.microsoft.com/office/drawing/2014/main" id="{4ED59ABC-9DB2-FCDF-484D-CB720A8914F5}"/>
              </a:ext>
            </a:extLst>
          </p:cNvPr>
          <p:cNvGrpSpPr/>
          <p:nvPr/>
        </p:nvGrpSpPr>
        <p:grpSpPr>
          <a:xfrm>
            <a:off x="6232959" y="2214160"/>
            <a:ext cx="2361465" cy="1149081"/>
            <a:chOff x="7520782" y="2838138"/>
            <a:chExt cx="2844926" cy="1416684"/>
          </a:xfrm>
        </p:grpSpPr>
        <p:grpSp>
          <p:nvGrpSpPr>
            <p:cNvPr id="278" name="그룹 277">
              <a:extLst>
                <a:ext uri="{FF2B5EF4-FFF2-40B4-BE49-F238E27FC236}">
                  <a16:creationId xmlns:a16="http://schemas.microsoft.com/office/drawing/2014/main" id="{57AC2DF1-7852-A9EA-1465-3A1103DB08B9}"/>
                </a:ext>
              </a:extLst>
            </p:cNvPr>
            <p:cNvGrpSpPr/>
            <p:nvPr/>
          </p:nvGrpSpPr>
          <p:grpSpPr>
            <a:xfrm>
              <a:off x="7520782" y="2838138"/>
              <a:ext cx="2844925" cy="455343"/>
              <a:chOff x="7520782" y="2838138"/>
              <a:chExt cx="2844925" cy="455343"/>
            </a:xfrm>
          </p:grpSpPr>
          <p:sp>
            <p:nvSpPr>
              <p:cNvPr id="280" name="모서리가 둥근 직사각형 16">
                <a:extLst>
                  <a:ext uri="{FF2B5EF4-FFF2-40B4-BE49-F238E27FC236}">
                    <a16:creationId xmlns:a16="http://schemas.microsoft.com/office/drawing/2014/main" id="{FE6FFA7B-66A1-E727-5C2E-43D920042499}"/>
                  </a:ext>
                </a:extLst>
              </p:cNvPr>
              <p:cNvSpPr/>
              <p:nvPr/>
            </p:nvSpPr>
            <p:spPr bwMode="auto">
              <a:xfrm flipH="1">
                <a:off x="7520782" y="2838138"/>
                <a:ext cx="2844925" cy="45534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t">
                <a:spAutoFit/>
              </a:bodyPr>
              <a:lstStyle/>
              <a:p>
                <a:pPr marL="180975" lvl="1" defTabSz="1042988">
                  <a:buClr>
                    <a:srgbClr val="3271AA"/>
                  </a:buClr>
                  <a:buSzPct val="140000"/>
                  <a:tabLst>
                    <a:tab pos="5648325" algn="l"/>
                  </a:tabLst>
                </a:pPr>
                <a:r>
                  <a:rPr lang="en-US" altLang="ko-KR" sz="900" b="1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  <a:cs typeface="KoPub돋움체 Medium  Medium" panose="02000603000000020004" pitchFamily="50" charset="-127"/>
                    <a:sym typeface="KoPub돋움체 Medium "/>
                  </a:rPr>
                  <a:t>GPU </a:t>
                </a:r>
                <a:r>
                  <a:rPr lang="ko-KR" altLang="en-US" sz="900" b="1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  <a:cs typeface="KoPub돋움체 Medium  Medium" panose="02000603000000020004" pitchFamily="50" charset="-127"/>
                    <a:sym typeface="KoPub돋움체 Medium "/>
                  </a:rPr>
                  <a:t>필요 워크로드를 기존</a:t>
                </a:r>
                <a:r>
                  <a:rPr lang="ko-KR" altLang="en-US" sz="900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KoPub돋움체 Medium  Medium" panose="02000603000000020004" pitchFamily="50" charset="-127"/>
                    <a:sym typeface="KoPub돋움체 Medium "/>
                  </a:rPr>
                  <a:t> </a:t>
                </a:r>
                <a:r>
                  <a:rPr lang="ko-KR" altLang="en-US" sz="900" b="1" spc="-30" dirty="0" err="1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  <a:cs typeface="KoPub돋움체 Medium  Medium" panose="02000603000000020004" pitchFamily="50" charset="-127"/>
                    <a:sym typeface="KoPub돋움체 Medium "/>
                  </a:rPr>
                  <a:t>컨네이너</a:t>
                </a:r>
                <a:r>
                  <a:rPr lang="ko-KR" altLang="en-US" sz="900" b="1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  <a:cs typeface="KoPub돋움체 Medium  Medium" panose="02000603000000020004" pitchFamily="50" charset="-127"/>
                    <a:sym typeface="KoPub돋움체 Medium "/>
                  </a:rPr>
                  <a:t> 클러스터 환경에 편입 구성</a:t>
                </a:r>
              </a:p>
            </p:txBody>
          </p:sp>
          <p:sp>
            <p:nvSpPr>
              <p:cNvPr id="281" name="Freeform 33">
                <a:extLst>
                  <a:ext uri="{FF2B5EF4-FFF2-40B4-BE49-F238E27FC236}">
                    <a16:creationId xmlns:a16="http://schemas.microsoft.com/office/drawing/2014/main" id="{9048EED1-F85C-0B86-343D-2B633434C5DF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7597466" y="2897108"/>
                <a:ext cx="146360" cy="146360"/>
              </a:xfrm>
              <a:custGeom>
                <a:avLst/>
                <a:gdLst>
                  <a:gd name="T0" fmla="*/ 220 w 440"/>
                  <a:gd name="T1" fmla="*/ 0 h 441"/>
                  <a:gd name="T2" fmla="*/ 0 w 440"/>
                  <a:gd name="T3" fmla="*/ 220 h 441"/>
                  <a:gd name="T4" fmla="*/ 220 w 440"/>
                  <a:gd name="T5" fmla="*/ 441 h 441"/>
                  <a:gd name="T6" fmla="*/ 440 w 440"/>
                  <a:gd name="T7" fmla="*/ 220 h 441"/>
                  <a:gd name="T8" fmla="*/ 220 w 440"/>
                  <a:gd name="T9" fmla="*/ 0 h 441"/>
                  <a:gd name="T10" fmla="*/ 200 w 440"/>
                  <a:gd name="T11" fmla="*/ 330 h 441"/>
                  <a:gd name="T12" fmla="*/ 93 w 440"/>
                  <a:gd name="T13" fmla="*/ 222 h 441"/>
                  <a:gd name="T14" fmla="*/ 120 w 440"/>
                  <a:gd name="T15" fmla="*/ 200 h 441"/>
                  <a:gd name="T16" fmla="*/ 182 w 440"/>
                  <a:gd name="T17" fmla="*/ 248 h 441"/>
                  <a:gd name="T18" fmla="*/ 341 w 440"/>
                  <a:gd name="T19" fmla="*/ 111 h 441"/>
                  <a:gd name="T20" fmla="*/ 347 w 440"/>
                  <a:gd name="T21" fmla="*/ 126 h 441"/>
                  <a:gd name="T22" fmla="*/ 200 w 440"/>
                  <a:gd name="T23" fmla="*/ 330 h 4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40" h="441">
                    <a:moveTo>
                      <a:pt x="220" y="0"/>
                    </a:moveTo>
                    <a:cubicBezTo>
                      <a:pt x="98" y="0"/>
                      <a:pt x="0" y="99"/>
                      <a:pt x="0" y="220"/>
                    </a:cubicBezTo>
                    <a:cubicBezTo>
                      <a:pt x="0" y="342"/>
                      <a:pt x="98" y="441"/>
                      <a:pt x="220" y="441"/>
                    </a:cubicBezTo>
                    <a:cubicBezTo>
                      <a:pt x="342" y="441"/>
                      <a:pt x="440" y="342"/>
                      <a:pt x="440" y="220"/>
                    </a:cubicBezTo>
                    <a:cubicBezTo>
                      <a:pt x="440" y="99"/>
                      <a:pt x="342" y="0"/>
                      <a:pt x="220" y="0"/>
                    </a:cubicBezTo>
                    <a:close/>
                    <a:moveTo>
                      <a:pt x="200" y="330"/>
                    </a:moveTo>
                    <a:cubicBezTo>
                      <a:pt x="93" y="222"/>
                      <a:pt x="93" y="222"/>
                      <a:pt x="93" y="222"/>
                    </a:cubicBezTo>
                    <a:cubicBezTo>
                      <a:pt x="120" y="200"/>
                      <a:pt x="120" y="200"/>
                      <a:pt x="120" y="200"/>
                    </a:cubicBezTo>
                    <a:cubicBezTo>
                      <a:pt x="182" y="248"/>
                      <a:pt x="182" y="248"/>
                      <a:pt x="182" y="248"/>
                    </a:cubicBezTo>
                    <a:cubicBezTo>
                      <a:pt x="207" y="218"/>
                      <a:pt x="263" y="158"/>
                      <a:pt x="341" y="111"/>
                    </a:cubicBezTo>
                    <a:cubicBezTo>
                      <a:pt x="347" y="126"/>
                      <a:pt x="347" y="126"/>
                      <a:pt x="347" y="126"/>
                    </a:cubicBezTo>
                    <a:cubicBezTo>
                      <a:pt x="276" y="191"/>
                      <a:pt x="218" y="283"/>
                      <a:pt x="200" y="330"/>
                    </a:cubicBezTo>
                    <a:close/>
                  </a:path>
                </a:pathLst>
              </a:custGeom>
              <a:solidFill>
                <a:srgbClr val="98A1B7"/>
              </a:solidFill>
              <a:ln>
                <a:noFill/>
              </a:ln>
            </p:spPr>
            <p:txBody>
              <a:bodyPr wrap="none" anchor="ctr"/>
              <a:lstStyle/>
              <a:p>
                <a:pPr algn="ctr" defTabSz="1043056"/>
                <a:endParaRPr lang="ko-KR" altLang="en-US" sz="10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rgbClr val="B42658">
                      <a:alpha val="50000"/>
                    </a:srgb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</a:endParaRPr>
              </a:p>
            </p:txBody>
          </p:sp>
        </p:grpSp>
        <p:sp>
          <p:nvSpPr>
            <p:cNvPr id="279" name="텍스트 개체 틀 16">
              <a:extLst>
                <a:ext uri="{FF2B5EF4-FFF2-40B4-BE49-F238E27FC236}">
                  <a16:creationId xmlns:a16="http://schemas.microsoft.com/office/drawing/2014/main" id="{FCCAC28A-C2A4-F3D3-581D-D250421CABF7}"/>
                </a:ext>
              </a:extLst>
            </p:cNvPr>
            <p:cNvSpPr txBox="1">
              <a:spLocks/>
            </p:cNvSpPr>
            <p:nvPr/>
          </p:nvSpPr>
          <p:spPr>
            <a:xfrm>
              <a:off x="7622225" y="3306190"/>
              <a:ext cx="2743483" cy="948632"/>
            </a:xfrm>
            <a:prstGeom prst="rect">
              <a:avLst/>
            </a:prstGeom>
          </p:spPr>
          <p:txBody>
            <a:bodyPr wrap="square" lIns="72000" tIns="0" rIns="0" bIns="0" anchor="t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KoPub돋움체 Medium 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92075" lvl="0" indent="-92075" fontAlgn="base" latinLnBrk="0">
                <a:lnSpc>
                  <a:spcPct val="100000"/>
                </a:lnSpc>
                <a:spcBef>
                  <a:spcPts val="300"/>
                </a:spcBef>
                <a:spcAft>
                  <a:spcPct val="0"/>
                </a:spcAft>
                <a:buSzPct val="80000"/>
                <a:buFont typeface="Arial" panose="020B0604020202020204" pitchFamily="34" charset="0"/>
                <a:buChar char="•"/>
                <a:defRPr/>
              </a:pPr>
              <a:r>
                <a:rPr kumimoji="1" lang="ko-KR" altLang="en-US" sz="900" spc="-3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증설되는 </a:t>
              </a:r>
              <a:r>
                <a:rPr kumimoji="1" lang="en-US" altLang="ko-KR" sz="900" spc="-3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GPU Worker</a:t>
              </a:r>
              <a:r>
                <a:rPr kumimoji="1" lang="ko-KR" altLang="en-US" sz="900" spc="-3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노드를 </a:t>
              </a:r>
              <a:r>
                <a:rPr kumimoji="1" lang="ko-KR" altLang="en-US" sz="900" spc="-30" dirty="0" err="1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베어메탈</a:t>
              </a:r>
              <a:r>
                <a:rPr kumimoji="1" lang="ko-KR" altLang="en-US" sz="900" spc="-3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 형태로 </a:t>
              </a:r>
              <a:r>
                <a:rPr kumimoji="1" lang="en-US" altLang="ko-KR" sz="900" spc="-3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CP Master</a:t>
              </a:r>
              <a:r>
                <a:rPr kumimoji="1" lang="ko-KR" altLang="en-US" sz="900" spc="-3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에 할당 및  통합 관리</a:t>
              </a:r>
              <a:endParaRPr kumimoji="1" lang="en-US" altLang="ko-KR" sz="900" spc="-3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Malgun Gothic Semilight" panose="020B0503020000020004" pitchFamily="34" charset="-127"/>
                <a:ea typeface="Malgun Gothic Semilight" panose="020B0503020000020004" pitchFamily="34" charset="-127"/>
                <a:cs typeface="Arial"/>
              </a:endParaRPr>
            </a:p>
            <a:p>
              <a:pPr marL="92075" lvl="0" indent="-92075" fontAlgn="base" latinLnBrk="0">
                <a:lnSpc>
                  <a:spcPct val="100000"/>
                </a:lnSpc>
                <a:spcBef>
                  <a:spcPts val="300"/>
                </a:spcBef>
                <a:spcAft>
                  <a:spcPct val="0"/>
                </a:spcAft>
                <a:buSzPct val="80000"/>
                <a:buFont typeface="Arial" panose="020B0604020202020204" pitchFamily="34" charset="0"/>
                <a:buChar char="•"/>
                <a:defRPr/>
              </a:pPr>
              <a:r>
                <a:rPr kumimoji="1" lang="ko-KR" altLang="en-US" sz="900" spc="-3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네트워크는 신규 도입 스위치에 연결</a:t>
              </a:r>
              <a:endParaRPr kumimoji="1" lang="en-US" altLang="ko-KR" sz="900" spc="-3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Malgun Gothic Semilight" panose="020B0503020000020004" pitchFamily="34" charset="-127"/>
                <a:ea typeface="Malgun Gothic Semilight" panose="020B0503020000020004" pitchFamily="34" charset="-127"/>
                <a:cs typeface="Arial"/>
              </a:endParaRPr>
            </a:p>
            <a:p>
              <a:pPr marL="92075" lvl="0" indent="-92075" fontAlgn="base" latinLnBrk="0">
                <a:lnSpc>
                  <a:spcPct val="100000"/>
                </a:lnSpc>
                <a:spcBef>
                  <a:spcPts val="300"/>
                </a:spcBef>
                <a:spcAft>
                  <a:spcPct val="0"/>
                </a:spcAft>
                <a:buSzPct val="80000"/>
                <a:buFont typeface="Arial" panose="020B0604020202020204" pitchFamily="34" charset="0"/>
                <a:buChar char="•"/>
                <a:defRPr/>
              </a:pPr>
              <a:r>
                <a:rPr kumimoji="1" lang="ko-KR" altLang="en-US" sz="900" spc="-3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학습 모델</a:t>
              </a:r>
              <a:r>
                <a:rPr kumimoji="1" lang="en-US" altLang="ko-KR" sz="900" spc="-3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, </a:t>
              </a:r>
              <a:r>
                <a:rPr kumimoji="1" lang="ko-KR" altLang="en-US" sz="900" spc="-3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추론</a:t>
              </a:r>
              <a:r>
                <a:rPr kumimoji="1" lang="en-US" altLang="ko-KR" sz="900" spc="-3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/</a:t>
              </a:r>
              <a:r>
                <a:rPr kumimoji="1" lang="ko-KR" altLang="en-US" sz="900" spc="-3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서빙 모델</a:t>
              </a:r>
              <a:r>
                <a:rPr kumimoji="1" lang="en-US" altLang="ko-KR" sz="900" spc="-3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, </a:t>
              </a:r>
              <a:r>
                <a:rPr kumimoji="1" lang="ko-KR" altLang="en-US" sz="900" spc="-3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학습용 </a:t>
              </a:r>
              <a:r>
                <a:rPr kumimoji="1" lang="ko-KR" altLang="en-US" sz="900" spc="-30" dirty="0" err="1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임베딩</a:t>
              </a:r>
              <a:r>
                <a:rPr kumimoji="1" lang="ko-KR" altLang="en-US" sz="900" spc="-3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 모델은 </a:t>
              </a:r>
              <a:r>
                <a:rPr kumimoji="1" lang="en-US" altLang="ko-KR" sz="900" spc="-3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AI</a:t>
              </a:r>
              <a:r>
                <a:rPr kumimoji="1" lang="ko-KR" altLang="en-US" sz="900" spc="-3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서비스 허브에 </a:t>
              </a:r>
              <a:r>
                <a:rPr kumimoji="1" lang="en-US" altLang="ko-KR" sz="900" spc="-3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GPU</a:t>
              </a:r>
              <a:r>
                <a:rPr kumimoji="1" lang="ko-KR" altLang="en-US" sz="900" spc="-3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서버 증설 배치</a:t>
              </a:r>
            </a:p>
          </p:txBody>
        </p:sp>
      </p:grpSp>
      <p:grpSp>
        <p:nvGrpSpPr>
          <p:cNvPr id="282" name="그룹 281">
            <a:extLst>
              <a:ext uri="{FF2B5EF4-FFF2-40B4-BE49-F238E27FC236}">
                <a16:creationId xmlns:a16="http://schemas.microsoft.com/office/drawing/2014/main" id="{A8132ED1-39BE-D439-10D8-B60226C4A28F}"/>
              </a:ext>
            </a:extLst>
          </p:cNvPr>
          <p:cNvGrpSpPr/>
          <p:nvPr/>
        </p:nvGrpSpPr>
        <p:grpSpPr>
          <a:xfrm>
            <a:off x="6232959" y="3734431"/>
            <a:ext cx="2361465" cy="1108366"/>
            <a:chOff x="7520782" y="2838138"/>
            <a:chExt cx="2844926" cy="1366486"/>
          </a:xfrm>
        </p:grpSpPr>
        <p:grpSp>
          <p:nvGrpSpPr>
            <p:cNvPr id="283" name="그룹 282">
              <a:extLst>
                <a:ext uri="{FF2B5EF4-FFF2-40B4-BE49-F238E27FC236}">
                  <a16:creationId xmlns:a16="http://schemas.microsoft.com/office/drawing/2014/main" id="{CF8DC411-94B0-E4F7-0B72-A7A407AA165A}"/>
                </a:ext>
              </a:extLst>
            </p:cNvPr>
            <p:cNvGrpSpPr/>
            <p:nvPr/>
          </p:nvGrpSpPr>
          <p:grpSpPr>
            <a:xfrm>
              <a:off x="7520782" y="2838138"/>
              <a:ext cx="2844925" cy="284589"/>
              <a:chOff x="7520782" y="2838138"/>
              <a:chExt cx="2844925" cy="284589"/>
            </a:xfrm>
          </p:grpSpPr>
          <p:sp>
            <p:nvSpPr>
              <p:cNvPr id="285" name="모서리가 둥근 직사각형 16">
                <a:extLst>
                  <a:ext uri="{FF2B5EF4-FFF2-40B4-BE49-F238E27FC236}">
                    <a16:creationId xmlns:a16="http://schemas.microsoft.com/office/drawing/2014/main" id="{7B454B0A-BC94-B312-7AEE-252C4215EBB2}"/>
                  </a:ext>
                </a:extLst>
              </p:cNvPr>
              <p:cNvSpPr/>
              <p:nvPr/>
            </p:nvSpPr>
            <p:spPr bwMode="auto">
              <a:xfrm flipH="1">
                <a:off x="7520782" y="2838138"/>
                <a:ext cx="2844925" cy="28458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t">
                <a:spAutoFit/>
              </a:bodyPr>
              <a:lstStyle/>
              <a:p>
                <a:pPr marL="180975" lvl="1" defTabSz="1042988">
                  <a:buClr>
                    <a:srgbClr val="3271AA"/>
                  </a:buClr>
                  <a:buSzPct val="140000"/>
                  <a:tabLst>
                    <a:tab pos="5648325" algn="l"/>
                  </a:tabLst>
                </a:pPr>
                <a:r>
                  <a:rPr lang="ko-KR" altLang="en-US" sz="900" b="1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  <a:cs typeface="KoPub돋움체 Medium  Medium" panose="02000603000000020004" pitchFamily="50" charset="-127"/>
                    <a:sym typeface="KoPub돋움체 Medium "/>
                  </a:rPr>
                  <a:t>데이터 저장소용 </a:t>
                </a:r>
                <a:r>
                  <a:rPr lang="en-US" altLang="ko-KR" sz="900" b="1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  <a:cs typeface="KoPub돋움체 Medium  Medium" panose="02000603000000020004" pitchFamily="50" charset="-127"/>
                    <a:sym typeface="KoPub돋움체 Medium "/>
                  </a:rPr>
                  <a:t>NAS</a:t>
                </a:r>
                <a:r>
                  <a:rPr lang="ko-KR" altLang="en-US" sz="900" b="1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  <a:cs typeface="KoPub돋움체 Medium  Medium" panose="02000603000000020004" pitchFamily="50" charset="-127"/>
                    <a:sym typeface="KoPub돋움체 Medium "/>
                  </a:rPr>
                  <a:t>스토리지 구성</a:t>
                </a:r>
              </a:p>
            </p:txBody>
          </p:sp>
          <p:sp>
            <p:nvSpPr>
              <p:cNvPr id="286" name="Freeform 33">
                <a:extLst>
                  <a:ext uri="{FF2B5EF4-FFF2-40B4-BE49-F238E27FC236}">
                    <a16:creationId xmlns:a16="http://schemas.microsoft.com/office/drawing/2014/main" id="{92769C34-2311-24E9-F82E-471BD79084DA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7597466" y="2897108"/>
                <a:ext cx="146360" cy="146360"/>
              </a:xfrm>
              <a:custGeom>
                <a:avLst/>
                <a:gdLst>
                  <a:gd name="T0" fmla="*/ 220 w 440"/>
                  <a:gd name="T1" fmla="*/ 0 h 441"/>
                  <a:gd name="T2" fmla="*/ 0 w 440"/>
                  <a:gd name="T3" fmla="*/ 220 h 441"/>
                  <a:gd name="T4" fmla="*/ 220 w 440"/>
                  <a:gd name="T5" fmla="*/ 441 h 441"/>
                  <a:gd name="T6" fmla="*/ 440 w 440"/>
                  <a:gd name="T7" fmla="*/ 220 h 441"/>
                  <a:gd name="T8" fmla="*/ 220 w 440"/>
                  <a:gd name="T9" fmla="*/ 0 h 441"/>
                  <a:gd name="T10" fmla="*/ 200 w 440"/>
                  <a:gd name="T11" fmla="*/ 330 h 441"/>
                  <a:gd name="T12" fmla="*/ 93 w 440"/>
                  <a:gd name="T13" fmla="*/ 222 h 441"/>
                  <a:gd name="T14" fmla="*/ 120 w 440"/>
                  <a:gd name="T15" fmla="*/ 200 h 441"/>
                  <a:gd name="T16" fmla="*/ 182 w 440"/>
                  <a:gd name="T17" fmla="*/ 248 h 441"/>
                  <a:gd name="T18" fmla="*/ 341 w 440"/>
                  <a:gd name="T19" fmla="*/ 111 h 441"/>
                  <a:gd name="T20" fmla="*/ 347 w 440"/>
                  <a:gd name="T21" fmla="*/ 126 h 441"/>
                  <a:gd name="T22" fmla="*/ 200 w 440"/>
                  <a:gd name="T23" fmla="*/ 330 h 4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40" h="441">
                    <a:moveTo>
                      <a:pt x="220" y="0"/>
                    </a:moveTo>
                    <a:cubicBezTo>
                      <a:pt x="98" y="0"/>
                      <a:pt x="0" y="99"/>
                      <a:pt x="0" y="220"/>
                    </a:cubicBezTo>
                    <a:cubicBezTo>
                      <a:pt x="0" y="342"/>
                      <a:pt x="98" y="441"/>
                      <a:pt x="220" y="441"/>
                    </a:cubicBezTo>
                    <a:cubicBezTo>
                      <a:pt x="342" y="441"/>
                      <a:pt x="440" y="342"/>
                      <a:pt x="440" y="220"/>
                    </a:cubicBezTo>
                    <a:cubicBezTo>
                      <a:pt x="440" y="99"/>
                      <a:pt x="342" y="0"/>
                      <a:pt x="220" y="0"/>
                    </a:cubicBezTo>
                    <a:close/>
                    <a:moveTo>
                      <a:pt x="200" y="330"/>
                    </a:moveTo>
                    <a:cubicBezTo>
                      <a:pt x="93" y="222"/>
                      <a:pt x="93" y="222"/>
                      <a:pt x="93" y="222"/>
                    </a:cubicBezTo>
                    <a:cubicBezTo>
                      <a:pt x="120" y="200"/>
                      <a:pt x="120" y="200"/>
                      <a:pt x="120" y="200"/>
                    </a:cubicBezTo>
                    <a:cubicBezTo>
                      <a:pt x="182" y="248"/>
                      <a:pt x="182" y="248"/>
                      <a:pt x="182" y="248"/>
                    </a:cubicBezTo>
                    <a:cubicBezTo>
                      <a:pt x="207" y="218"/>
                      <a:pt x="263" y="158"/>
                      <a:pt x="341" y="111"/>
                    </a:cubicBezTo>
                    <a:cubicBezTo>
                      <a:pt x="347" y="126"/>
                      <a:pt x="347" y="126"/>
                      <a:pt x="347" y="126"/>
                    </a:cubicBezTo>
                    <a:cubicBezTo>
                      <a:pt x="276" y="191"/>
                      <a:pt x="218" y="283"/>
                      <a:pt x="200" y="330"/>
                    </a:cubicBezTo>
                    <a:close/>
                  </a:path>
                </a:pathLst>
              </a:custGeom>
              <a:solidFill>
                <a:srgbClr val="98A1B7"/>
              </a:solidFill>
              <a:ln>
                <a:noFill/>
              </a:ln>
            </p:spPr>
            <p:txBody>
              <a:bodyPr wrap="none" anchor="ctr"/>
              <a:lstStyle/>
              <a:p>
                <a:pPr algn="ctr" defTabSz="1043056"/>
                <a:endParaRPr lang="ko-KR" altLang="en-US" sz="10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rgbClr val="B42658">
                      <a:alpha val="50000"/>
                    </a:srgb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</a:endParaRPr>
              </a:p>
            </p:txBody>
          </p:sp>
        </p:grpSp>
        <p:sp>
          <p:nvSpPr>
            <p:cNvPr id="284" name="텍스트 개체 틀 16">
              <a:extLst>
                <a:ext uri="{FF2B5EF4-FFF2-40B4-BE49-F238E27FC236}">
                  <a16:creationId xmlns:a16="http://schemas.microsoft.com/office/drawing/2014/main" id="{D41CF53C-749F-8AAF-2B6D-41A6C419B4DD}"/>
                </a:ext>
              </a:extLst>
            </p:cNvPr>
            <p:cNvSpPr txBox="1">
              <a:spLocks/>
            </p:cNvSpPr>
            <p:nvPr/>
          </p:nvSpPr>
          <p:spPr>
            <a:xfrm>
              <a:off x="7622225" y="3180102"/>
              <a:ext cx="2743483" cy="1024522"/>
            </a:xfrm>
            <a:prstGeom prst="rect">
              <a:avLst/>
            </a:prstGeom>
          </p:spPr>
          <p:txBody>
            <a:bodyPr wrap="square" lIns="72000" tIns="0" rIns="0" bIns="0" anchor="t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KoPub돋움체 Medium 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92075" lvl="0" indent="-92075" fontAlgn="base" latinLnBrk="0">
                <a:lnSpc>
                  <a:spcPct val="100000"/>
                </a:lnSpc>
                <a:spcBef>
                  <a:spcPts val="300"/>
                </a:spcBef>
                <a:spcAft>
                  <a:spcPct val="0"/>
                </a:spcAft>
                <a:buSzPct val="80000"/>
                <a:buFont typeface="Arial" panose="020B0604020202020204" pitchFamily="34" charset="0"/>
                <a:buChar char="•"/>
                <a:defRPr/>
              </a:pPr>
              <a:r>
                <a:rPr kumimoji="1" lang="en-US" altLang="ko-KR" sz="900" spc="-3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AI</a:t>
              </a:r>
              <a:r>
                <a:rPr kumimoji="1" lang="ko-KR" altLang="en-US" sz="900" spc="-3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서비스 허브에 구성되는 서버의 데이터 저장소</a:t>
              </a:r>
              <a:endParaRPr kumimoji="1" lang="en-US" altLang="ko-KR" sz="900" spc="-3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Malgun Gothic Semilight" panose="020B0503020000020004" pitchFamily="34" charset="-127"/>
                <a:ea typeface="Malgun Gothic Semilight" panose="020B0503020000020004" pitchFamily="34" charset="-127"/>
                <a:cs typeface="Arial"/>
              </a:endParaRPr>
            </a:p>
            <a:p>
              <a:pPr marL="180975" indent="-92075" fontAlgn="base" latinLnBrk="0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SzPct val="80000"/>
                <a:buFont typeface="KoPub돋움체 Medium  Medium" panose="02000603000000020004" pitchFamily="50" charset="-127"/>
                <a:buChar char="–"/>
              </a:pPr>
              <a:r>
                <a:rPr kumimoji="1" lang="en-US" altLang="ko-KR" sz="9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</a:rPr>
                <a:t>NAS </a:t>
              </a:r>
              <a:r>
                <a:rPr kumimoji="1" lang="ko-KR" altLang="en-US" sz="9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</a:rPr>
                <a:t>디스크 볼륨에 대한 </a:t>
              </a:r>
              <a:r>
                <a:rPr kumimoji="1" lang="en-US" altLang="ko-KR" sz="9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</a:rPr>
                <a:t>PV(</a:t>
              </a:r>
              <a:r>
                <a:rPr kumimoji="1" lang="ko-KR" altLang="en-US" sz="9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</a:rPr>
                <a:t>영구저장소</a:t>
              </a:r>
              <a:r>
                <a:rPr kumimoji="1" lang="en-US" altLang="ko-KR" sz="9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</a:rPr>
                <a:t>) </a:t>
              </a:r>
              <a:r>
                <a:rPr kumimoji="1" lang="ko-KR" altLang="en-US" sz="9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</a:rPr>
                <a:t>설정 및 </a:t>
              </a:r>
              <a:r>
                <a:rPr kumimoji="1" lang="en-US" altLang="ko-KR" sz="9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</a:rPr>
                <a:t>PVC </a:t>
              </a:r>
              <a:r>
                <a:rPr kumimoji="1" lang="ko-KR" altLang="en-US" sz="9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</a:rPr>
                <a:t>생성</a:t>
              </a:r>
              <a:endParaRPr kumimoji="1" lang="en-US" altLang="ko-KR" sz="9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Malgun Gothic Semilight" panose="020B0503020000020004" pitchFamily="34" charset="-127"/>
                <a:ea typeface="Malgun Gothic Semilight" panose="020B0503020000020004" pitchFamily="34" charset="-127"/>
              </a:endParaRPr>
            </a:p>
            <a:p>
              <a:pPr marL="180975" lvl="0" indent="-92075" fontAlgn="base" latinLnBrk="0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SzPct val="80000"/>
                <a:buFont typeface="KoPub돋움체 Medium  Medium" panose="02000603000000020004" pitchFamily="50" charset="-127"/>
                <a:buChar char="–"/>
                <a:defRPr/>
              </a:pPr>
              <a:r>
                <a:rPr kumimoji="1" lang="ko-KR" altLang="en-US" sz="900" spc="-3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백업은 별도 </a:t>
              </a:r>
              <a:r>
                <a:rPr kumimoji="1" lang="en-US" altLang="ko-KR" sz="900" spc="-3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NAS</a:t>
              </a:r>
              <a:r>
                <a:rPr kumimoji="1" lang="ko-KR" altLang="en-US" sz="900" spc="-3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스토리지로 복제 및 </a:t>
              </a:r>
              <a:r>
                <a:rPr kumimoji="1" lang="en-US" altLang="ko-KR" sz="900" spc="-3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Snapshot </a:t>
              </a:r>
              <a:r>
                <a:rPr kumimoji="1" lang="ko-KR" altLang="en-US" sz="900" spc="-3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수행</a:t>
              </a:r>
            </a:p>
          </p:txBody>
        </p:sp>
      </p:grpSp>
      <p:sp>
        <p:nvSpPr>
          <p:cNvPr id="287" name="직사각형 286">
            <a:extLst>
              <a:ext uri="{FF2B5EF4-FFF2-40B4-BE49-F238E27FC236}">
                <a16:creationId xmlns:a16="http://schemas.microsoft.com/office/drawing/2014/main" id="{E2E04F53-3EC4-E483-56EE-8CF093E2D7E1}"/>
              </a:ext>
            </a:extLst>
          </p:cNvPr>
          <p:cNvSpPr/>
          <p:nvPr/>
        </p:nvSpPr>
        <p:spPr>
          <a:xfrm>
            <a:off x="4081200" y="2340278"/>
            <a:ext cx="101809" cy="137302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 marL="0" marR="0" lvl="1" indent="0" algn="ctr" defTabSz="1474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140000"/>
              <a:buFontTx/>
              <a:buNone/>
              <a:tabLst>
                <a:tab pos="5648325" algn="l"/>
              </a:tabLst>
              <a:defRPr/>
            </a:pPr>
            <a:r>
              <a:rPr kumimoji="0" lang="en-US" altLang="ko-KR" sz="1100" b="0" i="0" u="none" strike="noStrike" kern="0" cap="none" spc="-3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Arial"/>
              </a:rPr>
              <a:t>…</a:t>
            </a:r>
            <a:endParaRPr kumimoji="0" lang="ko-KR" altLang="en-US" sz="1100" b="0" i="0" u="none" strike="noStrike" kern="0" cap="none" spc="-30" normalizeH="0" baseline="0" noProof="0" dirty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  <a:cs typeface="Arial"/>
            </a:endParaRPr>
          </a:p>
        </p:txBody>
      </p:sp>
      <p:cxnSp>
        <p:nvCxnSpPr>
          <p:cNvPr id="288" name="직선 연결선 5">
            <a:extLst>
              <a:ext uri="{FF2B5EF4-FFF2-40B4-BE49-F238E27FC236}">
                <a16:creationId xmlns:a16="http://schemas.microsoft.com/office/drawing/2014/main" id="{F4B01E58-737E-A100-A9A9-97ED568297CB}"/>
              </a:ext>
            </a:extLst>
          </p:cNvPr>
          <p:cNvCxnSpPr>
            <a:cxnSpLocks/>
          </p:cNvCxnSpPr>
          <p:nvPr/>
        </p:nvCxnSpPr>
        <p:spPr bwMode="auto">
          <a:xfrm flipV="1">
            <a:off x="2796172" y="3340846"/>
            <a:ext cx="0" cy="546974"/>
          </a:xfrm>
          <a:prstGeom prst="line">
            <a:avLst/>
          </a:prstGeom>
          <a:ln w="19050">
            <a:solidFill>
              <a:srgbClr val="9CA5AC"/>
            </a:solidFill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9" name="Picture 2" descr="http://www.datanet.co.kr/news/photo/201010/40419_2733.jpg">
            <a:extLst>
              <a:ext uri="{FF2B5EF4-FFF2-40B4-BE49-F238E27FC236}">
                <a16:creationId xmlns:a16="http://schemas.microsoft.com/office/drawing/2014/main" id="{9579AFDA-4BDA-0CDD-2F6F-B8A2F7776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clrChange>
              <a:clrFrom>
                <a:srgbClr val="FFFDFE"/>
              </a:clrFrom>
              <a:clrTo>
                <a:srgbClr val="FFFD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45280" y="2993120"/>
            <a:ext cx="330155" cy="57857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0" name="TextBox 289">
            <a:extLst>
              <a:ext uri="{FF2B5EF4-FFF2-40B4-BE49-F238E27FC236}">
                <a16:creationId xmlns:a16="http://schemas.microsoft.com/office/drawing/2014/main" id="{1F67DB85-D663-5EB5-6625-E6B69B09FC59}"/>
              </a:ext>
            </a:extLst>
          </p:cNvPr>
          <p:cNvSpPr txBox="1"/>
          <p:nvPr/>
        </p:nvSpPr>
        <p:spPr>
          <a:xfrm>
            <a:off x="826215" y="3180162"/>
            <a:ext cx="481863" cy="24622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2pPr marL="0" lvl="1" algn="ctr" defTabSz="1474905">
              <a:spcAft>
                <a:spcPts val="0"/>
              </a:spcAft>
              <a:buClr>
                <a:prstClr val="black"/>
              </a:buClr>
              <a:buSzPct val="140000"/>
              <a:tabLst>
                <a:tab pos="5648325" algn="l"/>
              </a:tabLst>
              <a:defRPr sz="1000" kern="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2pPr>
          </a:lstStyle>
          <a:p>
            <a:pPr marL="0" marR="0" lvl="1" indent="0" algn="ctr" defTabSz="1474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140000"/>
              <a:buFontTx/>
              <a:buNone/>
              <a:tabLst>
                <a:tab pos="5648325" algn="l"/>
              </a:tabLst>
              <a:defRPr/>
            </a:pPr>
            <a:r>
              <a:rPr lang="ko-KR" altLang="en-US" sz="8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Malgun Gothic Semilight" panose="020B0503020000020004" pitchFamily="34" charset="-127"/>
                <a:ea typeface="Malgun Gothic Semilight" panose="020B0503020000020004" pitchFamily="34" charset="-127"/>
                <a:cs typeface="Arial"/>
              </a:rPr>
              <a:t>백업용</a:t>
            </a:r>
            <a:r>
              <a:rPr lang="en-US" altLang="ko-KR" sz="8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Malgun Gothic Semilight" panose="020B0503020000020004" pitchFamily="34" charset="-127"/>
                <a:ea typeface="Malgun Gothic Semilight" panose="020B0503020000020004" pitchFamily="34" charset="-127"/>
                <a:cs typeface="Arial"/>
              </a:rPr>
              <a:t>NAS</a:t>
            </a:r>
          </a:p>
          <a:p>
            <a:pPr marL="0" marR="0" lvl="1" indent="0" algn="ctr" defTabSz="1474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140000"/>
              <a:buFontTx/>
              <a:buNone/>
              <a:tabLst>
                <a:tab pos="5648325" algn="l"/>
              </a:tabLst>
              <a:defRPr/>
            </a:pPr>
            <a:r>
              <a:rPr lang="en-US" altLang="ko-KR" sz="8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Malgun Gothic Semilight" panose="020B0503020000020004" pitchFamily="34" charset="-127"/>
                <a:ea typeface="Malgun Gothic Semilight" panose="020B0503020000020004" pitchFamily="34" charset="-127"/>
                <a:cs typeface="Arial"/>
              </a:rPr>
              <a:t>(</a:t>
            </a:r>
            <a:r>
              <a:rPr lang="ko-KR" altLang="en-US" sz="8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Malgun Gothic Semilight" panose="020B0503020000020004" pitchFamily="34" charset="-127"/>
                <a:ea typeface="Malgun Gothic Semilight" panose="020B0503020000020004" pitchFamily="34" charset="-127"/>
                <a:cs typeface="Arial"/>
              </a:rPr>
              <a:t>신규</a:t>
            </a:r>
            <a:r>
              <a:rPr lang="en-US" altLang="ko-KR" sz="8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Malgun Gothic Semilight" panose="020B0503020000020004" pitchFamily="34" charset="-127"/>
                <a:ea typeface="Malgun Gothic Semilight" panose="020B0503020000020004" pitchFamily="34" charset="-127"/>
                <a:cs typeface="Arial"/>
              </a:rPr>
              <a:t>)</a:t>
            </a:r>
            <a:endParaRPr kumimoji="0" lang="en-US" altLang="ko-KR" sz="800" u="none" strike="noStrike" kern="0" cap="none" spc="-30" normalizeH="0" baseline="0" noProof="0" dirty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Malgun Gothic Semilight" panose="020B0503020000020004" pitchFamily="34" charset="-127"/>
              <a:ea typeface="Malgun Gothic Semilight" panose="020B0503020000020004" pitchFamily="34" charset="-127"/>
              <a:cs typeface="Arial"/>
            </a:endParaRPr>
          </a:p>
        </p:txBody>
      </p:sp>
      <p:cxnSp>
        <p:nvCxnSpPr>
          <p:cNvPr id="291" name="직선 연결선 16">
            <a:extLst>
              <a:ext uri="{FF2B5EF4-FFF2-40B4-BE49-F238E27FC236}">
                <a16:creationId xmlns:a16="http://schemas.microsoft.com/office/drawing/2014/main" id="{5FE74C32-E915-5671-3F57-103620778397}"/>
              </a:ext>
            </a:extLst>
          </p:cNvPr>
          <p:cNvCxnSpPr>
            <a:cxnSpLocks/>
          </p:cNvCxnSpPr>
          <p:nvPr/>
        </p:nvCxnSpPr>
        <p:spPr bwMode="auto">
          <a:xfrm>
            <a:off x="785512" y="4398435"/>
            <a:ext cx="4332924" cy="0"/>
          </a:xfrm>
          <a:prstGeom prst="line">
            <a:avLst/>
          </a:prstGeom>
          <a:ln w="19050">
            <a:solidFill>
              <a:srgbClr val="5C6782"/>
            </a:solidFill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2" name="모서리가 둥근 직사각형 676">
            <a:extLst>
              <a:ext uri="{FF2B5EF4-FFF2-40B4-BE49-F238E27FC236}">
                <a16:creationId xmlns:a16="http://schemas.microsoft.com/office/drawing/2014/main" id="{FC5672F1-0081-B702-9840-D6B0A7397295}"/>
              </a:ext>
            </a:extLst>
          </p:cNvPr>
          <p:cNvSpPr/>
          <p:nvPr/>
        </p:nvSpPr>
        <p:spPr bwMode="gray">
          <a:xfrm>
            <a:off x="5097309" y="4310836"/>
            <a:ext cx="687291" cy="175199"/>
          </a:xfrm>
          <a:prstGeom prst="rect">
            <a:avLst/>
          </a:prstGeom>
          <a:solidFill>
            <a:srgbClr val="5C6782"/>
          </a:solidFill>
        </p:spPr>
        <p:txBody>
          <a:bodyPr wrap="square" lIns="0" tIns="0" rIns="0" bIns="0" anchor="ctr">
            <a:noAutofit/>
          </a:bodyPr>
          <a:lstStyle/>
          <a:p>
            <a:pPr algn="ctr" defTabSz="1516258" eaLnBrk="0" hangingPunct="0">
              <a:buClr>
                <a:srgbClr val="3271AA"/>
              </a:buClr>
              <a:buSzPct val="140000"/>
              <a:tabLst>
                <a:tab pos="5648325" algn="l"/>
              </a:tabLst>
              <a:defRPr/>
            </a:pPr>
            <a:r>
              <a:rPr lang="ko-KR" altLang="en-US" sz="800" spc="-3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latin typeface="Malgun Gothic Semilight" panose="020B0503020000020004" pitchFamily="34" charset="-127"/>
                <a:ea typeface="Malgun Gothic Semilight" panose="020B0503020000020004" pitchFamily="34" charset="-127"/>
                <a:cs typeface="Arial"/>
              </a:rPr>
              <a:t>백업</a:t>
            </a:r>
            <a:r>
              <a:rPr lang="en-US" altLang="ko-KR" sz="800" spc="-3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latin typeface="Malgun Gothic Semilight" panose="020B0503020000020004" pitchFamily="34" charset="-127"/>
                <a:ea typeface="Malgun Gothic Semilight" panose="020B0503020000020004" pitchFamily="34" charset="-127"/>
                <a:cs typeface="Arial"/>
              </a:rPr>
              <a:t>/</a:t>
            </a:r>
            <a:r>
              <a:rPr lang="ko-KR" altLang="en-US" sz="800" spc="-3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latin typeface="Malgun Gothic Semilight" panose="020B0503020000020004" pitchFamily="34" charset="-127"/>
                <a:ea typeface="Malgun Gothic Semilight" panose="020B0503020000020004" pitchFamily="34" charset="-127"/>
                <a:cs typeface="Arial"/>
              </a:rPr>
              <a:t>관리망</a:t>
            </a:r>
            <a:endParaRPr lang="ko-KR" altLang="en-US" sz="800" spc="-30" dirty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white"/>
              </a:solidFill>
              <a:latin typeface="Malgun Gothic Semilight" panose="020B0503020000020004" pitchFamily="34" charset="-127"/>
              <a:ea typeface="Malgun Gothic Semilight" panose="020B0503020000020004" pitchFamily="34" charset="-127"/>
              <a:cs typeface="Arial"/>
            </a:endParaRP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F36F4678-DF3D-A7A5-F5C6-3A0E05A733C9}"/>
              </a:ext>
            </a:extLst>
          </p:cNvPr>
          <p:cNvSpPr txBox="1"/>
          <p:nvPr/>
        </p:nvSpPr>
        <p:spPr>
          <a:xfrm>
            <a:off x="1067147" y="3934921"/>
            <a:ext cx="579326" cy="12311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2pPr marL="0" lvl="1" defTabSz="1474905">
              <a:spcAft>
                <a:spcPts val="0"/>
              </a:spcAft>
              <a:buClr>
                <a:prstClr val="black"/>
              </a:buClr>
              <a:buSzPct val="140000"/>
              <a:tabLst>
                <a:tab pos="5648325" algn="l"/>
              </a:tabLst>
              <a:defRPr sz="1000" kern="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2pPr>
          </a:lstStyle>
          <a:p>
            <a:pPr lvl="1">
              <a:defRPr/>
            </a:pPr>
            <a:r>
              <a:rPr lang="en-US" altLang="ko-KR" sz="8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Malgun Gothic Semilight" panose="020B0503020000020004" pitchFamily="34" charset="-127"/>
                <a:ea typeface="Malgun Gothic Semilight" panose="020B0503020000020004" pitchFamily="34" charset="-127"/>
                <a:cs typeface="Arial"/>
              </a:rPr>
              <a:t>10G 48Port x 1</a:t>
            </a:r>
          </a:p>
        </p:txBody>
      </p:sp>
      <p:grpSp>
        <p:nvGrpSpPr>
          <p:cNvPr id="294" name="그룹 293">
            <a:extLst>
              <a:ext uri="{FF2B5EF4-FFF2-40B4-BE49-F238E27FC236}">
                <a16:creationId xmlns:a16="http://schemas.microsoft.com/office/drawing/2014/main" id="{33D54819-2345-BF30-30D8-7E80E1EE7E62}"/>
              </a:ext>
            </a:extLst>
          </p:cNvPr>
          <p:cNvGrpSpPr/>
          <p:nvPr/>
        </p:nvGrpSpPr>
        <p:grpSpPr>
          <a:xfrm>
            <a:off x="386049" y="4305734"/>
            <a:ext cx="949940" cy="407998"/>
            <a:chOff x="415946" y="2447689"/>
            <a:chExt cx="1144420" cy="503013"/>
          </a:xfrm>
        </p:grpSpPr>
        <p:pic>
          <p:nvPicPr>
            <p:cNvPr id="295" name="그림 294">
              <a:extLst>
                <a:ext uri="{FF2B5EF4-FFF2-40B4-BE49-F238E27FC236}">
                  <a16:creationId xmlns:a16="http://schemas.microsoft.com/office/drawing/2014/main" id="{B8360348-7F25-A0EA-542D-6B0F1806C50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537395" y="2447689"/>
              <a:ext cx="438845" cy="159515"/>
            </a:xfrm>
            <a:prstGeom prst="rect">
              <a:avLst/>
            </a:prstGeom>
          </p:spPr>
        </p:pic>
        <p:sp>
          <p:nvSpPr>
            <p:cNvPr id="296" name="TextBox 295">
              <a:extLst>
                <a:ext uri="{FF2B5EF4-FFF2-40B4-BE49-F238E27FC236}">
                  <a16:creationId xmlns:a16="http://schemas.microsoft.com/office/drawing/2014/main" id="{D15D7AF8-481D-1785-DC27-764E4CE55564}"/>
                </a:ext>
              </a:extLst>
            </p:cNvPr>
            <p:cNvSpPr txBox="1"/>
            <p:nvPr/>
          </p:nvSpPr>
          <p:spPr>
            <a:xfrm>
              <a:off x="415946" y="2647141"/>
              <a:ext cx="1144420" cy="303561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 wrap="none" lIns="0" tIns="0" rIns="0" bIns="0" anchor="t">
              <a:spAutoFit/>
            </a:bodyPr>
            <a:lstStyle>
              <a:defPPr>
                <a:defRPr lang="en-US"/>
              </a:defPPr>
              <a:lvl2pPr marL="0" lvl="1" algn="ctr" defTabSz="1474905">
                <a:spcAft>
                  <a:spcPts val="0"/>
                </a:spcAft>
                <a:buClr>
                  <a:prstClr val="black"/>
                </a:buClr>
                <a:buSzPct val="140000"/>
                <a:tabLst>
                  <a:tab pos="5648325" algn="l"/>
                </a:tabLst>
                <a:defRPr sz="1100" kern="0" spc="-3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defRPr>
              </a:lvl2pPr>
            </a:lstStyle>
            <a:p>
              <a:pPr marL="0" marR="0" lvl="1" indent="0" algn="ctr" defTabSz="14749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r>
                <a:rPr lang="ko-KR" altLang="en-US" sz="80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백업</a:t>
              </a:r>
              <a:r>
                <a:rPr lang="en-US" altLang="ko-KR" sz="80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/</a:t>
              </a:r>
              <a:r>
                <a:rPr lang="ko-KR" altLang="en-US" sz="80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관리망용</a:t>
              </a:r>
              <a:r>
                <a:rPr kumimoji="0" lang="en-US" altLang="ko-KR" sz="80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 </a:t>
              </a:r>
              <a:r>
                <a:rPr kumimoji="0" lang="ko-KR" altLang="en-US" sz="80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스위치</a:t>
              </a:r>
              <a:br>
                <a:rPr kumimoji="0" lang="en-US" altLang="ko-KR" sz="80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</a:br>
              <a:r>
                <a:rPr kumimoji="0" lang="en-US" altLang="ko-KR" sz="80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(</a:t>
              </a:r>
              <a:r>
                <a:rPr lang="ko-KR" altLang="en-US" sz="80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신규</a:t>
              </a:r>
              <a:r>
                <a:rPr kumimoji="0" lang="en-US" altLang="ko-KR" sz="80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)</a:t>
              </a:r>
            </a:p>
          </p:txBody>
        </p:sp>
      </p:grpSp>
      <p:grpSp>
        <p:nvGrpSpPr>
          <p:cNvPr id="297" name="그룹 296">
            <a:extLst>
              <a:ext uri="{FF2B5EF4-FFF2-40B4-BE49-F238E27FC236}">
                <a16:creationId xmlns:a16="http://schemas.microsoft.com/office/drawing/2014/main" id="{1FC71A57-31CD-3260-80BB-4F71CC0F0D87}"/>
              </a:ext>
            </a:extLst>
          </p:cNvPr>
          <p:cNvGrpSpPr>
            <a:grpSpLocks noChangeAspect="1"/>
          </p:cNvGrpSpPr>
          <p:nvPr/>
        </p:nvGrpSpPr>
        <p:grpSpPr>
          <a:xfrm>
            <a:off x="3708283" y="2611568"/>
            <a:ext cx="275933" cy="370838"/>
            <a:chOff x="3493292" y="3693520"/>
            <a:chExt cx="897069" cy="1233786"/>
          </a:xfrm>
        </p:grpSpPr>
        <p:grpSp>
          <p:nvGrpSpPr>
            <p:cNvPr id="298" name="그룹 297">
              <a:extLst>
                <a:ext uri="{FF2B5EF4-FFF2-40B4-BE49-F238E27FC236}">
                  <a16:creationId xmlns:a16="http://schemas.microsoft.com/office/drawing/2014/main" id="{2BFC2E03-0ED1-D676-8A72-25521314229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493292" y="3693520"/>
              <a:ext cx="897069" cy="1233786"/>
              <a:chOff x="11921389" y="4267727"/>
              <a:chExt cx="916126" cy="1260000"/>
            </a:xfrm>
          </p:grpSpPr>
          <p:sp>
            <p:nvSpPr>
              <p:cNvPr id="320" name="사각형: 둥근 모서리 222">
                <a:extLst>
                  <a:ext uri="{FF2B5EF4-FFF2-40B4-BE49-F238E27FC236}">
                    <a16:creationId xmlns:a16="http://schemas.microsoft.com/office/drawing/2014/main" id="{D7EFA4A9-CD27-EB29-74A7-3D29BCAD79EB}"/>
                  </a:ext>
                </a:extLst>
              </p:cNvPr>
              <p:cNvSpPr/>
              <p:nvPr/>
            </p:nvSpPr>
            <p:spPr>
              <a:xfrm>
                <a:off x="11923593" y="4271687"/>
                <a:ext cx="911716" cy="1252078"/>
              </a:xfrm>
              <a:prstGeom prst="roundRect">
                <a:avLst>
                  <a:gd name="adj" fmla="val 7097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u="none" strike="noStrike" kern="1200" cap="none" spc="-30" normalizeH="0" baseline="0" noProof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endParaRPr>
              </a:p>
            </p:txBody>
          </p:sp>
          <p:grpSp>
            <p:nvGrpSpPr>
              <p:cNvPr id="321" name="그룹 320">
                <a:extLst>
                  <a:ext uri="{FF2B5EF4-FFF2-40B4-BE49-F238E27FC236}">
                    <a16:creationId xmlns:a16="http://schemas.microsoft.com/office/drawing/2014/main" id="{E03A8806-1532-D73D-3A58-21C7DF46531D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1921389" y="4267727"/>
                <a:ext cx="916126" cy="1260000"/>
                <a:chOff x="14485938" y="-2571751"/>
                <a:chExt cx="554038" cy="762000"/>
              </a:xfrm>
              <a:solidFill>
                <a:srgbClr val="262626"/>
              </a:solidFill>
            </p:grpSpPr>
            <p:sp>
              <p:nvSpPr>
                <p:cNvPr id="322" name="Freeform 230">
                  <a:extLst>
                    <a:ext uri="{FF2B5EF4-FFF2-40B4-BE49-F238E27FC236}">
                      <a16:creationId xmlns:a16="http://schemas.microsoft.com/office/drawing/2014/main" id="{358C7E10-C7BE-1B3F-244D-488C6028EC10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4485938" y="-2571751"/>
                  <a:ext cx="554038" cy="762000"/>
                </a:xfrm>
                <a:custGeom>
                  <a:avLst/>
                  <a:gdLst>
                    <a:gd name="T0" fmla="*/ 137 w 147"/>
                    <a:gd name="T1" fmla="*/ 0 h 200"/>
                    <a:gd name="T2" fmla="*/ 10 w 147"/>
                    <a:gd name="T3" fmla="*/ 0 h 200"/>
                    <a:gd name="T4" fmla="*/ 0 w 147"/>
                    <a:gd name="T5" fmla="*/ 10 h 200"/>
                    <a:gd name="T6" fmla="*/ 0 w 147"/>
                    <a:gd name="T7" fmla="*/ 190 h 200"/>
                    <a:gd name="T8" fmla="*/ 10 w 147"/>
                    <a:gd name="T9" fmla="*/ 200 h 200"/>
                    <a:gd name="T10" fmla="*/ 137 w 147"/>
                    <a:gd name="T11" fmla="*/ 200 h 200"/>
                    <a:gd name="T12" fmla="*/ 140 w 147"/>
                    <a:gd name="T13" fmla="*/ 199 h 200"/>
                    <a:gd name="T14" fmla="*/ 146 w 147"/>
                    <a:gd name="T15" fmla="*/ 193 h 200"/>
                    <a:gd name="T16" fmla="*/ 147 w 147"/>
                    <a:gd name="T17" fmla="*/ 190 h 200"/>
                    <a:gd name="T18" fmla="*/ 147 w 147"/>
                    <a:gd name="T19" fmla="*/ 10 h 200"/>
                    <a:gd name="T20" fmla="*/ 137 w 147"/>
                    <a:gd name="T21" fmla="*/ 0 h 200"/>
                    <a:gd name="T22" fmla="*/ 139 w 147"/>
                    <a:gd name="T23" fmla="*/ 189 h 200"/>
                    <a:gd name="T24" fmla="*/ 135 w 147"/>
                    <a:gd name="T25" fmla="*/ 192 h 200"/>
                    <a:gd name="T26" fmla="*/ 10 w 147"/>
                    <a:gd name="T27" fmla="*/ 192 h 200"/>
                    <a:gd name="T28" fmla="*/ 8 w 147"/>
                    <a:gd name="T29" fmla="*/ 190 h 200"/>
                    <a:gd name="T30" fmla="*/ 8 w 147"/>
                    <a:gd name="T31" fmla="*/ 10 h 200"/>
                    <a:gd name="T32" fmla="*/ 10 w 147"/>
                    <a:gd name="T33" fmla="*/ 8 h 200"/>
                    <a:gd name="T34" fmla="*/ 137 w 147"/>
                    <a:gd name="T35" fmla="*/ 8 h 200"/>
                    <a:gd name="T36" fmla="*/ 139 w 147"/>
                    <a:gd name="T37" fmla="*/ 10 h 200"/>
                    <a:gd name="T38" fmla="*/ 139 w 147"/>
                    <a:gd name="T39" fmla="*/ 189 h 2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147" h="200">
                      <a:moveTo>
                        <a:pt x="137" y="0"/>
                      </a:moveTo>
                      <a:cubicBezTo>
                        <a:pt x="10" y="0"/>
                        <a:pt x="10" y="0"/>
                        <a:pt x="10" y="0"/>
                      </a:cubicBezTo>
                      <a:cubicBezTo>
                        <a:pt x="4" y="0"/>
                        <a:pt x="0" y="5"/>
                        <a:pt x="0" y="10"/>
                      </a:cubicBezTo>
                      <a:cubicBezTo>
                        <a:pt x="0" y="190"/>
                        <a:pt x="0" y="190"/>
                        <a:pt x="0" y="190"/>
                      </a:cubicBezTo>
                      <a:cubicBezTo>
                        <a:pt x="0" y="196"/>
                        <a:pt x="4" y="200"/>
                        <a:pt x="10" y="200"/>
                      </a:cubicBezTo>
                      <a:cubicBezTo>
                        <a:pt x="137" y="200"/>
                        <a:pt x="137" y="200"/>
                        <a:pt x="137" y="200"/>
                      </a:cubicBezTo>
                      <a:cubicBezTo>
                        <a:pt x="138" y="200"/>
                        <a:pt x="139" y="200"/>
                        <a:pt x="140" y="199"/>
                      </a:cubicBezTo>
                      <a:cubicBezTo>
                        <a:pt x="146" y="193"/>
                        <a:pt x="146" y="193"/>
                        <a:pt x="146" y="193"/>
                      </a:cubicBezTo>
                      <a:cubicBezTo>
                        <a:pt x="146" y="192"/>
                        <a:pt x="147" y="191"/>
                        <a:pt x="147" y="190"/>
                      </a:cubicBezTo>
                      <a:cubicBezTo>
                        <a:pt x="147" y="10"/>
                        <a:pt x="147" y="10"/>
                        <a:pt x="147" y="10"/>
                      </a:cubicBezTo>
                      <a:cubicBezTo>
                        <a:pt x="147" y="5"/>
                        <a:pt x="142" y="0"/>
                        <a:pt x="137" y="0"/>
                      </a:cubicBezTo>
                      <a:close/>
                      <a:moveTo>
                        <a:pt x="139" y="189"/>
                      </a:moveTo>
                      <a:cubicBezTo>
                        <a:pt x="135" y="192"/>
                        <a:pt x="135" y="192"/>
                        <a:pt x="135" y="192"/>
                      </a:cubicBezTo>
                      <a:cubicBezTo>
                        <a:pt x="10" y="192"/>
                        <a:pt x="10" y="192"/>
                        <a:pt x="10" y="192"/>
                      </a:cubicBezTo>
                      <a:cubicBezTo>
                        <a:pt x="9" y="192"/>
                        <a:pt x="8" y="191"/>
                        <a:pt x="8" y="190"/>
                      </a:cubicBezTo>
                      <a:cubicBezTo>
                        <a:pt x="8" y="10"/>
                        <a:pt x="8" y="10"/>
                        <a:pt x="8" y="10"/>
                      </a:cubicBezTo>
                      <a:cubicBezTo>
                        <a:pt x="8" y="9"/>
                        <a:pt x="9" y="8"/>
                        <a:pt x="10" y="8"/>
                      </a:cubicBezTo>
                      <a:cubicBezTo>
                        <a:pt x="137" y="8"/>
                        <a:pt x="137" y="8"/>
                        <a:pt x="137" y="8"/>
                      </a:cubicBezTo>
                      <a:cubicBezTo>
                        <a:pt x="138" y="8"/>
                        <a:pt x="139" y="9"/>
                        <a:pt x="139" y="10"/>
                      </a:cubicBezTo>
                      <a:lnTo>
                        <a:pt x="139" y="189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u="none" strike="noStrike" kern="1200" cap="none" spc="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endParaRPr>
                </a:p>
              </p:txBody>
            </p:sp>
            <p:sp>
              <p:nvSpPr>
                <p:cNvPr id="323" name="Freeform 231">
                  <a:extLst>
                    <a:ext uri="{FF2B5EF4-FFF2-40B4-BE49-F238E27FC236}">
                      <a16:creationId xmlns:a16="http://schemas.microsoft.com/office/drawing/2014/main" id="{CA116CD3-6EB1-15DE-5FD0-A84AEEA5825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603413" y="-2403476"/>
                  <a:ext cx="315913" cy="30163"/>
                </a:xfrm>
                <a:custGeom>
                  <a:avLst/>
                  <a:gdLst>
                    <a:gd name="T0" fmla="*/ 80 w 84"/>
                    <a:gd name="T1" fmla="*/ 0 h 8"/>
                    <a:gd name="T2" fmla="*/ 4 w 84"/>
                    <a:gd name="T3" fmla="*/ 0 h 8"/>
                    <a:gd name="T4" fmla="*/ 0 w 84"/>
                    <a:gd name="T5" fmla="*/ 4 h 8"/>
                    <a:gd name="T6" fmla="*/ 4 w 84"/>
                    <a:gd name="T7" fmla="*/ 8 h 8"/>
                    <a:gd name="T8" fmla="*/ 80 w 84"/>
                    <a:gd name="T9" fmla="*/ 8 h 8"/>
                    <a:gd name="T10" fmla="*/ 84 w 84"/>
                    <a:gd name="T11" fmla="*/ 4 h 8"/>
                    <a:gd name="T12" fmla="*/ 80 w 84"/>
                    <a:gd name="T13" fmla="*/ 0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4" h="8">
                      <a:moveTo>
                        <a:pt x="80" y="0"/>
                      </a:move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2"/>
                        <a:pt x="0" y="4"/>
                      </a:cubicBezTo>
                      <a:cubicBezTo>
                        <a:pt x="0" y="6"/>
                        <a:pt x="2" y="8"/>
                        <a:pt x="4" y="8"/>
                      </a:cubicBezTo>
                      <a:cubicBezTo>
                        <a:pt x="80" y="8"/>
                        <a:pt x="80" y="8"/>
                        <a:pt x="80" y="8"/>
                      </a:cubicBezTo>
                      <a:cubicBezTo>
                        <a:pt x="82" y="8"/>
                        <a:pt x="84" y="6"/>
                        <a:pt x="84" y="4"/>
                      </a:cubicBezTo>
                      <a:cubicBezTo>
                        <a:pt x="84" y="2"/>
                        <a:pt x="82" y="0"/>
                        <a:pt x="8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u="none" strike="noStrike" kern="1200" cap="none" spc="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endParaRPr>
                </a:p>
              </p:txBody>
            </p:sp>
          </p:grpSp>
        </p:grpSp>
        <p:grpSp>
          <p:nvGrpSpPr>
            <p:cNvPr id="299" name="그룹 298">
              <a:extLst>
                <a:ext uri="{FF2B5EF4-FFF2-40B4-BE49-F238E27FC236}">
                  <a16:creationId xmlns:a16="http://schemas.microsoft.com/office/drawing/2014/main" id="{D80815EB-5186-04E3-883F-9D2C25D11A6F}"/>
                </a:ext>
              </a:extLst>
            </p:cNvPr>
            <p:cNvGrpSpPr/>
            <p:nvPr/>
          </p:nvGrpSpPr>
          <p:grpSpPr>
            <a:xfrm>
              <a:off x="3623554" y="4140320"/>
              <a:ext cx="636537" cy="634466"/>
              <a:chOff x="881898" y="5310642"/>
              <a:chExt cx="976313" cy="973138"/>
            </a:xfrm>
          </p:grpSpPr>
          <p:grpSp>
            <p:nvGrpSpPr>
              <p:cNvPr id="300" name="그룹 299">
                <a:extLst>
                  <a:ext uri="{FF2B5EF4-FFF2-40B4-BE49-F238E27FC236}">
                    <a16:creationId xmlns:a16="http://schemas.microsoft.com/office/drawing/2014/main" id="{5D174558-B8B7-3CDA-4EBF-99ACF48A7C36}"/>
                  </a:ext>
                </a:extLst>
              </p:cNvPr>
              <p:cNvGrpSpPr/>
              <p:nvPr/>
            </p:nvGrpSpPr>
            <p:grpSpPr>
              <a:xfrm>
                <a:off x="881898" y="5310642"/>
                <a:ext cx="976313" cy="973138"/>
                <a:chOff x="21240750" y="2320925"/>
                <a:chExt cx="976313" cy="973138"/>
              </a:xfrm>
            </p:grpSpPr>
            <p:sp>
              <p:nvSpPr>
                <p:cNvPr id="302" name="Freeform 113">
                  <a:extLst>
                    <a:ext uri="{FF2B5EF4-FFF2-40B4-BE49-F238E27FC236}">
                      <a16:creationId xmlns:a16="http://schemas.microsoft.com/office/drawing/2014/main" id="{50A288E3-1536-8D41-AF60-9C09C57B282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410343" y="2487232"/>
                  <a:ext cx="637131" cy="640525"/>
                </a:xfrm>
                <a:custGeom>
                  <a:avLst/>
                  <a:gdLst>
                    <a:gd name="T0" fmla="*/ 1100 w 1100"/>
                    <a:gd name="T1" fmla="*/ 210 h 1107"/>
                    <a:gd name="T2" fmla="*/ 1100 w 1100"/>
                    <a:gd name="T3" fmla="*/ 264 h 1107"/>
                    <a:gd name="T4" fmla="*/ 1100 w 1100"/>
                    <a:gd name="T5" fmla="*/ 419 h 1107"/>
                    <a:gd name="T6" fmla="*/ 1100 w 1100"/>
                    <a:gd name="T7" fmla="*/ 473 h 1107"/>
                    <a:gd name="T8" fmla="*/ 1100 w 1100"/>
                    <a:gd name="T9" fmla="*/ 635 h 1107"/>
                    <a:gd name="T10" fmla="*/ 1100 w 1100"/>
                    <a:gd name="T11" fmla="*/ 689 h 1107"/>
                    <a:gd name="T12" fmla="*/ 1100 w 1100"/>
                    <a:gd name="T13" fmla="*/ 844 h 1107"/>
                    <a:gd name="T14" fmla="*/ 1100 w 1100"/>
                    <a:gd name="T15" fmla="*/ 898 h 1107"/>
                    <a:gd name="T16" fmla="*/ 1100 w 1100"/>
                    <a:gd name="T17" fmla="*/ 1033 h 1107"/>
                    <a:gd name="T18" fmla="*/ 1026 w 1100"/>
                    <a:gd name="T19" fmla="*/ 1107 h 1107"/>
                    <a:gd name="T20" fmla="*/ 898 w 1100"/>
                    <a:gd name="T21" fmla="*/ 1107 h 1107"/>
                    <a:gd name="T22" fmla="*/ 844 w 1100"/>
                    <a:gd name="T23" fmla="*/ 1107 h 1107"/>
                    <a:gd name="T24" fmla="*/ 682 w 1100"/>
                    <a:gd name="T25" fmla="*/ 1107 h 1107"/>
                    <a:gd name="T26" fmla="*/ 628 w 1100"/>
                    <a:gd name="T27" fmla="*/ 1107 h 1107"/>
                    <a:gd name="T28" fmla="*/ 472 w 1100"/>
                    <a:gd name="T29" fmla="*/ 1107 h 1107"/>
                    <a:gd name="T30" fmla="*/ 418 w 1100"/>
                    <a:gd name="T31" fmla="*/ 1107 h 1107"/>
                    <a:gd name="T32" fmla="*/ 256 w 1100"/>
                    <a:gd name="T33" fmla="*/ 1107 h 1107"/>
                    <a:gd name="T34" fmla="*/ 202 w 1100"/>
                    <a:gd name="T35" fmla="*/ 1107 h 1107"/>
                    <a:gd name="T36" fmla="*/ 74 w 1100"/>
                    <a:gd name="T37" fmla="*/ 1107 h 1107"/>
                    <a:gd name="T38" fmla="*/ 0 w 1100"/>
                    <a:gd name="T39" fmla="*/ 1033 h 1107"/>
                    <a:gd name="T40" fmla="*/ 0 w 1100"/>
                    <a:gd name="T41" fmla="*/ 898 h 1107"/>
                    <a:gd name="T42" fmla="*/ 0 w 1100"/>
                    <a:gd name="T43" fmla="*/ 844 h 1107"/>
                    <a:gd name="T44" fmla="*/ 0 w 1100"/>
                    <a:gd name="T45" fmla="*/ 689 h 1107"/>
                    <a:gd name="T46" fmla="*/ 0 w 1100"/>
                    <a:gd name="T47" fmla="*/ 635 h 1107"/>
                    <a:gd name="T48" fmla="*/ 0 w 1100"/>
                    <a:gd name="T49" fmla="*/ 473 h 1107"/>
                    <a:gd name="T50" fmla="*/ 0 w 1100"/>
                    <a:gd name="T51" fmla="*/ 419 h 1107"/>
                    <a:gd name="T52" fmla="*/ 0 w 1100"/>
                    <a:gd name="T53" fmla="*/ 264 h 1107"/>
                    <a:gd name="T54" fmla="*/ 0 w 1100"/>
                    <a:gd name="T55" fmla="*/ 210 h 1107"/>
                    <a:gd name="T56" fmla="*/ 0 w 1100"/>
                    <a:gd name="T57" fmla="*/ 75 h 1107"/>
                    <a:gd name="T58" fmla="*/ 74 w 1100"/>
                    <a:gd name="T59" fmla="*/ 0 h 1107"/>
                    <a:gd name="T60" fmla="*/ 202 w 1100"/>
                    <a:gd name="T61" fmla="*/ 0 h 1107"/>
                    <a:gd name="T62" fmla="*/ 256 w 1100"/>
                    <a:gd name="T63" fmla="*/ 0 h 1107"/>
                    <a:gd name="T64" fmla="*/ 418 w 1100"/>
                    <a:gd name="T65" fmla="*/ 0 h 1107"/>
                    <a:gd name="T66" fmla="*/ 472 w 1100"/>
                    <a:gd name="T67" fmla="*/ 0 h 1107"/>
                    <a:gd name="T68" fmla="*/ 628 w 1100"/>
                    <a:gd name="T69" fmla="*/ 0 h 1107"/>
                    <a:gd name="T70" fmla="*/ 682 w 1100"/>
                    <a:gd name="T71" fmla="*/ 0 h 1107"/>
                    <a:gd name="T72" fmla="*/ 844 w 1100"/>
                    <a:gd name="T73" fmla="*/ 0 h 1107"/>
                    <a:gd name="T74" fmla="*/ 898 w 1100"/>
                    <a:gd name="T75" fmla="*/ 0 h 1107"/>
                    <a:gd name="T76" fmla="*/ 1026 w 1100"/>
                    <a:gd name="T77" fmla="*/ 0 h 1107"/>
                    <a:gd name="T78" fmla="*/ 1100 w 1100"/>
                    <a:gd name="T79" fmla="*/ 75 h 1107"/>
                    <a:gd name="T80" fmla="*/ 1100 w 1100"/>
                    <a:gd name="T81" fmla="*/ 210 h 1107"/>
                    <a:gd name="T82" fmla="*/ 1100 w 1100"/>
                    <a:gd name="T83" fmla="*/ 210 h 11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100" h="1107">
                      <a:moveTo>
                        <a:pt x="1100" y="210"/>
                      </a:moveTo>
                      <a:cubicBezTo>
                        <a:pt x="1100" y="264"/>
                        <a:pt x="1100" y="264"/>
                        <a:pt x="1100" y="264"/>
                      </a:cubicBezTo>
                      <a:cubicBezTo>
                        <a:pt x="1100" y="419"/>
                        <a:pt x="1100" y="419"/>
                        <a:pt x="1100" y="419"/>
                      </a:cubicBezTo>
                      <a:cubicBezTo>
                        <a:pt x="1100" y="473"/>
                        <a:pt x="1100" y="473"/>
                        <a:pt x="1100" y="473"/>
                      </a:cubicBezTo>
                      <a:cubicBezTo>
                        <a:pt x="1100" y="635"/>
                        <a:pt x="1100" y="635"/>
                        <a:pt x="1100" y="635"/>
                      </a:cubicBezTo>
                      <a:cubicBezTo>
                        <a:pt x="1100" y="689"/>
                        <a:pt x="1100" y="689"/>
                        <a:pt x="1100" y="689"/>
                      </a:cubicBezTo>
                      <a:cubicBezTo>
                        <a:pt x="1100" y="844"/>
                        <a:pt x="1100" y="844"/>
                        <a:pt x="1100" y="844"/>
                      </a:cubicBezTo>
                      <a:cubicBezTo>
                        <a:pt x="1100" y="898"/>
                        <a:pt x="1100" y="898"/>
                        <a:pt x="1100" y="898"/>
                      </a:cubicBezTo>
                      <a:cubicBezTo>
                        <a:pt x="1100" y="1033"/>
                        <a:pt x="1100" y="1033"/>
                        <a:pt x="1100" y="1033"/>
                      </a:cubicBezTo>
                      <a:cubicBezTo>
                        <a:pt x="1100" y="1073"/>
                        <a:pt x="1073" y="1107"/>
                        <a:pt x="1026" y="1107"/>
                      </a:cubicBezTo>
                      <a:cubicBezTo>
                        <a:pt x="898" y="1107"/>
                        <a:pt x="898" y="1107"/>
                        <a:pt x="898" y="1107"/>
                      </a:cubicBezTo>
                      <a:cubicBezTo>
                        <a:pt x="844" y="1107"/>
                        <a:pt x="844" y="1107"/>
                        <a:pt x="844" y="1107"/>
                      </a:cubicBezTo>
                      <a:cubicBezTo>
                        <a:pt x="682" y="1107"/>
                        <a:pt x="682" y="1107"/>
                        <a:pt x="682" y="1107"/>
                      </a:cubicBezTo>
                      <a:cubicBezTo>
                        <a:pt x="628" y="1107"/>
                        <a:pt x="628" y="1107"/>
                        <a:pt x="628" y="1107"/>
                      </a:cubicBezTo>
                      <a:cubicBezTo>
                        <a:pt x="472" y="1107"/>
                        <a:pt x="472" y="1107"/>
                        <a:pt x="472" y="1107"/>
                      </a:cubicBezTo>
                      <a:cubicBezTo>
                        <a:pt x="418" y="1107"/>
                        <a:pt x="418" y="1107"/>
                        <a:pt x="418" y="1107"/>
                      </a:cubicBezTo>
                      <a:cubicBezTo>
                        <a:pt x="256" y="1107"/>
                        <a:pt x="256" y="1107"/>
                        <a:pt x="256" y="1107"/>
                      </a:cubicBezTo>
                      <a:cubicBezTo>
                        <a:pt x="202" y="1107"/>
                        <a:pt x="202" y="1107"/>
                        <a:pt x="202" y="1107"/>
                      </a:cubicBezTo>
                      <a:cubicBezTo>
                        <a:pt x="74" y="1107"/>
                        <a:pt x="74" y="1107"/>
                        <a:pt x="74" y="1107"/>
                      </a:cubicBezTo>
                      <a:cubicBezTo>
                        <a:pt x="27" y="1107"/>
                        <a:pt x="0" y="1073"/>
                        <a:pt x="0" y="1033"/>
                      </a:cubicBezTo>
                      <a:cubicBezTo>
                        <a:pt x="0" y="898"/>
                        <a:pt x="0" y="898"/>
                        <a:pt x="0" y="898"/>
                      </a:cubicBezTo>
                      <a:cubicBezTo>
                        <a:pt x="0" y="844"/>
                        <a:pt x="0" y="844"/>
                        <a:pt x="0" y="844"/>
                      </a:cubicBezTo>
                      <a:cubicBezTo>
                        <a:pt x="0" y="689"/>
                        <a:pt x="0" y="689"/>
                        <a:pt x="0" y="689"/>
                      </a:cubicBezTo>
                      <a:cubicBezTo>
                        <a:pt x="0" y="635"/>
                        <a:pt x="0" y="635"/>
                        <a:pt x="0" y="635"/>
                      </a:cubicBezTo>
                      <a:cubicBezTo>
                        <a:pt x="0" y="473"/>
                        <a:pt x="0" y="473"/>
                        <a:pt x="0" y="473"/>
                      </a:cubicBezTo>
                      <a:cubicBezTo>
                        <a:pt x="0" y="419"/>
                        <a:pt x="0" y="419"/>
                        <a:pt x="0" y="419"/>
                      </a:cubicBezTo>
                      <a:cubicBezTo>
                        <a:pt x="0" y="264"/>
                        <a:pt x="0" y="264"/>
                        <a:pt x="0" y="264"/>
                      </a:cubicBezTo>
                      <a:cubicBezTo>
                        <a:pt x="0" y="210"/>
                        <a:pt x="0" y="210"/>
                        <a:pt x="0" y="210"/>
                      </a:cubicBezTo>
                      <a:cubicBezTo>
                        <a:pt x="0" y="75"/>
                        <a:pt x="0" y="75"/>
                        <a:pt x="0" y="75"/>
                      </a:cubicBezTo>
                      <a:cubicBezTo>
                        <a:pt x="0" y="34"/>
                        <a:pt x="27" y="0"/>
                        <a:pt x="74" y="0"/>
                      </a:cubicBezTo>
                      <a:cubicBezTo>
                        <a:pt x="202" y="0"/>
                        <a:pt x="202" y="0"/>
                        <a:pt x="202" y="0"/>
                      </a:cubicBezTo>
                      <a:cubicBezTo>
                        <a:pt x="256" y="0"/>
                        <a:pt x="256" y="0"/>
                        <a:pt x="256" y="0"/>
                      </a:cubicBezTo>
                      <a:cubicBezTo>
                        <a:pt x="418" y="0"/>
                        <a:pt x="418" y="0"/>
                        <a:pt x="418" y="0"/>
                      </a:cubicBezTo>
                      <a:cubicBezTo>
                        <a:pt x="472" y="0"/>
                        <a:pt x="472" y="0"/>
                        <a:pt x="472" y="0"/>
                      </a:cubicBezTo>
                      <a:cubicBezTo>
                        <a:pt x="628" y="0"/>
                        <a:pt x="628" y="0"/>
                        <a:pt x="628" y="0"/>
                      </a:cubicBezTo>
                      <a:cubicBezTo>
                        <a:pt x="682" y="0"/>
                        <a:pt x="682" y="0"/>
                        <a:pt x="682" y="0"/>
                      </a:cubicBezTo>
                      <a:cubicBezTo>
                        <a:pt x="844" y="0"/>
                        <a:pt x="844" y="0"/>
                        <a:pt x="844" y="0"/>
                      </a:cubicBezTo>
                      <a:cubicBezTo>
                        <a:pt x="898" y="0"/>
                        <a:pt x="898" y="0"/>
                        <a:pt x="898" y="0"/>
                      </a:cubicBezTo>
                      <a:cubicBezTo>
                        <a:pt x="1026" y="0"/>
                        <a:pt x="1026" y="0"/>
                        <a:pt x="1026" y="0"/>
                      </a:cubicBezTo>
                      <a:cubicBezTo>
                        <a:pt x="1073" y="0"/>
                        <a:pt x="1100" y="34"/>
                        <a:pt x="1100" y="75"/>
                      </a:cubicBezTo>
                      <a:cubicBezTo>
                        <a:pt x="1100" y="210"/>
                        <a:pt x="1100" y="210"/>
                        <a:pt x="1100" y="210"/>
                      </a:cubicBezTo>
                      <a:cubicBezTo>
                        <a:pt x="1100" y="210"/>
                        <a:pt x="1100" y="210"/>
                        <a:pt x="1100" y="210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03" name="Freeform 96">
                  <a:extLst>
                    <a:ext uri="{FF2B5EF4-FFF2-40B4-BE49-F238E27FC236}">
                      <a16:creationId xmlns:a16="http://schemas.microsoft.com/office/drawing/2014/main" id="{FA9A3F05-3410-C1ED-A2C8-3721C79310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085300" y="2620963"/>
                  <a:ext cx="131763" cy="30163"/>
                </a:xfrm>
                <a:custGeom>
                  <a:avLst/>
                  <a:gdLst>
                    <a:gd name="T0" fmla="*/ 244 w 244"/>
                    <a:gd name="T1" fmla="*/ 28 h 55"/>
                    <a:gd name="T2" fmla="*/ 217 w 244"/>
                    <a:gd name="T3" fmla="*/ 0 h 55"/>
                    <a:gd name="T4" fmla="*/ 0 w 244"/>
                    <a:gd name="T5" fmla="*/ 0 h 55"/>
                    <a:gd name="T6" fmla="*/ 0 w 244"/>
                    <a:gd name="T7" fmla="*/ 55 h 55"/>
                    <a:gd name="T8" fmla="*/ 217 w 244"/>
                    <a:gd name="T9" fmla="*/ 55 h 55"/>
                    <a:gd name="T10" fmla="*/ 244 w 244"/>
                    <a:gd name="T11" fmla="*/ 28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44" h="55">
                      <a:moveTo>
                        <a:pt x="244" y="28"/>
                      </a:moveTo>
                      <a:cubicBezTo>
                        <a:pt x="244" y="14"/>
                        <a:pt x="230" y="0"/>
                        <a:pt x="217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5"/>
                        <a:pt x="0" y="55"/>
                        <a:pt x="0" y="55"/>
                      </a:cubicBezTo>
                      <a:cubicBezTo>
                        <a:pt x="217" y="55"/>
                        <a:pt x="217" y="55"/>
                        <a:pt x="217" y="55"/>
                      </a:cubicBezTo>
                      <a:cubicBezTo>
                        <a:pt x="230" y="55"/>
                        <a:pt x="244" y="41"/>
                        <a:pt x="244" y="28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04" name="Freeform 97">
                  <a:extLst>
                    <a:ext uri="{FF2B5EF4-FFF2-40B4-BE49-F238E27FC236}">
                      <a16:creationId xmlns:a16="http://schemas.microsoft.com/office/drawing/2014/main" id="{14AF0EE0-89D7-95DD-5495-B8C6F6679A9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085300" y="2733675"/>
                  <a:ext cx="131763" cy="30163"/>
                </a:xfrm>
                <a:custGeom>
                  <a:avLst/>
                  <a:gdLst>
                    <a:gd name="T0" fmla="*/ 217 w 244"/>
                    <a:gd name="T1" fmla="*/ 0 h 54"/>
                    <a:gd name="T2" fmla="*/ 0 w 244"/>
                    <a:gd name="T3" fmla="*/ 0 h 54"/>
                    <a:gd name="T4" fmla="*/ 0 w 244"/>
                    <a:gd name="T5" fmla="*/ 54 h 54"/>
                    <a:gd name="T6" fmla="*/ 217 w 244"/>
                    <a:gd name="T7" fmla="*/ 54 h 54"/>
                    <a:gd name="T8" fmla="*/ 244 w 244"/>
                    <a:gd name="T9" fmla="*/ 27 h 54"/>
                    <a:gd name="T10" fmla="*/ 217 w 244"/>
                    <a:gd name="T11" fmla="*/ 0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44" h="54">
                      <a:moveTo>
                        <a:pt x="217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4"/>
                        <a:pt x="0" y="54"/>
                        <a:pt x="0" y="54"/>
                      </a:cubicBezTo>
                      <a:cubicBezTo>
                        <a:pt x="217" y="54"/>
                        <a:pt x="217" y="54"/>
                        <a:pt x="217" y="54"/>
                      </a:cubicBezTo>
                      <a:cubicBezTo>
                        <a:pt x="230" y="54"/>
                        <a:pt x="244" y="47"/>
                        <a:pt x="244" y="27"/>
                      </a:cubicBezTo>
                      <a:cubicBezTo>
                        <a:pt x="244" y="13"/>
                        <a:pt x="230" y="0"/>
                        <a:pt x="217" y="0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05" name="Freeform 98">
                  <a:extLst>
                    <a:ext uri="{FF2B5EF4-FFF2-40B4-BE49-F238E27FC236}">
                      <a16:creationId xmlns:a16="http://schemas.microsoft.com/office/drawing/2014/main" id="{CE63EB2D-5ECE-DF90-0875-567168A8F7D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085300" y="2851150"/>
                  <a:ext cx="131763" cy="30163"/>
                </a:xfrm>
                <a:custGeom>
                  <a:avLst/>
                  <a:gdLst>
                    <a:gd name="T0" fmla="*/ 217 w 244"/>
                    <a:gd name="T1" fmla="*/ 0 h 54"/>
                    <a:gd name="T2" fmla="*/ 0 w 244"/>
                    <a:gd name="T3" fmla="*/ 0 h 54"/>
                    <a:gd name="T4" fmla="*/ 0 w 244"/>
                    <a:gd name="T5" fmla="*/ 54 h 54"/>
                    <a:gd name="T6" fmla="*/ 217 w 244"/>
                    <a:gd name="T7" fmla="*/ 54 h 54"/>
                    <a:gd name="T8" fmla="*/ 244 w 244"/>
                    <a:gd name="T9" fmla="*/ 27 h 54"/>
                    <a:gd name="T10" fmla="*/ 217 w 244"/>
                    <a:gd name="T11" fmla="*/ 0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44" h="54">
                      <a:moveTo>
                        <a:pt x="217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4"/>
                        <a:pt x="0" y="54"/>
                        <a:pt x="0" y="54"/>
                      </a:cubicBezTo>
                      <a:cubicBezTo>
                        <a:pt x="217" y="54"/>
                        <a:pt x="217" y="54"/>
                        <a:pt x="217" y="54"/>
                      </a:cubicBezTo>
                      <a:cubicBezTo>
                        <a:pt x="230" y="54"/>
                        <a:pt x="244" y="41"/>
                        <a:pt x="244" y="27"/>
                      </a:cubicBezTo>
                      <a:cubicBezTo>
                        <a:pt x="244" y="14"/>
                        <a:pt x="230" y="0"/>
                        <a:pt x="217" y="0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06" name="Freeform 99">
                  <a:extLst>
                    <a:ext uri="{FF2B5EF4-FFF2-40B4-BE49-F238E27FC236}">
                      <a16:creationId xmlns:a16="http://schemas.microsoft.com/office/drawing/2014/main" id="{8AF0F0DB-614E-E798-6716-66F1640316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085300" y="2965450"/>
                  <a:ext cx="131763" cy="28575"/>
                </a:xfrm>
                <a:custGeom>
                  <a:avLst/>
                  <a:gdLst>
                    <a:gd name="T0" fmla="*/ 217 w 244"/>
                    <a:gd name="T1" fmla="*/ 0 h 54"/>
                    <a:gd name="T2" fmla="*/ 0 w 244"/>
                    <a:gd name="T3" fmla="*/ 0 h 54"/>
                    <a:gd name="T4" fmla="*/ 0 w 244"/>
                    <a:gd name="T5" fmla="*/ 54 h 54"/>
                    <a:gd name="T6" fmla="*/ 217 w 244"/>
                    <a:gd name="T7" fmla="*/ 54 h 54"/>
                    <a:gd name="T8" fmla="*/ 244 w 244"/>
                    <a:gd name="T9" fmla="*/ 27 h 54"/>
                    <a:gd name="T10" fmla="*/ 217 w 244"/>
                    <a:gd name="T11" fmla="*/ 0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44" h="54">
                      <a:moveTo>
                        <a:pt x="217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4"/>
                        <a:pt x="0" y="54"/>
                        <a:pt x="0" y="54"/>
                      </a:cubicBezTo>
                      <a:cubicBezTo>
                        <a:pt x="217" y="54"/>
                        <a:pt x="217" y="54"/>
                        <a:pt x="217" y="54"/>
                      </a:cubicBezTo>
                      <a:cubicBezTo>
                        <a:pt x="230" y="54"/>
                        <a:pt x="244" y="47"/>
                        <a:pt x="244" y="27"/>
                      </a:cubicBezTo>
                      <a:cubicBezTo>
                        <a:pt x="244" y="13"/>
                        <a:pt x="230" y="0"/>
                        <a:pt x="217" y="0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07" name="Freeform 100">
                  <a:extLst>
                    <a:ext uri="{FF2B5EF4-FFF2-40B4-BE49-F238E27FC236}">
                      <a16:creationId xmlns:a16="http://schemas.microsoft.com/office/drawing/2014/main" id="{ED612490-372C-DF64-B47F-02C54D2A762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240750" y="2620963"/>
                  <a:ext cx="131763" cy="30163"/>
                </a:xfrm>
                <a:custGeom>
                  <a:avLst/>
                  <a:gdLst>
                    <a:gd name="T0" fmla="*/ 0 w 243"/>
                    <a:gd name="T1" fmla="*/ 28 h 55"/>
                    <a:gd name="T2" fmla="*/ 27 w 243"/>
                    <a:gd name="T3" fmla="*/ 55 h 55"/>
                    <a:gd name="T4" fmla="*/ 243 w 243"/>
                    <a:gd name="T5" fmla="*/ 55 h 55"/>
                    <a:gd name="T6" fmla="*/ 243 w 243"/>
                    <a:gd name="T7" fmla="*/ 0 h 55"/>
                    <a:gd name="T8" fmla="*/ 27 w 243"/>
                    <a:gd name="T9" fmla="*/ 0 h 55"/>
                    <a:gd name="T10" fmla="*/ 0 w 243"/>
                    <a:gd name="T11" fmla="*/ 28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43" h="55">
                      <a:moveTo>
                        <a:pt x="0" y="28"/>
                      </a:moveTo>
                      <a:cubicBezTo>
                        <a:pt x="0" y="41"/>
                        <a:pt x="14" y="55"/>
                        <a:pt x="27" y="55"/>
                      </a:cubicBezTo>
                      <a:cubicBezTo>
                        <a:pt x="243" y="55"/>
                        <a:pt x="243" y="55"/>
                        <a:pt x="243" y="55"/>
                      </a:cubicBezTo>
                      <a:cubicBezTo>
                        <a:pt x="243" y="0"/>
                        <a:pt x="243" y="0"/>
                        <a:pt x="243" y="0"/>
                      </a:cubicBezTo>
                      <a:cubicBezTo>
                        <a:pt x="27" y="0"/>
                        <a:pt x="27" y="0"/>
                        <a:pt x="27" y="0"/>
                      </a:cubicBezTo>
                      <a:cubicBezTo>
                        <a:pt x="14" y="0"/>
                        <a:pt x="0" y="14"/>
                        <a:pt x="0" y="28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08" name="Freeform 101">
                  <a:extLst>
                    <a:ext uri="{FF2B5EF4-FFF2-40B4-BE49-F238E27FC236}">
                      <a16:creationId xmlns:a16="http://schemas.microsoft.com/office/drawing/2014/main" id="{8318C758-46C4-1808-3CF9-2125F027DBB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240750" y="2733675"/>
                  <a:ext cx="131763" cy="30163"/>
                </a:xfrm>
                <a:custGeom>
                  <a:avLst/>
                  <a:gdLst>
                    <a:gd name="T0" fmla="*/ 0 w 243"/>
                    <a:gd name="T1" fmla="*/ 27 h 54"/>
                    <a:gd name="T2" fmla="*/ 27 w 243"/>
                    <a:gd name="T3" fmla="*/ 54 h 54"/>
                    <a:gd name="T4" fmla="*/ 243 w 243"/>
                    <a:gd name="T5" fmla="*/ 54 h 54"/>
                    <a:gd name="T6" fmla="*/ 243 w 243"/>
                    <a:gd name="T7" fmla="*/ 0 h 54"/>
                    <a:gd name="T8" fmla="*/ 27 w 243"/>
                    <a:gd name="T9" fmla="*/ 0 h 54"/>
                    <a:gd name="T10" fmla="*/ 0 w 243"/>
                    <a:gd name="T11" fmla="*/ 27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43" h="54">
                      <a:moveTo>
                        <a:pt x="0" y="27"/>
                      </a:moveTo>
                      <a:cubicBezTo>
                        <a:pt x="0" y="47"/>
                        <a:pt x="14" y="54"/>
                        <a:pt x="27" y="54"/>
                      </a:cubicBezTo>
                      <a:cubicBezTo>
                        <a:pt x="243" y="54"/>
                        <a:pt x="243" y="54"/>
                        <a:pt x="243" y="54"/>
                      </a:cubicBezTo>
                      <a:cubicBezTo>
                        <a:pt x="243" y="0"/>
                        <a:pt x="243" y="0"/>
                        <a:pt x="243" y="0"/>
                      </a:cubicBezTo>
                      <a:cubicBezTo>
                        <a:pt x="27" y="0"/>
                        <a:pt x="27" y="0"/>
                        <a:pt x="27" y="0"/>
                      </a:cubicBezTo>
                      <a:cubicBezTo>
                        <a:pt x="14" y="0"/>
                        <a:pt x="0" y="13"/>
                        <a:pt x="0" y="27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09" name="Freeform 102">
                  <a:extLst>
                    <a:ext uri="{FF2B5EF4-FFF2-40B4-BE49-F238E27FC236}">
                      <a16:creationId xmlns:a16="http://schemas.microsoft.com/office/drawing/2014/main" id="{25E3E1CD-9742-ACB6-104D-91AC2AD46F7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240750" y="2851150"/>
                  <a:ext cx="131763" cy="30163"/>
                </a:xfrm>
                <a:custGeom>
                  <a:avLst/>
                  <a:gdLst>
                    <a:gd name="T0" fmla="*/ 0 w 243"/>
                    <a:gd name="T1" fmla="*/ 27 h 54"/>
                    <a:gd name="T2" fmla="*/ 27 w 243"/>
                    <a:gd name="T3" fmla="*/ 54 h 54"/>
                    <a:gd name="T4" fmla="*/ 243 w 243"/>
                    <a:gd name="T5" fmla="*/ 54 h 54"/>
                    <a:gd name="T6" fmla="*/ 243 w 243"/>
                    <a:gd name="T7" fmla="*/ 0 h 54"/>
                    <a:gd name="T8" fmla="*/ 27 w 243"/>
                    <a:gd name="T9" fmla="*/ 0 h 54"/>
                    <a:gd name="T10" fmla="*/ 0 w 243"/>
                    <a:gd name="T11" fmla="*/ 27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43" h="54">
                      <a:moveTo>
                        <a:pt x="0" y="27"/>
                      </a:moveTo>
                      <a:cubicBezTo>
                        <a:pt x="0" y="41"/>
                        <a:pt x="14" y="54"/>
                        <a:pt x="27" y="54"/>
                      </a:cubicBezTo>
                      <a:cubicBezTo>
                        <a:pt x="243" y="54"/>
                        <a:pt x="243" y="54"/>
                        <a:pt x="243" y="54"/>
                      </a:cubicBezTo>
                      <a:cubicBezTo>
                        <a:pt x="243" y="0"/>
                        <a:pt x="243" y="0"/>
                        <a:pt x="243" y="0"/>
                      </a:cubicBezTo>
                      <a:cubicBezTo>
                        <a:pt x="27" y="0"/>
                        <a:pt x="27" y="0"/>
                        <a:pt x="27" y="0"/>
                      </a:cubicBezTo>
                      <a:cubicBezTo>
                        <a:pt x="14" y="0"/>
                        <a:pt x="0" y="14"/>
                        <a:pt x="0" y="27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10" name="Freeform 103">
                  <a:extLst>
                    <a:ext uri="{FF2B5EF4-FFF2-40B4-BE49-F238E27FC236}">
                      <a16:creationId xmlns:a16="http://schemas.microsoft.com/office/drawing/2014/main" id="{5A6F027F-C242-AE14-F9B7-A0887EB04B1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240750" y="2965450"/>
                  <a:ext cx="131763" cy="28575"/>
                </a:xfrm>
                <a:custGeom>
                  <a:avLst/>
                  <a:gdLst>
                    <a:gd name="T0" fmla="*/ 0 w 243"/>
                    <a:gd name="T1" fmla="*/ 27 h 54"/>
                    <a:gd name="T2" fmla="*/ 27 w 243"/>
                    <a:gd name="T3" fmla="*/ 54 h 54"/>
                    <a:gd name="T4" fmla="*/ 243 w 243"/>
                    <a:gd name="T5" fmla="*/ 54 h 54"/>
                    <a:gd name="T6" fmla="*/ 243 w 243"/>
                    <a:gd name="T7" fmla="*/ 0 h 54"/>
                    <a:gd name="T8" fmla="*/ 27 w 243"/>
                    <a:gd name="T9" fmla="*/ 0 h 54"/>
                    <a:gd name="T10" fmla="*/ 0 w 243"/>
                    <a:gd name="T11" fmla="*/ 27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43" h="54">
                      <a:moveTo>
                        <a:pt x="0" y="27"/>
                      </a:moveTo>
                      <a:cubicBezTo>
                        <a:pt x="0" y="47"/>
                        <a:pt x="14" y="54"/>
                        <a:pt x="27" y="54"/>
                      </a:cubicBezTo>
                      <a:cubicBezTo>
                        <a:pt x="243" y="54"/>
                        <a:pt x="243" y="54"/>
                        <a:pt x="243" y="54"/>
                      </a:cubicBezTo>
                      <a:cubicBezTo>
                        <a:pt x="243" y="0"/>
                        <a:pt x="243" y="0"/>
                        <a:pt x="243" y="0"/>
                      </a:cubicBezTo>
                      <a:cubicBezTo>
                        <a:pt x="27" y="0"/>
                        <a:pt x="27" y="0"/>
                        <a:pt x="27" y="0"/>
                      </a:cubicBezTo>
                      <a:cubicBezTo>
                        <a:pt x="14" y="0"/>
                        <a:pt x="0" y="13"/>
                        <a:pt x="0" y="27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11" name="Freeform 104">
                  <a:extLst>
                    <a:ext uri="{FF2B5EF4-FFF2-40B4-BE49-F238E27FC236}">
                      <a16:creationId xmlns:a16="http://schemas.microsoft.com/office/drawing/2014/main" id="{58D8AAD4-624D-42C2-3C5C-A16D9AF9EA3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540788" y="2320925"/>
                  <a:ext cx="28575" cy="128588"/>
                </a:xfrm>
                <a:custGeom>
                  <a:avLst/>
                  <a:gdLst>
                    <a:gd name="T0" fmla="*/ 54 w 54"/>
                    <a:gd name="T1" fmla="*/ 27 h 237"/>
                    <a:gd name="T2" fmla="*/ 27 w 54"/>
                    <a:gd name="T3" fmla="*/ 0 h 237"/>
                    <a:gd name="T4" fmla="*/ 0 w 54"/>
                    <a:gd name="T5" fmla="*/ 27 h 237"/>
                    <a:gd name="T6" fmla="*/ 0 w 54"/>
                    <a:gd name="T7" fmla="*/ 237 h 237"/>
                    <a:gd name="T8" fmla="*/ 54 w 54"/>
                    <a:gd name="T9" fmla="*/ 237 h 237"/>
                    <a:gd name="T10" fmla="*/ 54 w 54"/>
                    <a:gd name="T11" fmla="*/ 27 h 237"/>
                    <a:gd name="T12" fmla="*/ 54 w 54"/>
                    <a:gd name="T13" fmla="*/ 27 h 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4" h="237">
                      <a:moveTo>
                        <a:pt x="54" y="27"/>
                      </a:moveTo>
                      <a:cubicBezTo>
                        <a:pt x="54" y="14"/>
                        <a:pt x="40" y="0"/>
                        <a:pt x="27" y="0"/>
                      </a:cubicBezTo>
                      <a:cubicBezTo>
                        <a:pt x="13" y="0"/>
                        <a:pt x="0" y="14"/>
                        <a:pt x="0" y="27"/>
                      </a:cubicBezTo>
                      <a:cubicBezTo>
                        <a:pt x="0" y="237"/>
                        <a:pt x="0" y="237"/>
                        <a:pt x="0" y="237"/>
                      </a:cubicBezTo>
                      <a:cubicBezTo>
                        <a:pt x="54" y="237"/>
                        <a:pt x="54" y="237"/>
                        <a:pt x="54" y="237"/>
                      </a:cubicBezTo>
                      <a:cubicBezTo>
                        <a:pt x="54" y="27"/>
                        <a:pt x="54" y="27"/>
                        <a:pt x="54" y="27"/>
                      </a:cubicBezTo>
                      <a:cubicBezTo>
                        <a:pt x="54" y="27"/>
                        <a:pt x="54" y="27"/>
                        <a:pt x="54" y="27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12" name="Freeform 105">
                  <a:extLst>
                    <a:ext uri="{FF2B5EF4-FFF2-40B4-BE49-F238E27FC236}">
                      <a16:creationId xmlns:a16="http://schemas.microsoft.com/office/drawing/2014/main" id="{8A3FA6CD-29E4-4900-803E-98AC4C2B8D8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658263" y="2320925"/>
                  <a:ext cx="28575" cy="128588"/>
                </a:xfrm>
                <a:custGeom>
                  <a:avLst/>
                  <a:gdLst>
                    <a:gd name="T0" fmla="*/ 54 w 54"/>
                    <a:gd name="T1" fmla="*/ 27 h 237"/>
                    <a:gd name="T2" fmla="*/ 27 w 54"/>
                    <a:gd name="T3" fmla="*/ 0 h 237"/>
                    <a:gd name="T4" fmla="*/ 0 w 54"/>
                    <a:gd name="T5" fmla="*/ 27 h 237"/>
                    <a:gd name="T6" fmla="*/ 0 w 54"/>
                    <a:gd name="T7" fmla="*/ 237 h 237"/>
                    <a:gd name="T8" fmla="*/ 54 w 54"/>
                    <a:gd name="T9" fmla="*/ 237 h 237"/>
                    <a:gd name="T10" fmla="*/ 54 w 54"/>
                    <a:gd name="T11" fmla="*/ 27 h 237"/>
                    <a:gd name="T12" fmla="*/ 54 w 54"/>
                    <a:gd name="T13" fmla="*/ 27 h 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4" h="237">
                      <a:moveTo>
                        <a:pt x="54" y="27"/>
                      </a:moveTo>
                      <a:cubicBezTo>
                        <a:pt x="54" y="14"/>
                        <a:pt x="40" y="0"/>
                        <a:pt x="27" y="0"/>
                      </a:cubicBezTo>
                      <a:cubicBezTo>
                        <a:pt x="13" y="0"/>
                        <a:pt x="0" y="14"/>
                        <a:pt x="0" y="27"/>
                      </a:cubicBezTo>
                      <a:cubicBezTo>
                        <a:pt x="0" y="237"/>
                        <a:pt x="0" y="237"/>
                        <a:pt x="0" y="237"/>
                      </a:cubicBezTo>
                      <a:cubicBezTo>
                        <a:pt x="54" y="237"/>
                        <a:pt x="54" y="237"/>
                        <a:pt x="54" y="237"/>
                      </a:cubicBezTo>
                      <a:cubicBezTo>
                        <a:pt x="54" y="27"/>
                        <a:pt x="54" y="27"/>
                        <a:pt x="54" y="27"/>
                      </a:cubicBezTo>
                      <a:cubicBezTo>
                        <a:pt x="54" y="27"/>
                        <a:pt x="54" y="27"/>
                        <a:pt x="54" y="27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13" name="Freeform 106">
                  <a:extLst>
                    <a:ext uri="{FF2B5EF4-FFF2-40B4-BE49-F238E27FC236}">
                      <a16:creationId xmlns:a16="http://schemas.microsoft.com/office/drawing/2014/main" id="{2911E734-DB3F-DC41-05C6-72AE2C3B7F3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770975" y="2320925"/>
                  <a:ext cx="30163" cy="128588"/>
                </a:xfrm>
                <a:custGeom>
                  <a:avLst/>
                  <a:gdLst>
                    <a:gd name="T0" fmla="*/ 54 w 54"/>
                    <a:gd name="T1" fmla="*/ 27 h 237"/>
                    <a:gd name="T2" fmla="*/ 27 w 54"/>
                    <a:gd name="T3" fmla="*/ 0 h 237"/>
                    <a:gd name="T4" fmla="*/ 0 w 54"/>
                    <a:gd name="T5" fmla="*/ 27 h 237"/>
                    <a:gd name="T6" fmla="*/ 0 w 54"/>
                    <a:gd name="T7" fmla="*/ 237 h 237"/>
                    <a:gd name="T8" fmla="*/ 54 w 54"/>
                    <a:gd name="T9" fmla="*/ 237 h 237"/>
                    <a:gd name="T10" fmla="*/ 54 w 54"/>
                    <a:gd name="T11" fmla="*/ 27 h 237"/>
                    <a:gd name="T12" fmla="*/ 54 w 54"/>
                    <a:gd name="T13" fmla="*/ 27 h 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4" h="237">
                      <a:moveTo>
                        <a:pt x="54" y="27"/>
                      </a:moveTo>
                      <a:cubicBezTo>
                        <a:pt x="54" y="14"/>
                        <a:pt x="40" y="0"/>
                        <a:pt x="27" y="0"/>
                      </a:cubicBezTo>
                      <a:cubicBezTo>
                        <a:pt x="13" y="0"/>
                        <a:pt x="0" y="14"/>
                        <a:pt x="0" y="27"/>
                      </a:cubicBezTo>
                      <a:cubicBezTo>
                        <a:pt x="0" y="237"/>
                        <a:pt x="0" y="237"/>
                        <a:pt x="0" y="237"/>
                      </a:cubicBezTo>
                      <a:cubicBezTo>
                        <a:pt x="54" y="237"/>
                        <a:pt x="54" y="237"/>
                        <a:pt x="54" y="237"/>
                      </a:cubicBezTo>
                      <a:cubicBezTo>
                        <a:pt x="54" y="27"/>
                        <a:pt x="54" y="27"/>
                        <a:pt x="54" y="27"/>
                      </a:cubicBezTo>
                      <a:cubicBezTo>
                        <a:pt x="54" y="27"/>
                        <a:pt x="54" y="27"/>
                        <a:pt x="54" y="27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14" name="Freeform 107">
                  <a:extLst>
                    <a:ext uri="{FF2B5EF4-FFF2-40B4-BE49-F238E27FC236}">
                      <a16:creationId xmlns:a16="http://schemas.microsoft.com/office/drawing/2014/main" id="{81254B26-9E9F-5A27-A866-D402E28E5BE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86863" y="2320925"/>
                  <a:ext cx="30163" cy="128588"/>
                </a:xfrm>
                <a:custGeom>
                  <a:avLst/>
                  <a:gdLst>
                    <a:gd name="T0" fmla="*/ 54 w 54"/>
                    <a:gd name="T1" fmla="*/ 27 h 237"/>
                    <a:gd name="T2" fmla="*/ 27 w 54"/>
                    <a:gd name="T3" fmla="*/ 0 h 237"/>
                    <a:gd name="T4" fmla="*/ 0 w 54"/>
                    <a:gd name="T5" fmla="*/ 27 h 237"/>
                    <a:gd name="T6" fmla="*/ 0 w 54"/>
                    <a:gd name="T7" fmla="*/ 237 h 237"/>
                    <a:gd name="T8" fmla="*/ 54 w 54"/>
                    <a:gd name="T9" fmla="*/ 237 h 237"/>
                    <a:gd name="T10" fmla="*/ 54 w 54"/>
                    <a:gd name="T11" fmla="*/ 27 h 237"/>
                    <a:gd name="T12" fmla="*/ 54 w 54"/>
                    <a:gd name="T13" fmla="*/ 27 h 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4" h="237">
                      <a:moveTo>
                        <a:pt x="54" y="27"/>
                      </a:moveTo>
                      <a:cubicBezTo>
                        <a:pt x="54" y="14"/>
                        <a:pt x="40" y="0"/>
                        <a:pt x="27" y="0"/>
                      </a:cubicBezTo>
                      <a:cubicBezTo>
                        <a:pt x="13" y="0"/>
                        <a:pt x="0" y="14"/>
                        <a:pt x="0" y="27"/>
                      </a:cubicBezTo>
                      <a:cubicBezTo>
                        <a:pt x="0" y="237"/>
                        <a:pt x="0" y="237"/>
                        <a:pt x="0" y="237"/>
                      </a:cubicBezTo>
                      <a:cubicBezTo>
                        <a:pt x="54" y="237"/>
                        <a:pt x="54" y="237"/>
                        <a:pt x="54" y="237"/>
                      </a:cubicBezTo>
                      <a:cubicBezTo>
                        <a:pt x="54" y="27"/>
                        <a:pt x="54" y="27"/>
                        <a:pt x="54" y="27"/>
                      </a:cubicBezTo>
                      <a:cubicBezTo>
                        <a:pt x="54" y="27"/>
                        <a:pt x="54" y="27"/>
                        <a:pt x="54" y="27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15" name="Freeform 108">
                  <a:extLst>
                    <a:ext uri="{FF2B5EF4-FFF2-40B4-BE49-F238E27FC236}">
                      <a16:creationId xmlns:a16="http://schemas.microsoft.com/office/drawing/2014/main" id="{01742477-8746-66E2-C593-F0E87BF3FA2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540788" y="3165475"/>
                  <a:ext cx="28575" cy="128588"/>
                </a:xfrm>
                <a:custGeom>
                  <a:avLst/>
                  <a:gdLst>
                    <a:gd name="T0" fmla="*/ 0 w 54"/>
                    <a:gd name="T1" fmla="*/ 211 h 238"/>
                    <a:gd name="T2" fmla="*/ 27 w 54"/>
                    <a:gd name="T3" fmla="*/ 238 h 238"/>
                    <a:gd name="T4" fmla="*/ 54 w 54"/>
                    <a:gd name="T5" fmla="*/ 211 h 238"/>
                    <a:gd name="T6" fmla="*/ 54 w 54"/>
                    <a:gd name="T7" fmla="*/ 0 h 238"/>
                    <a:gd name="T8" fmla="*/ 0 w 54"/>
                    <a:gd name="T9" fmla="*/ 0 h 238"/>
                    <a:gd name="T10" fmla="*/ 0 w 54"/>
                    <a:gd name="T11" fmla="*/ 211 h 238"/>
                    <a:gd name="T12" fmla="*/ 0 w 54"/>
                    <a:gd name="T13" fmla="*/ 211 h 2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4" h="238">
                      <a:moveTo>
                        <a:pt x="0" y="211"/>
                      </a:moveTo>
                      <a:cubicBezTo>
                        <a:pt x="0" y="231"/>
                        <a:pt x="13" y="238"/>
                        <a:pt x="27" y="238"/>
                      </a:cubicBezTo>
                      <a:cubicBezTo>
                        <a:pt x="40" y="238"/>
                        <a:pt x="54" y="231"/>
                        <a:pt x="54" y="211"/>
                      </a:cubicBezTo>
                      <a:cubicBezTo>
                        <a:pt x="54" y="0"/>
                        <a:pt x="54" y="0"/>
                        <a:pt x="54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211"/>
                        <a:pt x="0" y="211"/>
                        <a:pt x="0" y="211"/>
                      </a:cubicBezTo>
                      <a:cubicBezTo>
                        <a:pt x="0" y="211"/>
                        <a:pt x="0" y="211"/>
                        <a:pt x="0" y="211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16" name="Freeform 109">
                  <a:extLst>
                    <a:ext uri="{FF2B5EF4-FFF2-40B4-BE49-F238E27FC236}">
                      <a16:creationId xmlns:a16="http://schemas.microsoft.com/office/drawing/2014/main" id="{989FD499-BB4A-7F41-0EE5-E991AA30550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658263" y="3165475"/>
                  <a:ext cx="28575" cy="128588"/>
                </a:xfrm>
                <a:custGeom>
                  <a:avLst/>
                  <a:gdLst>
                    <a:gd name="T0" fmla="*/ 0 w 54"/>
                    <a:gd name="T1" fmla="*/ 211 h 238"/>
                    <a:gd name="T2" fmla="*/ 27 w 54"/>
                    <a:gd name="T3" fmla="*/ 238 h 238"/>
                    <a:gd name="T4" fmla="*/ 54 w 54"/>
                    <a:gd name="T5" fmla="*/ 211 h 238"/>
                    <a:gd name="T6" fmla="*/ 54 w 54"/>
                    <a:gd name="T7" fmla="*/ 0 h 238"/>
                    <a:gd name="T8" fmla="*/ 0 w 54"/>
                    <a:gd name="T9" fmla="*/ 0 h 238"/>
                    <a:gd name="T10" fmla="*/ 0 w 54"/>
                    <a:gd name="T11" fmla="*/ 211 h 238"/>
                    <a:gd name="T12" fmla="*/ 0 w 54"/>
                    <a:gd name="T13" fmla="*/ 211 h 2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4" h="238">
                      <a:moveTo>
                        <a:pt x="0" y="211"/>
                      </a:moveTo>
                      <a:cubicBezTo>
                        <a:pt x="0" y="231"/>
                        <a:pt x="13" y="238"/>
                        <a:pt x="27" y="238"/>
                      </a:cubicBezTo>
                      <a:cubicBezTo>
                        <a:pt x="40" y="238"/>
                        <a:pt x="54" y="231"/>
                        <a:pt x="54" y="211"/>
                      </a:cubicBezTo>
                      <a:cubicBezTo>
                        <a:pt x="54" y="0"/>
                        <a:pt x="54" y="0"/>
                        <a:pt x="54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211"/>
                        <a:pt x="0" y="211"/>
                        <a:pt x="0" y="211"/>
                      </a:cubicBezTo>
                      <a:cubicBezTo>
                        <a:pt x="0" y="211"/>
                        <a:pt x="0" y="211"/>
                        <a:pt x="0" y="211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17" name="Freeform 110">
                  <a:extLst>
                    <a:ext uri="{FF2B5EF4-FFF2-40B4-BE49-F238E27FC236}">
                      <a16:creationId xmlns:a16="http://schemas.microsoft.com/office/drawing/2014/main" id="{1202DD5F-9618-231A-96C2-0584989B7A5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770975" y="3165475"/>
                  <a:ext cx="30163" cy="128588"/>
                </a:xfrm>
                <a:custGeom>
                  <a:avLst/>
                  <a:gdLst>
                    <a:gd name="T0" fmla="*/ 0 w 54"/>
                    <a:gd name="T1" fmla="*/ 211 h 238"/>
                    <a:gd name="T2" fmla="*/ 27 w 54"/>
                    <a:gd name="T3" fmla="*/ 238 h 238"/>
                    <a:gd name="T4" fmla="*/ 54 w 54"/>
                    <a:gd name="T5" fmla="*/ 211 h 238"/>
                    <a:gd name="T6" fmla="*/ 54 w 54"/>
                    <a:gd name="T7" fmla="*/ 0 h 238"/>
                    <a:gd name="T8" fmla="*/ 0 w 54"/>
                    <a:gd name="T9" fmla="*/ 0 h 238"/>
                    <a:gd name="T10" fmla="*/ 0 w 54"/>
                    <a:gd name="T11" fmla="*/ 211 h 238"/>
                    <a:gd name="T12" fmla="*/ 0 w 54"/>
                    <a:gd name="T13" fmla="*/ 211 h 2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4" h="238">
                      <a:moveTo>
                        <a:pt x="0" y="211"/>
                      </a:moveTo>
                      <a:cubicBezTo>
                        <a:pt x="0" y="231"/>
                        <a:pt x="13" y="238"/>
                        <a:pt x="27" y="238"/>
                      </a:cubicBezTo>
                      <a:cubicBezTo>
                        <a:pt x="40" y="238"/>
                        <a:pt x="54" y="231"/>
                        <a:pt x="54" y="211"/>
                      </a:cubicBezTo>
                      <a:cubicBezTo>
                        <a:pt x="54" y="0"/>
                        <a:pt x="54" y="0"/>
                        <a:pt x="54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211"/>
                        <a:pt x="0" y="211"/>
                        <a:pt x="0" y="211"/>
                      </a:cubicBezTo>
                      <a:cubicBezTo>
                        <a:pt x="0" y="211"/>
                        <a:pt x="0" y="211"/>
                        <a:pt x="0" y="211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18" name="Freeform 111">
                  <a:extLst>
                    <a:ext uri="{FF2B5EF4-FFF2-40B4-BE49-F238E27FC236}">
                      <a16:creationId xmlns:a16="http://schemas.microsoft.com/office/drawing/2014/main" id="{48385630-25BA-02B0-B52C-D88C50D9F94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86863" y="3165475"/>
                  <a:ext cx="30163" cy="128588"/>
                </a:xfrm>
                <a:custGeom>
                  <a:avLst/>
                  <a:gdLst>
                    <a:gd name="T0" fmla="*/ 0 w 54"/>
                    <a:gd name="T1" fmla="*/ 211 h 238"/>
                    <a:gd name="T2" fmla="*/ 27 w 54"/>
                    <a:gd name="T3" fmla="*/ 238 h 238"/>
                    <a:gd name="T4" fmla="*/ 54 w 54"/>
                    <a:gd name="T5" fmla="*/ 211 h 238"/>
                    <a:gd name="T6" fmla="*/ 54 w 54"/>
                    <a:gd name="T7" fmla="*/ 0 h 238"/>
                    <a:gd name="T8" fmla="*/ 0 w 54"/>
                    <a:gd name="T9" fmla="*/ 0 h 238"/>
                    <a:gd name="T10" fmla="*/ 0 w 54"/>
                    <a:gd name="T11" fmla="*/ 211 h 238"/>
                    <a:gd name="T12" fmla="*/ 0 w 54"/>
                    <a:gd name="T13" fmla="*/ 211 h 2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4" h="238">
                      <a:moveTo>
                        <a:pt x="0" y="211"/>
                      </a:moveTo>
                      <a:cubicBezTo>
                        <a:pt x="0" y="231"/>
                        <a:pt x="13" y="238"/>
                        <a:pt x="27" y="238"/>
                      </a:cubicBezTo>
                      <a:cubicBezTo>
                        <a:pt x="40" y="238"/>
                        <a:pt x="54" y="231"/>
                        <a:pt x="54" y="211"/>
                      </a:cubicBezTo>
                      <a:cubicBezTo>
                        <a:pt x="54" y="0"/>
                        <a:pt x="54" y="0"/>
                        <a:pt x="54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211"/>
                        <a:pt x="0" y="211"/>
                        <a:pt x="0" y="211"/>
                      </a:cubicBezTo>
                      <a:cubicBezTo>
                        <a:pt x="0" y="211"/>
                        <a:pt x="0" y="211"/>
                        <a:pt x="0" y="211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19" name="Freeform 112">
                  <a:extLst>
                    <a:ext uri="{FF2B5EF4-FFF2-40B4-BE49-F238E27FC236}">
                      <a16:creationId xmlns:a16="http://schemas.microsoft.com/office/drawing/2014/main" id="{F8AC423E-B7E9-4145-5E89-D2F5558345A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1401088" y="2478088"/>
                  <a:ext cx="654050" cy="658813"/>
                </a:xfrm>
                <a:custGeom>
                  <a:avLst/>
                  <a:gdLst>
                    <a:gd name="T0" fmla="*/ 952 w 1208"/>
                    <a:gd name="T1" fmla="*/ 0 h 1215"/>
                    <a:gd name="T2" fmla="*/ 736 w 1208"/>
                    <a:gd name="T3" fmla="*/ 0 h 1215"/>
                    <a:gd name="T4" fmla="*/ 526 w 1208"/>
                    <a:gd name="T5" fmla="*/ 0 h 1215"/>
                    <a:gd name="T6" fmla="*/ 310 w 1208"/>
                    <a:gd name="T7" fmla="*/ 0 h 1215"/>
                    <a:gd name="T8" fmla="*/ 128 w 1208"/>
                    <a:gd name="T9" fmla="*/ 0 h 1215"/>
                    <a:gd name="T10" fmla="*/ 0 w 1208"/>
                    <a:gd name="T11" fmla="*/ 264 h 1215"/>
                    <a:gd name="T12" fmla="*/ 0 w 1208"/>
                    <a:gd name="T13" fmla="*/ 473 h 1215"/>
                    <a:gd name="T14" fmla="*/ 0 w 1208"/>
                    <a:gd name="T15" fmla="*/ 689 h 1215"/>
                    <a:gd name="T16" fmla="*/ 0 w 1208"/>
                    <a:gd name="T17" fmla="*/ 898 h 1215"/>
                    <a:gd name="T18" fmla="*/ 0 w 1208"/>
                    <a:gd name="T19" fmla="*/ 1087 h 1215"/>
                    <a:gd name="T20" fmla="*/ 256 w 1208"/>
                    <a:gd name="T21" fmla="*/ 1215 h 1215"/>
                    <a:gd name="T22" fmla="*/ 472 w 1208"/>
                    <a:gd name="T23" fmla="*/ 1215 h 1215"/>
                    <a:gd name="T24" fmla="*/ 682 w 1208"/>
                    <a:gd name="T25" fmla="*/ 1215 h 1215"/>
                    <a:gd name="T26" fmla="*/ 898 w 1208"/>
                    <a:gd name="T27" fmla="*/ 1215 h 1215"/>
                    <a:gd name="T28" fmla="*/ 1080 w 1208"/>
                    <a:gd name="T29" fmla="*/ 1215 h 1215"/>
                    <a:gd name="T30" fmla="*/ 1208 w 1208"/>
                    <a:gd name="T31" fmla="*/ 952 h 1215"/>
                    <a:gd name="T32" fmla="*/ 1208 w 1208"/>
                    <a:gd name="T33" fmla="*/ 743 h 1215"/>
                    <a:gd name="T34" fmla="*/ 1208 w 1208"/>
                    <a:gd name="T35" fmla="*/ 527 h 1215"/>
                    <a:gd name="T36" fmla="*/ 1208 w 1208"/>
                    <a:gd name="T37" fmla="*/ 318 h 1215"/>
                    <a:gd name="T38" fmla="*/ 1208 w 1208"/>
                    <a:gd name="T39" fmla="*/ 129 h 1215"/>
                    <a:gd name="T40" fmla="*/ 1154 w 1208"/>
                    <a:gd name="T41" fmla="*/ 264 h 1215"/>
                    <a:gd name="T42" fmla="*/ 1154 w 1208"/>
                    <a:gd name="T43" fmla="*/ 473 h 1215"/>
                    <a:gd name="T44" fmla="*/ 1154 w 1208"/>
                    <a:gd name="T45" fmla="*/ 689 h 1215"/>
                    <a:gd name="T46" fmla="*/ 1154 w 1208"/>
                    <a:gd name="T47" fmla="*/ 898 h 1215"/>
                    <a:gd name="T48" fmla="*/ 1154 w 1208"/>
                    <a:gd name="T49" fmla="*/ 1087 h 1215"/>
                    <a:gd name="T50" fmla="*/ 952 w 1208"/>
                    <a:gd name="T51" fmla="*/ 1161 h 1215"/>
                    <a:gd name="T52" fmla="*/ 736 w 1208"/>
                    <a:gd name="T53" fmla="*/ 1161 h 1215"/>
                    <a:gd name="T54" fmla="*/ 526 w 1208"/>
                    <a:gd name="T55" fmla="*/ 1161 h 1215"/>
                    <a:gd name="T56" fmla="*/ 310 w 1208"/>
                    <a:gd name="T57" fmla="*/ 1161 h 1215"/>
                    <a:gd name="T58" fmla="*/ 128 w 1208"/>
                    <a:gd name="T59" fmla="*/ 1161 h 1215"/>
                    <a:gd name="T60" fmla="*/ 54 w 1208"/>
                    <a:gd name="T61" fmla="*/ 952 h 1215"/>
                    <a:gd name="T62" fmla="*/ 54 w 1208"/>
                    <a:gd name="T63" fmla="*/ 743 h 1215"/>
                    <a:gd name="T64" fmla="*/ 54 w 1208"/>
                    <a:gd name="T65" fmla="*/ 527 h 1215"/>
                    <a:gd name="T66" fmla="*/ 54 w 1208"/>
                    <a:gd name="T67" fmla="*/ 318 h 1215"/>
                    <a:gd name="T68" fmla="*/ 54 w 1208"/>
                    <a:gd name="T69" fmla="*/ 129 h 1215"/>
                    <a:gd name="T70" fmla="*/ 256 w 1208"/>
                    <a:gd name="T71" fmla="*/ 54 h 1215"/>
                    <a:gd name="T72" fmla="*/ 472 w 1208"/>
                    <a:gd name="T73" fmla="*/ 54 h 1215"/>
                    <a:gd name="T74" fmla="*/ 682 w 1208"/>
                    <a:gd name="T75" fmla="*/ 54 h 1215"/>
                    <a:gd name="T76" fmla="*/ 898 w 1208"/>
                    <a:gd name="T77" fmla="*/ 54 h 1215"/>
                    <a:gd name="T78" fmla="*/ 1080 w 1208"/>
                    <a:gd name="T79" fmla="*/ 54 h 1215"/>
                    <a:gd name="T80" fmla="*/ 1154 w 1208"/>
                    <a:gd name="T81" fmla="*/ 264 h 12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1208" h="1215">
                      <a:moveTo>
                        <a:pt x="1080" y="0"/>
                      </a:moveTo>
                      <a:cubicBezTo>
                        <a:pt x="952" y="0"/>
                        <a:pt x="952" y="0"/>
                        <a:pt x="952" y="0"/>
                      </a:cubicBezTo>
                      <a:cubicBezTo>
                        <a:pt x="898" y="0"/>
                        <a:pt x="898" y="0"/>
                        <a:pt x="898" y="0"/>
                      </a:cubicBezTo>
                      <a:cubicBezTo>
                        <a:pt x="736" y="0"/>
                        <a:pt x="736" y="0"/>
                        <a:pt x="736" y="0"/>
                      </a:cubicBezTo>
                      <a:cubicBezTo>
                        <a:pt x="682" y="0"/>
                        <a:pt x="682" y="0"/>
                        <a:pt x="682" y="0"/>
                      </a:cubicBezTo>
                      <a:cubicBezTo>
                        <a:pt x="526" y="0"/>
                        <a:pt x="526" y="0"/>
                        <a:pt x="526" y="0"/>
                      </a:cubicBezTo>
                      <a:cubicBezTo>
                        <a:pt x="472" y="0"/>
                        <a:pt x="472" y="0"/>
                        <a:pt x="472" y="0"/>
                      </a:cubicBezTo>
                      <a:cubicBezTo>
                        <a:pt x="310" y="0"/>
                        <a:pt x="310" y="0"/>
                        <a:pt x="310" y="0"/>
                      </a:cubicBezTo>
                      <a:cubicBezTo>
                        <a:pt x="256" y="0"/>
                        <a:pt x="256" y="0"/>
                        <a:pt x="256" y="0"/>
                      </a:cubicBezTo>
                      <a:cubicBezTo>
                        <a:pt x="128" y="0"/>
                        <a:pt x="128" y="0"/>
                        <a:pt x="128" y="0"/>
                      </a:cubicBezTo>
                      <a:cubicBezTo>
                        <a:pt x="54" y="0"/>
                        <a:pt x="0" y="61"/>
                        <a:pt x="0" y="129"/>
                      </a:cubicBezTo>
                      <a:cubicBezTo>
                        <a:pt x="0" y="264"/>
                        <a:pt x="0" y="264"/>
                        <a:pt x="0" y="264"/>
                      </a:cubicBezTo>
                      <a:cubicBezTo>
                        <a:pt x="0" y="318"/>
                        <a:pt x="0" y="318"/>
                        <a:pt x="0" y="318"/>
                      </a:cubicBezTo>
                      <a:cubicBezTo>
                        <a:pt x="0" y="473"/>
                        <a:pt x="0" y="473"/>
                        <a:pt x="0" y="473"/>
                      </a:cubicBezTo>
                      <a:cubicBezTo>
                        <a:pt x="0" y="527"/>
                        <a:pt x="0" y="527"/>
                        <a:pt x="0" y="527"/>
                      </a:cubicBezTo>
                      <a:cubicBezTo>
                        <a:pt x="0" y="689"/>
                        <a:pt x="0" y="689"/>
                        <a:pt x="0" y="689"/>
                      </a:cubicBezTo>
                      <a:cubicBezTo>
                        <a:pt x="0" y="743"/>
                        <a:pt x="0" y="743"/>
                        <a:pt x="0" y="743"/>
                      </a:cubicBezTo>
                      <a:cubicBezTo>
                        <a:pt x="0" y="898"/>
                        <a:pt x="0" y="898"/>
                        <a:pt x="0" y="898"/>
                      </a:cubicBezTo>
                      <a:cubicBezTo>
                        <a:pt x="0" y="952"/>
                        <a:pt x="0" y="952"/>
                        <a:pt x="0" y="952"/>
                      </a:cubicBezTo>
                      <a:cubicBezTo>
                        <a:pt x="0" y="1087"/>
                        <a:pt x="0" y="1087"/>
                        <a:pt x="0" y="1087"/>
                      </a:cubicBezTo>
                      <a:cubicBezTo>
                        <a:pt x="0" y="1161"/>
                        <a:pt x="54" y="1215"/>
                        <a:pt x="128" y="1215"/>
                      </a:cubicBezTo>
                      <a:cubicBezTo>
                        <a:pt x="256" y="1215"/>
                        <a:pt x="256" y="1215"/>
                        <a:pt x="256" y="1215"/>
                      </a:cubicBezTo>
                      <a:cubicBezTo>
                        <a:pt x="310" y="1215"/>
                        <a:pt x="310" y="1215"/>
                        <a:pt x="310" y="1215"/>
                      </a:cubicBezTo>
                      <a:cubicBezTo>
                        <a:pt x="472" y="1215"/>
                        <a:pt x="472" y="1215"/>
                        <a:pt x="472" y="1215"/>
                      </a:cubicBezTo>
                      <a:cubicBezTo>
                        <a:pt x="526" y="1215"/>
                        <a:pt x="526" y="1215"/>
                        <a:pt x="526" y="1215"/>
                      </a:cubicBezTo>
                      <a:cubicBezTo>
                        <a:pt x="682" y="1215"/>
                        <a:pt x="682" y="1215"/>
                        <a:pt x="682" y="1215"/>
                      </a:cubicBezTo>
                      <a:cubicBezTo>
                        <a:pt x="736" y="1215"/>
                        <a:pt x="736" y="1215"/>
                        <a:pt x="736" y="1215"/>
                      </a:cubicBezTo>
                      <a:cubicBezTo>
                        <a:pt x="898" y="1215"/>
                        <a:pt x="898" y="1215"/>
                        <a:pt x="898" y="1215"/>
                      </a:cubicBezTo>
                      <a:cubicBezTo>
                        <a:pt x="952" y="1215"/>
                        <a:pt x="952" y="1215"/>
                        <a:pt x="952" y="1215"/>
                      </a:cubicBezTo>
                      <a:cubicBezTo>
                        <a:pt x="1080" y="1215"/>
                        <a:pt x="1080" y="1215"/>
                        <a:pt x="1080" y="1215"/>
                      </a:cubicBezTo>
                      <a:cubicBezTo>
                        <a:pt x="1154" y="1215"/>
                        <a:pt x="1208" y="1161"/>
                        <a:pt x="1208" y="1087"/>
                      </a:cubicBezTo>
                      <a:cubicBezTo>
                        <a:pt x="1208" y="952"/>
                        <a:pt x="1208" y="952"/>
                        <a:pt x="1208" y="952"/>
                      </a:cubicBezTo>
                      <a:cubicBezTo>
                        <a:pt x="1208" y="898"/>
                        <a:pt x="1208" y="898"/>
                        <a:pt x="1208" y="898"/>
                      </a:cubicBezTo>
                      <a:cubicBezTo>
                        <a:pt x="1208" y="743"/>
                        <a:pt x="1208" y="743"/>
                        <a:pt x="1208" y="743"/>
                      </a:cubicBezTo>
                      <a:cubicBezTo>
                        <a:pt x="1208" y="689"/>
                        <a:pt x="1208" y="689"/>
                        <a:pt x="1208" y="689"/>
                      </a:cubicBezTo>
                      <a:cubicBezTo>
                        <a:pt x="1208" y="527"/>
                        <a:pt x="1208" y="527"/>
                        <a:pt x="1208" y="527"/>
                      </a:cubicBezTo>
                      <a:cubicBezTo>
                        <a:pt x="1208" y="473"/>
                        <a:pt x="1208" y="473"/>
                        <a:pt x="1208" y="473"/>
                      </a:cubicBezTo>
                      <a:cubicBezTo>
                        <a:pt x="1208" y="318"/>
                        <a:pt x="1208" y="318"/>
                        <a:pt x="1208" y="318"/>
                      </a:cubicBezTo>
                      <a:cubicBezTo>
                        <a:pt x="1208" y="264"/>
                        <a:pt x="1208" y="264"/>
                        <a:pt x="1208" y="264"/>
                      </a:cubicBezTo>
                      <a:cubicBezTo>
                        <a:pt x="1208" y="129"/>
                        <a:pt x="1208" y="129"/>
                        <a:pt x="1208" y="129"/>
                      </a:cubicBezTo>
                      <a:cubicBezTo>
                        <a:pt x="1208" y="61"/>
                        <a:pt x="1154" y="0"/>
                        <a:pt x="1080" y="0"/>
                      </a:cubicBezTo>
                      <a:close/>
                      <a:moveTo>
                        <a:pt x="1154" y="264"/>
                      </a:moveTo>
                      <a:cubicBezTo>
                        <a:pt x="1154" y="318"/>
                        <a:pt x="1154" y="318"/>
                        <a:pt x="1154" y="318"/>
                      </a:cubicBezTo>
                      <a:cubicBezTo>
                        <a:pt x="1154" y="473"/>
                        <a:pt x="1154" y="473"/>
                        <a:pt x="1154" y="473"/>
                      </a:cubicBezTo>
                      <a:cubicBezTo>
                        <a:pt x="1154" y="527"/>
                        <a:pt x="1154" y="527"/>
                        <a:pt x="1154" y="527"/>
                      </a:cubicBezTo>
                      <a:cubicBezTo>
                        <a:pt x="1154" y="689"/>
                        <a:pt x="1154" y="689"/>
                        <a:pt x="1154" y="689"/>
                      </a:cubicBezTo>
                      <a:cubicBezTo>
                        <a:pt x="1154" y="743"/>
                        <a:pt x="1154" y="743"/>
                        <a:pt x="1154" y="743"/>
                      </a:cubicBezTo>
                      <a:cubicBezTo>
                        <a:pt x="1154" y="898"/>
                        <a:pt x="1154" y="898"/>
                        <a:pt x="1154" y="898"/>
                      </a:cubicBezTo>
                      <a:cubicBezTo>
                        <a:pt x="1154" y="952"/>
                        <a:pt x="1154" y="952"/>
                        <a:pt x="1154" y="952"/>
                      </a:cubicBezTo>
                      <a:cubicBezTo>
                        <a:pt x="1154" y="1087"/>
                        <a:pt x="1154" y="1087"/>
                        <a:pt x="1154" y="1087"/>
                      </a:cubicBezTo>
                      <a:cubicBezTo>
                        <a:pt x="1154" y="1127"/>
                        <a:pt x="1127" y="1161"/>
                        <a:pt x="1080" y="1161"/>
                      </a:cubicBezTo>
                      <a:cubicBezTo>
                        <a:pt x="952" y="1161"/>
                        <a:pt x="952" y="1161"/>
                        <a:pt x="952" y="1161"/>
                      </a:cubicBezTo>
                      <a:cubicBezTo>
                        <a:pt x="898" y="1161"/>
                        <a:pt x="898" y="1161"/>
                        <a:pt x="898" y="1161"/>
                      </a:cubicBezTo>
                      <a:cubicBezTo>
                        <a:pt x="736" y="1161"/>
                        <a:pt x="736" y="1161"/>
                        <a:pt x="736" y="1161"/>
                      </a:cubicBezTo>
                      <a:cubicBezTo>
                        <a:pt x="682" y="1161"/>
                        <a:pt x="682" y="1161"/>
                        <a:pt x="682" y="1161"/>
                      </a:cubicBezTo>
                      <a:cubicBezTo>
                        <a:pt x="526" y="1161"/>
                        <a:pt x="526" y="1161"/>
                        <a:pt x="526" y="1161"/>
                      </a:cubicBezTo>
                      <a:cubicBezTo>
                        <a:pt x="472" y="1161"/>
                        <a:pt x="472" y="1161"/>
                        <a:pt x="472" y="1161"/>
                      </a:cubicBezTo>
                      <a:cubicBezTo>
                        <a:pt x="310" y="1161"/>
                        <a:pt x="310" y="1161"/>
                        <a:pt x="310" y="1161"/>
                      </a:cubicBezTo>
                      <a:cubicBezTo>
                        <a:pt x="256" y="1161"/>
                        <a:pt x="256" y="1161"/>
                        <a:pt x="256" y="1161"/>
                      </a:cubicBezTo>
                      <a:cubicBezTo>
                        <a:pt x="128" y="1161"/>
                        <a:pt x="128" y="1161"/>
                        <a:pt x="128" y="1161"/>
                      </a:cubicBezTo>
                      <a:cubicBezTo>
                        <a:pt x="81" y="1161"/>
                        <a:pt x="54" y="1127"/>
                        <a:pt x="54" y="1087"/>
                      </a:cubicBezTo>
                      <a:cubicBezTo>
                        <a:pt x="54" y="952"/>
                        <a:pt x="54" y="952"/>
                        <a:pt x="54" y="952"/>
                      </a:cubicBezTo>
                      <a:cubicBezTo>
                        <a:pt x="54" y="898"/>
                        <a:pt x="54" y="898"/>
                        <a:pt x="54" y="898"/>
                      </a:cubicBezTo>
                      <a:cubicBezTo>
                        <a:pt x="54" y="743"/>
                        <a:pt x="54" y="743"/>
                        <a:pt x="54" y="743"/>
                      </a:cubicBezTo>
                      <a:cubicBezTo>
                        <a:pt x="54" y="689"/>
                        <a:pt x="54" y="689"/>
                        <a:pt x="54" y="689"/>
                      </a:cubicBezTo>
                      <a:cubicBezTo>
                        <a:pt x="54" y="527"/>
                        <a:pt x="54" y="527"/>
                        <a:pt x="54" y="527"/>
                      </a:cubicBezTo>
                      <a:cubicBezTo>
                        <a:pt x="54" y="473"/>
                        <a:pt x="54" y="473"/>
                        <a:pt x="54" y="473"/>
                      </a:cubicBezTo>
                      <a:cubicBezTo>
                        <a:pt x="54" y="318"/>
                        <a:pt x="54" y="318"/>
                        <a:pt x="54" y="318"/>
                      </a:cubicBezTo>
                      <a:cubicBezTo>
                        <a:pt x="54" y="264"/>
                        <a:pt x="54" y="264"/>
                        <a:pt x="54" y="264"/>
                      </a:cubicBezTo>
                      <a:cubicBezTo>
                        <a:pt x="54" y="129"/>
                        <a:pt x="54" y="129"/>
                        <a:pt x="54" y="129"/>
                      </a:cubicBezTo>
                      <a:cubicBezTo>
                        <a:pt x="54" y="88"/>
                        <a:pt x="81" y="54"/>
                        <a:pt x="128" y="54"/>
                      </a:cubicBezTo>
                      <a:cubicBezTo>
                        <a:pt x="256" y="54"/>
                        <a:pt x="256" y="54"/>
                        <a:pt x="256" y="54"/>
                      </a:cubicBezTo>
                      <a:cubicBezTo>
                        <a:pt x="310" y="54"/>
                        <a:pt x="310" y="54"/>
                        <a:pt x="310" y="54"/>
                      </a:cubicBezTo>
                      <a:cubicBezTo>
                        <a:pt x="472" y="54"/>
                        <a:pt x="472" y="54"/>
                        <a:pt x="472" y="54"/>
                      </a:cubicBezTo>
                      <a:cubicBezTo>
                        <a:pt x="526" y="54"/>
                        <a:pt x="526" y="54"/>
                        <a:pt x="526" y="54"/>
                      </a:cubicBezTo>
                      <a:cubicBezTo>
                        <a:pt x="682" y="54"/>
                        <a:pt x="682" y="54"/>
                        <a:pt x="682" y="54"/>
                      </a:cubicBezTo>
                      <a:cubicBezTo>
                        <a:pt x="736" y="54"/>
                        <a:pt x="736" y="54"/>
                        <a:pt x="736" y="54"/>
                      </a:cubicBezTo>
                      <a:cubicBezTo>
                        <a:pt x="898" y="54"/>
                        <a:pt x="898" y="54"/>
                        <a:pt x="898" y="54"/>
                      </a:cubicBezTo>
                      <a:cubicBezTo>
                        <a:pt x="952" y="54"/>
                        <a:pt x="952" y="54"/>
                        <a:pt x="952" y="54"/>
                      </a:cubicBezTo>
                      <a:cubicBezTo>
                        <a:pt x="1080" y="54"/>
                        <a:pt x="1080" y="54"/>
                        <a:pt x="1080" y="54"/>
                      </a:cubicBezTo>
                      <a:cubicBezTo>
                        <a:pt x="1127" y="54"/>
                        <a:pt x="1154" y="88"/>
                        <a:pt x="1154" y="129"/>
                      </a:cubicBezTo>
                      <a:cubicBezTo>
                        <a:pt x="1154" y="264"/>
                        <a:pt x="1154" y="264"/>
                        <a:pt x="1154" y="264"/>
                      </a:cubicBezTo>
                      <a:cubicBezTo>
                        <a:pt x="1154" y="264"/>
                        <a:pt x="1154" y="264"/>
                        <a:pt x="1154" y="264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Calibri" panose="020F0502020204030204" pitchFamily="34" charset="0"/>
                  </a:endParaRPr>
                </a:p>
              </p:txBody>
            </p:sp>
          </p:grpSp>
          <p:pic>
            <p:nvPicPr>
              <p:cNvPr id="301" name="그림 300">
                <a:extLst>
                  <a:ext uri="{FF2B5EF4-FFF2-40B4-BE49-F238E27FC236}">
                    <a16:creationId xmlns:a16="http://schemas.microsoft.com/office/drawing/2014/main" id="{0FEE25D0-FCB8-4F6F-D9F1-DCCD5FF879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lum bright="100000"/>
              </a:blip>
              <a:stretch>
                <a:fillRect/>
              </a:stretch>
            </p:blipFill>
            <p:spPr>
              <a:xfrm>
                <a:off x="1124483" y="5707212"/>
                <a:ext cx="491143" cy="179999"/>
              </a:xfrm>
              <a:prstGeom prst="rect">
                <a:avLst/>
              </a:prstGeom>
            </p:spPr>
          </p:pic>
        </p:grpSp>
      </p:grpSp>
      <p:grpSp>
        <p:nvGrpSpPr>
          <p:cNvPr id="324" name="그룹 323">
            <a:extLst>
              <a:ext uri="{FF2B5EF4-FFF2-40B4-BE49-F238E27FC236}">
                <a16:creationId xmlns:a16="http://schemas.microsoft.com/office/drawing/2014/main" id="{0F77B48E-2ED1-5BCF-26F7-A38E6CE08511}"/>
              </a:ext>
            </a:extLst>
          </p:cNvPr>
          <p:cNvGrpSpPr>
            <a:grpSpLocks noChangeAspect="1"/>
          </p:cNvGrpSpPr>
          <p:nvPr/>
        </p:nvGrpSpPr>
        <p:grpSpPr>
          <a:xfrm>
            <a:off x="3387428" y="2611568"/>
            <a:ext cx="275933" cy="370838"/>
            <a:chOff x="3493292" y="3693520"/>
            <a:chExt cx="897069" cy="1233786"/>
          </a:xfrm>
        </p:grpSpPr>
        <p:grpSp>
          <p:nvGrpSpPr>
            <p:cNvPr id="325" name="그룹 324">
              <a:extLst>
                <a:ext uri="{FF2B5EF4-FFF2-40B4-BE49-F238E27FC236}">
                  <a16:creationId xmlns:a16="http://schemas.microsoft.com/office/drawing/2014/main" id="{E86E15E3-70D8-1FDF-F818-AFEA95BA327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493292" y="3693520"/>
              <a:ext cx="897069" cy="1233786"/>
              <a:chOff x="11921389" y="4267727"/>
              <a:chExt cx="916126" cy="1260000"/>
            </a:xfrm>
          </p:grpSpPr>
          <p:sp>
            <p:nvSpPr>
              <p:cNvPr id="347" name="사각형: 둥근 모서리 147">
                <a:extLst>
                  <a:ext uri="{FF2B5EF4-FFF2-40B4-BE49-F238E27FC236}">
                    <a16:creationId xmlns:a16="http://schemas.microsoft.com/office/drawing/2014/main" id="{87ADADA3-6A97-1D3D-A953-5695F9C9FABF}"/>
                  </a:ext>
                </a:extLst>
              </p:cNvPr>
              <p:cNvSpPr/>
              <p:nvPr/>
            </p:nvSpPr>
            <p:spPr>
              <a:xfrm>
                <a:off x="11923593" y="4271687"/>
                <a:ext cx="911716" cy="1252078"/>
              </a:xfrm>
              <a:prstGeom prst="roundRect">
                <a:avLst>
                  <a:gd name="adj" fmla="val 7097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u="none" strike="noStrike" kern="1200" cap="none" spc="-30" normalizeH="0" baseline="0" noProof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endParaRPr>
              </a:p>
            </p:txBody>
          </p:sp>
          <p:grpSp>
            <p:nvGrpSpPr>
              <p:cNvPr id="348" name="그룹 347">
                <a:extLst>
                  <a:ext uri="{FF2B5EF4-FFF2-40B4-BE49-F238E27FC236}">
                    <a16:creationId xmlns:a16="http://schemas.microsoft.com/office/drawing/2014/main" id="{369312E0-D75C-D157-9F75-40E4B0AA5B34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1921389" y="4267727"/>
                <a:ext cx="916126" cy="1260000"/>
                <a:chOff x="14485938" y="-2571751"/>
                <a:chExt cx="554038" cy="762000"/>
              </a:xfrm>
              <a:solidFill>
                <a:srgbClr val="262626"/>
              </a:solidFill>
            </p:grpSpPr>
            <p:sp>
              <p:nvSpPr>
                <p:cNvPr id="349" name="Freeform 230">
                  <a:extLst>
                    <a:ext uri="{FF2B5EF4-FFF2-40B4-BE49-F238E27FC236}">
                      <a16:creationId xmlns:a16="http://schemas.microsoft.com/office/drawing/2014/main" id="{37063230-4D76-999E-0263-F7C214AD099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4485938" y="-2571751"/>
                  <a:ext cx="554038" cy="762000"/>
                </a:xfrm>
                <a:custGeom>
                  <a:avLst/>
                  <a:gdLst>
                    <a:gd name="T0" fmla="*/ 137 w 147"/>
                    <a:gd name="T1" fmla="*/ 0 h 200"/>
                    <a:gd name="T2" fmla="*/ 10 w 147"/>
                    <a:gd name="T3" fmla="*/ 0 h 200"/>
                    <a:gd name="T4" fmla="*/ 0 w 147"/>
                    <a:gd name="T5" fmla="*/ 10 h 200"/>
                    <a:gd name="T6" fmla="*/ 0 w 147"/>
                    <a:gd name="T7" fmla="*/ 190 h 200"/>
                    <a:gd name="T8" fmla="*/ 10 w 147"/>
                    <a:gd name="T9" fmla="*/ 200 h 200"/>
                    <a:gd name="T10" fmla="*/ 137 w 147"/>
                    <a:gd name="T11" fmla="*/ 200 h 200"/>
                    <a:gd name="T12" fmla="*/ 140 w 147"/>
                    <a:gd name="T13" fmla="*/ 199 h 200"/>
                    <a:gd name="T14" fmla="*/ 146 w 147"/>
                    <a:gd name="T15" fmla="*/ 193 h 200"/>
                    <a:gd name="T16" fmla="*/ 147 w 147"/>
                    <a:gd name="T17" fmla="*/ 190 h 200"/>
                    <a:gd name="T18" fmla="*/ 147 w 147"/>
                    <a:gd name="T19" fmla="*/ 10 h 200"/>
                    <a:gd name="T20" fmla="*/ 137 w 147"/>
                    <a:gd name="T21" fmla="*/ 0 h 200"/>
                    <a:gd name="T22" fmla="*/ 139 w 147"/>
                    <a:gd name="T23" fmla="*/ 189 h 200"/>
                    <a:gd name="T24" fmla="*/ 135 w 147"/>
                    <a:gd name="T25" fmla="*/ 192 h 200"/>
                    <a:gd name="T26" fmla="*/ 10 w 147"/>
                    <a:gd name="T27" fmla="*/ 192 h 200"/>
                    <a:gd name="T28" fmla="*/ 8 w 147"/>
                    <a:gd name="T29" fmla="*/ 190 h 200"/>
                    <a:gd name="T30" fmla="*/ 8 w 147"/>
                    <a:gd name="T31" fmla="*/ 10 h 200"/>
                    <a:gd name="T32" fmla="*/ 10 w 147"/>
                    <a:gd name="T33" fmla="*/ 8 h 200"/>
                    <a:gd name="T34" fmla="*/ 137 w 147"/>
                    <a:gd name="T35" fmla="*/ 8 h 200"/>
                    <a:gd name="T36" fmla="*/ 139 w 147"/>
                    <a:gd name="T37" fmla="*/ 10 h 200"/>
                    <a:gd name="T38" fmla="*/ 139 w 147"/>
                    <a:gd name="T39" fmla="*/ 189 h 2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147" h="200">
                      <a:moveTo>
                        <a:pt x="137" y="0"/>
                      </a:moveTo>
                      <a:cubicBezTo>
                        <a:pt x="10" y="0"/>
                        <a:pt x="10" y="0"/>
                        <a:pt x="10" y="0"/>
                      </a:cubicBezTo>
                      <a:cubicBezTo>
                        <a:pt x="4" y="0"/>
                        <a:pt x="0" y="5"/>
                        <a:pt x="0" y="10"/>
                      </a:cubicBezTo>
                      <a:cubicBezTo>
                        <a:pt x="0" y="190"/>
                        <a:pt x="0" y="190"/>
                        <a:pt x="0" y="190"/>
                      </a:cubicBezTo>
                      <a:cubicBezTo>
                        <a:pt x="0" y="196"/>
                        <a:pt x="4" y="200"/>
                        <a:pt x="10" y="200"/>
                      </a:cubicBezTo>
                      <a:cubicBezTo>
                        <a:pt x="137" y="200"/>
                        <a:pt x="137" y="200"/>
                        <a:pt x="137" y="200"/>
                      </a:cubicBezTo>
                      <a:cubicBezTo>
                        <a:pt x="138" y="200"/>
                        <a:pt x="139" y="200"/>
                        <a:pt x="140" y="199"/>
                      </a:cubicBezTo>
                      <a:cubicBezTo>
                        <a:pt x="146" y="193"/>
                        <a:pt x="146" y="193"/>
                        <a:pt x="146" y="193"/>
                      </a:cubicBezTo>
                      <a:cubicBezTo>
                        <a:pt x="146" y="192"/>
                        <a:pt x="147" y="191"/>
                        <a:pt x="147" y="190"/>
                      </a:cubicBezTo>
                      <a:cubicBezTo>
                        <a:pt x="147" y="10"/>
                        <a:pt x="147" y="10"/>
                        <a:pt x="147" y="10"/>
                      </a:cubicBezTo>
                      <a:cubicBezTo>
                        <a:pt x="147" y="5"/>
                        <a:pt x="142" y="0"/>
                        <a:pt x="137" y="0"/>
                      </a:cubicBezTo>
                      <a:close/>
                      <a:moveTo>
                        <a:pt x="139" y="189"/>
                      </a:moveTo>
                      <a:cubicBezTo>
                        <a:pt x="135" y="192"/>
                        <a:pt x="135" y="192"/>
                        <a:pt x="135" y="192"/>
                      </a:cubicBezTo>
                      <a:cubicBezTo>
                        <a:pt x="10" y="192"/>
                        <a:pt x="10" y="192"/>
                        <a:pt x="10" y="192"/>
                      </a:cubicBezTo>
                      <a:cubicBezTo>
                        <a:pt x="9" y="192"/>
                        <a:pt x="8" y="191"/>
                        <a:pt x="8" y="190"/>
                      </a:cubicBezTo>
                      <a:cubicBezTo>
                        <a:pt x="8" y="10"/>
                        <a:pt x="8" y="10"/>
                        <a:pt x="8" y="10"/>
                      </a:cubicBezTo>
                      <a:cubicBezTo>
                        <a:pt x="8" y="9"/>
                        <a:pt x="9" y="8"/>
                        <a:pt x="10" y="8"/>
                      </a:cubicBezTo>
                      <a:cubicBezTo>
                        <a:pt x="137" y="8"/>
                        <a:pt x="137" y="8"/>
                        <a:pt x="137" y="8"/>
                      </a:cubicBezTo>
                      <a:cubicBezTo>
                        <a:pt x="138" y="8"/>
                        <a:pt x="139" y="9"/>
                        <a:pt x="139" y="10"/>
                      </a:cubicBezTo>
                      <a:lnTo>
                        <a:pt x="139" y="189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u="none" strike="noStrike" kern="1200" cap="none" spc="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endParaRPr>
                </a:p>
              </p:txBody>
            </p:sp>
            <p:sp>
              <p:nvSpPr>
                <p:cNvPr id="350" name="Freeform 231">
                  <a:extLst>
                    <a:ext uri="{FF2B5EF4-FFF2-40B4-BE49-F238E27FC236}">
                      <a16:creationId xmlns:a16="http://schemas.microsoft.com/office/drawing/2014/main" id="{C36F528C-D7E1-7685-BF30-E296FD453A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603413" y="-2403476"/>
                  <a:ext cx="315913" cy="30163"/>
                </a:xfrm>
                <a:custGeom>
                  <a:avLst/>
                  <a:gdLst>
                    <a:gd name="T0" fmla="*/ 80 w 84"/>
                    <a:gd name="T1" fmla="*/ 0 h 8"/>
                    <a:gd name="T2" fmla="*/ 4 w 84"/>
                    <a:gd name="T3" fmla="*/ 0 h 8"/>
                    <a:gd name="T4" fmla="*/ 0 w 84"/>
                    <a:gd name="T5" fmla="*/ 4 h 8"/>
                    <a:gd name="T6" fmla="*/ 4 w 84"/>
                    <a:gd name="T7" fmla="*/ 8 h 8"/>
                    <a:gd name="T8" fmla="*/ 80 w 84"/>
                    <a:gd name="T9" fmla="*/ 8 h 8"/>
                    <a:gd name="T10" fmla="*/ 84 w 84"/>
                    <a:gd name="T11" fmla="*/ 4 h 8"/>
                    <a:gd name="T12" fmla="*/ 80 w 84"/>
                    <a:gd name="T13" fmla="*/ 0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4" h="8">
                      <a:moveTo>
                        <a:pt x="80" y="0"/>
                      </a:move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2"/>
                        <a:pt x="0" y="4"/>
                      </a:cubicBezTo>
                      <a:cubicBezTo>
                        <a:pt x="0" y="6"/>
                        <a:pt x="2" y="8"/>
                        <a:pt x="4" y="8"/>
                      </a:cubicBezTo>
                      <a:cubicBezTo>
                        <a:pt x="80" y="8"/>
                        <a:pt x="80" y="8"/>
                        <a:pt x="80" y="8"/>
                      </a:cubicBezTo>
                      <a:cubicBezTo>
                        <a:pt x="82" y="8"/>
                        <a:pt x="84" y="6"/>
                        <a:pt x="84" y="4"/>
                      </a:cubicBezTo>
                      <a:cubicBezTo>
                        <a:pt x="84" y="2"/>
                        <a:pt x="82" y="0"/>
                        <a:pt x="8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u="none" strike="noStrike" kern="1200" cap="none" spc="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endParaRPr>
                </a:p>
              </p:txBody>
            </p:sp>
          </p:grpSp>
        </p:grpSp>
        <p:grpSp>
          <p:nvGrpSpPr>
            <p:cNvPr id="326" name="그룹 325">
              <a:extLst>
                <a:ext uri="{FF2B5EF4-FFF2-40B4-BE49-F238E27FC236}">
                  <a16:creationId xmlns:a16="http://schemas.microsoft.com/office/drawing/2014/main" id="{B8495A3E-6A32-124E-6B36-B29F9EFCCB72}"/>
                </a:ext>
              </a:extLst>
            </p:cNvPr>
            <p:cNvGrpSpPr/>
            <p:nvPr/>
          </p:nvGrpSpPr>
          <p:grpSpPr>
            <a:xfrm>
              <a:off x="3623554" y="4140320"/>
              <a:ext cx="636537" cy="634466"/>
              <a:chOff x="881898" y="5310642"/>
              <a:chExt cx="976313" cy="973138"/>
            </a:xfrm>
          </p:grpSpPr>
          <p:grpSp>
            <p:nvGrpSpPr>
              <p:cNvPr id="327" name="그룹 326">
                <a:extLst>
                  <a:ext uri="{FF2B5EF4-FFF2-40B4-BE49-F238E27FC236}">
                    <a16:creationId xmlns:a16="http://schemas.microsoft.com/office/drawing/2014/main" id="{235ABC2D-4953-EFF9-384E-B54069EB53BA}"/>
                  </a:ext>
                </a:extLst>
              </p:cNvPr>
              <p:cNvGrpSpPr/>
              <p:nvPr/>
            </p:nvGrpSpPr>
            <p:grpSpPr>
              <a:xfrm>
                <a:off x="881898" y="5310642"/>
                <a:ext cx="976313" cy="973138"/>
                <a:chOff x="21240750" y="2320925"/>
                <a:chExt cx="976313" cy="973138"/>
              </a:xfrm>
            </p:grpSpPr>
            <p:sp>
              <p:nvSpPr>
                <p:cNvPr id="329" name="Freeform 113">
                  <a:extLst>
                    <a:ext uri="{FF2B5EF4-FFF2-40B4-BE49-F238E27FC236}">
                      <a16:creationId xmlns:a16="http://schemas.microsoft.com/office/drawing/2014/main" id="{2399C7CB-F624-AB7E-3792-64710E039A1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410343" y="2487232"/>
                  <a:ext cx="637131" cy="640525"/>
                </a:xfrm>
                <a:custGeom>
                  <a:avLst/>
                  <a:gdLst>
                    <a:gd name="T0" fmla="*/ 1100 w 1100"/>
                    <a:gd name="T1" fmla="*/ 210 h 1107"/>
                    <a:gd name="T2" fmla="*/ 1100 w 1100"/>
                    <a:gd name="T3" fmla="*/ 264 h 1107"/>
                    <a:gd name="T4" fmla="*/ 1100 w 1100"/>
                    <a:gd name="T5" fmla="*/ 419 h 1107"/>
                    <a:gd name="T6" fmla="*/ 1100 w 1100"/>
                    <a:gd name="T7" fmla="*/ 473 h 1107"/>
                    <a:gd name="T8" fmla="*/ 1100 w 1100"/>
                    <a:gd name="T9" fmla="*/ 635 h 1107"/>
                    <a:gd name="T10" fmla="*/ 1100 w 1100"/>
                    <a:gd name="T11" fmla="*/ 689 h 1107"/>
                    <a:gd name="T12" fmla="*/ 1100 w 1100"/>
                    <a:gd name="T13" fmla="*/ 844 h 1107"/>
                    <a:gd name="T14" fmla="*/ 1100 w 1100"/>
                    <a:gd name="T15" fmla="*/ 898 h 1107"/>
                    <a:gd name="T16" fmla="*/ 1100 w 1100"/>
                    <a:gd name="T17" fmla="*/ 1033 h 1107"/>
                    <a:gd name="T18" fmla="*/ 1026 w 1100"/>
                    <a:gd name="T19" fmla="*/ 1107 h 1107"/>
                    <a:gd name="T20" fmla="*/ 898 w 1100"/>
                    <a:gd name="T21" fmla="*/ 1107 h 1107"/>
                    <a:gd name="T22" fmla="*/ 844 w 1100"/>
                    <a:gd name="T23" fmla="*/ 1107 h 1107"/>
                    <a:gd name="T24" fmla="*/ 682 w 1100"/>
                    <a:gd name="T25" fmla="*/ 1107 h 1107"/>
                    <a:gd name="T26" fmla="*/ 628 w 1100"/>
                    <a:gd name="T27" fmla="*/ 1107 h 1107"/>
                    <a:gd name="T28" fmla="*/ 472 w 1100"/>
                    <a:gd name="T29" fmla="*/ 1107 h 1107"/>
                    <a:gd name="T30" fmla="*/ 418 w 1100"/>
                    <a:gd name="T31" fmla="*/ 1107 h 1107"/>
                    <a:gd name="T32" fmla="*/ 256 w 1100"/>
                    <a:gd name="T33" fmla="*/ 1107 h 1107"/>
                    <a:gd name="T34" fmla="*/ 202 w 1100"/>
                    <a:gd name="T35" fmla="*/ 1107 h 1107"/>
                    <a:gd name="T36" fmla="*/ 74 w 1100"/>
                    <a:gd name="T37" fmla="*/ 1107 h 1107"/>
                    <a:gd name="T38" fmla="*/ 0 w 1100"/>
                    <a:gd name="T39" fmla="*/ 1033 h 1107"/>
                    <a:gd name="T40" fmla="*/ 0 w 1100"/>
                    <a:gd name="T41" fmla="*/ 898 h 1107"/>
                    <a:gd name="T42" fmla="*/ 0 w 1100"/>
                    <a:gd name="T43" fmla="*/ 844 h 1107"/>
                    <a:gd name="T44" fmla="*/ 0 w 1100"/>
                    <a:gd name="T45" fmla="*/ 689 h 1107"/>
                    <a:gd name="T46" fmla="*/ 0 w 1100"/>
                    <a:gd name="T47" fmla="*/ 635 h 1107"/>
                    <a:gd name="T48" fmla="*/ 0 w 1100"/>
                    <a:gd name="T49" fmla="*/ 473 h 1107"/>
                    <a:gd name="T50" fmla="*/ 0 w 1100"/>
                    <a:gd name="T51" fmla="*/ 419 h 1107"/>
                    <a:gd name="T52" fmla="*/ 0 w 1100"/>
                    <a:gd name="T53" fmla="*/ 264 h 1107"/>
                    <a:gd name="T54" fmla="*/ 0 w 1100"/>
                    <a:gd name="T55" fmla="*/ 210 h 1107"/>
                    <a:gd name="T56" fmla="*/ 0 w 1100"/>
                    <a:gd name="T57" fmla="*/ 75 h 1107"/>
                    <a:gd name="T58" fmla="*/ 74 w 1100"/>
                    <a:gd name="T59" fmla="*/ 0 h 1107"/>
                    <a:gd name="T60" fmla="*/ 202 w 1100"/>
                    <a:gd name="T61" fmla="*/ 0 h 1107"/>
                    <a:gd name="T62" fmla="*/ 256 w 1100"/>
                    <a:gd name="T63" fmla="*/ 0 h 1107"/>
                    <a:gd name="T64" fmla="*/ 418 w 1100"/>
                    <a:gd name="T65" fmla="*/ 0 h 1107"/>
                    <a:gd name="T66" fmla="*/ 472 w 1100"/>
                    <a:gd name="T67" fmla="*/ 0 h 1107"/>
                    <a:gd name="T68" fmla="*/ 628 w 1100"/>
                    <a:gd name="T69" fmla="*/ 0 h 1107"/>
                    <a:gd name="T70" fmla="*/ 682 w 1100"/>
                    <a:gd name="T71" fmla="*/ 0 h 1107"/>
                    <a:gd name="T72" fmla="*/ 844 w 1100"/>
                    <a:gd name="T73" fmla="*/ 0 h 1107"/>
                    <a:gd name="T74" fmla="*/ 898 w 1100"/>
                    <a:gd name="T75" fmla="*/ 0 h 1107"/>
                    <a:gd name="T76" fmla="*/ 1026 w 1100"/>
                    <a:gd name="T77" fmla="*/ 0 h 1107"/>
                    <a:gd name="T78" fmla="*/ 1100 w 1100"/>
                    <a:gd name="T79" fmla="*/ 75 h 1107"/>
                    <a:gd name="T80" fmla="*/ 1100 w 1100"/>
                    <a:gd name="T81" fmla="*/ 210 h 1107"/>
                    <a:gd name="T82" fmla="*/ 1100 w 1100"/>
                    <a:gd name="T83" fmla="*/ 210 h 11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100" h="1107">
                      <a:moveTo>
                        <a:pt x="1100" y="210"/>
                      </a:moveTo>
                      <a:cubicBezTo>
                        <a:pt x="1100" y="264"/>
                        <a:pt x="1100" y="264"/>
                        <a:pt x="1100" y="264"/>
                      </a:cubicBezTo>
                      <a:cubicBezTo>
                        <a:pt x="1100" y="419"/>
                        <a:pt x="1100" y="419"/>
                        <a:pt x="1100" y="419"/>
                      </a:cubicBezTo>
                      <a:cubicBezTo>
                        <a:pt x="1100" y="473"/>
                        <a:pt x="1100" y="473"/>
                        <a:pt x="1100" y="473"/>
                      </a:cubicBezTo>
                      <a:cubicBezTo>
                        <a:pt x="1100" y="635"/>
                        <a:pt x="1100" y="635"/>
                        <a:pt x="1100" y="635"/>
                      </a:cubicBezTo>
                      <a:cubicBezTo>
                        <a:pt x="1100" y="689"/>
                        <a:pt x="1100" y="689"/>
                        <a:pt x="1100" y="689"/>
                      </a:cubicBezTo>
                      <a:cubicBezTo>
                        <a:pt x="1100" y="844"/>
                        <a:pt x="1100" y="844"/>
                        <a:pt x="1100" y="844"/>
                      </a:cubicBezTo>
                      <a:cubicBezTo>
                        <a:pt x="1100" y="898"/>
                        <a:pt x="1100" y="898"/>
                        <a:pt x="1100" y="898"/>
                      </a:cubicBezTo>
                      <a:cubicBezTo>
                        <a:pt x="1100" y="1033"/>
                        <a:pt x="1100" y="1033"/>
                        <a:pt x="1100" y="1033"/>
                      </a:cubicBezTo>
                      <a:cubicBezTo>
                        <a:pt x="1100" y="1073"/>
                        <a:pt x="1073" y="1107"/>
                        <a:pt x="1026" y="1107"/>
                      </a:cubicBezTo>
                      <a:cubicBezTo>
                        <a:pt x="898" y="1107"/>
                        <a:pt x="898" y="1107"/>
                        <a:pt x="898" y="1107"/>
                      </a:cubicBezTo>
                      <a:cubicBezTo>
                        <a:pt x="844" y="1107"/>
                        <a:pt x="844" y="1107"/>
                        <a:pt x="844" y="1107"/>
                      </a:cubicBezTo>
                      <a:cubicBezTo>
                        <a:pt x="682" y="1107"/>
                        <a:pt x="682" y="1107"/>
                        <a:pt x="682" y="1107"/>
                      </a:cubicBezTo>
                      <a:cubicBezTo>
                        <a:pt x="628" y="1107"/>
                        <a:pt x="628" y="1107"/>
                        <a:pt x="628" y="1107"/>
                      </a:cubicBezTo>
                      <a:cubicBezTo>
                        <a:pt x="472" y="1107"/>
                        <a:pt x="472" y="1107"/>
                        <a:pt x="472" y="1107"/>
                      </a:cubicBezTo>
                      <a:cubicBezTo>
                        <a:pt x="418" y="1107"/>
                        <a:pt x="418" y="1107"/>
                        <a:pt x="418" y="1107"/>
                      </a:cubicBezTo>
                      <a:cubicBezTo>
                        <a:pt x="256" y="1107"/>
                        <a:pt x="256" y="1107"/>
                        <a:pt x="256" y="1107"/>
                      </a:cubicBezTo>
                      <a:cubicBezTo>
                        <a:pt x="202" y="1107"/>
                        <a:pt x="202" y="1107"/>
                        <a:pt x="202" y="1107"/>
                      </a:cubicBezTo>
                      <a:cubicBezTo>
                        <a:pt x="74" y="1107"/>
                        <a:pt x="74" y="1107"/>
                        <a:pt x="74" y="1107"/>
                      </a:cubicBezTo>
                      <a:cubicBezTo>
                        <a:pt x="27" y="1107"/>
                        <a:pt x="0" y="1073"/>
                        <a:pt x="0" y="1033"/>
                      </a:cubicBezTo>
                      <a:cubicBezTo>
                        <a:pt x="0" y="898"/>
                        <a:pt x="0" y="898"/>
                        <a:pt x="0" y="898"/>
                      </a:cubicBezTo>
                      <a:cubicBezTo>
                        <a:pt x="0" y="844"/>
                        <a:pt x="0" y="844"/>
                        <a:pt x="0" y="844"/>
                      </a:cubicBezTo>
                      <a:cubicBezTo>
                        <a:pt x="0" y="689"/>
                        <a:pt x="0" y="689"/>
                        <a:pt x="0" y="689"/>
                      </a:cubicBezTo>
                      <a:cubicBezTo>
                        <a:pt x="0" y="635"/>
                        <a:pt x="0" y="635"/>
                        <a:pt x="0" y="635"/>
                      </a:cubicBezTo>
                      <a:cubicBezTo>
                        <a:pt x="0" y="473"/>
                        <a:pt x="0" y="473"/>
                        <a:pt x="0" y="473"/>
                      </a:cubicBezTo>
                      <a:cubicBezTo>
                        <a:pt x="0" y="419"/>
                        <a:pt x="0" y="419"/>
                        <a:pt x="0" y="419"/>
                      </a:cubicBezTo>
                      <a:cubicBezTo>
                        <a:pt x="0" y="264"/>
                        <a:pt x="0" y="264"/>
                        <a:pt x="0" y="264"/>
                      </a:cubicBezTo>
                      <a:cubicBezTo>
                        <a:pt x="0" y="210"/>
                        <a:pt x="0" y="210"/>
                        <a:pt x="0" y="210"/>
                      </a:cubicBezTo>
                      <a:cubicBezTo>
                        <a:pt x="0" y="75"/>
                        <a:pt x="0" y="75"/>
                        <a:pt x="0" y="75"/>
                      </a:cubicBezTo>
                      <a:cubicBezTo>
                        <a:pt x="0" y="34"/>
                        <a:pt x="27" y="0"/>
                        <a:pt x="74" y="0"/>
                      </a:cubicBezTo>
                      <a:cubicBezTo>
                        <a:pt x="202" y="0"/>
                        <a:pt x="202" y="0"/>
                        <a:pt x="202" y="0"/>
                      </a:cubicBezTo>
                      <a:cubicBezTo>
                        <a:pt x="256" y="0"/>
                        <a:pt x="256" y="0"/>
                        <a:pt x="256" y="0"/>
                      </a:cubicBezTo>
                      <a:cubicBezTo>
                        <a:pt x="418" y="0"/>
                        <a:pt x="418" y="0"/>
                        <a:pt x="418" y="0"/>
                      </a:cubicBezTo>
                      <a:cubicBezTo>
                        <a:pt x="472" y="0"/>
                        <a:pt x="472" y="0"/>
                        <a:pt x="472" y="0"/>
                      </a:cubicBezTo>
                      <a:cubicBezTo>
                        <a:pt x="628" y="0"/>
                        <a:pt x="628" y="0"/>
                        <a:pt x="628" y="0"/>
                      </a:cubicBezTo>
                      <a:cubicBezTo>
                        <a:pt x="682" y="0"/>
                        <a:pt x="682" y="0"/>
                        <a:pt x="682" y="0"/>
                      </a:cubicBezTo>
                      <a:cubicBezTo>
                        <a:pt x="844" y="0"/>
                        <a:pt x="844" y="0"/>
                        <a:pt x="844" y="0"/>
                      </a:cubicBezTo>
                      <a:cubicBezTo>
                        <a:pt x="898" y="0"/>
                        <a:pt x="898" y="0"/>
                        <a:pt x="898" y="0"/>
                      </a:cubicBezTo>
                      <a:cubicBezTo>
                        <a:pt x="1026" y="0"/>
                        <a:pt x="1026" y="0"/>
                        <a:pt x="1026" y="0"/>
                      </a:cubicBezTo>
                      <a:cubicBezTo>
                        <a:pt x="1073" y="0"/>
                        <a:pt x="1100" y="34"/>
                        <a:pt x="1100" y="75"/>
                      </a:cubicBezTo>
                      <a:cubicBezTo>
                        <a:pt x="1100" y="210"/>
                        <a:pt x="1100" y="210"/>
                        <a:pt x="1100" y="210"/>
                      </a:cubicBezTo>
                      <a:cubicBezTo>
                        <a:pt x="1100" y="210"/>
                        <a:pt x="1100" y="210"/>
                        <a:pt x="1100" y="210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30" name="Freeform 96">
                  <a:extLst>
                    <a:ext uri="{FF2B5EF4-FFF2-40B4-BE49-F238E27FC236}">
                      <a16:creationId xmlns:a16="http://schemas.microsoft.com/office/drawing/2014/main" id="{A417CF66-B56C-79D6-3EA3-D15024B59D4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085300" y="2620963"/>
                  <a:ext cx="131763" cy="30163"/>
                </a:xfrm>
                <a:custGeom>
                  <a:avLst/>
                  <a:gdLst>
                    <a:gd name="T0" fmla="*/ 244 w 244"/>
                    <a:gd name="T1" fmla="*/ 28 h 55"/>
                    <a:gd name="T2" fmla="*/ 217 w 244"/>
                    <a:gd name="T3" fmla="*/ 0 h 55"/>
                    <a:gd name="T4" fmla="*/ 0 w 244"/>
                    <a:gd name="T5" fmla="*/ 0 h 55"/>
                    <a:gd name="T6" fmla="*/ 0 w 244"/>
                    <a:gd name="T7" fmla="*/ 55 h 55"/>
                    <a:gd name="T8" fmla="*/ 217 w 244"/>
                    <a:gd name="T9" fmla="*/ 55 h 55"/>
                    <a:gd name="T10" fmla="*/ 244 w 244"/>
                    <a:gd name="T11" fmla="*/ 28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44" h="55">
                      <a:moveTo>
                        <a:pt x="244" y="28"/>
                      </a:moveTo>
                      <a:cubicBezTo>
                        <a:pt x="244" y="14"/>
                        <a:pt x="230" y="0"/>
                        <a:pt x="217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5"/>
                        <a:pt x="0" y="55"/>
                        <a:pt x="0" y="55"/>
                      </a:cubicBezTo>
                      <a:cubicBezTo>
                        <a:pt x="217" y="55"/>
                        <a:pt x="217" y="55"/>
                        <a:pt x="217" y="55"/>
                      </a:cubicBezTo>
                      <a:cubicBezTo>
                        <a:pt x="230" y="55"/>
                        <a:pt x="244" y="41"/>
                        <a:pt x="244" y="28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31" name="Freeform 97">
                  <a:extLst>
                    <a:ext uri="{FF2B5EF4-FFF2-40B4-BE49-F238E27FC236}">
                      <a16:creationId xmlns:a16="http://schemas.microsoft.com/office/drawing/2014/main" id="{DED39833-F4AC-74AF-F42C-BE092F2FD9F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085300" y="2733675"/>
                  <a:ext cx="131763" cy="30163"/>
                </a:xfrm>
                <a:custGeom>
                  <a:avLst/>
                  <a:gdLst>
                    <a:gd name="T0" fmla="*/ 217 w 244"/>
                    <a:gd name="T1" fmla="*/ 0 h 54"/>
                    <a:gd name="T2" fmla="*/ 0 w 244"/>
                    <a:gd name="T3" fmla="*/ 0 h 54"/>
                    <a:gd name="T4" fmla="*/ 0 w 244"/>
                    <a:gd name="T5" fmla="*/ 54 h 54"/>
                    <a:gd name="T6" fmla="*/ 217 w 244"/>
                    <a:gd name="T7" fmla="*/ 54 h 54"/>
                    <a:gd name="T8" fmla="*/ 244 w 244"/>
                    <a:gd name="T9" fmla="*/ 27 h 54"/>
                    <a:gd name="T10" fmla="*/ 217 w 244"/>
                    <a:gd name="T11" fmla="*/ 0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44" h="54">
                      <a:moveTo>
                        <a:pt x="217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4"/>
                        <a:pt x="0" y="54"/>
                        <a:pt x="0" y="54"/>
                      </a:cubicBezTo>
                      <a:cubicBezTo>
                        <a:pt x="217" y="54"/>
                        <a:pt x="217" y="54"/>
                        <a:pt x="217" y="54"/>
                      </a:cubicBezTo>
                      <a:cubicBezTo>
                        <a:pt x="230" y="54"/>
                        <a:pt x="244" y="47"/>
                        <a:pt x="244" y="27"/>
                      </a:cubicBezTo>
                      <a:cubicBezTo>
                        <a:pt x="244" y="13"/>
                        <a:pt x="230" y="0"/>
                        <a:pt x="217" y="0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32" name="Freeform 98">
                  <a:extLst>
                    <a:ext uri="{FF2B5EF4-FFF2-40B4-BE49-F238E27FC236}">
                      <a16:creationId xmlns:a16="http://schemas.microsoft.com/office/drawing/2014/main" id="{648E1673-C32C-732F-5E06-66B7D753B95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085300" y="2851150"/>
                  <a:ext cx="131763" cy="30163"/>
                </a:xfrm>
                <a:custGeom>
                  <a:avLst/>
                  <a:gdLst>
                    <a:gd name="T0" fmla="*/ 217 w 244"/>
                    <a:gd name="T1" fmla="*/ 0 h 54"/>
                    <a:gd name="T2" fmla="*/ 0 w 244"/>
                    <a:gd name="T3" fmla="*/ 0 h 54"/>
                    <a:gd name="T4" fmla="*/ 0 w 244"/>
                    <a:gd name="T5" fmla="*/ 54 h 54"/>
                    <a:gd name="T6" fmla="*/ 217 w 244"/>
                    <a:gd name="T7" fmla="*/ 54 h 54"/>
                    <a:gd name="T8" fmla="*/ 244 w 244"/>
                    <a:gd name="T9" fmla="*/ 27 h 54"/>
                    <a:gd name="T10" fmla="*/ 217 w 244"/>
                    <a:gd name="T11" fmla="*/ 0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44" h="54">
                      <a:moveTo>
                        <a:pt x="217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4"/>
                        <a:pt x="0" y="54"/>
                        <a:pt x="0" y="54"/>
                      </a:cubicBezTo>
                      <a:cubicBezTo>
                        <a:pt x="217" y="54"/>
                        <a:pt x="217" y="54"/>
                        <a:pt x="217" y="54"/>
                      </a:cubicBezTo>
                      <a:cubicBezTo>
                        <a:pt x="230" y="54"/>
                        <a:pt x="244" y="41"/>
                        <a:pt x="244" y="27"/>
                      </a:cubicBezTo>
                      <a:cubicBezTo>
                        <a:pt x="244" y="14"/>
                        <a:pt x="230" y="0"/>
                        <a:pt x="217" y="0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33" name="Freeform 99">
                  <a:extLst>
                    <a:ext uri="{FF2B5EF4-FFF2-40B4-BE49-F238E27FC236}">
                      <a16:creationId xmlns:a16="http://schemas.microsoft.com/office/drawing/2014/main" id="{35EA79DA-0A8E-1426-4936-5FA1410FD59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085300" y="2965450"/>
                  <a:ext cx="131763" cy="28575"/>
                </a:xfrm>
                <a:custGeom>
                  <a:avLst/>
                  <a:gdLst>
                    <a:gd name="T0" fmla="*/ 217 w 244"/>
                    <a:gd name="T1" fmla="*/ 0 h 54"/>
                    <a:gd name="T2" fmla="*/ 0 w 244"/>
                    <a:gd name="T3" fmla="*/ 0 h 54"/>
                    <a:gd name="T4" fmla="*/ 0 w 244"/>
                    <a:gd name="T5" fmla="*/ 54 h 54"/>
                    <a:gd name="T6" fmla="*/ 217 w 244"/>
                    <a:gd name="T7" fmla="*/ 54 h 54"/>
                    <a:gd name="T8" fmla="*/ 244 w 244"/>
                    <a:gd name="T9" fmla="*/ 27 h 54"/>
                    <a:gd name="T10" fmla="*/ 217 w 244"/>
                    <a:gd name="T11" fmla="*/ 0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44" h="54">
                      <a:moveTo>
                        <a:pt x="217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4"/>
                        <a:pt x="0" y="54"/>
                        <a:pt x="0" y="54"/>
                      </a:cubicBezTo>
                      <a:cubicBezTo>
                        <a:pt x="217" y="54"/>
                        <a:pt x="217" y="54"/>
                        <a:pt x="217" y="54"/>
                      </a:cubicBezTo>
                      <a:cubicBezTo>
                        <a:pt x="230" y="54"/>
                        <a:pt x="244" y="47"/>
                        <a:pt x="244" y="27"/>
                      </a:cubicBezTo>
                      <a:cubicBezTo>
                        <a:pt x="244" y="13"/>
                        <a:pt x="230" y="0"/>
                        <a:pt x="217" y="0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34" name="Freeform 100">
                  <a:extLst>
                    <a:ext uri="{FF2B5EF4-FFF2-40B4-BE49-F238E27FC236}">
                      <a16:creationId xmlns:a16="http://schemas.microsoft.com/office/drawing/2014/main" id="{1763CCA8-0E10-D7A5-80E4-43D4219D82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240750" y="2620963"/>
                  <a:ext cx="131763" cy="30163"/>
                </a:xfrm>
                <a:custGeom>
                  <a:avLst/>
                  <a:gdLst>
                    <a:gd name="T0" fmla="*/ 0 w 243"/>
                    <a:gd name="T1" fmla="*/ 28 h 55"/>
                    <a:gd name="T2" fmla="*/ 27 w 243"/>
                    <a:gd name="T3" fmla="*/ 55 h 55"/>
                    <a:gd name="T4" fmla="*/ 243 w 243"/>
                    <a:gd name="T5" fmla="*/ 55 h 55"/>
                    <a:gd name="T6" fmla="*/ 243 w 243"/>
                    <a:gd name="T7" fmla="*/ 0 h 55"/>
                    <a:gd name="T8" fmla="*/ 27 w 243"/>
                    <a:gd name="T9" fmla="*/ 0 h 55"/>
                    <a:gd name="T10" fmla="*/ 0 w 243"/>
                    <a:gd name="T11" fmla="*/ 28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43" h="55">
                      <a:moveTo>
                        <a:pt x="0" y="28"/>
                      </a:moveTo>
                      <a:cubicBezTo>
                        <a:pt x="0" y="41"/>
                        <a:pt x="14" y="55"/>
                        <a:pt x="27" y="55"/>
                      </a:cubicBezTo>
                      <a:cubicBezTo>
                        <a:pt x="243" y="55"/>
                        <a:pt x="243" y="55"/>
                        <a:pt x="243" y="55"/>
                      </a:cubicBezTo>
                      <a:cubicBezTo>
                        <a:pt x="243" y="0"/>
                        <a:pt x="243" y="0"/>
                        <a:pt x="243" y="0"/>
                      </a:cubicBezTo>
                      <a:cubicBezTo>
                        <a:pt x="27" y="0"/>
                        <a:pt x="27" y="0"/>
                        <a:pt x="27" y="0"/>
                      </a:cubicBezTo>
                      <a:cubicBezTo>
                        <a:pt x="14" y="0"/>
                        <a:pt x="0" y="14"/>
                        <a:pt x="0" y="28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35" name="Freeform 101">
                  <a:extLst>
                    <a:ext uri="{FF2B5EF4-FFF2-40B4-BE49-F238E27FC236}">
                      <a16:creationId xmlns:a16="http://schemas.microsoft.com/office/drawing/2014/main" id="{F8524B3F-0683-43BC-E223-3D051B32497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240750" y="2733675"/>
                  <a:ext cx="131763" cy="30163"/>
                </a:xfrm>
                <a:custGeom>
                  <a:avLst/>
                  <a:gdLst>
                    <a:gd name="T0" fmla="*/ 0 w 243"/>
                    <a:gd name="T1" fmla="*/ 27 h 54"/>
                    <a:gd name="T2" fmla="*/ 27 w 243"/>
                    <a:gd name="T3" fmla="*/ 54 h 54"/>
                    <a:gd name="T4" fmla="*/ 243 w 243"/>
                    <a:gd name="T5" fmla="*/ 54 h 54"/>
                    <a:gd name="T6" fmla="*/ 243 w 243"/>
                    <a:gd name="T7" fmla="*/ 0 h 54"/>
                    <a:gd name="T8" fmla="*/ 27 w 243"/>
                    <a:gd name="T9" fmla="*/ 0 h 54"/>
                    <a:gd name="T10" fmla="*/ 0 w 243"/>
                    <a:gd name="T11" fmla="*/ 27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43" h="54">
                      <a:moveTo>
                        <a:pt x="0" y="27"/>
                      </a:moveTo>
                      <a:cubicBezTo>
                        <a:pt x="0" y="47"/>
                        <a:pt x="14" y="54"/>
                        <a:pt x="27" y="54"/>
                      </a:cubicBezTo>
                      <a:cubicBezTo>
                        <a:pt x="243" y="54"/>
                        <a:pt x="243" y="54"/>
                        <a:pt x="243" y="54"/>
                      </a:cubicBezTo>
                      <a:cubicBezTo>
                        <a:pt x="243" y="0"/>
                        <a:pt x="243" y="0"/>
                        <a:pt x="243" y="0"/>
                      </a:cubicBezTo>
                      <a:cubicBezTo>
                        <a:pt x="27" y="0"/>
                        <a:pt x="27" y="0"/>
                        <a:pt x="27" y="0"/>
                      </a:cubicBezTo>
                      <a:cubicBezTo>
                        <a:pt x="14" y="0"/>
                        <a:pt x="0" y="13"/>
                        <a:pt x="0" y="27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36" name="Freeform 102">
                  <a:extLst>
                    <a:ext uri="{FF2B5EF4-FFF2-40B4-BE49-F238E27FC236}">
                      <a16:creationId xmlns:a16="http://schemas.microsoft.com/office/drawing/2014/main" id="{4A0A9F19-E89D-03A2-C66A-484FA92B306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240750" y="2851150"/>
                  <a:ext cx="131763" cy="30163"/>
                </a:xfrm>
                <a:custGeom>
                  <a:avLst/>
                  <a:gdLst>
                    <a:gd name="T0" fmla="*/ 0 w 243"/>
                    <a:gd name="T1" fmla="*/ 27 h 54"/>
                    <a:gd name="T2" fmla="*/ 27 w 243"/>
                    <a:gd name="T3" fmla="*/ 54 h 54"/>
                    <a:gd name="T4" fmla="*/ 243 w 243"/>
                    <a:gd name="T5" fmla="*/ 54 h 54"/>
                    <a:gd name="T6" fmla="*/ 243 w 243"/>
                    <a:gd name="T7" fmla="*/ 0 h 54"/>
                    <a:gd name="T8" fmla="*/ 27 w 243"/>
                    <a:gd name="T9" fmla="*/ 0 h 54"/>
                    <a:gd name="T10" fmla="*/ 0 w 243"/>
                    <a:gd name="T11" fmla="*/ 27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43" h="54">
                      <a:moveTo>
                        <a:pt x="0" y="27"/>
                      </a:moveTo>
                      <a:cubicBezTo>
                        <a:pt x="0" y="41"/>
                        <a:pt x="14" y="54"/>
                        <a:pt x="27" y="54"/>
                      </a:cubicBezTo>
                      <a:cubicBezTo>
                        <a:pt x="243" y="54"/>
                        <a:pt x="243" y="54"/>
                        <a:pt x="243" y="54"/>
                      </a:cubicBezTo>
                      <a:cubicBezTo>
                        <a:pt x="243" y="0"/>
                        <a:pt x="243" y="0"/>
                        <a:pt x="243" y="0"/>
                      </a:cubicBezTo>
                      <a:cubicBezTo>
                        <a:pt x="27" y="0"/>
                        <a:pt x="27" y="0"/>
                        <a:pt x="27" y="0"/>
                      </a:cubicBezTo>
                      <a:cubicBezTo>
                        <a:pt x="14" y="0"/>
                        <a:pt x="0" y="14"/>
                        <a:pt x="0" y="27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37" name="Freeform 103">
                  <a:extLst>
                    <a:ext uri="{FF2B5EF4-FFF2-40B4-BE49-F238E27FC236}">
                      <a16:creationId xmlns:a16="http://schemas.microsoft.com/office/drawing/2014/main" id="{D1F7375A-9C3C-3CFB-B8FA-1CFF6124386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240750" y="2965450"/>
                  <a:ext cx="131763" cy="28575"/>
                </a:xfrm>
                <a:custGeom>
                  <a:avLst/>
                  <a:gdLst>
                    <a:gd name="T0" fmla="*/ 0 w 243"/>
                    <a:gd name="T1" fmla="*/ 27 h 54"/>
                    <a:gd name="T2" fmla="*/ 27 w 243"/>
                    <a:gd name="T3" fmla="*/ 54 h 54"/>
                    <a:gd name="T4" fmla="*/ 243 w 243"/>
                    <a:gd name="T5" fmla="*/ 54 h 54"/>
                    <a:gd name="T6" fmla="*/ 243 w 243"/>
                    <a:gd name="T7" fmla="*/ 0 h 54"/>
                    <a:gd name="T8" fmla="*/ 27 w 243"/>
                    <a:gd name="T9" fmla="*/ 0 h 54"/>
                    <a:gd name="T10" fmla="*/ 0 w 243"/>
                    <a:gd name="T11" fmla="*/ 27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43" h="54">
                      <a:moveTo>
                        <a:pt x="0" y="27"/>
                      </a:moveTo>
                      <a:cubicBezTo>
                        <a:pt x="0" y="47"/>
                        <a:pt x="14" y="54"/>
                        <a:pt x="27" y="54"/>
                      </a:cubicBezTo>
                      <a:cubicBezTo>
                        <a:pt x="243" y="54"/>
                        <a:pt x="243" y="54"/>
                        <a:pt x="243" y="54"/>
                      </a:cubicBezTo>
                      <a:cubicBezTo>
                        <a:pt x="243" y="0"/>
                        <a:pt x="243" y="0"/>
                        <a:pt x="243" y="0"/>
                      </a:cubicBezTo>
                      <a:cubicBezTo>
                        <a:pt x="27" y="0"/>
                        <a:pt x="27" y="0"/>
                        <a:pt x="27" y="0"/>
                      </a:cubicBezTo>
                      <a:cubicBezTo>
                        <a:pt x="14" y="0"/>
                        <a:pt x="0" y="13"/>
                        <a:pt x="0" y="27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38" name="Freeform 104">
                  <a:extLst>
                    <a:ext uri="{FF2B5EF4-FFF2-40B4-BE49-F238E27FC236}">
                      <a16:creationId xmlns:a16="http://schemas.microsoft.com/office/drawing/2014/main" id="{E89FDD5C-A7EF-F42E-5C2C-90D8B43F07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540788" y="2320925"/>
                  <a:ext cx="28575" cy="128588"/>
                </a:xfrm>
                <a:custGeom>
                  <a:avLst/>
                  <a:gdLst>
                    <a:gd name="T0" fmla="*/ 54 w 54"/>
                    <a:gd name="T1" fmla="*/ 27 h 237"/>
                    <a:gd name="T2" fmla="*/ 27 w 54"/>
                    <a:gd name="T3" fmla="*/ 0 h 237"/>
                    <a:gd name="T4" fmla="*/ 0 w 54"/>
                    <a:gd name="T5" fmla="*/ 27 h 237"/>
                    <a:gd name="T6" fmla="*/ 0 w 54"/>
                    <a:gd name="T7" fmla="*/ 237 h 237"/>
                    <a:gd name="T8" fmla="*/ 54 w 54"/>
                    <a:gd name="T9" fmla="*/ 237 h 237"/>
                    <a:gd name="T10" fmla="*/ 54 w 54"/>
                    <a:gd name="T11" fmla="*/ 27 h 237"/>
                    <a:gd name="T12" fmla="*/ 54 w 54"/>
                    <a:gd name="T13" fmla="*/ 27 h 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4" h="237">
                      <a:moveTo>
                        <a:pt x="54" y="27"/>
                      </a:moveTo>
                      <a:cubicBezTo>
                        <a:pt x="54" y="14"/>
                        <a:pt x="40" y="0"/>
                        <a:pt x="27" y="0"/>
                      </a:cubicBezTo>
                      <a:cubicBezTo>
                        <a:pt x="13" y="0"/>
                        <a:pt x="0" y="14"/>
                        <a:pt x="0" y="27"/>
                      </a:cubicBezTo>
                      <a:cubicBezTo>
                        <a:pt x="0" y="237"/>
                        <a:pt x="0" y="237"/>
                        <a:pt x="0" y="237"/>
                      </a:cubicBezTo>
                      <a:cubicBezTo>
                        <a:pt x="54" y="237"/>
                        <a:pt x="54" y="237"/>
                        <a:pt x="54" y="237"/>
                      </a:cubicBezTo>
                      <a:cubicBezTo>
                        <a:pt x="54" y="27"/>
                        <a:pt x="54" y="27"/>
                        <a:pt x="54" y="27"/>
                      </a:cubicBezTo>
                      <a:cubicBezTo>
                        <a:pt x="54" y="27"/>
                        <a:pt x="54" y="27"/>
                        <a:pt x="54" y="27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39" name="Freeform 105">
                  <a:extLst>
                    <a:ext uri="{FF2B5EF4-FFF2-40B4-BE49-F238E27FC236}">
                      <a16:creationId xmlns:a16="http://schemas.microsoft.com/office/drawing/2014/main" id="{42D6921E-85A5-4B25-61E8-B17F754F6A7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658263" y="2320925"/>
                  <a:ext cx="28575" cy="128588"/>
                </a:xfrm>
                <a:custGeom>
                  <a:avLst/>
                  <a:gdLst>
                    <a:gd name="T0" fmla="*/ 54 w 54"/>
                    <a:gd name="T1" fmla="*/ 27 h 237"/>
                    <a:gd name="T2" fmla="*/ 27 w 54"/>
                    <a:gd name="T3" fmla="*/ 0 h 237"/>
                    <a:gd name="T4" fmla="*/ 0 w 54"/>
                    <a:gd name="T5" fmla="*/ 27 h 237"/>
                    <a:gd name="T6" fmla="*/ 0 w 54"/>
                    <a:gd name="T7" fmla="*/ 237 h 237"/>
                    <a:gd name="T8" fmla="*/ 54 w 54"/>
                    <a:gd name="T9" fmla="*/ 237 h 237"/>
                    <a:gd name="T10" fmla="*/ 54 w 54"/>
                    <a:gd name="T11" fmla="*/ 27 h 237"/>
                    <a:gd name="T12" fmla="*/ 54 w 54"/>
                    <a:gd name="T13" fmla="*/ 27 h 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4" h="237">
                      <a:moveTo>
                        <a:pt x="54" y="27"/>
                      </a:moveTo>
                      <a:cubicBezTo>
                        <a:pt x="54" y="14"/>
                        <a:pt x="40" y="0"/>
                        <a:pt x="27" y="0"/>
                      </a:cubicBezTo>
                      <a:cubicBezTo>
                        <a:pt x="13" y="0"/>
                        <a:pt x="0" y="14"/>
                        <a:pt x="0" y="27"/>
                      </a:cubicBezTo>
                      <a:cubicBezTo>
                        <a:pt x="0" y="237"/>
                        <a:pt x="0" y="237"/>
                        <a:pt x="0" y="237"/>
                      </a:cubicBezTo>
                      <a:cubicBezTo>
                        <a:pt x="54" y="237"/>
                        <a:pt x="54" y="237"/>
                        <a:pt x="54" y="237"/>
                      </a:cubicBezTo>
                      <a:cubicBezTo>
                        <a:pt x="54" y="27"/>
                        <a:pt x="54" y="27"/>
                        <a:pt x="54" y="27"/>
                      </a:cubicBezTo>
                      <a:cubicBezTo>
                        <a:pt x="54" y="27"/>
                        <a:pt x="54" y="27"/>
                        <a:pt x="54" y="27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40" name="Freeform 106">
                  <a:extLst>
                    <a:ext uri="{FF2B5EF4-FFF2-40B4-BE49-F238E27FC236}">
                      <a16:creationId xmlns:a16="http://schemas.microsoft.com/office/drawing/2014/main" id="{1E4F8CDD-66B2-E1BF-93AB-F39FC24CD95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770975" y="2320925"/>
                  <a:ext cx="30163" cy="128588"/>
                </a:xfrm>
                <a:custGeom>
                  <a:avLst/>
                  <a:gdLst>
                    <a:gd name="T0" fmla="*/ 54 w 54"/>
                    <a:gd name="T1" fmla="*/ 27 h 237"/>
                    <a:gd name="T2" fmla="*/ 27 w 54"/>
                    <a:gd name="T3" fmla="*/ 0 h 237"/>
                    <a:gd name="T4" fmla="*/ 0 w 54"/>
                    <a:gd name="T5" fmla="*/ 27 h 237"/>
                    <a:gd name="T6" fmla="*/ 0 w 54"/>
                    <a:gd name="T7" fmla="*/ 237 h 237"/>
                    <a:gd name="T8" fmla="*/ 54 w 54"/>
                    <a:gd name="T9" fmla="*/ 237 h 237"/>
                    <a:gd name="T10" fmla="*/ 54 w 54"/>
                    <a:gd name="T11" fmla="*/ 27 h 237"/>
                    <a:gd name="T12" fmla="*/ 54 w 54"/>
                    <a:gd name="T13" fmla="*/ 27 h 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4" h="237">
                      <a:moveTo>
                        <a:pt x="54" y="27"/>
                      </a:moveTo>
                      <a:cubicBezTo>
                        <a:pt x="54" y="14"/>
                        <a:pt x="40" y="0"/>
                        <a:pt x="27" y="0"/>
                      </a:cubicBezTo>
                      <a:cubicBezTo>
                        <a:pt x="13" y="0"/>
                        <a:pt x="0" y="14"/>
                        <a:pt x="0" y="27"/>
                      </a:cubicBezTo>
                      <a:cubicBezTo>
                        <a:pt x="0" y="237"/>
                        <a:pt x="0" y="237"/>
                        <a:pt x="0" y="237"/>
                      </a:cubicBezTo>
                      <a:cubicBezTo>
                        <a:pt x="54" y="237"/>
                        <a:pt x="54" y="237"/>
                        <a:pt x="54" y="237"/>
                      </a:cubicBezTo>
                      <a:cubicBezTo>
                        <a:pt x="54" y="27"/>
                        <a:pt x="54" y="27"/>
                        <a:pt x="54" y="27"/>
                      </a:cubicBezTo>
                      <a:cubicBezTo>
                        <a:pt x="54" y="27"/>
                        <a:pt x="54" y="27"/>
                        <a:pt x="54" y="27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41" name="Freeform 107">
                  <a:extLst>
                    <a:ext uri="{FF2B5EF4-FFF2-40B4-BE49-F238E27FC236}">
                      <a16:creationId xmlns:a16="http://schemas.microsoft.com/office/drawing/2014/main" id="{26A72F6C-C0A8-567E-AB11-73641B404ED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86863" y="2320925"/>
                  <a:ext cx="30163" cy="128588"/>
                </a:xfrm>
                <a:custGeom>
                  <a:avLst/>
                  <a:gdLst>
                    <a:gd name="T0" fmla="*/ 54 w 54"/>
                    <a:gd name="T1" fmla="*/ 27 h 237"/>
                    <a:gd name="T2" fmla="*/ 27 w 54"/>
                    <a:gd name="T3" fmla="*/ 0 h 237"/>
                    <a:gd name="T4" fmla="*/ 0 w 54"/>
                    <a:gd name="T5" fmla="*/ 27 h 237"/>
                    <a:gd name="T6" fmla="*/ 0 w 54"/>
                    <a:gd name="T7" fmla="*/ 237 h 237"/>
                    <a:gd name="T8" fmla="*/ 54 w 54"/>
                    <a:gd name="T9" fmla="*/ 237 h 237"/>
                    <a:gd name="T10" fmla="*/ 54 w 54"/>
                    <a:gd name="T11" fmla="*/ 27 h 237"/>
                    <a:gd name="T12" fmla="*/ 54 w 54"/>
                    <a:gd name="T13" fmla="*/ 27 h 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4" h="237">
                      <a:moveTo>
                        <a:pt x="54" y="27"/>
                      </a:moveTo>
                      <a:cubicBezTo>
                        <a:pt x="54" y="14"/>
                        <a:pt x="40" y="0"/>
                        <a:pt x="27" y="0"/>
                      </a:cubicBezTo>
                      <a:cubicBezTo>
                        <a:pt x="13" y="0"/>
                        <a:pt x="0" y="14"/>
                        <a:pt x="0" y="27"/>
                      </a:cubicBezTo>
                      <a:cubicBezTo>
                        <a:pt x="0" y="237"/>
                        <a:pt x="0" y="237"/>
                        <a:pt x="0" y="237"/>
                      </a:cubicBezTo>
                      <a:cubicBezTo>
                        <a:pt x="54" y="237"/>
                        <a:pt x="54" y="237"/>
                        <a:pt x="54" y="237"/>
                      </a:cubicBezTo>
                      <a:cubicBezTo>
                        <a:pt x="54" y="27"/>
                        <a:pt x="54" y="27"/>
                        <a:pt x="54" y="27"/>
                      </a:cubicBezTo>
                      <a:cubicBezTo>
                        <a:pt x="54" y="27"/>
                        <a:pt x="54" y="27"/>
                        <a:pt x="54" y="27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42" name="Freeform 108">
                  <a:extLst>
                    <a:ext uri="{FF2B5EF4-FFF2-40B4-BE49-F238E27FC236}">
                      <a16:creationId xmlns:a16="http://schemas.microsoft.com/office/drawing/2014/main" id="{25862429-B285-164D-6C9B-9CA22DF1EAD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540788" y="3165475"/>
                  <a:ext cx="28575" cy="128588"/>
                </a:xfrm>
                <a:custGeom>
                  <a:avLst/>
                  <a:gdLst>
                    <a:gd name="T0" fmla="*/ 0 w 54"/>
                    <a:gd name="T1" fmla="*/ 211 h 238"/>
                    <a:gd name="T2" fmla="*/ 27 w 54"/>
                    <a:gd name="T3" fmla="*/ 238 h 238"/>
                    <a:gd name="T4" fmla="*/ 54 w 54"/>
                    <a:gd name="T5" fmla="*/ 211 h 238"/>
                    <a:gd name="T6" fmla="*/ 54 w 54"/>
                    <a:gd name="T7" fmla="*/ 0 h 238"/>
                    <a:gd name="T8" fmla="*/ 0 w 54"/>
                    <a:gd name="T9" fmla="*/ 0 h 238"/>
                    <a:gd name="T10" fmla="*/ 0 w 54"/>
                    <a:gd name="T11" fmla="*/ 211 h 238"/>
                    <a:gd name="T12" fmla="*/ 0 w 54"/>
                    <a:gd name="T13" fmla="*/ 211 h 2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4" h="238">
                      <a:moveTo>
                        <a:pt x="0" y="211"/>
                      </a:moveTo>
                      <a:cubicBezTo>
                        <a:pt x="0" y="231"/>
                        <a:pt x="13" y="238"/>
                        <a:pt x="27" y="238"/>
                      </a:cubicBezTo>
                      <a:cubicBezTo>
                        <a:pt x="40" y="238"/>
                        <a:pt x="54" y="231"/>
                        <a:pt x="54" y="211"/>
                      </a:cubicBezTo>
                      <a:cubicBezTo>
                        <a:pt x="54" y="0"/>
                        <a:pt x="54" y="0"/>
                        <a:pt x="54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211"/>
                        <a:pt x="0" y="211"/>
                        <a:pt x="0" y="211"/>
                      </a:cubicBezTo>
                      <a:cubicBezTo>
                        <a:pt x="0" y="211"/>
                        <a:pt x="0" y="211"/>
                        <a:pt x="0" y="211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43" name="Freeform 109">
                  <a:extLst>
                    <a:ext uri="{FF2B5EF4-FFF2-40B4-BE49-F238E27FC236}">
                      <a16:creationId xmlns:a16="http://schemas.microsoft.com/office/drawing/2014/main" id="{E09DC046-7EE4-728B-D20B-58B128E95DA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658263" y="3165475"/>
                  <a:ext cx="28575" cy="128588"/>
                </a:xfrm>
                <a:custGeom>
                  <a:avLst/>
                  <a:gdLst>
                    <a:gd name="T0" fmla="*/ 0 w 54"/>
                    <a:gd name="T1" fmla="*/ 211 h 238"/>
                    <a:gd name="T2" fmla="*/ 27 w 54"/>
                    <a:gd name="T3" fmla="*/ 238 h 238"/>
                    <a:gd name="T4" fmla="*/ 54 w 54"/>
                    <a:gd name="T5" fmla="*/ 211 h 238"/>
                    <a:gd name="T6" fmla="*/ 54 w 54"/>
                    <a:gd name="T7" fmla="*/ 0 h 238"/>
                    <a:gd name="T8" fmla="*/ 0 w 54"/>
                    <a:gd name="T9" fmla="*/ 0 h 238"/>
                    <a:gd name="T10" fmla="*/ 0 w 54"/>
                    <a:gd name="T11" fmla="*/ 211 h 238"/>
                    <a:gd name="T12" fmla="*/ 0 w 54"/>
                    <a:gd name="T13" fmla="*/ 211 h 2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4" h="238">
                      <a:moveTo>
                        <a:pt x="0" y="211"/>
                      </a:moveTo>
                      <a:cubicBezTo>
                        <a:pt x="0" y="231"/>
                        <a:pt x="13" y="238"/>
                        <a:pt x="27" y="238"/>
                      </a:cubicBezTo>
                      <a:cubicBezTo>
                        <a:pt x="40" y="238"/>
                        <a:pt x="54" y="231"/>
                        <a:pt x="54" y="211"/>
                      </a:cubicBezTo>
                      <a:cubicBezTo>
                        <a:pt x="54" y="0"/>
                        <a:pt x="54" y="0"/>
                        <a:pt x="54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211"/>
                        <a:pt x="0" y="211"/>
                        <a:pt x="0" y="211"/>
                      </a:cubicBezTo>
                      <a:cubicBezTo>
                        <a:pt x="0" y="211"/>
                        <a:pt x="0" y="211"/>
                        <a:pt x="0" y="211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44" name="Freeform 110">
                  <a:extLst>
                    <a:ext uri="{FF2B5EF4-FFF2-40B4-BE49-F238E27FC236}">
                      <a16:creationId xmlns:a16="http://schemas.microsoft.com/office/drawing/2014/main" id="{3C2D06E5-E248-5797-F98A-977EBB7597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770975" y="3165475"/>
                  <a:ext cx="30163" cy="128588"/>
                </a:xfrm>
                <a:custGeom>
                  <a:avLst/>
                  <a:gdLst>
                    <a:gd name="T0" fmla="*/ 0 w 54"/>
                    <a:gd name="T1" fmla="*/ 211 h 238"/>
                    <a:gd name="T2" fmla="*/ 27 w 54"/>
                    <a:gd name="T3" fmla="*/ 238 h 238"/>
                    <a:gd name="T4" fmla="*/ 54 w 54"/>
                    <a:gd name="T5" fmla="*/ 211 h 238"/>
                    <a:gd name="T6" fmla="*/ 54 w 54"/>
                    <a:gd name="T7" fmla="*/ 0 h 238"/>
                    <a:gd name="T8" fmla="*/ 0 w 54"/>
                    <a:gd name="T9" fmla="*/ 0 h 238"/>
                    <a:gd name="T10" fmla="*/ 0 w 54"/>
                    <a:gd name="T11" fmla="*/ 211 h 238"/>
                    <a:gd name="T12" fmla="*/ 0 w 54"/>
                    <a:gd name="T13" fmla="*/ 211 h 2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4" h="238">
                      <a:moveTo>
                        <a:pt x="0" y="211"/>
                      </a:moveTo>
                      <a:cubicBezTo>
                        <a:pt x="0" y="231"/>
                        <a:pt x="13" y="238"/>
                        <a:pt x="27" y="238"/>
                      </a:cubicBezTo>
                      <a:cubicBezTo>
                        <a:pt x="40" y="238"/>
                        <a:pt x="54" y="231"/>
                        <a:pt x="54" y="211"/>
                      </a:cubicBezTo>
                      <a:cubicBezTo>
                        <a:pt x="54" y="0"/>
                        <a:pt x="54" y="0"/>
                        <a:pt x="54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211"/>
                        <a:pt x="0" y="211"/>
                        <a:pt x="0" y="211"/>
                      </a:cubicBezTo>
                      <a:cubicBezTo>
                        <a:pt x="0" y="211"/>
                        <a:pt x="0" y="211"/>
                        <a:pt x="0" y="211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45" name="Freeform 111">
                  <a:extLst>
                    <a:ext uri="{FF2B5EF4-FFF2-40B4-BE49-F238E27FC236}">
                      <a16:creationId xmlns:a16="http://schemas.microsoft.com/office/drawing/2014/main" id="{2BDDCE55-6F65-B4B1-D725-DB74280D210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86863" y="3165475"/>
                  <a:ext cx="30163" cy="128588"/>
                </a:xfrm>
                <a:custGeom>
                  <a:avLst/>
                  <a:gdLst>
                    <a:gd name="T0" fmla="*/ 0 w 54"/>
                    <a:gd name="T1" fmla="*/ 211 h 238"/>
                    <a:gd name="T2" fmla="*/ 27 w 54"/>
                    <a:gd name="T3" fmla="*/ 238 h 238"/>
                    <a:gd name="T4" fmla="*/ 54 w 54"/>
                    <a:gd name="T5" fmla="*/ 211 h 238"/>
                    <a:gd name="T6" fmla="*/ 54 w 54"/>
                    <a:gd name="T7" fmla="*/ 0 h 238"/>
                    <a:gd name="T8" fmla="*/ 0 w 54"/>
                    <a:gd name="T9" fmla="*/ 0 h 238"/>
                    <a:gd name="T10" fmla="*/ 0 w 54"/>
                    <a:gd name="T11" fmla="*/ 211 h 238"/>
                    <a:gd name="T12" fmla="*/ 0 w 54"/>
                    <a:gd name="T13" fmla="*/ 211 h 2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4" h="238">
                      <a:moveTo>
                        <a:pt x="0" y="211"/>
                      </a:moveTo>
                      <a:cubicBezTo>
                        <a:pt x="0" y="231"/>
                        <a:pt x="13" y="238"/>
                        <a:pt x="27" y="238"/>
                      </a:cubicBezTo>
                      <a:cubicBezTo>
                        <a:pt x="40" y="238"/>
                        <a:pt x="54" y="231"/>
                        <a:pt x="54" y="211"/>
                      </a:cubicBezTo>
                      <a:cubicBezTo>
                        <a:pt x="54" y="0"/>
                        <a:pt x="54" y="0"/>
                        <a:pt x="54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211"/>
                        <a:pt x="0" y="211"/>
                        <a:pt x="0" y="211"/>
                      </a:cubicBezTo>
                      <a:cubicBezTo>
                        <a:pt x="0" y="211"/>
                        <a:pt x="0" y="211"/>
                        <a:pt x="0" y="211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46" name="Freeform 112">
                  <a:extLst>
                    <a:ext uri="{FF2B5EF4-FFF2-40B4-BE49-F238E27FC236}">
                      <a16:creationId xmlns:a16="http://schemas.microsoft.com/office/drawing/2014/main" id="{8B173D6E-5ED5-89FC-6868-7E949D4E4E6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1401088" y="2478088"/>
                  <a:ext cx="654050" cy="658813"/>
                </a:xfrm>
                <a:custGeom>
                  <a:avLst/>
                  <a:gdLst>
                    <a:gd name="T0" fmla="*/ 952 w 1208"/>
                    <a:gd name="T1" fmla="*/ 0 h 1215"/>
                    <a:gd name="T2" fmla="*/ 736 w 1208"/>
                    <a:gd name="T3" fmla="*/ 0 h 1215"/>
                    <a:gd name="T4" fmla="*/ 526 w 1208"/>
                    <a:gd name="T5" fmla="*/ 0 h 1215"/>
                    <a:gd name="T6" fmla="*/ 310 w 1208"/>
                    <a:gd name="T7" fmla="*/ 0 h 1215"/>
                    <a:gd name="T8" fmla="*/ 128 w 1208"/>
                    <a:gd name="T9" fmla="*/ 0 h 1215"/>
                    <a:gd name="T10" fmla="*/ 0 w 1208"/>
                    <a:gd name="T11" fmla="*/ 264 h 1215"/>
                    <a:gd name="T12" fmla="*/ 0 w 1208"/>
                    <a:gd name="T13" fmla="*/ 473 h 1215"/>
                    <a:gd name="T14" fmla="*/ 0 w 1208"/>
                    <a:gd name="T15" fmla="*/ 689 h 1215"/>
                    <a:gd name="T16" fmla="*/ 0 w 1208"/>
                    <a:gd name="T17" fmla="*/ 898 h 1215"/>
                    <a:gd name="T18" fmla="*/ 0 w 1208"/>
                    <a:gd name="T19" fmla="*/ 1087 h 1215"/>
                    <a:gd name="T20" fmla="*/ 256 w 1208"/>
                    <a:gd name="T21" fmla="*/ 1215 h 1215"/>
                    <a:gd name="T22" fmla="*/ 472 w 1208"/>
                    <a:gd name="T23" fmla="*/ 1215 h 1215"/>
                    <a:gd name="T24" fmla="*/ 682 w 1208"/>
                    <a:gd name="T25" fmla="*/ 1215 h 1215"/>
                    <a:gd name="T26" fmla="*/ 898 w 1208"/>
                    <a:gd name="T27" fmla="*/ 1215 h 1215"/>
                    <a:gd name="T28" fmla="*/ 1080 w 1208"/>
                    <a:gd name="T29" fmla="*/ 1215 h 1215"/>
                    <a:gd name="T30" fmla="*/ 1208 w 1208"/>
                    <a:gd name="T31" fmla="*/ 952 h 1215"/>
                    <a:gd name="T32" fmla="*/ 1208 w 1208"/>
                    <a:gd name="T33" fmla="*/ 743 h 1215"/>
                    <a:gd name="T34" fmla="*/ 1208 w 1208"/>
                    <a:gd name="T35" fmla="*/ 527 h 1215"/>
                    <a:gd name="T36" fmla="*/ 1208 w 1208"/>
                    <a:gd name="T37" fmla="*/ 318 h 1215"/>
                    <a:gd name="T38" fmla="*/ 1208 w 1208"/>
                    <a:gd name="T39" fmla="*/ 129 h 1215"/>
                    <a:gd name="T40" fmla="*/ 1154 w 1208"/>
                    <a:gd name="T41" fmla="*/ 264 h 1215"/>
                    <a:gd name="T42" fmla="*/ 1154 w 1208"/>
                    <a:gd name="T43" fmla="*/ 473 h 1215"/>
                    <a:gd name="T44" fmla="*/ 1154 w 1208"/>
                    <a:gd name="T45" fmla="*/ 689 h 1215"/>
                    <a:gd name="T46" fmla="*/ 1154 w 1208"/>
                    <a:gd name="T47" fmla="*/ 898 h 1215"/>
                    <a:gd name="T48" fmla="*/ 1154 w 1208"/>
                    <a:gd name="T49" fmla="*/ 1087 h 1215"/>
                    <a:gd name="T50" fmla="*/ 952 w 1208"/>
                    <a:gd name="T51" fmla="*/ 1161 h 1215"/>
                    <a:gd name="T52" fmla="*/ 736 w 1208"/>
                    <a:gd name="T53" fmla="*/ 1161 h 1215"/>
                    <a:gd name="T54" fmla="*/ 526 w 1208"/>
                    <a:gd name="T55" fmla="*/ 1161 h 1215"/>
                    <a:gd name="T56" fmla="*/ 310 w 1208"/>
                    <a:gd name="T57" fmla="*/ 1161 h 1215"/>
                    <a:gd name="T58" fmla="*/ 128 w 1208"/>
                    <a:gd name="T59" fmla="*/ 1161 h 1215"/>
                    <a:gd name="T60" fmla="*/ 54 w 1208"/>
                    <a:gd name="T61" fmla="*/ 952 h 1215"/>
                    <a:gd name="T62" fmla="*/ 54 w 1208"/>
                    <a:gd name="T63" fmla="*/ 743 h 1215"/>
                    <a:gd name="T64" fmla="*/ 54 w 1208"/>
                    <a:gd name="T65" fmla="*/ 527 h 1215"/>
                    <a:gd name="T66" fmla="*/ 54 w 1208"/>
                    <a:gd name="T67" fmla="*/ 318 h 1215"/>
                    <a:gd name="T68" fmla="*/ 54 w 1208"/>
                    <a:gd name="T69" fmla="*/ 129 h 1215"/>
                    <a:gd name="T70" fmla="*/ 256 w 1208"/>
                    <a:gd name="T71" fmla="*/ 54 h 1215"/>
                    <a:gd name="T72" fmla="*/ 472 w 1208"/>
                    <a:gd name="T73" fmla="*/ 54 h 1215"/>
                    <a:gd name="T74" fmla="*/ 682 w 1208"/>
                    <a:gd name="T75" fmla="*/ 54 h 1215"/>
                    <a:gd name="T76" fmla="*/ 898 w 1208"/>
                    <a:gd name="T77" fmla="*/ 54 h 1215"/>
                    <a:gd name="T78" fmla="*/ 1080 w 1208"/>
                    <a:gd name="T79" fmla="*/ 54 h 1215"/>
                    <a:gd name="T80" fmla="*/ 1154 w 1208"/>
                    <a:gd name="T81" fmla="*/ 264 h 12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1208" h="1215">
                      <a:moveTo>
                        <a:pt x="1080" y="0"/>
                      </a:moveTo>
                      <a:cubicBezTo>
                        <a:pt x="952" y="0"/>
                        <a:pt x="952" y="0"/>
                        <a:pt x="952" y="0"/>
                      </a:cubicBezTo>
                      <a:cubicBezTo>
                        <a:pt x="898" y="0"/>
                        <a:pt x="898" y="0"/>
                        <a:pt x="898" y="0"/>
                      </a:cubicBezTo>
                      <a:cubicBezTo>
                        <a:pt x="736" y="0"/>
                        <a:pt x="736" y="0"/>
                        <a:pt x="736" y="0"/>
                      </a:cubicBezTo>
                      <a:cubicBezTo>
                        <a:pt x="682" y="0"/>
                        <a:pt x="682" y="0"/>
                        <a:pt x="682" y="0"/>
                      </a:cubicBezTo>
                      <a:cubicBezTo>
                        <a:pt x="526" y="0"/>
                        <a:pt x="526" y="0"/>
                        <a:pt x="526" y="0"/>
                      </a:cubicBezTo>
                      <a:cubicBezTo>
                        <a:pt x="472" y="0"/>
                        <a:pt x="472" y="0"/>
                        <a:pt x="472" y="0"/>
                      </a:cubicBezTo>
                      <a:cubicBezTo>
                        <a:pt x="310" y="0"/>
                        <a:pt x="310" y="0"/>
                        <a:pt x="310" y="0"/>
                      </a:cubicBezTo>
                      <a:cubicBezTo>
                        <a:pt x="256" y="0"/>
                        <a:pt x="256" y="0"/>
                        <a:pt x="256" y="0"/>
                      </a:cubicBezTo>
                      <a:cubicBezTo>
                        <a:pt x="128" y="0"/>
                        <a:pt x="128" y="0"/>
                        <a:pt x="128" y="0"/>
                      </a:cubicBezTo>
                      <a:cubicBezTo>
                        <a:pt x="54" y="0"/>
                        <a:pt x="0" y="61"/>
                        <a:pt x="0" y="129"/>
                      </a:cubicBezTo>
                      <a:cubicBezTo>
                        <a:pt x="0" y="264"/>
                        <a:pt x="0" y="264"/>
                        <a:pt x="0" y="264"/>
                      </a:cubicBezTo>
                      <a:cubicBezTo>
                        <a:pt x="0" y="318"/>
                        <a:pt x="0" y="318"/>
                        <a:pt x="0" y="318"/>
                      </a:cubicBezTo>
                      <a:cubicBezTo>
                        <a:pt x="0" y="473"/>
                        <a:pt x="0" y="473"/>
                        <a:pt x="0" y="473"/>
                      </a:cubicBezTo>
                      <a:cubicBezTo>
                        <a:pt x="0" y="527"/>
                        <a:pt x="0" y="527"/>
                        <a:pt x="0" y="527"/>
                      </a:cubicBezTo>
                      <a:cubicBezTo>
                        <a:pt x="0" y="689"/>
                        <a:pt x="0" y="689"/>
                        <a:pt x="0" y="689"/>
                      </a:cubicBezTo>
                      <a:cubicBezTo>
                        <a:pt x="0" y="743"/>
                        <a:pt x="0" y="743"/>
                        <a:pt x="0" y="743"/>
                      </a:cubicBezTo>
                      <a:cubicBezTo>
                        <a:pt x="0" y="898"/>
                        <a:pt x="0" y="898"/>
                        <a:pt x="0" y="898"/>
                      </a:cubicBezTo>
                      <a:cubicBezTo>
                        <a:pt x="0" y="952"/>
                        <a:pt x="0" y="952"/>
                        <a:pt x="0" y="952"/>
                      </a:cubicBezTo>
                      <a:cubicBezTo>
                        <a:pt x="0" y="1087"/>
                        <a:pt x="0" y="1087"/>
                        <a:pt x="0" y="1087"/>
                      </a:cubicBezTo>
                      <a:cubicBezTo>
                        <a:pt x="0" y="1161"/>
                        <a:pt x="54" y="1215"/>
                        <a:pt x="128" y="1215"/>
                      </a:cubicBezTo>
                      <a:cubicBezTo>
                        <a:pt x="256" y="1215"/>
                        <a:pt x="256" y="1215"/>
                        <a:pt x="256" y="1215"/>
                      </a:cubicBezTo>
                      <a:cubicBezTo>
                        <a:pt x="310" y="1215"/>
                        <a:pt x="310" y="1215"/>
                        <a:pt x="310" y="1215"/>
                      </a:cubicBezTo>
                      <a:cubicBezTo>
                        <a:pt x="472" y="1215"/>
                        <a:pt x="472" y="1215"/>
                        <a:pt x="472" y="1215"/>
                      </a:cubicBezTo>
                      <a:cubicBezTo>
                        <a:pt x="526" y="1215"/>
                        <a:pt x="526" y="1215"/>
                        <a:pt x="526" y="1215"/>
                      </a:cubicBezTo>
                      <a:cubicBezTo>
                        <a:pt x="682" y="1215"/>
                        <a:pt x="682" y="1215"/>
                        <a:pt x="682" y="1215"/>
                      </a:cubicBezTo>
                      <a:cubicBezTo>
                        <a:pt x="736" y="1215"/>
                        <a:pt x="736" y="1215"/>
                        <a:pt x="736" y="1215"/>
                      </a:cubicBezTo>
                      <a:cubicBezTo>
                        <a:pt x="898" y="1215"/>
                        <a:pt x="898" y="1215"/>
                        <a:pt x="898" y="1215"/>
                      </a:cubicBezTo>
                      <a:cubicBezTo>
                        <a:pt x="952" y="1215"/>
                        <a:pt x="952" y="1215"/>
                        <a:pt x="952" y="1215"/>
                      </a:cubicBezTo>
                      <a:cubicBezTo>
                        <a:pt x="1080" y="1215"/>
                        <a:pt x="1080" y="1215"/>
                        <a:pt x="1080" y="1215"/>
                      </a:cubicBezTo>
                      <a:cubicBezTo>
                        <a:pt x="1154" y="1215"/>
                        <a:pt x="1208" y="1161"/>
                        <a:pt x="1208" y="1087"/>
                      </a:cubicBezTo>
                      <a:cubicBezTo>
                        <a:pt x="1208" y="952"/>
                        <a:pt x="1208" y="952"/>
                        <a:pt x="1208" y="952"/>
                      </a:cubicBezTo>
                      <a:cubicBezTo>
                        <a:pt x="1208" y="898"/>
                        <a:pt x="1208" y="898"/>
                        <a:pt x="1208" y="898"/>
                      </a:cubicBezTo>
                      <a:cubicBezTo>
                        <a:pt x="1208" y="743"/>
                        <a:pt x="1208" y="743"/>
                        <a:pt x="1208" y="743"/>
                      </a:cubicBezTo>
                      <a:cubicBezTo>
                        <a:pt x="1208" y="689"/>
                        <a:pt x="1208" y="689"/>
                        <a:pt x="1208" y="689"/>
                      </a:cubicBezTo>
                      <a:cubicBezTo>
                        <a:pt x="1208" y="527"/>
                        <a:pt x="1208" y="527"/>
                        <a:pt x="1208" y="527"/>
                      </a:cubicBezTo>
                      <a:cubicBezTo>
                        <a:pt x="1208" y="473"/>
                        <a:pt x="1208" y="473"/>
                        <a:pt x="1208" y="473"/>
                      </a:cubicBezTo>
                      <a:cubicBezTo>
                        <a:pt x="1208" y="318"/>
                        <a:pt x="1208" y="318"/>
                        <a:pt x="1208" y="318"/>
                      </a:cubicBezTo>
                      <a:cubicBezTo>
                        <a:pt x="1208" y="264"/>
                        <a:pt x="1208" y="264"/>
                        <a:pt x="1208" y="264"/>
                      </a:cubicBezTo>
                      <a:cubicBezTo>
                        <a:pt x="1208" y="129"/>
                        <a:pt x="1208" y="129"/>
                        <a:pt x="1208" y="129"/>
                      </a:cubicBezTo>
                      <a:cubicBezTo>
                        <a:pt x="1208" y="61"/>
                        <a:pt x="1154" y="0"/>
                        <a:pt x="1080" y="0"/>
                      </a:cubicBezTo>
                      <a:close/>
                      <a:moveTo>
                        <a:pt x="1154" y="264"/>
                      </a:moveTo>
                      <a:cubicBezTo>
                        <a:pt x="1154" y="318"/>
                        <a:pt x="1154" y="318"/>
                        <a:pt x="1154" y="318"/>
                      </a:cubicBezTo>
                      <a:cubicBezTo>
                        <a:pt x="1154" y="473"/>
                        <a:pt x="1154" y="473"/>
                        <a:pt x="1154" y="473"/>
                      </a:cubicBezTo>
                      <a:cubicBezTo>
                        <a:pt x="1154" y="527"/>
                        <a:pt x="1154" y="527"/>
                        <a:pt x="1154" y="527"/>
                      </a:cubicBezTo>
                      <a:cubicBezTo>
                        <a:pt x="1154" y="689"/>
                        <a:pt x="1154" y="689"/>
                        <a:pt x="1154" y="689"/>
                      </a:cubicBezTo>
                      <a:cubicBezTo>
                        <a:pt x="1154" y="743"/>
                        <a:pt x="1154" y="743"/>
                        <a:pt x="1154" y="743"/>
                      </a:cubicBezTo>
                      <a:cubicBezTo>
                        <a:pt x="1154" y="898"/>
                        <a:pt x="1154" y="898"/>
                        <a:pt x="1154" y="898"/>
                      </a:cubicBezTo>
                      <a:cubicBezTo>
                        <a:pt x="1154" y="952"/>
                        <a:pt x="1154" y="952"/>
                        <a:pt x="1154" y="952"/>
                      </a:cubicBezTo>
                      <a:cubicBezTo>
                        <a:pt x="1154" y="1087"/>
                        <a:pt x="1154" y="1087"/>
                        <a:pt x="1154" y="1087"/>
                      </a:cubicBezTo>
                      <a:cubicBezTo>
                        <a:pt x="1154" y="1127"/>
                        <a:pt x="1127" y="1161"/>
                        <a:pt x="1080" y="1161"/>
                      </a:cubicBezTo>
                      <a:cubicBezTo>
                        <a:pt x="952" y="1161"/>
                        <a:pt x="952" y="1161"/>
                        <a:pt x="952" y="1161"/>
                      </a:cubicBezTo>
                      <a:cubicBezTo>
                        <a:pt x="898" y="1161"/>
                        <a:pt x="898" y="1161"/>
                        <a:pt x="898" y="1161"/>
                      </a:cubicBezTo>
                      <a:cubicBezTo>
                        <a:pt x="736" y="1161"/>
                        <a:pt x="736" y="1161"/>
                        <a:pt x="736" y="1161"/>
                      </a:cubicBezTo>
                      <a:cubicBezTo>
                        <a:pt x="682" y="1161"/>
                        <a:pt x="682" y="1161"/>
                        <a:pt x="682" y="1161"/>
                      </a:cubicBezTo>
                      <a:cubicBezTo>
                        <a:pt x="526" y="1161"/>
                        <a:pt x="526" y="1161"/>
                        <a:pt x="526" y="1161"/>
                      </a:cubicBezTo>
                      <a:cubicBezTo>
                        <a:pt x="472" y="1161"/>
                        <a:pt x="472" y="1161"/>
                        <a:pt x="472" y="1161"/>
                      </a:cubicBezTo>
                      <a:cubicBezTo>
                        <a:pt x="310" y="1161"/>
                        <a:pt x="310" y="1161"/>
                        <a:pt x="310" y="1161"/>
                      </a:cubicBezTo>
                      <a:cubicBezTo>
                        <a:pt x="256" y="1161"/>
                        <a:pt x="256" y="1161"/>
                        <a:pt x="256" y="1161"/>
                      </a:cubicBezTo>
                      <a:cubicBezTo>
                        <a:pt x="128" y="1161"/>
                        <a:pt x="128" y="1161"/>
                        <a:pt x="128" y="1161"/>
                      </a:cubicBezTo>
                      <a:cubicBezTo>
                        <a:pt x="81" y="1161"/>
                        <a:pt x="54" y="1127"/>
                        <a:pt x="54" y="1087"/>
                      </a:cubicBezTo>
                      <a:cubicBezTo>
                        <a:pt x="54" y="952"/>
                        <a:pt x="54" y="952"/>
                        <a:pt x="54" y="952"/>
                      </a:cubicBezTo>
                      <a:cubicBezTo>
                        <a:pt x="54" y="898"/>
                        <a:pt x="54" y="898"/>
                        <a:pt x="54" y="898"/>
                      </a:cubicBezTo>
                      <a:cubicBezTo>
                        <a:pt x="54" y="743"/>
                        <a:pt x="54" y="743"/>
                        <a:pt x="54" y="743"/>
                      </a:cubicBezTo>
                      <a:cubicBezTo>
                        <a:pt x="54" y="689"/>
                        <a:pt x="54" y="689"/>
                        <a:pt x="54" y="689"/>
                      </a:cubicBezTo>
                      <a:cubicBezTo>
                        <a:pt x="54" y="527"/>
                        <a:pt x="54" y="527"/>
                        <a:pt x="54" y="527"/>
                      </a:cubicBezTo>
                      <a:cubicBezTo>
                        <a:pt x="54" y="473"/>
                        <a:pt x="54" y="473"/>
                        <a:pt x="54" y="473"/>
                      </a:cubicBezTo>
                      <a:cubicBezTo>
                        <a:pt x="54" y="318"/>
                        <a:pt x="54" y="318"/>
                        <a:pt x="54" y="318"/>
                      </a:cubicBezTo>
                      <a:cubicBezTo>
                        <a:pt x="54" y="264"/>
                        <a:pt x="54" y="264"/>
                        <a:pt x="54" y="264"/>
                      </a:cubicBezTo>
                      <a:cubicBezTo>
                        <a:pt x="54" y="129"/>
                        <a:pt x="54" y="129"/>
                        <a:pt x="54" y="129"/>
                      </a:cubicBezTo>
                      <a:cubicBezTo>
                        <a:pt x="54" y="88"/>
                        <a:pt x="81" y="54"/>
                        <a:pt x="128" y="54"/>
                      </a:cubicBezTo>
                      <a:cubicBezTo>
                        <a:pt x="256" y="54"/>
                        <a:pt x="256" y="54"/>
                        <a:pt x="256" y="54"/>
                      </a:cubicBezTo>
                      <a:cubicBezTo>
                        <a:pt x="310" y="54"/>
                        <a:pt x="310" y="54"/>
                        <a:pt x="310" y="54"/>
                      </a:cubicBezTo>
                      <a:cubicBezTo>
                        <a:pt x="472" y="54"/>
                        <a:pt x="472" y="54"/>
                        <a:pt x="472" y="54"/>
                      </a:cubicBezTo>
                      <a:cubicBezTo>
                        <a:pt x="526" y="54"/>
                        <a:pt x="526" y="54"/>
                        <a:pt x="526" y="54"/>
                      </a:cubicBezTo>
                      <a:cubicBezTo>
                        <a:pt x="682" y="54"/>
                        <a:pt x="682" y="54"/>
                        <a:pt x="682" y="54"/>
                      </a:cubicBezTo>
                      <a:cubicBezTo>
                        <a:pt x="736" y="54"/>
                        <a:pt x="736" y="54"/>
                        <a:pt x="736" y="54"/>
                      </a:cubicBezTo>
                      <a:cubicBezTo>
                        <a:pt x="898" y="54"/>
                        <a:pt x="898" y="54"/>
                        <a:pt x="898" y="54"/>
                      </a:cubicBezTo>
                      <a:cubicBezTo>
                        <a:pt x="952" y="54"/>
                        <a:pt x="952" y="54"/>
                        <a:pt x="952" y="54"/>
                      </a:cubicBezTo>
                      <a:cubicBezTo>
                        <a:pt x="1080" y="54"/>
                        <a:pt x="1080" y="54"/>
                        <a:pt x="1080" y="54"/>
                      </a:cubicBezTo>
                      <a:cubicBezTo>
                        <a:pt x="1127" y="54"/>
                        <a:pt x="1154" y="88"/>
                        <a:pt x="1154" y="129"/>
                      </a:cubicBezTo>
                      <a:cubicBezTo>
                        <a:pt x="1154" y="264"/>
                        <a:pt x="1154" y="264"/>
                        <a:pt x="1154" y="264"/>
                      </a:cubicBezTo>
                      <a:cubicBezTo>
                        <a:pt x="1154" y="264"/>
                        <a:pt x="1154" y="264"/>
                        <a:pt x="1154" y="264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Calibri" panose="020F0502020204030204" pitchFamily="34" charset="0"/>
                  </a:endParaRPr>
                </a:p>
              </p:txBody>
            </p:sp>
          </p:grpSp>
          <p:pic>
            <p:nvPicPr>
              <p:cNvPr id="328" name="그림 327">
                <a:extLst>
                  <a:ext uri="{FF2B5EF4-FFF2-40B4-BE49-F238E27FC236}">
                    <a16:creationId xmlns:a16="http://schemas.microsoft.com/office/drawing/2014/main" id="{69BC38E1-391B-4B43-7550-434F5A132F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lum bright="100000"/>
              </a:blip>
              <a:stretch>
                <a:fillRect/>
              </a:stretch>
            </p:blipFill>
            <p:spPr>
              <a:xfrm>
                <a:off x="1124483" y="5707212"/>
                <a:ext cx="491143" cy="179999"/>
              </a:xfrm>
              <a:prstGeom prst="rect">
                <a:avLst/>
              </a:prstGeom>
            </p:spPr>
          </p:pic>
        </p:grpSp>
      </p:grpSp>
      <p:grpSp>
        <p:nvGrpSpPr>
          <p:cNvPr id="351" name="그룹 350">
            <a:extLst>
              <a:ext uri="{FF2B5EF4-FFF2-40B4-BE49-F238E27FC236}">
                <a16:creationId xmlns:a16="http://schemas.microsoft.com/office/drawing/2014/main" id="{3675B300-0B39-52E9-C68E-1A86D854169B}"/>
              </a:ext>
            </a:extLst>
          </p:cNvPr>
          <p:cNvGrpSpPr>
            <a:grpSpLocks noChangeAspect="1"/>
          </p:cNvGrpSpPr>
          <p:nvPr/>
        </p:nvGrpSpPr>
        <p:grpSpPr>
          <a:xfrm>
            <a:off x="4349990" y="2611568"/>
            <a:ext cx="275933" cy="370838"/>
            <a:chOff x="3493283" y="3693520"/>
            <a:chExt cx="897069" cy="1233786"/>
          </a:xfrm>
        </p:grpSpPr>
        <p:grpSp>
          <p:nvGrpSpPr>
            <p:cNvPr id="352" name="그룹 351">
              <a:extLst>
                <a:ext uri="{FF2B5EF4-FFF2-40B4-BE49-F238E27FC236}">
                  <a16:creationId xmlns:a16="http://schemas.microsoft.com/office/drawing/2014/main" id="{879CEA47-8FDB-5CF2-5186-65EA89DD14A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493283" y="3693520"/>
              <a:ext cx="897069" cy="1233786"/>
              <a:chOff x="11921380" y="4267727"/>
              <a:chExt cx="916126" cy="1260000"/>
            </a:xfrm>
          </p:grpSpPr>
          <p:sp>
            <p:nvSpPr>
              <p:cNvPr id="374" name="사각형: 둥근 모서리 800">
                <a:extLst>
                  <a:ext uri="{FF2B5EF4-FFF2-40B4-BE49-F238E27FC236}">
                    <a16:creationId xmlns:a16="http://schemas.microsoft.com/office/drawing/2014/main" id="{19FD0A2D-8FEA-407C-61A4-6A60C08C3C3E}"/>
                  </a:ext>
                </a:extLst>
              </p:cNvPr>
              <p:cNvSpPr/>
              <p:nvPr/>
            </p:nvSpPr>
            <p:spPr>
              <a:xfrm>
                <a:off x="11923593" y="4271687"/>
                <a:ext cx="911716" cy="1252078"/>
              </a:xfrm>
              <a:prstGeom prst="roundRect">
                <a:avLst>
                  <a:gd name="adj" fmla="val 7097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u="none" strike="noStrike" kern="1200" cap="none" spc="-30" normalizeH="0" baseline="0" noProof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endParaRPr>
              </a:p>
            </p:txBody>
          </p:sp>
          <p:grpSp>
            <p:nvGrpSpPr>
              <p:cNvPr id="375" name="그룹 374">
                <a:extLst>
                  <a:ext uri="{FF2B5EF4-FFF2-40B4-BE49-F238E27FC236}">
                    <a16:creationId xmlns:a16="http://schemas.microsoft.com/office/drawing/2014/main" id="{8C62B6CB-0CE6-3F0E-CEB5-D05C5092785C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1921380" y="4267727"/>
                <a:ext cx="916126" cy="1260000"/>
                <a:chOff x="14485933" y="-2571751"/>
                <a:chExt cx="554038" cy="762000"/>
              </a:xfrm>
              <a:solidFill>
                <a:srgbClr val="262626"/>
              </a:solidFill>
            </p:grpSpPr>
            <p:sp>
              <p:nvSpPr>
                <p:cNvPr id="376" name="Freeform 230">
                  <a:extLst>
                    <a:ext uri="{FF2B5EF4-FFF2-40B4-BE49-F238E27FC236}">
                      <a16:creationId xmlns:a16="http://schemas.microsoft.com/office/drawing/2014/main" id="{318D5FE9-F033-D7FA-214D-A9F06699CFF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4485933" y="-2571751"/>
                  <a:ext cx="554038" cy="762000"/>
                </a:xfrm>
                <a:custGeom>
                  <a:avLst/>
                  <a:gdLst>
                    <a:gd name="T0" fmla="*/ 137 w 147"/>
                    <a:gd name="T1" fmla="*/ 0 h 200"/>
                    <a:gd name="T2" fmla="*/ 10 w 147"/>
                    <a:gd name="T3" fmla="*/ 0 h 200"/>
                    <a:gd name="T4" fmla="*/ 0 w 147"/>
                    <a:gd name="T5" fmla="*/ 10 h 200"/>
                    <a:gd name="T6" fmla="*/ 0 w 147"/>
                    <a:gd name="T7" fmla="*/ 190 h 200"/>
                    <a:gd name="T8" fmla="*/ 10 w 147"/>
                    <a:gd name="T9" fmla="*/ 200 h 200"/>
                    <a:gd name="T10" fmla="*/ 137 w 147"/>
                    <a:gd name="T11" fmla="*/ 200 h 200"/>
                    <a:gd name="T12" fmla="*/ 140 w 147"/>
                    <a:gd name="T13" fmla="*/ 199 h 200"/>
                    <a:gd name="T14" fmla="*/ 146 w 147"/>
                    <a:gd name="T15" fmla="*/ 193 h 200"/>
                    <a:gd name="T16" fmla="*/ 147 w 147"/>
                    <a:gd name="T17" fmla="*/ 190 h 200"/>
                    <a:gd name="T18" fmla="*/ 147 w 147"/>
                    <a:gd name="T19" fmla="*/ 10 h 200"/>
                    <a:gd name="T20" fmla="*/ 137 w 147"/>
                    <a:gd name="T21" fmla="*/ 0 h 200"/>
                    <a:gd name="T22" fmla="*/ 139 w 147"/>
                    <a:gd name="T23" fmla="*/ 189 h 200"/>
                    <a:gd name="T24" fmla="*/ 135 w 147"/>
                    <a:gd name="T25" fmla="*/ 192 h 200"/>
                    <a:gd name="T26" fmla="*/ 10 w 147"/>
                    <a:gd name="T27" fmla="*/ 192 h 200"/>
                    <a:gd name="T28" fmla="*/ 8 w 147"/>
                    <a:gd name="T29" fmla="*/ 190 h 200"/>
                    <a:gd name="T30" fmla="*/ 8 w 147"/>
                    <a:gd name="T31" fmla="*/ 10 h 200"/>
                    <a:gd name="T32" fmla="*/ 10 w 147"/>
                    <a:gd name="T33" fmla="*/ 8 h 200"/>
                    <a:gd name="T34" fmla="*/ 137 w 147"/>
                    <a:gd name="T35" fmla="*/ 8 h 200"/>
                    <a:gd name="T36" fmla="*/ 139 w 147"/>
                    <a:gd name="T37" fmla="*/ 10 h 200"/>
                    <a:gd name="T38" fmla="*/ 139 w 147"/>
                    <a:gd name="T39" fmla="*/ 189 h 2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147" h="200">
                      <a:moveTo>
                        <a:pt x="137" y="0"/>
                      </a:moveTo>
                      <a:cubicBezTo>
                        <a:pt x="10" y="0"/>
                        <a:pt x="10" y="0"/>
                        <a:pt x="10" y="0"/>
                      </a:cubicBezTo>
                      <a:cubicBezTo>
                        <a:pt x="4" y="0"/>
                        <a:pt x="0" y="5"/>
                        <a:pt x="0" y="10"/>
                      </a:cubicBezTo>
                      <a:cubicBezTo>
                        <a:pt x="0" y="190"/>
                        <a:pt x="0" y="190"/>
                        <a:pt x="0" y="190"/>
                      </a:cubicBezTo>
                      <a:cubicBezTo>
                        <a:pt x="0" y="196"/>
                        <a:pt x="4" y="200"/>
                        <a:pt x="10" y="200"/>
                      </a:cubicBezTo>
                      <a:cubicBezTo>
                        <a:pt x="137" y="200"/>
                        <a:pt x="137" y="200"/>
                        <a:pt x="137" y="200"/>
                      </a:cubicBezTo>
                      <a:cubicBezTo>
                        <a:pt x="138" y="200"/>
                        <a:pt x="139" y="200"/>
                        <a:pt x="140" y="199"/>
                      </a:cubicBezTo>
                      <a:cubicBezTo>
                        <a:pt x="146" y="193"/>
                        <a:pt x="146" y="193"/>
                        <a:pt x="146" y="193"/>
                      </a:cubicBezTo>
                      <a:cubicBezTo>
                        <a:pt x="146" y="192"/>
                        <a:pt x="147" y="191"/>
                        <a:pt x="147" y="190"/>
                      </a:cubicBezTo>
                      <a:cubicBezTo>
                        <a:pt x="147" y="10"/>
                        <a:pt x="147" y="10"/>
                        <a:pt x="147" y="10"/>
                      </a:cubicBezTo>
                      <a:cubicBezTo>
                        <a:pt x="147" y="5"/>
                        <a:pt x="142" y="0"/>
                        <a:pt x="137" y="0"/>
                      </a:cubicBezTo>
                      <a:close/>
                      <a:moveTo>
                        <a:pt x="139" y="189"/>
                      </a:moveTo>
                      <a:cubicBezTo>
                        <a:pt x="135" y="192"/>
                        <a:pt x="135" y="192"/>
                        <a:pt x="135" y="192"/>
                      </a:cubicBezTo>
                      <a:cubicBezTo>
                        <a:pt x="10" y="192"/>
                        <a:pt x="10" y="192"/>
                        <a:pt x="10" y="192"/>
                      </a:cubicBezTo>
                      <a:cubicBezTo>
                        <a:pt x="9" y="192"/>
                        <a:pt x="8" y="191"/>
                        <a:pt x="8" y="190"/>
                      </a:cubicBezTo>
                      <a:cubicBezTo>
                        <a:pt x="8" y="10"/>
                        <a:pt x="8" y="10"/>
                        <a:pt x="8" y="10"/>
                      </a:cubicBezTo>
                      <a:cubicBezTo>
                        <a:pt x="8" y="9"/>
                        <a:pt x="9" y="8"/>
                        <a:pt x="10" y="8"/>
                      </a:cubicBezTo>
                      <a:cubicBezTo>
                        <a:pt x="137" y="8"/>
                        <a:pt x="137" y="8"/>
                        <a:pt x="137" y="8"/>
                      </a:cubicBezTo>
                      <a:cubicBezTo>
                        <a:pt x="138" y="8"/>
                        <a:pt x="139" y="9"/>
                        <a:pt x="139" y="10"/>
                      </a:cubicBezTo>
                      <a:lnTo>
                        <a:pt x="139" y="189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u="none" strike="noStrike" kern="1200" cap="none" spc="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endParaRPr>
                </a:p>
              </p:txBody>
            </p:sp>
            <p:sp>
              <p:nvSpPr>
                <p:cNvPr id="377" name="Freeform 231">
                  <a:extLst>
                    <a:ext uri="{FF2B5EF4-FFF2-40B4-BE49-F238E27FC236}">
                      <a16:creationId xmlns:a16="http://schemas.microsoft.com/office/drawing/2014/main" id="{C0B4EA93-B94D-C2EA-3C10-23E7935C247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603413" y="-2403476"/>
                  <a:ext cx="315913" cy="30163"/>
                </a:xfrm>
                <a:custGeom>
                  <a:avLst/>
                  <a:gdLst>
                    <a:gd name="T0" fmla="*/ 80 w 84"/>
                    <a:gd name="T1" fmla="*/ 0 h 8"/>
                    <a:gd name="T2" fmla="*/ 4 w 84"/>
                    <a:gd name="T3" fmla="*/ 0 h 8"/>
                    <a:gd name="T4" fmla="*/ 0 w 84"/>
                    <a:gd name="T5" fmla="*/ 4 h 8"/>
                    <a:gd name="T6" fmla="*/ 4 w 84"/>
                    <a:gd name="T7" fmla="*/ 8 h 8"/>
                    <a:gd name="T8" fmla="*/ 80 w 84"/>
                    <a:gd name="T9" fmla="*/ 8 h 8"/>
                    <a:gd name="T10" fmla="*/ 84 w 84"/>
                    <a:gd name="T11" fmla="*/ 4 h 8"/>
                    <a:gd name="T12" fmla="*/ 80 w 84"/>
                    <a:gd name="T13" fmla="*/ 0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4" h="8">
                      <a:moveTo>
                        <a:pt x="80" y="0"/>
                      </a:move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2"/>
                        <a:pt x="0" y="4"/>
                      </a:cubicBezTo>
                      <a:cubicBezTo>
                        <a:pt x="0" y="6"/>
                        <a:pt x="2" y="8"/>
                        <a:pt x="4" y="8"/>
                      </a:cubicBezTo>
                      <a:cubicBezTo>
                        <a:pt x="80" y="8"/>
                        <a:pt x="80" y="8"/>
                        <a:pt x="80" y="8"/>
                      </a:cubicBezTo>
                      <a:cubicBezTo>
                        <a:pt x="82" y="8"/>
                        <a:pt x="84" y="6"/>
                        <a:pt x="84" y="4"/>
                      </a:cubicBezTo>
                      <a:cubicBezTo>
                        <a:pt x="84" y="2"/>
                        <a:pt x="82" y="0"/>
                        <a:pt x="8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u="none" strike="noStrike" kern="1200" cap="none" spc="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endParaRPr>
                </a:p>
              </p:txBody>
            </p:sp>
          </p:grpSp>
        </p:grpSp>
        <p:grpSp>
          <p:nvGrpSpPr>
            <p:cNvPr id="353" name="그룹 352">
              <a:extLst>
                <a:ext uri="{FF2B5EF4-FFF2-40B4-BE49-F238E27FC236}">
                  <a16:creationId xmlns:a16="http://schemas.microsoft.com/office/drawing/2014/main" id="{DCBA4362-8807-1DF6-E5CE-765438C75FDA}"/>
                </a:ext>
              </a:extLst>
            </p:cNvPr>
            <p:cNvGrpSpPr/>
            <p:nvPr/>
          </p:nvGrpSpPr>
          <p:grpSpPr>
            <a:xfrm>
              <a:off x="3623554" y="4140320"/>
              <a:ext cx="636537" cy="634466"/>
              <a:chOff x="881898" y="5310642"/>
              <a:chExt cx="976313" cy="973138"/>
            </a:xfrm>
          </p:grpSpPr>
          <p:grpSp>
            <p:nvGrpSpPr>
              <p:cNvPr id="354" name="그룹 353">
                <a:extLst>
                  <a:ext uri="{FF2B5EF4-FFF2-40B4-BE49-F238E27FC236}">
                    <a16:creationId xmlns:a16="http://schemas.microsoft.com/office/drawing/2014/main" id="{67BD8867-59EA-B75A-BCF4-7552134BFA40}"/>
                  </a:ext>
                </a:extLst>
              </p:cNvPr>
              <p:cNvGrpSpPr/>
              <p:nvPr/>
            </p:nvGrpSpPr>
            <p:grpSpPr>
              <a:xfrm>
                <a:off x="881898" y="5310642"/>
                <a:ext cx="976313" cy="973138"/>
                <a:chOff x="21240750" y="2320925"/>
                <a:chExt cx="976313" cy="973138"/>
              </a:xfrm>
            </p:grpSpPr>
            <p:sp>
              <p:nvSpPr>
                <p:cNvPr id="356" name="Freeform 113">
                  <a:extLst>
                    <a:ext uri="{FF2B5EF4-FFF2-40B4-BE49-F238E27FC236}">
                      <a16:creationId xmlns:a16="http://schemas.microsoft.com/office/drawing/2014/main" id="{11D44D7F-DB10-9960-AB6E-C93EC765C1D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410343" y="2487232"/>
                  <a:ext cx="637131" cy="640525"/>
                </a:xfrm>
                <a:custGeom>
                  <a:avLst/>
                  <a:gdLst>
                    <a:gd name="T0" fmla="*/ 1100 w 1100"/>
                    <a:gd name="T1" fmla="*/ 210 h 1107"/>
                    <a:gd name="T2" fmla="*/ 1100 w 1100"/>
                    <a:gd name="T3" fmla="*/ 264 h 1107"/>
                    <a:gd name="T4" fmla="*/ 1100 w 1100"/>
                    <a:gd name="T5" fmla="*/ 419 h 1107"/>
                    <a:gd name="T6" fmla="*/ 1100 w 1100"/>
                    <a:gd name="T7" fmla="*/ 473 h 1107"/>
                    <a:gd name="T8" fmla="*/ 1100 w 1100"/>
                    <a:gd name="T9" fmla="*/ 635 h 1107"/>
                    <a:gd name="T10" fmla="*/ 1100 w 1100"/>
                    <a:gd name="T11" fmla="*/ 689 h 1107"/>
                    <a:gd name="T12" fmla="*/ 1100 w 1100"/>
                    <a:gd name="T13" fmla="*/ 844 h 1107"/>
                    <a:gd name="T14" fmla="*/ 1100 w 1100"/>
                    <a:gd name="T15" fmla="*/ 898 h 1107"/>
                    <a:gd name="T16" fmla="*/ 1100 w 1100"/>
                    <a:gd name="T17" fmla="*/ 1033 h 1107"/>
                    <a:gd name="T18" fmla="*/ 1026 w 1100"/>
                    <a:gd name="T19" fmla="*/ 1107 h 1107"/>
                    <a:gd name="T20" fmla="*/ 898 w 1100"/>
                    <a:gd name="T21" fmla="*/ 1107 h 1107"/>
                    <a:gd name="T22" fmla="*/ 844 w 1100"/>
                    <a:gd name="T23" fmla="*/ 1107 h 1107"/>
                    <a:gd name="T24" fmla="*/ 682 w 1100"/>
                    <a:gd name="T25" fmla="*/ 1107 h 1107"/>
                    <a:gd name="T26" fmla="*/ 628 w 1100"/>
                    <a:gd name="T27" fmla="*/ 1107 h 1107"/>
                    <a:gd name="T28" fmla="*/ 472 w 1100"/>
                    <a:gd name="T29" fmla="*/ 1107 h 1107"/>
                    <a:gd name="T30" fmla="*/ 418 w 1100"/>
                    <a:gd name="T31" fmla="*/ 1107 h 1107"/>
                    <a:gd name="T32" fmla="*/ 256 w 1100"/>
                    <a:gd name="T33" fmla="*/ 1107 h 1107"/>
                    <a:gd name="T34" fmla="*/ 202 w 1100"/>
                    <a:gd name="T35" fmla="*/ 1107 h 1107"/>
                    <a:gd name="T36" fmla="*/ 74 w 1100"/>
                    <a:gd name="T37" fmla="*/ 1107 h 1107"/>
                    <a:gd name="T38" fmla="*/ 0 w 1100"/>
                    <a:gd name="T39" fmla="*/ 1033 h 1107"/>
                    <a:gd name="T40" fmla="*/ 0 w 1100"/>
                    <a:gd name="T41" fmla="*/ 898 h 1107"/>
                    <a:gd name="T42" fmla="*/ 0 w 1100"/>
                    <a:gd name="T43" fmla="*/ 844 h 1107"/>
                    <a:gd name="T44" fmla="*/ 0 w 1100"/>
                    <a:gd name="T45" fmla="*/ 689 h 1107"/>
                    <a:gd name="T46" fmla="*/ 0 w 1100"/>
                    <a:gd name="T47" fmla="*/ 635 h 1107"/>
                    <a:gd name="T48" fmla="*/ 0 w 1100"/>
                    <a:gd name="T49" fmla="*/ 473 h 1107"/>
                    <a:gd name="T50" fmla="*/ 0 w 1100"/>
                    <a:gd name="T51" fmla="*/ 419 h 1107"/>
                    <a:gd name="T52" fmla="*/ 0 w 1100"/>
                    <a:gd name="T53" fmla="*/ 264 h 1107"/>
                    <a:gd name="T54" fmla="*/ 0 w 1100"/>
                    <a:gd name="T55" fmla="*/ 210 h 1107"/>
                    <a:gd name="T56" fmla="*/ 0 w 1100"/>
                    <a:gd name="T57" fmla="*/ 75 h 1107"/>
                    <a:gd name="T58" fmla="*/ 74 w 1100"/>
                    <a:gd name="T59" fmla="*/ 0 h 1107"/>
                    <a:gd name="T60" fmla="*/ 202 w 1100"/>
                    <a:gd name="T61" fmla="*/ 0 h 1107"/>
                    <a:gd name="T62" fmla="*/ 256 w 1100"/>
                    <a:gd name="T63" fmla="*/ 0 h 1107"/>
                    <a:gd name="T64" fmla="*/ 418 w 1100"/>
                    <a:gd name="T65" fmla="*/ 0 h 1107"/>
                    <a:gd name="T66" fmla="*/ 472 w 1100"/>
                    <a:gd name="T67" fmla="*/ 0 h 1107"/>
                    <a:gd name="T68" fmla="*/ 628 w 1100"/>
                    <a:gd name="T69" fmla="*/ 0 h 1107"/>
                    <a:gd name="T70" fmla="*/ 682 w 1100"/>
                    <a:gd name="T71" fmla="*/ 0 h 1107"/>
                    <a:gd name="T72" fmla="*/ 844 w 1100"/>
                    <a:gd name="T73" fmla="*/ 0 h 1107"/>
                    <a:gd name="T74" fmla="*/ 898 w 1100"/>
                    <a:gd name="T75" fmla="*/ 0 h 1107"/>
                    <a:gd name="T76" fmla="*/ 1026 w 1100"/>
                    <a:gd name="T77" fmla="*/ 0 h 1107"/>
                    <a:gd name="T78" fmla="*/ 1100 w 1100"/>
                    <a:gd name="T79" fmla="*/ 75 h 1107"/>
                    <a:gd name="T80" fmla="*/ 1100 w 1100"/>
                    <a:gd name="T81" fmla="*/ 210 h 1107"/>
                    <a:gd name="T82" fmla="*/ 1100 w 1100"/>
                    <a:gd name="T83" fmla="*/ 210 h 11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100" h="1107">
                      <a:moveTo>
                        <a:pt x="1100" y="210"/>
                      </a:moveTo>
                      <a:cubicBezTo>
                        <a:pt x="1100" y="264"/>
                        <a:pt x="1100" y="264"/>
                        <a:pt x="1100" y="264"/>
                      </a:cubicBezTo>
                      <a:cubicBezTo>
                        <a:pt x="1100" y="419"/>
                        <a:pt x="1100" y="419"/>
                        <a:pt x="1100" y="419"/>
                      </a:cubicBezTo>
                      <a:cubicBezTo>
                        <a:pt x="1100" y="473"/>
                        <a:pt x="1100" y="473"/>
                        <a:pt x="1100" y="473"/>
                      </a:cubicBezTo>
                      <a:cubicBezTo>
                        <a:pt x="1100" y="635"/>
                        <a:pt x="1100" y="635"/>
                        <a:pt x="1100" y="635"/>
                      </a:cubicBezTo>
                      <a:cubicBezTo>
                        <a:pt x="1100" y="689"/>
                        <a:pt x="1100" y="689"/>
                        <a:pt x="1100" y="689"/>
                      </a:cubicBezTo>
                      <a:cubicBezTo>
                        <a:pt x="1100" y="844"/>
                        <a:pt x="1100" y="844"/>
                        <a:pt x="1100" y="844"/>
                      </a:cubicBezTo>
                      <a:cubicBezTo>
                        <a:pt x="1100" y="898"/>
                        <a:pt x="1100" y="898"/>
                        <a:pt x="1100" y="898"/>
                      </a:cubicBezTo>
                      <a:cubicBezTo>
                        <a:pt x="1100" y="1033"/>
                        <a:pt x="1100" y="1033"/>
                        <a:pt x="1100" y="1033"/>
                      </a:cubicBezTo>
                      <a:cubicBezTo>
                        <a:pt x="1100" y="1073"/>
                        <a:pt x="1073" y="1107"/>
                        <a:pt x="1026" y="1107"/>
                      </a:cubicBezTo>
                      <a:cubicBezTo>
                        <a:pt x="898" y="1107"/>
                        <a:pt x="898" y="1107"/>
                        <a:pt x="898" y="1107"/>
                      </a:cubicBezTo>
                      <a:cubicBezTo>
                        <a:pt x="844" y="1107"/>
                        <a:pt x="844" y="1107"/>
                        <a:pt x="844" y="1107"/>
                      </a:cubicBezTo>
                      <a:cubicBezTo>
                        <a:pt x="682" y="1107"/>
                        <a:pt x="682" y="1107"/>
                        <a:pt x="682" y="1107"/>
                      </a:cubicBezTo>
                      <a:cubicBezTo>
                        <a:pt x="628" y="1107"/>
                        <a:pt x="628" y="1107"/>
                        <a:pt x="628" y="1107"/>
                      </a:cubicBezTo>
                      <a:cubicBezTo>
                        <a:pt x="472" y="1107"/>
                        <a:pt x="472" y="1107"/>
                        <a:pt x="472" y="1107"/>
                      </a:cubicBezTo>
                      <a:cubicBezTo>
                        <a:pt x="418" y="1107"/>
                        <a:pt x="418" y="1107"/>
                        <a:pt x="418" y="1107"/>
                      </a:cubicBezTo>
                      <a:cubicBezTo>
                        <a:pt x="256" y="1107"/>
                        <a:pt x="256" y="1107"/>
                        <a:pt x="256" y="1107"/>
                      </a:cubicBezTo>
                      <a:cubicBezTo>
                        <a:pt x="202" y="1107"/>
                        <a:pt x="202" y="1107"/>
                        <a:pt x="202" y="1107"/>
                      </a:cubicBezTo>
                      <a:cubicBezTo>
                        <a:pt x="74" y="1107"/>
                        <a:pt x="74" y="1107"/>
                        <a:pt x="74" y="1107"/>
                      </a:cubicBezTo>
                      <a:cubicBezTo>
                        <a:pt x="27" y="1107"/>
                        <a:pt x="0" y="1073"/>
                        <a:pt x="0" y="1033"/>
                      </a:cubicBezTo>
                      <a:cubicBezTo>
                        <a:pt x="0" y="898"/>
                        <a:pt x="0" y="898"/>
                        <a:pt x="0" y="898"/>
                      </a:cubicBezTo>
                      <a:cubicBezTo>
                        <a:pt x="0" y="844"/>
                        <a:pt x="0" y="844"/>
                        <a:pt x="0" y="844"/>
                      </a:cubicBezTo>
                      <a:cubicBezTo>
                        <a:pt x="0" y="689"/>
                        <a:pt x="0" y="689"/>
                        <a:pt x="0" y="689"/>
                      </a:cubicBezTo>
                      <a:cubicBezTo>
                        <a:pt x="0" y="635"/>
                        <a:pt x="0" y="635"/>
                        <a:pt x="0" y="635"/>
                      </a:cubicBezTo>
                      <a:cubicBezTo>
                        <a:pt x="0" y="473"/>
                        <a:pt x="0" y="473"/>
                        <a:pt x="0" y="473"/>
                      </a:cubicBezTo>
                      <a:cubicBezTo>
                        <a:pt x="0" y="419"/>
                        <a:pt x="0" y="419"/>
                        <a:pt x="0" y="419"/>
                      </a:cubicBezTo>
                      <a:cubicBezTo>
                        <a:pt x="0" y="264"/>
                        <a:pt x="0" y="264"/>
                        <a:pt x="0" y="264"/>
                      </a:cubicBezTo>
                      <a:cubicBezTo>
                        <a:pt x="0" y="210"/>
                        <a:pt x="0" y="210"/>
                        <a:pt x="0" y="210"/>
                      </a:cubicBezTo>
                      <a:cubicBezTo>
                        <a:pt x="0" y="75"/>
                        <a:pt x="0" y="75"/>
                        <a:pt x="0" y="75"/>
                      </a:cubicBezTo>
                      <a:cubicBezTo>
                        <a:pt x="0" y="34"/>
                        <a:pt x="27" y="0"/>
                        <a:pt x="74" y="0"/>
                      </a:cubicBezTo>
                      <a:cubicBezTo>
                        <a:pt x="202" y="0"/>
                        <a:pt x="202" y="0"/>
                        <a:pt x="202" y="0"/>
                      </a:cubicBezTo>
                      <a:cubicBezTo>
                        <a:pt x="256" y="0"/>
                        <a:pt x="256" y="0"/>
                        <a:pt x="256" y="0"/>
                      </a:cubicBezTo>
                      <a:cubicBezTo>
                        <a:pt x="418" y="0"/>
                        <a:pt x="418" y="0"/>
                        <a:pt x="418" y="0"/>
                      </a:cubicBezTo>
                      <a:cubicBezTo>
                        <a:pt x="472" y="0"/>
                        <a:pt x="472" y="0"/>
                        <a:pt x="472" y="0"/>
                      </a:cubicBezTo>
                      <a:cubicBezTo>
                        <a:pt x="628" y="0"/>
                        <a:pt x="628" y="0"/>
                        <a:pt x="628" y="0"/>
                      </a:cubicBezTo>
                      <a:cubicBezTo>
                        <a:pt x="682" y="0"/>
                        <a:pt x="682" y="0"/>
                        <a:pt x="682" y="0"/>
                      </a:cubicBezTo>
                      <a:cubicBezTo>
                        <a:pt x="844" y="0"/>
                        <a:pt x="844" y="0"/>
                        <a:pt x="844" y="0"/>
                      </a:cubicBezTo>
                      <a:cubicBezTo>
                        <a:pt x="898" y="0"/>
                        <a:pt x="898" y="0"/>
                        <a:pt x="898" y="0"/>
                      </a:cubicBezTo>
                      <a:cubicBezTo>
                        <a:pt x="1026" y="0"/>
                        <a:pt x="1026" y="0"/>
                        <a:pt x="1026" y="0"/>
                      </a:cubicBezTo>
                      <a:cubicBezTo>
                        <a:pt x="1073" y="0"/>
                        <a:pt x="1100" y="34"/>
                        <a:pt x="1100" y="75"/>
                      </a:cubicBezTo>
                      <a:cubicBezTo>
                        <a:pt x="1100" y="210"/>
                        <a:pt x="1100" y="210"/>
                        <a:pt x="1100" y="210"/>
                      </a:cubicBezTo>
                      <a:cubicBezTo>
                        <a:pt x="1100" y="210"/>
                        <a:pt x="1100" y="210"/>
                        <a:pt x="1100" y="210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57" name="Freeform 96">
                  <a:extLst>
                    <a:ext uri="{FF2B5EF4-FFF2-40B4-BE49-F238E27FC236}">
                      <a16:creationId xmlns:a16="http://schemas.microsoft.com/office/drawing/2014/main" id="{B97539F8-6E7C-CB5D-6EC9-A6A87566E6A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085300" y="2620963"/>
                  <a:ext cx="131763" cy="30163"/>
                </a:xfrm>
                <a:custGeom>
                  <a:avLst/>
                  <a:gdLst>
                    <a:gd name="T0" fmla="*/ 244 w 244"/>
                    <a:gd name="T1" fmla="*/ 28 h 55"/>
                    <a:gd name="T2" fmla="*/ 217 w 244"/>
                    <a:gd name="T3" fmla="*/ 0 h 55"/>
                    <a:gd name="T4" fmla="*/ 0 w 244"/>
                    <a:gd name="T5" fmla="*/ 0 h 55"/>
                    <a:gd name="T6" fmla="*/ 0 w 244"/>
                    <a:gd name="T7" fmla="*/ 55 h 55"/>
                    <a:gd name="T8" fmla="*/ 217 w 244"/>
                    <a:gd name="T9" fmla="*/ 55 h 55"/>
                    <a:gd name="T10" fmla="*/ 244 w 244"/>
                    <a:gd name="T11" fmla="*/ 28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44" h="55">
                      <a:moveTo>
                        <a:pt x="244" y="28"/>
                      </a:moveTo>
                      <a:cubicBezTo>
                        <a:pt x="244" y="14"/>
                        <a:pt x="230" y="0"/>
                        <a:pt x="217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5"/>
                        <a:pt x="0" y="55"/>
                        <a:pt x="0" y="55"/>
                      </a:cubicBezTo>
                      <a:cubicBezTo>
                        <a:pt x="217" y="55"/>
                        <a:pt x="217" y="55"/>
                        <a:pt x="217" y="55"/>
                      </a:cubicBezTo>
                      <a:cubicBezTo>
                        <a:pt x="230" y="55"/>
                        <a:pt x="244" y="41"/>
                        <a:pt x="244" y="28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58" name="Freeform 97">
                  <a:extLst>
                    <a:ext uri="{FF2B5EF4-FFF2-40B4-BE49-F238E27FC236}">
                      <a16:creationId xmlns:a16="http://schemas.microsoft.com/office/drawing/2014/main" id="{4063D41C-F879-C554-BE06-6562A0356F9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085300" y="2733675"/>
                  <a:ext cx="131763" cy="30163"/>
                </a:xfrm>
                <a:custGeom>
                  <a:avLst/>
                  <a:gdLst>
                    <a:gd name="T0" fmla="*/ 217 w 244"/>
                    <a:gd name="T1" fmla="*/ 0 h 54"/>
                    <a:gd name="T2" fmla="*/ 0 w 244"/>
                    <a:gd name="T3" fmla="*/ 0 h 54"/>
                    <a:gd name="T4" fmla="*/ 0 w 244"/>
                    <a:gd name="T5" fmla="*/ 54 h 54"/>
                    <a:gd name="T6" fmla="*/ 217 w 244"/>
                    <a:gd name="T7" fmla="*/ 54 h 54"/>
                    <a:gd name="T8" fmla="*/ 244 w 244"/>
                    <a:gd name="T9" fmla="*/ 27 h 54"/>
                    <a:gd name="T10" fmla="*/ 217 w 244"/>
                    <a:gd name="T11" fmla="*/ 0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44" h="54">
                      <a:moveTo>
                        <a:pt x="217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4"/>
                        <a:pt x="0" y="54"/>
                        <a:pt x="0" y="54"/>
                      </a:cubicBezTo>
                      <a:cubicBezTo>
                        <a:pt x="217" y="54"/>
                        <a:pt x="217" y="54"/>
                        <a:pt x="217" y="54"/>
                      </a:cubicBezTo>
                      <a:cubicBezTo>
                        <a:pt x="230" y="54"/>
                        <a:pt x="244" y="47"/>
                        <a:pt x="244" y="27"/>
                      </a:cubicBezTo>
                      <a:cubicBezTo>
                        <a:pt x="244" y="13"/>
                        <a:pt x="230" y="0"/>
                        <a:pt x="217" y="0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59" name="Freeform 98">
                  <a:extLst>
                    <a:ext uri="{FF2B5EF4-FFF2-40B4-BE49-F238E27FC236}">
                      <a16:creationId xmlns:a16="http://schemas.microsoft.com/office/drawing/2014/main" id="{719D91A3-9730-C5D2-6740-300EE581183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085300" y="2851150"/>
                  <a:ext cx="131763" cy="30163"/>
                </a:xfrm>
                <a:custGeom>
                  <a:avLst/>
                  <a:gdLst>
                    <a:gd name="T0" fmla="*/ 217 w 244"/>
                    <a:gd name="T1" fmla="*/ 0 h 54"/>
                    <a:gd name="T2" fmla="*/ 0 w 244"/>
                    <a:gd name="T3" fmla="*/ 0 h 54"/>
                    <a:gd name="T4" fmla="*/ 0 w 244"/>
                    <a:gd name="T5" fmla="*/ 54 h 54"/>
                    <a:gd name="T6" fmla="*/ 217 w 244"/>
                    <a:gd name="T7" fmla="*/ 54 h 54"/>
                    <a:gd name="T8" fmla="*/ 244 w 244"/>
                    <a:gd name="T9" fmla="*/ 27 h 54"/>
                    <a:gd name="T10" fmla="*/ 217 w 244"/>
                    <a:gd name="T11" fmla="*/ 0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44" h="54">
                      <a:moveTo>
                        <a:pt x="217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4"/>
                        <a:pt x="0" y="54"/>
                        <a:pt x="0" y="54"/>
                      </a:cubicBezTo>
                      <a:cubicBezTo>
                        <a:pt x="217" y="54"/>
                        <a:pt x="217" y="54"/>
                        <a:pt x="217" y="54"/>
                      </a:cubicBezTo>
                      <a:cubicBezTo>
                        <a:pt x="230" y="54"/>
                        <a:pt x="244" y="41"/>
                        <a:pt x="244" y="27"/>
                      </a:cubicBezTo>
                      <a:cubicBezTo>
                        <a:pt x="244" y="14"/>
                        <a:pt x="230" y="0"/>
                        <a:pt x="217" y="0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60" name="Freeform 99">
                  <a:extLst>
                    <a:ext uri="{FF2B5EF4-FFF2-40B4-BE49-F238E27FC236}">
                      <a16:creationId xmlns:a16="http://schemas.microsoft.com/office/drawing/2014/main" id="{F5FEA77B-CC77-328A-04C9-E84534DCC8B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085300" y="2965450"/>
                  <a:ext cx="131763" cy="28575"/>
                </a:xfrm>
                <a:custGeom>
                  <a:avLst/>
                  <a:gdLst>
                    <a:gd name="T0" fmla="*/ 217 w 244"/>
                    <a:gd name="T1" fmla="*/ 0 h 54"/>
                    <a:gd name="T2" fmla="*/ 0 w 244"/>
                    <a:gd name="T3" fmla="*/ 0 h 54"/>
                    <a:gd name="T4" fmla="*/ 0 w 244"/>
                    <a:gd name="T5" fmla="*/ 54 h 54"/>
                    <a:gd name="T6" fmla="*/ 217 w 244"/>
                    <a:gd name="T7" fmla="*/ 54 h 54"/>
                    <a:gd name="T8" fmla="*/ 244 w 244"/>
                    <a:gd name="T9" fmla="*/ 27 h 54"/>
                    <a:gd name="T10" fmla="*/ 217 w 244"/>
                    <a:gd name="T11" fmla="*/ 0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44" h="54">
                      <a:moveTo>
                        <a:pt x="217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4"/>
                        <a:pt x="0" y="54"/>
                        <a:pt x="0" y="54"/>
                      </a:cubicBezTo>
                      <a:cubicBezTo>
                        <a:pt x="217" y="54"/>
                        <a:pt x="217" y="54"/>
                        <a:pt x="217" y="54"/>
                      </a:cubicBezTo>
                      <a:cubicBezTo>
                        <a:pt x="230" y="54"/>
                        <a:pt x="244" y="47"/>
                        <a:pt x="244" y="27"/>
                      </a:cubicBezTo>
                      <a:cubicBezTo>
                        <a:pt x="244" y="13"/>
                        <a:pt x="230" y="0"/>
                        <a:pt x="217" y="0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61" name="Freeform 100">
                  <a:extLst>
                    <a:ext uri="{FF2B5EF4-FFF2-40B4-BE49-F238E27FC236}">
                      <a16:creationId xmlns:a16="http://schemas.microsoft.com/office/drawing/2014/main" id="{56DA6757-3FDE-FBD2-1231-6F7142456F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240750" y="2620963"/>
                  <a:ext cx="131763" cy="30163"/>
                </a:xfrm>
                <a:custGeom>
                  <a:avLst/>
                  <a:gdLst>
                    <a:gd name="T0" fmla="*/ 0 w 243"/>
                    <a:gd name="T1" fmla="*/ 28 h 55"/>
                    <a:gd name="T2" fmla="*/ 27 w 243"/>
                    <a:gd name="T3" fmla="*/ 55 h 55"/>
                    <a:gd name="T4" fmla="*/ 243 w 243"/>
                    <a:gd name="T5" fmla="*/ 55 h 55"/>
                    <a:gd name="T6" fmla="*/ 243 w 243"/>
                    <a:gd name="T7" fmla="*/ 0 h 55"/>
                    <a:gd name="T8" fmla="*/ 27 w 243"/>
                    <a:gd name="T9" fmla="*/ 0 h 55"/>
                    <a:gd name="T10" fmla="*/ 0 w 243"/>
                    <a:gd name="T11" fmla="*/ 28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43" h="55">
                      <a:moveTo>
                        <a:pt x="0" y="28"/>
                      </a:moveTo>
                      <a:cubicBezTo>
                        <a:pt x="0" y="41"/>
                        <a:pt x="14" y="55"/>
                        <a:pt x="27" y="55"/>
                      </a:cubicBezTo>
                      <a:cubicBezTo>
                        <a:pt x="243" y="55"/>
                        <a:pt x="243" y="55"/>
                        <a:pt x="243" y="55"/>
                      </a:cubicBezTo>
                      <a:cubicBezTo>
                        <a:pt x="243" y="0"/>
                        <a:pt x="243" y="0"/>
                        <a:pt x="243" y="0"/>
                      </a:cubicBezTo>
                      <a:cubicBezTo>
                        <a:pt x="27" y="0"/>
                        <a:pt x="27" y="0"/>
                        <a:pt x="27" y="0"/>
                      </a:cubicBezTo>
                      <a:cubicBezTo>
                        <a:pt x="14" y="0"/>
                        <a:pt x="0" y="14"/>
                        <a:pt x="0" y="28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62" name="Freeform 101">
                  <a:extLst>
                    <a:ext uri="{FF2B5EF4-FFF2-40B4-BE49-F238E27FC236}">
                      <a16:creationId xmlns:a16="http://schemas.microsoft.com/office/drawing/2014/main" id="{881A160D-9E82-76DF-7059-C9A9C535F8B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240750" y="2733675"/>
                  <a:ext cx="131763" cy="30163"/>
                </a:xfrm>
                <a:custGeom>
                  <a:avLst/>
                  <a:gdLst>
                    <a:gd name="T0" fmla="*/ 0 w 243"/>
                    <a:gd name="T1" fmla="*/ 27 h 54"/>
                    <a:gd name="T2" fmla="*/ 27 w 243"/>
                    <a:gd name="T3" fmla="*/ 54 h 54"/>
                    <a:gd name="T4" fmla="*/ 243 w 243"/>
                    <a:gd name="T5" fmla="*/ 54 h 54"/>
                    <a:gd name="T6" fmla="*/ 243 w 243"/>
                    <a:gd name="T7" fmla="*/ 0 h 54"/>
                    <a:gd name="T8" fmla="*/ 27 w 243"/>
                    <a:gd name="T9" fmla="*/ 0 h 54"/>
                    <a:gd name="T10" fmla="*/ 0 w 243"/>
                    <a:gd name="T11" fmla="*/ 27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43" h="54">
                      <a:moveTo>
                        <a:pt x="0" y="27"/>
                      </a:moveTo>
                      <a:cubicBezTo>
                        <a:pt x="0" y="47"/>
                        <a:pt x="14" y="54"/>
                        <a:pt x="27" y="54"/>
                      </a:cubicBezTo>
                      <a:cubicBezTo>
                        <a:pt x="243" y="54"/>
                        <a:pt x="243" y="54"/>
                        <a:pt x="243" y="54"/>
                      </a:cubicBezTo>
                      <a:cubicBezTo>
                        <a:pt x="243" y="0"/>
                        <a:pt x="243" y="0"/>
                        <a:pt x="243" y="0"/>
                      </a:cubicBezTo>
                      <a:cubicBezTo>
                        <a:pt x="27" y="0"/>
                        <a:pt x="27" y="0"/>
                        <a:pt x="27" y="0"/>
                      </a:cubicBezTo>
                      <a:cubicBezTo>
                        <a:pt x="14" y="0"/>
                        <a:pt x="0" y="13"/>
                        <a:pt x="0" y="27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63" name="Freeform 102">
                  <a:extLst>
                    <a:ext uri="{FF2B5EF4-FFF2-40B4-BE49-F238E27FC236}">
                      <a16:creationId xmlns:a16="http://schemas.microsoft.com/office/drawing/2014/main" id="{CD0C9445-8708-3609-812D-AD980EEEC2A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240750" y="2851150"/>
                  <a:ext cx="131763" cy="30163"/>
                </a:xfrm>
                <a:custGeom>
                  <a:avLst/>
                  <a:gdLst>
                    <a:gd name="T0" fmla="*/ 0 w 243"/>
                    <a:gd name="T1" fmla="*/ 27 h 54"/>
                    <a:gd name="T2" fmla="*/ 27 w 243"/>
                    <a:gd name="T3" fmla="*/ 54 h 54"/>
                    <a:gd name="T4" fmla="*/ 243 w 243"/>
                    <a:gd name="T5" fmla="*/ 54 h 54"/>
                    <a:gd name="T6" fmla="*/ 243 w 243"/>
                    <a:gd name="T7" fmla="*/ 0 h 54"/>
                    <a:gd name="T8" fmla="*/ 27 w 243"/>
                    <a:gd name="T9" fmla="*/ 0 h 54"/>
                    <a:gd name="T10" fmla="*/ 0 w 243"/>
                    <a:gd name="T11" fmla="*/ 27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43" h="54">
                      <a:moveTo>
                        <a:pt x="0" y="27"/>
                      </a:moveTo>
                      <a:cubicBezTo>
                        <a:pt x="0" y="41"/>
                        <a:pt x="14" y="54"/>
                        <a:pt x="27" y="54"/>
                      </a:cubicBezTo>
                      <a:cubicBezTo>
                        <a:pt x="243" y="54"/>
                        <a:pt x="243" y="54"/>
                        <a:pt x="243" y="54"/>
                      </a:cubicBezTo>
                      <a:cubicBezTo>
                        <a:pt x="243" y="0"/>
                        <a:pt x="243" y="0"/>
                        <a:pt x="243" y="0"/>
                      </a:cubicBezTo>
                      <a:cubicBezTo>
                        <a:pt x="27" y="0"/>
                        <a:pt x="27" y="0"/>
                        <a:pt x="27" y="0"/>
                      </a:cubicBezTo>
                      <a:cubicBezTo>
                        <a:pt x="14" y="0"/>
                        <a:pt x="0" y="14"/>
                        <a:pt x="0" y="27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64" name="Freeform 103">
                  <a:extLst>
                    <a:ext uri="{FF2B5EF4-FFF2-40B4-BE49-F238E27FC236}">
                      <a16:creationId xmlns:a16="http://schemas.microsoft.com/office/drawing/2014/main" id="{2CBB56B6-E51C-E87A-3EB1-9FF30E9E456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240750" y="2965450"/>
                  <a:ext cx="131763" cy="28575"/>
                </a:xfrm>
                <a:custGeom>
                  <a:avLst/>
                  <a:gdLst>
                    <a:gd name="T0" fmla="*/ 0 w 243"/>
                    <a:gd name="T1" fmla="*/ 27 h 54"/>
                    <a:gd name="T2" fmla="*/ 27 w 243"/>
                    <a:gd name="T3" fmla="*/ 54 h 54"/>
                    <a:gd name="T4" fmla="*/ 243 w 243"/>
                    <a:gd name="T5" fmla="*/ 54 h 54"/>
                    <a:gd name="T6" fmla="*/ 243 w 243"/>
                    <a:gd name="T7" fmla="*/ 0 h 54"/>
                    <a:gd name="T8" fmla="*/ 27 w 243"/>
                    <a:gd name="T9" fmla="*/ 0 h 54"/>
                    <a:gd name="T10" fmla="*/ 0 w 243"/>
                    <a:gd name="T11" fmla="*/ 27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43" h="54">
                      <a:moveTo>
                        <a:pt x="0" y="27"/>
                      </a:moveTo>
                      <a:cubicBezTo>
                        <a:pt x="0" y="47"/>
                        <a:pt x="14" y="54"/>
                        <a:pt x="27" y="54"/>
                      </a:cubicBezTo>
                      <a:cubicBezTo>
                        <a:pt x="243" y="54"/>
                        <a:pt x="243" y="54"/>
                        <a:pt x="243" y="54"/>
                      </a:cubicBezTo>
                      <a:cubicBezTo>
                        <a:pt x="243" y="0"/>
                        <a:pt x="243" y="0"/>
                        <a:pt x="243" y="0"/>
                      </a:cubicBezTo>
                      <a:cubicBezTo>
                        <a:pt x="27" y="0"/>
                        <a:pt x="27" y="0"/>
                        <a:pt x="27" y="0"/>
                      </a:cubicBezTo>
                      <a:cubicBezTo>
                        <a:pt x="14" y="0"/>
                        <a:pt x="0" y="13"/>
                        <a:pt x="0" y="27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65" name="Freeform 104">
                  <a:extLst>
                    <a:ext uri="{FF2B5EF4-FFF2-40B4-BE49-F238E27FC236}">
                      <a16:creationId xmlns:a16="http://schemas.microsoft.com/office/drawing/2014/main" id="{B81D65A2-9FCC-CF00-40FE-B358B262095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540788" y="2320925"/>
                  <a:ext cx="28575" cy="128588"/>
                </a:xfrm>
                <a:custGeom>
                  <a:avLst/>
                  <a:gdLst>
                    <a:gd name="T0" fmla="*/ 54 w 54"/>
                    <a:gd name="T1" fmla="*/ 27 h 237"/>
                    <a:gd name="T2" fmla="*/ 27 w 54"/>
                    <a:gd name="T3" fmla="*/ 0 h 237"/>
                    <a:gd name="T4" fmla="*/ 0 w 54"/>
                    <a:gd name="T5" fmla="*/ 27 h 237"/>
                    <a:gd name="T6" fmla="*/ 0 w 54"/>
                    <a:gd name="T7" fmla="*/ 237 h 237"/>
                    <a:gd name="T8" fmla="*/ 54 w 54"/>
                    <a:gd name="T9" fmla="*/ 237 h 237"/>
                    <a:gd name="T10" fmla="*/ 54 w 54"/>
                    <a:gd name="T11" fmla="*/ 27 h 237"/>
                    <a:gd name="T12" fmla="*/ 54 w 54"/>
                    <a:gd name="T13" fmla="*/ 27 h 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4" h="237">
                      <a:moveTo>
                        <a:pt x="54" y="27"/>
                      </a:moveTo>
                      <a:cubicBezTo>
                        <a:pt x="54" y="14"/>
                        <a:pt x="40" y="0"/>
                        <a:pt x="27" y="0"/>
                      </a:cubicBezTo>
                      <a:cubicBezTo>
                        <a:pt x="13" y="0"/>
                        <a:pt x="0" y="14"/>
                        <a:pt x="0" y="27"/>
                      </a:cubicBezTo>
                      <a:cubicBezTo>
                        <a:pt x="0" y="237"/>
                        <a:pt x="0" y="237"/>
                        <a:pt x="0" y="237"/>
                      </a:cubicBezTo>
                      <a:cubicBezTo>
                        <a:pt x="54" y="237"/>
                        <a:pt x="54" y="237"/>
                        <a:pt x="54" y="237"/>
                      </a:cubicBezTo>
                      <a:cubicBezTo>
                        <a:pt x="54" y="27"/>
                        <a:pt x="54" y="27"/>
                        <a:pt x="54" y="27"/>
                      </a:cubicBezTo>
                      <a:cubicBezTo>
                        <a:pt x="54" y="27"/>
                        <a:pt x="54" y="27"/>
                        <a:pt x="54" y="27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66" name="Freeform 105">
                  <a:extLst>
                    <a:ext uri="{FF2B5EF4-FFF2-40B4-BE49-F238E27FC236}">
                      <a16:creationId xmlns:a16="http://schemas.microsoft.com/office/drawing/2014/main" id="{4D1506E9-3E07-88C5-EB87-9D65C4C98C0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658263" y="2320925"/>
                  <a:ext cx="28575" cy="128588"/>
                </a:xfrm>
                <a:custGeom>
                  <a:avLst/>
                  <a:gdLst>
                    <a:gd name="T0" fmla="*/ 54 w 54"/>
                    <a:gd name="T1" fmla="*/ 27 h 237"/>
                    <a:gd name="T2" fmla="*/ 27 w 54"/>
                    <a:gd name="T3" fmla="*/ 0 h 237"/>
                    <a:gd name="T4" fmla="*/ 0 w 54"/>
                    <a:gd name="T5" fmla="*/ 27 h 237"/>
                    <a:gd name="T6" fmla="*/ 0 w 54"/>
                    <a:gd name="T7" fmla="*/ 237 h 237"/>
                    <a:gd name="T8" fmla="*/ 54 w 54"/>
                    <a:gd name="T9" fmla="*/ 237 h 237"/>
                    <a:gd name="T10" fmla="*/ 54 w 54"/>
                    <a:gd name="T11" fmla="*/ 27 h 237"/>
                    <a:gd name="T12" fmla="*/ 54 w 54"/>
                    <a:gd name="T13" fmla="*/ 27 h 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4" h="237">
                      <a:moveTo>
                        <a:pt x="54" y="27"/>
                      </a:moveTo>
                      <a:cubicBezTo>
                        <a:pt x="54" y="14"/>
                        <a:pt x="40" y="0"/>
                        <a:pt x="27" y="0"/>
                      </a:cubicBezTo>
                      <a:cubicBezTo>
                        <a:pt x="13" y="0"/>
                        <a:pt x="0" y="14"/>
                        <a:pt x="0" y="27"/>
                      </a:cubicBezTo>
                      <a:cubicBezTo>
                        <a:pt x="0" y="237"/>
                        <a:pt x="0" y="237"/>
                        <a:pt x="0" y="237"/>
                      </a:cubicBezTo>
                      <a:cubicBezTo>
                        <a:pt x="54" y="237"/>
                        <a:pt x="54" y="237"/>
                        <a:pt x="54" y="237"/>
                      </a:cubicBezTo>
                      <a:cubicBezTo>
                        <a:pt x="54" y="27"/>
                        <a:pt x="54" y="27"/>
                        <a:pt x="54" y="27"/>
                      </a:cubicBezTo>
                      <a:cubicBezTo>
                        <a:pt x="54" y="27"/>
                        <a:pt x="54" y="27"/>
                        <a:pt x="54" y="27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67" name="Freeform 106">
                  <a:extLst>
                    <a:ext uri="{FF2B5EF4-FFF2-40B4-BE49-F238E27FC236}">
                      <a16:creationId xmlns:a16="http://schemas.microsoft.com/office/drawing/2014/main" id="{32B71149-79B6-25DC-C905-9227BBD3F75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770975" y="2320925"/>
                  <a:ext cx="30163" cy="128588"/>
                </a:xfrm>
                <a:custGeom>
                  <a:avLst/>
                  <a:gdLst>
                    <a:gd name="T0" fmla="*/ 54 w 54"/>
                    <a:gd name="T1" fmla="*/ 27 h 237"/>
                    <a:gd name="T2" fmla="*/ 27 w 54"/>
                    <a:gd name="T3" fmla="*/ 0 h 237"/>
                    <a:gd name="T4" fmla="*/ 0 w 54"/>
                    <a:gd name="T5" fmla="*/ 27 h 237"/>
                    <a:gd name="T6" fmla="*/ 0 w 54"/>
                    <a:gd name="T7" fmla="*/ 237 h 237"/>
                    <a:gd name="T8" fmla="*/ 54 w 54"/>
                    <a:gd name="T9" fmla="*/ 237 h 237"/>
                    <a:gd name="T10" fmla="*/ 54 w 54"/>
                    <a:gd name="T11" fmla="*/ 27 h 237"/>
                    <a:gd name="T12" fmla="*/ 54 w 54"/>
                    <a:gd name="T13" fmla="*/ 27 h 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4" h="237">
                      <a:moveTo>
                        <a:pt x="54" y="27"/>
                      </a:moveTo>
                      <a:cubicBezTo>
                        <a:pt x="54" y="14"/>
                        <a:pt x="40" y="0"/>
                        <a:pt x="27" y="0"/>
                      </a:cubicBezTo>
                      <a:cubicBezTo>
                        <a:pt x="13" y="0"/>
                        <a:pt x="0" y="14"/>
                        <a:pt x="0" y="27"/>
                      </a:cubicBezTo>
                      <a:cubicBezTo>
                        <a:pt x="0" y="237"/>
                        <a:pt x="0" y="237"/>
                        <a:pt x="0" y="237"/>
                      </a:cubicBezTo>
                      <a:cubicBezTo>
                        <a:pt x="54" y="237"/>
                        <a:pt x="54" y="237"/>
                        <a:pt x="54" y="237"/>
                      </a:cubicBezTo>
                      <a:cubicBezTo>
                        <a:pt x="54" y="27"/>
                        <a:pt x="54" y="27"/>
                        <a:pt x="54" y="27"/>
                      </a:cubicBezTo>
                      <a:cubicBezTo>
                        <a:pt x="54" y="27"/>
                        <a:pt x="54" y="27"/>
                        <a:pt x="54" y="27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68" name="Freeform 107">
                  <a:extLst>
                    <a:ext uri="{FF2B5EF4-FFF2-40B4-BE49-F238E27FC236}">
                      <a16:creationId xmlns:a16="http://schemas.microsoft.com/office/drawing/2014/main" id="{3CC6A5A3-065C-6537-EF91-9B07B5000F9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86863" y="2320925"/>
                  <a:ext cx="30163" cy="128588"/>
                </a:xfrm>
                <a:custGeom>
                  <a:avLst/>
                  <a:gdLst>
                    <a:gd name="T0" fmla="*/ 54 w 54"/>
                    <a:gd name="T1" fmla="*/ 27 h 237"/>
                    <a:gd name="T2" fmla="*/ 27 w 54"/>
                    <a:gd name="T3" fmla="*/ 0 h 237"/>
                    <a:gd name="T4" fmla="*/ 0 w 54"/>
                    <a:gd name="T5" fmla="*/ 27 h 237"/>
                    <a:gd name="T6" fmla="*/ 0 w 54"/>
                    <a:gd name="T7" fmla="*/ 237 h 237"/>
                    <a:gd name="T8" fmla="*/ 54 w 54"/>
                    <a:gd name="T9" fmla="*/ 237 h 237"/>
                    <a:gd name="T10" fmla="*/ 54 w 54"/>
                    <a:gd name="T11" fmla="*/ 27 h 237"/>
                    <a:gd name="T12" fmla="*/ 54 w 54"/>
                    <a:gd name="T13" fmla="*/ 27 h 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4" h="237">
                      <a:moveTo>
                        <a:pt x="54" y="27"/>
                      </a:moveTo>
                      <a:cubicBezTo>
                        <a:pt x="54" y="14"/>
                        <a:pt x="40" y="0"/>
                        <a:pt x="27" y="0"/>
                      </a:cubicBezTo>
                      <a:cubicBezTo>
                        <a:pt x="13" y="0"/>
                        <a:pt x="0" y="14"/>
                        <a:pt x="0" y="27"/>
                      </a:cubicBezTo>
                      <a:cubicBezTo>
                        <a:pt x="0" y="237"/>
                        <a:pt x="0" y="237"/>
                        <a:pt x="0" y="237"/>
                      </a:cubicBezTo>
                      <a:cubicBezTo>
                        <a:pt x="54" y="237"/>
                        <a:pt x="54" y="237"/>
                        <a:pt x="54" y="237"/>
                      </a:cubicBezTo>
                      <a:cubicBezTo>
                        <a:pt x="54" y="27"/>
                        <a:pt x="54" y="27"/>
                        <a:pt x="54" y="27"/>
                      </a:cubicBezTo>
                      <a:cubicBezTo>
                        <a:pt x="54" y="27"/>
                        <a:pt x="54" y="27"/>
                        <a:pt x="54" y="27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69" name="Freeform 108">
                  <a:extLst>
                    <a:ext uri="{FF2B5EF4-FFF2-40B4-BE49-F238E27FC236}">
                      <a16:creationId xmlns:a16="http://schemas.microsoft.com/office/drawing/2014/main" id="{2CFBB94E-9BD2-A39B-AF36-DF2647E6AA6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540788" y="3165475"/>
                  <a:ext cx="28575" cy="128588"/>
                </a:xfrm>
                <a:custGeom>
                  <a:avLst/>
                  <a:gdLst>
                    <a:gd name="T0" fmla="*/ 0 w 54"/>
                    <a:gd name="T1" fmla="*/ 211 h 238"/>
                    <a:gd name="T2" fmla="*/ 27 w 54"/>
                    <a:gd name="T3" fmla="*/ 238 h 238"/>
                    <a:gd name="T4" fmla="*/ 54 w 54"/>
                    <a:gd name="T5" fmla="*/ 211 h 238"/>
                    <a:gd name="T6" fmla="*/ 54 w 54"/>
                    <a:gd name="T7" fmla="*/ 0 h 238"/>
                    <a:gd name="T8" fmla="*/ 0 w 54"/>
                    <a:gd name="T9" fmla="*/ 0 h 238"/>
                    <a:gd name="T10" fmla="*/ 0 w 54"/>
                    <a:gd name="T11" fmla="*/ 211 h 238"/>
                    <a:gd name="T12" fmla="*/ 0 w 54"/>
                    <a:gd name="T13" fmla="*/ 211 h 2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4" h="238">
                      <a:moveTo>
                        <a:pt x="0" y="211"/>
                      </a:moveTo>
                      <a:cubicBezTo>
                        <a:pt x="0" y="231"/>
                        <a:pt x="13" y="238"/>
                        <a:pt x="27" y="238"/>
                      </a:cubicBezTo>
                      <a:cubicBezTo>
                        <a:pt x="40" y="238"/>
                        <a:pt x="54" y="231"/>
                        <a:pt x="54" y="211"/>
                      </a:cubicBezTo>
                      <a:cubicBezTo>
                        <a:pt x="54" y="0"/>
                        <a:pt x="54" y="0"/>
                        <a:pt x="54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211"/>
                        <a:pt x="0" y="211"/>
                        <a:pt x="0" y="211"/>
                      </a:cubicBezTo>
                      <a:cubicBezTo>
                        <a:pt x="0" y="211"/>
                        <a:pt x="0" y="211"/>
                        <a:pt x="0" y="211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70" name="Freeform 109">
                  <a:extLst>
                    <a:ext uri="{FF2B5EF4-FFF2-40B4-BE49-F238E27FC236}">
                      <a16:creationId xmlns:a16="http://schemas.microsoft.com/office/drawing/2014/main" id="{C1CF9A4F-97E0-D783-FA49-0041CFB1C7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658263" y="3165475"/>
                  <a:ext cx="28575" cy="128588"/>
                </a:xfrm>
                <a:custGeom>
                  <a:avLst/>
                  <a:gdLst>
                    <a:gd name="T0" fmla="*/ 0 w 54"/>
                    <a:gd name="T1" fmla="*/ 211 h 238"/>
                    <a:gd name="T2" fmla="*/ 27 w 54"/>
                    <a:gd name="T3" fmla="*/ 238 h 238"/>
                    <a:gd name="T4" fmla="*/ 54 w 54"/>
                    <a:gd name="T5" fmla="*/ 211 h 238"/>
                    <a:gd name="T6" fmla="*/ 54 w 54"/>
                    <a:gd name="T7" fmla="*/ 0 h 238"/>
                    <a:gd name="T8" fmla="*/ 0 w 54"/>
                    <a:gd name="T9" fmla="*/ 0 h 238"/>
                    <a:gd name="T10" fmla="*/ 0 w 54"/>
                    <a:gd name="T11" fmla="*/ 211 h 238"/>
                    <a:gd name="T12" fmla="*/ 0 w 54"/>
                    <a:gd name="T13" fmla="*/ 211 h 2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4" h="238">
                      <a:moveTo>
                        <a:pt x="0" y="211"/>
                      </a:moveTo>
                      <a:cubicBezTo>
                        <a:pt x="0" y="231"/>
                        <a:pt x="13" y="238"/>
                        <a:pt x="27" y="238"/>
                      </a:cubicBezTo>
                      <a:cubicBezTo>
                        <a:pt x="40" y="238"/>
                        <a:pt x="54" y="231"/>
                        <a:pt x="54" y="211"/>
                      </a:cubicBezTo>
                      <a:cubicBezTo>
                        <a:pt x="54" y="0"/>
                        <a:pt x="54" y="0"/>
                        <a:pt x="54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211"/>
                        <a:pt x="0" y="211"/>
                        <a:pt x="0" y="211"/>
                      </a:cubicBezTo>
                      <a:cubicBezTo>
                        <a:pt x="0" y="211"/>
                        <a:pt x="0" y="211"/>
                        <a:pt x="0" y="211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71" name="Freeform 110">
                  <a:extLst>
                    <a:ext uri="{FF2B5EF4-FFF2-40B4-BE49-F238E27FC236}">
                      <a16:creationId xmlns:a16="http://schemas.microsoft.com/office/drawing/2014/main" id="{731A637E-07BF-B270-F470-0EAF2DC9E57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770975" y="3165475"/>
                  <a:ext cx="30163" cy="128588"/>
                </a:xfrm>
                <a:custGeom>
                  <a:avLst/>
                  <a:gdLst>
                    <a:gd name="T0" fmla="*/ 0 w 54"/>
                    <a:gd name="T1" fmla="*/ 211 h 238"/>
                    <a:gd name="T2" fmla="*/ 27 w 54"/>
                    <a:gd name="T3" fmla="*/ 238 h 238"/>
                    <a:gd name="T4" fmla="*/ 54 w 54"/>
                    <a:gd name="T5" fmla="*/ 211 h 238"/>
                    <a:gd name="T6" fmla="*/ 54 w 54"/>
                    <a:gd name="T7" fmla="*/ 0 h 238"/>
                    <a:gd name="T8" fmla="*/ 0 w 54"/>
                    <a:gd name="T9" fmla="*/ 0 h 238"/>
                    <a:gd name="T10" fmla="*/ 0 w 54"/>
                    <a:gd name="T11" fmla="*/ 211 h 238"/>
                    <a:gd name="T12" fmla="*/ 0 w 54"/>
                    <a:gd name="T13" fmla="*/ 211 h 2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4" h="238">
                      <a:moveTo>
                        <a:pt x="0" y="211"/>
                      </a:moveTo>
                      <a:cubicBezTo>
                        <a:pt x="0" y="231"/>
                        <a:pt x="13" y="238"/>
                        <a:pt x="27" y="238"/>
                      </a:cubicBezTo>
                      <a:cubicBezTo>
                        <a:pt x="40" y="238"/>
                        <a:pt x="54" y="231"/>
                        <a:pt x="54" y="211"/>
                      </a:cubicBezTo>
                      <a:cubicBezTo>
                        <a:pt x="54" y="0"/>
                        <a:pt x="54" y="0"/>
                        <a:pt x="54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211"/>
                        <a:pt x="0" y="211"/>
                        <a:pt x="0" y="211"/>
                      </a:cubicBezTo>
                      <a:cubicBezTo>
                        <a:pt x="0" y="211"/>
                        <a:pt x="0" y="211"/>
                        <a:pt x="0" y="211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72" name="Freeform 111">
                  <a:extLst>
                    <a:ext uri="{FF2B5EF4-FFF2-40B4-BE49-F238E27FC236}">
                      <a16:creationId xmlns:a16="http://schemas.microsoft.com/office/drawing/2014/main" id="{A29C088B-C240-C53B-FEA4-285FA3EDAAE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86863" y="3165475"/>
                  <a:ext cx="30163" cy="128588"/>
                </a:xfrm>
                <a:custGeom>
                  <a:avLst/>
                  <a:gdLst>
                    <a:gd name="T0" fmla="*/ 0 w 54"/>
                    <a:gd name="T1" fmla="*/ 211 h 238"/>
                    <a:gd name="T2" fmla="*/ 27 w 54"/>
                    <a:gd name="T3" fmla="*/ 238 h 238"/>
                    <a:gd name="T4" fmla="*/ 54 w 54"/>
                    <a:gd name="T5" fmla="*/ 211 h 238"/>
                    <a:gd name="T6" fmla="*/ 54 w 54"/>
                    <a:gd name="T7" fmla="*/ 0 h 238"/>
                    <a:gd name="T8" fmla="*/ 0 w 54"/>
                    <a:gd name="T9" fmla="*/ 0 h 238"/>
                    <a:gd name="T10" fmla="*/ 0 w 54"/>
                    <a:gd name="T11" fmla="*/ 211 h 238"/>
                    <a:gd name="T12" fmla="*/ 0 w 54"/>
                    <a:gd name="T13" fmla="*/ 211 h 2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4" h="238">
                      <a:moveTo>
                        <a:pt x="0" y="211"/>
                      </a:moveTo>
                      <a:cubicBezTo>
                        <a:pt x="0" y="231"/>
                        <a:pt x="13" y="238"/>
                        <a:pt x="27" y="238"/>
                      </a:cubicBezTo>
                      <a:cubicBezTo>
                        <a:pt x="40" y="238"/>
                        <a:pt x="54" y="231"/>
                        <a:pt x="54" y="211"/>
                      </a:cubicBezTo>
                      <a:cubicBezTo>
                        <a:pt x="54" y="0"/>
                        <a:pt x="54" y="0"/>
                        <a:pt x="54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211"/>
                        <a:pt x="0" y="211"/>
                        <a:pt x="0" y="211"/>
                      </a:cubicBezTo>
                      <a:cubicBezTo>
                        <a:pt x="0" y="211"/>
                        <a:pt x="0" y="211"/>
                        <a:pt x="0" y="211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73" name="Freeform 112">
                  <a:extLst>
                    <a:ext uri="{FF2B5EF4-FFF2-40B4-BE49-F238E27FC236}">
                      <a16:creationId xmlns:a16="http://schemas.microsoft.com/office/drawing/2014/main" id="{276EF566-91BE-F4DF-27AD-43C19482B16E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1401088" y="2478088"/>
                  <a:ext cx="654050" cy="658813"/>
                </a:xfrm>
                <a:custGeom>
                  <a:avLst/>
                  <a:gdLst>
                    <a:gd name="T0" fmla="*/ 952 w 1208"/>
                    <a:gd name="T1" fmla="*/ 0 h 1215"/>
                    <a:gd name="T2" fmla="*/ 736 w 1208"/>
                    <a:gd name="T3" fmla="*/ 0 h 1215"/>
                    <a:gd name="T4" fmla="*/ 526 w 1208"/>
                    <a:gd name="T5" fmla="*/ 0 h 1215"/>
                    <a:gd name="T6" fmla="*/ 310 w 1208"/>
                    <a:gd name="T7" fmla="*/ 0 h 1215"/>
                    <a:gd name="T8" fmla="*/ 128 w 1208"/>
                    <a:gd name="T9" fmla="*/ 0 h 1215"/>
                    <a:gd name="T10" fmla="*/ 0 w 1208"/>
                    <a:gd name="T11" fmla="*/ 264 h 1215"/>
                    <a:gd name="T12" fmla="*/ 0 w 1208"/>
                    <a:gd name="T13" fmla="*/ 473 h 1215"/>
                    <a:gd name="T14" fmla="*/ 0 w 1208"/>
                    <a:gd name="T15" fmla="*/ 689 h 1215"/>
                    <a:gd name="T16" fmla="*/ 0 w 1208"/>
                    <a:gd name="T17" fmla="*/ 898 h 1215"/>
                    <a:gd name="T18" fmla="*/ 0 w 1208"/>
                    <a:gd name="T19" fmla="*/ 1087 h 1215"/>
                    <a:gd name="T20" fmla="*/ 256 w 1208"/>
                    <a:gd name="T21" fmla="*/ 1215 h 1215"/>
                    <a:gd name="T22" fmla="*/ 472 w 1208"/>
                    <a:gd name="T23" fmla="*/ 1215 h 1215"/>
                    <a:gd name="T24" fmla="*/ 682 w 1208"/>
                    <a:gd name="T25" fmla="*/ 1215 h 1215"/>
                    <a:gd name="T26" fmla="*/ 898 w 1208"/>
                    <a:gd name="T27" fmla="*/ 1215 h 1215"/>
                    <a:gd name="T28" fmla="*/ 1080 w 1208"/>
                    <a:gd name="T29" fmla="*/ 1215 h 1215"/>
                    <a:gd name="T30" fmla="*/ 1208 w 1208"/>
                    <a:gd name="T31" fmla="*/ 952 h 1215"/>
                    <a:gd name="T32" fmla="*/ 1208 w 1208"/>
                    <a:gd name="T33" fmla="*/ 743 h 1215"/>
                    <a:gd name="T34" fmla="*/ 1208 w 1208"/>
                    <a:gd name="T35" fmla="*/ 527 h 1215"/>
                    <a:gd name="T36" fmla="*/ 1208 w 1208"/>
                    <a:gd name="T37" fmla="*/ 318 h 1215"/>
                    <a:gd name="T38" fmla="*/ 1208 w 1208"/>
                    <a:gd name="T39" fmla="*/ 129 h 1215"/>
                    <a:gd name="T40" fmla="*/ 1154 w 1208"/>
                    <a:gd name="T41" fmla="*/ 264 h 1215"/>
                    <a:gd name="T42" fmla="*/ 1154 w 1208"/>
                    <a:gd name="T43" fmla="*/ 473 h 1215"/>
                    <a:gd name="T44" fmla="*/ 1154 w 1208"/>
                    <a:gd name="T45" fmla="*/ 689 h 1215"/>
                    <a:gd name="T46" fmla="*/ 1154 w 1208"/>
                    <a:gd name="T47" fmla="*/ 898 h 1215"/>
                    <a:gd name="T48" fmla="*/ 1154 w 1208"/>
                    <a:gd name="T49" fmla="*/ 1087 h 1215"/>
                    <a:gd name="T50" fmla="*/ 952 w 1208"/>
                    <a:gd name="T51" fmla="*/ 1161 h 1215"/>
                    <a:gd name="T52" fmla="*/ 736 w 1208"/>
                    <a:gd name="T53" fmla="*/ 1161 h 1215"/>
                    <a:gd name="T54" fmla="*/ 526 w 1208"/>
                    <a:gd name="T55" fmla="*/ 1161 h 1215"/>
                    <a:gd name="T56" fmla="*/ 310 w 1208"/>
                    <a:gd name="T57" fmla="*/ 1161 h 1215"/>
                    <a:gd name="T58" fmla="*/ 128 w 1208"/>
                    <a:gd name="T59" fmla="*/ 1161 h 1215"/>
                    <a:gd name="T60" fmla="*/ 54 w 1208"/>
                    <a:gd name="T61" fmla="*/ 952 h 1215"/>
                    <a:gd name="T62" fmla="*/ 54 w 1208"/>
                    <a:gd name="T63" fmla="*/ 743 h 1215"/>
                    <a:gd name="T64" fmla="*/ 54 w 1208"/>
                    <a:gd name="T65" fmla="*/ 527 h 1215"/>
                    <a:gd name="T66" fmla="*/ 54 w 1208"/>
                    <a:gd name="T67" fmla="*/ 318 h 1215"/>
                    <a:gd name="T68" fmla="*/ 54 w 1208"/>
                    <a:gd name="T69" fmla="*/ 129 h 1215"/>
                    <a:gd name="T70" fmla="*/ 256 w 1208"/>
                    <a:gd name="T71" fmla="*/ 54 h 1215"/>
                    <a:gd name="T72" fmla="*/ 472 w 1208"/>
                    <a:gd name="T73" fmla="*/ 54 h 1215"/>
                    <a:gd name="T74" fmla="*/ 682 w 1208"/>
                    <a:gd name="T75" fmla="*/ 54 h 1215"/>
                    <a:gd name="T76" fmla="*/ 898 w 1208"/>
                    <a:gd name="T77" fmla="*/ 54 h 1215"/>
                    <a:gd name="T78" fmla="*/ 1080 w 1208"/>
                    <a:gd name="T79" fmla="*/ 54 h 1215"/>
                    <a:gd name="T80" fmla="*/ 1154 w 1208"/>
                    <a:gd name="T81" fmla="*/ 264 h 12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1208" h="1215">
                      <a:moveTo>
                        <a:pt x="1080" y="0"/>
                      </a:moveTo>
                      <a:cubicBezTo>
                        <a:pt x="952" y="0"/>
                        <a:pt x="952" y="0"/>
                        <a:pt x="952" y="0"/>
                      </a:cubicBezTo>
                      <a:cubicBezTo>
                        <a:pt x="898" y="0"/>
                        <a:pt x="898" y="0"/>
                        <a:pt x="898" y="0"/>
                      </a:cubicBezTo>
                      <a:cubicBezTo>
                        <a:pt x="736" y="0"/>
                        <a:pt x="736" y="0"/>
                        <a:pt x="736" y="0"/>
                      </a:cubicBezTo>
                      <a:cubicBezTo>
                        <a:pt x="682" y="0"/>
                        <a:pt x="682" y="0"/>
                        <a:pt x="682" y="0"/>
                      </a:cubicBezTo>
                      <a:cubicBezTo>
                        <a:pt x="526" y="0"/>
                        <a:pt x="526" y="0"/>
                        <a:pt x="526" y="0"/>
                      </a:cubicBezTo>
                      <a:cubicBezTo>
                        <a:pt x="472" y="0"/>
                        <a:pt x="472" y="0"/>
                        <a:pt x="472" y="0"/>
                      </a:cubicBezTo>
                      <a:cubicBezTo>
                        <a:pt x="310" y="0"/>
                        <a:pt x="310" y="0"/>
                        <a:pt x="310" y="0"/>
                      </a:cubicBezTo>
                      <a:cubicBezTo>
                        <a:pt x="256" y="0"/>
                        <a:pt x="256" y="0"/>
                        <a:pt x="256" y="0"/>
                      </a:cubicBezTo>
                      <a:cubicBezTo>
                        <a:pt x="128" y="0"/>
                        <a:pt x="128" y="0"/>
                        <a:pt x="128" y="0"/>
                      </a:cubicBezTo>
                      <a:cubicBezTo>
                        <a:pt x="54" y="0"/>
                        <a:pt x="0" y="61"/>
                        <a:pt x="0" y="129"/>
                      </a:cubicBezTo>
                      <a:cubicBezTo>
                        <a:pt x="0" y="264"/>
                        <a:pt x="0" y="264"/>
                        <a:pt x="0" y="264"/>
                      </a:cubicBezTo>
                      <a:cubicBezTo>
                        <a:pt x="0" y="318"/>
                        <a:pt x="0" y="318"/>
                        <a:pt x="0" y="318"/>
                      </a:cubicBezTo>
                      <a:cubicBezTo>
                        <a:pt x="0" y="473"/>
                        <a:pt x="0" y="473"/>
                        <a:pt x="0" y="473"/>
                      </a:cubicBezTo>
                      <a:cubicBezTo>
                        <a:pt x="0" y="527"/>
                        <a:pt x="0" y="527"/>
                        <a:pt x="0" y="527"/>
                      </a:cubicBezTo>
                      <a:cubicBezTo>
                        <a:pt x="0" y="689"/>
                        <a:pt x="0" y="689"/>
                        <a:pt x="0" y="689"/>
                      </a:cubicBezTo>
                      <a:cubicBezTo>
                        <a:pt x="0" y="743"/>
                        <a:pt x="0" y="743"/>
                        <a:pt x="0" y="743"/>
                      </a:cubicBezTo>
                      <a:cubicBezTo>
                        <a:pt x="0" y="898"/>
                        <a:pt x="0" y="898"/>
                        <a:pt x="0" y="898"/>
                      </a:cubicBezTo>
                      <a:cubicBezTo>
                        <a:pt x="0" y="952"/>
                        <a:pt x="0" y="952"/>
                        <a:pt x="0" y="952"/>
                      </a:cubicBezTo>
                      <a:cubicBezTo>
                        <a:pt x="0" y="1087"/>
                        <a:pt x="0" y="1087"/>
                        <a:pt x="0" y="1087"/>
                      </a:cubicBezTo>
                      <a:cubicBezTo>
                        <a:pt x="0" y="1161"/>
                        <a:pt x="54" y="1215"/>
                        <a:pt x="128" y="1215"/>
                      </a:cubicBezTo>
                      <a:cubicBezTo>
                        <a:pt x="256" y="1215"/>
                        <a:pt x="256" y="1215"/>
                        <a:pt x="256" y="1215"/>
                      </a:cubicBezTo>
                      <a:cubicBezTo>
                        <a:pt x="310" y="1215"/>
                        <a:pt x="310" y="1215"/>
                        <a:pt x="310" y="1215"/>
                      </a:cubicBezTo>
                      <a:cubicBezTo>
                        <a:pt x="472" y="1215"/>
                        <a:pt x="472" y="1215"/>
                        <a:pt x="472" y="1215"/>
                      </a:cubicBezTo>
                      <a:cubicBezTo>
                        <a:pt x="526" y="1215"/>
                        <a:pt x="526" y="1215"/>
                        <a:pt x="526" y="1215"/>
                      </a:cubicBezTo>
                      <a:cubicBezTo>
                        <a:pt x="682" y="1215"/>
                        <a:pt x="682" y="1215"/>
                        <a:pt x="682" y="1215"/>
                      </a:cubicBezTo>
                      <a:cubicBezTo>
                        <a:pt x="736" y="1215"/>
                        <a:pt x="736" y="1215"/>
                        <a:pt x="736" y="1215"/>
                      </a:cubicBezTo>
                      <a:cubicBezTo>
                        <a:pt x="898" y="1215"/>
                        <a:pt x="898" y="1215"/>
                        <a:pt x="898" y="1215"/>
                      </a:cubicBezTo>
                      <a:cubicBezTo>
                        <a:pt x="952" y="1215"/>
                        <a:pt x="952" y="1215"/>
                        <a:pt x="952" y="1215"/>
                      </a:cubicBezTo>
                      <a:cubicBezTo>
                        <a:pt x="1080" y="1215"/>
                        <a:pt x="1080" y="1215"/>
                        <a:pt x="1080" y="1215"/>
                      </a:cubicBezTo>
                      <a:cubicBezTo>
                        <a:pt x="1154" y="1215"/>
                        <a:pt x="1208" y="1161"/>
                        <a:pt x="1208" y="1087"/>
                      </a:cubicBezTo>
                      <a:cubicBezTo>
                        <a:pt x="1208" y="952"/>
                        <a:pt x="1208" y="952"/>
                        <a:pt x="1208" y="952"/>
                      </a:cubicBezTo>
                      <a:cubicBezTo>
                        <a:pt x="1208" y="898"/>
                        <a:pt x="1208" y="898"/>
                        <a:pt x="1208" y="898"/>
                      </a:cubicBezTo>
                      <a:cubicBezTo>
                        <a:pt x="1208" y="743"/>
                        <a:pt x="1208" y="743"/>
                        <a:pt x="1208" y="743"/>
                      </a:cubicBezTo>
                      <a:cubicBezTo>
                        <a:pt x="1208" y="689"/>
                        <a:pt x="1208" y="689"/>
                        <a:pt x="1208" y="689"/>
                      </a:cubicBezTo>
                      <a:cubicBezTo>
                        <a:pt x="1208" y="527"/>
                        <a:pt x="1208" y="527"/>
                        <a:pt x="1208" y="527"/>
                      </a:cubicBezTo>
                      <a:cubicBezTo>
                        <a:pt x="1208" y="473"/>
                        <a:pt x="1208" y="473"/>
                        <a:pt x="1208" y="473"/>
                      </a:cubicBezTo>
                      <a:cubicBezTo>
                        <a:pt x="1208" y="318"/>
                        <a:pt x="1208" y="318"/>
                        <a:pt x="1208" y="318"/>
                      </a:cubicBezTo>
                      <a:cubicBezTo>
                        <a:pt x="1208" y="264"/>
                        <a:pt x="1208" y="264"/>
                        <a:pt x="1208" y="264"/>
                      </a:cubicBezTo>
                      <a:cubicBezTo>
                        <a:pt x="1208" y="129"/>
                        <a:pt x="1208" y="129"/>
                        <a:pt x="1208" y="129"/>
                      </a:cubicBezTo>
                      <a:cubicBezTo>
                        <a:pt x="1208" y="61"/>
                        <a:pt x="1154" y="0"/>
                        <a:pt x="1080" y="0"/>
                      </a:cubicBezTo>
                      <a:close/>
                      <a:moveTo>
                        <a:pt x="1154" y="264"/>
                      </a:moveTo>
                      <a:cubicBezTo>
                        <a:pt x="1154" y="318"/>
                        <a:pt x="1154" y="318"/>
                        <a:pt x="1154" y="318"/>
                      </a:cubicBezTo>
                      <a:cubicBezTo>
                        <a:pt x="1154" y="473"/>
                        <a:pt x="1154" y="473"/>
                        <a:pt x="1154" y="473"/>
                      </a:cubicBezTo>
                      <a:cubicBezTo>
                        <a:pt x="1154" y="527"/>
                        <a:pt x="1154" y="527"/>
                        <a:pt x="1154" y="527"/>
                      </a:cubicBezTo>
                      <a:cubicBezTo>
                        <a:pt x="1154" y="689"/>
                        <a:pt x="1154" y="689"/>
                        <a:pt x="1154" y="689"/>
                      </a:cubicBezTo>
                      <a:cubicBezTo>
                        <a:pt x="1154" y="743"/>
                        <a:pt x="1154" y="743"/>
                        <a:pt x="1154" y="743"/>
                      </a:cubicBezTo>
                      <a:cubicBezTo>
                        <a:pt x="1154" y="898"/>
                        <a:pt x="1154" y="898"/>
                        <a:pt x="1154" y="898"/>
                      </a:cubicBezTo>
                      <a:cubicBezTo>
                        <a:pt x="1154" y="952"/>
                        <a:pt x="1154" y="952"/>
                        <a:pt x="1154" y="952"/>
                      </a:cubicBezTo>
                      <a:cubicBezTo>
                        <a:pt x="1154" y="1087"/>
                        <a:pt x="1154" y="1087"/>
                        <a:pt x="1154" y="1087"/>
                      </a:cubicBezTo>
                      <a:cubicBezTo>
                        <a:pt x="1154" y="1127"/>
                        <a:pt x="1127" y="1161"/>
                        <a:pt x="1080" y="1161"/>
                      </a:cubicBezTo>
                      <a:cubicBezTo>
                        <a:pt x="952" y="1161"/>
                        <a:pt x="952" y="1161"/>
                        <a:pt x="952" y="1161"/>
                      </a:cubicBezTo>
                      <a:cubicBezTo>
                        <a:pt x="898" y="1161"/>
                        <a:pt x="898" y="1161"/>
                        <a:pt x="898" y="1161"/>
                      </a:cubicBezTo>
                      <a:cubicBezTo>
                        <a:pt x="736" y="1161"/>
                        <a:pt x="736" y="1161"/>
                        <a:pt x="736" y="1161"/>
                      </a:cubicBezTo>
                      <a:cubicBezTo>
                        <a:pt x="682" y="1161"/>
                        <a:pt x="682" y="1161"/>
                        <a:pt x="682" y="1161"/>
                      </a:cubicBezTo>
                      <a:cubicBezTo>
                        <a:pt x="526" y="1161"/>
                        <a:pt x="526" y="1161"/>
                        <a:pt x="526" y="1161"/>
                      </a:cubicBezTo>
                      <a:cubicBezTo>
                        <a:pt x="472" y="1161"/>
                        <a:pt x="472" y="1161"/>
                        <a:pt x="472" y="1161"/>
                      </a:cubicBezTo>
                      <a:cubicBezTo>
                        <a:pt x="310" y="1161"/>
                        <a:pt x="310" y="1161"/>
                        <a:pt x="310" y="1161"/>
                      </a:cubicBezTo>
                      <a:cubicBezTo>
                        <a:pt x="256" y="1161"/>
                        <a:pt x="256" y="1161"/>
                        <a:pt x="256" y="1161"/>
                      </a:cubicBezTo>
                      <a:cubicBezTo>
                        <a:pt x="128" y="1161"/>
                        <a:pt x="128" y="1161"/>
                        <a:pt x="128" y="1161"/>
                      </a:cubicBezTo>
                      <a:cubicBezTo>
                        <a:pt x="81" y="1161"/>
                        <a:pt x="54" y="1127"/>
                        <a:pt x="54" y="1087"/>
                      </a:cubicBezTo>
                      <a:cubicBezTo>
                        <a:pt x="54" y="952"/>
                        <a:pt x="54" y="952"/>
                        <a:pt x="54" y="952"/>
                      </a:cubicBezTo>
                      <a:cubicBezTo>
                        <a:pt x="54" y="898"/>
                        <a:pt x="54" y="898"/>
                        <a:pt x="54" y="898"/>
                      </a:cubicBezTo>
                      <a:cubicBezTo>
                        <a:pt x="54" y="743"/>
                        <a:pt x="54" y="743"/>
                        <a:pt x="54" y="743"/>
                      </a:cubicBezTo>
                      <a:cubicBezTo>
                        <a:pt x="54" y="689"/>
                        <a:pt x="54" y="689"/>
                        <a:pt x="54" y="689"/>
                      </a:cubicBezTo>
                      <a:cubicBezTo>
                        <a:pt x="54" y="527"/>
                        <a:pt x="54" y="527"/>
                        <a:pt x="54" y="527"/>
                      </a:cubicBezTo>
                      <a:cubicBezTo>
                        <a:pt x="54" y="473"/>
                        <a:pt x="54" y="473"/>
                        <a:pt x="54" y="473"/>
                      </a:cubicBezTo>
                      <a:cubicBezTo>
                        <a:pt x="54" y="318"/>
                        <a:pt x="54" y="318"/>
                        <a:pt x="54" y="318"/>
                      </a:cubicBezTo>
                      <a:cubicBezTo>
                        <a:pt x="54" y="264"/>
                        <a:pt x="54" y="264"/>
                        <a:pt x="54" y="264"/>
                      </a:cubicBezTo>
                      <a:cubicBezTo>
                        <a:pt x="54" y="129"/>
                        <a:pt x="54" y="129"/>
                        <a:pt x="54" y="129"/>
                      </a:cubicBezTo>
                      <a:cubicBezTo>
                        <a:pt x="54" y="88"/>
                        <a:pt x="81" y="54"/>
                        <a:pt x="128" y="54"/>
                      </a:cubicBezTo>
                      <a:cubicBezTo>
                        <a:pt x="256" y="54"/>
                        <a:pt x="256" y="54"/>
                        <a:pt x="256" y="54"/>
                      </a:cubicBezTo>
                      <a:cubicBezTo>
                        <a:pt x="310" y="54"/>
                        <a:pt x="310" y="54"/>
                        <a:pt x="310" y="54"/>
                      </a:cubicBezTo>
                      <a:cubicBezTo>
                        <a:pt x="472" y="54"/>
                        <a:pt x="472" y="54"/>
                        <a:pt x="472" y="54"/>
                      </a:cubicBezTo>
                      <a:cubicBezTo>
                        <a:pt x="526" y="54"/>
                        <a:pt x="526" y="54"/>
                        <a:pt x="526" y="54"/>
                      </a:cubicBezTo>
                      <a:cubicBezTo>
                        <a:pt x="682" y="54"/>
                        <a:pt x="682" y="54"/>
                        <a:pt x="682" y="54"/>
                      </a:cubicBezTo>
                      <a:cubicBezTo>
                        <a:pt x="736" y="54"/>
                        <a:pt x="736" y="54"/>
                        <a:pt x="736" y="54"/>
                      </a:cubicBezTo>
                      <a:cubicBezTo>
                        <a:pt x="898" y="54"/>
                        <a:pt x="898" y="54"/>
                        <a:pt x="898" y="54"/>
                      </a:cubicBezTo>
                      <a:cubicBezTo>
                        <a:pt x="952" y="54"/>
                        <a:pt x="952" y="54"/>
                        <a:pt x="952" y="54"/>
                      </a:cubicBezTo>
                      <a:cubicBezTo>
                        <a:pt x="1080" y="54"/>
                        <a:pt x="1080" y="54"/>
                        <a:pt x="1080" y="54"/>
                      </a:cubicBezTo>
                      <a:cubicBezTo>
                        <a:pt x="1127" y="54"/>
                        <a:pt x="1154" y="88"/>
                        <a:pt x="1154" y="129"/>
                      </a:cubicBezTo>
                      <a:cubicBezTo>
                        <a:pt x="1154" y="264"/>
                        <a:pt x="1154" y="264"/>
                        <a:pt x="1154" y="264"/>
                      </a:cubicBezTo>
                      <a:cubicBezTo>
                        <a:pt x="1154" y="264"/>
                        <a:pt x="1154" y="264"/>
                        <a:pt x="1154" y="264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Calibri" panose="020F0502020204030204" pitchFamily="34" charset="0"/>
                  </a:endParaRPr>
                </a:p>
              </p:txBody>
            </p:sp>
          </p:grpSp>
          <p:pic>
            <p:nvPicPr>
              <p:cNvPr id="355" name="그림 354">
                <a:extLst>
                  <a:ext uri="{FF2B5EF4-FFF2-40B4-BE49-F238E27FC236}">
                    <a16:creationId xmlns:a16="http://schemas.microsoft.com/office/drawing/2014/main" id="{D080D7E5-3AE7-3D11-07E1-263C660768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lum bright="100000"/>
              </a:blip>
              <a:stretch>
                <a:fillRect/>
              </a:stretch>
            </p:blipFill>
            <p:spPr>
              <a:xfrm>
                <a:off x="1124483" y="5707212"/>
                <a:ext cx="491143" cy="179999"/>
              </a:xfrm>
              <a:prstGeom prst="rect">
                <a:avLst/>
              </a:prstGeom>
            </p:spPr>
          </p:pic>
        </p:grpSp>
      </p:grpSp>
      <p:sp>
        <p:nvSpPr>
          <p:cNvPr id="378" name="직사각형 377">
            <a:extLst>
              <a:ext uri="{FF2B5EF4-FFF2-40B4-BE49-F238E27FC236}">
                <a16:creationId xmlns:a16="http://schemas.microsoft.com/office/drawing/2014/main" id="{F32E6A3E-3805-3F9E-9612-BF5CD2EB286C}"/>
              </a:ext>
            </a:extLst>
          </p:cNvPr>
          <p:cNvSpPr/>
          <p:nvPr/>
        </p:nvSpPr>
        <p:spPr>
          <a:xfrm>
            <a:off x="4091187" y="2744754"/>
            <a:ext cx="87523" cy="153888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 marL="0" marR="0" lvl="1" indent="0" algn="ctr" defTabSz="1474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140000"/>
              <a:buFontTx/>
              <a:buNone/>
              <a:tabLst>
                <a:tab pos="5648325" algn="l"/>
              </a:tabLst>
              <a:defRPr/>
            </a:pPr>
            <a:r>
              <a:rPr kumimoji="0" lang="en-US" altLang="ko-KR" sz="1000" u="none" strike="noStrike" kern="0" cap="none" spc="-3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 Semilight" panose="020B0503020000020004" pitchFamily="34" charset="-127"/>
                <a:ea typeface="Malgun Gothic Semilight" panose="020B0503020000020004" pitchFamily="34" charset="-127"/>
                <a:cs typeface="Arial"/>
              </a:rPr>
              <a:t>…</a:t>
            </a:r>
            <a:endParaRPr kumimoji="0" lang="ko-KR" altLang="en-US" sz="1000" u="none" strike="noStrike" kern="0" cap="none" spc="-30" normalizeH="0" baseline="0" noProof="0" dirty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Malgun Gothic Semilight" panose="020B0503020000020004" pitchFamily="34" charset="-127"/>
              <a:ea typeface="Malgun Gothic Semilight" panose="020B0503020000020004" pitchFamily="34" charset="-127"/>
              <a:cs typeface="Arial"/>
            </a:endParaRPr>
          </a:p>
        </p:txBody>
      </p:sp>
      <p:grpSp>
        <p:nvGrpSpPr>
          <p:cNvPr id="379" name="그룹 378">
            <a:extLst>
              <a:ext uri="{FF2B5EF4-FFF2-40B4-BE49-F238E27FC236}">
                <a16:creationId xmlns:a16="http://schemas.microsoft.com/office/drawing/2014/main" id="{C0D3FFE9-E3B3-A75C-F00C-513DBF929D4E}"/>
              </a:ext>
            </a:extLst>
          </p:cNvPr>
          <p:cNvGrpSpPr/>
          <p:nvPr/>
        </p:nvGrpSpPr>
        <p:grpSpPr>
          <a:xfrm>
            <a:off x="4175362" y="3408544"/>
            <a:ext cx="59764" cy="1005993"/>
            <a:chOff x="4286843" y="5071521"/>
            <a:chExt cx="72000" cy="1335055"/>
          </a:xfrm>
          <a:solidFill>
            <a:srgbClr val="5C6782"/>
          </a:solidFill>
        </p:grpSpPr>
        <p:sp>
          <p:nvSpPr>
            <p:cNvPr id="380" name="직사각형 379">
              <a:extLst>
                <a:ext uri="{FF2B5EF4-FFF2-40B4-BE49-F238E27FC236}">
                  <a16:creationId xmlns:a16="http://schemas.microsoft.com/office/drawing/2014/main" id="{7F748773-F2AC-6648-8163-512C50BAD10D}"/>
                </a:ext>
              </a:extLst>
            </p:cNvPr>
            <p:cNvSpPr/>
            <p:nvPr/>
          </p:nvSpPr>
          <p:spPr>
            <a:xfrm>
              <a:off x="4286843" y="5071521"/>
              <a:ext cx="72000" cy="7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marL="0" marR="0" lvl="0" indent="0" algn="ctr" defTabSz="1516258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271AA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endParaRPr kumimoji="0" lang="ko-KR" altLang="en-US" sz="800" u="none" strike="noStrike" kern="1200" cap="none" spc="-3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Malgun Gothic Semilight" panose="020B0503020000020004" pitchFamily="34" charset="-127"/>
                <a:ea typeface="Malgun Gothic Semilight" panose="020B0503020000020004" pitchFamily="34" charset="-127"/>
                <a:cs typeface="Arial"/>
              </a:endParaRPr>
            </a:p>
          </p:txBody>
        </p:sp>
        <p:cxnSp>
          <p:nvCxnSpPr>
            <p:cNvPr id="381" name="직선 연결선 552">
              <a:extLst>
                <a:ext uri="{FF2B5EF4-FFF2-40B4-BE49-F238E27FC236}">
                  <a16:creationId xmlns:a16="http://schemas.microsoft.com/office/drawing/2014/main" id="{310FDC7C-F36C-E7B6-16D0-C00C630BF8A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322843" y="5127788"/>
              <a:ext cx="0" cy="1278788"/>
            </a:xfrm>
            <a:prstGeom prst="line">
              <a:avLst/>
            </a:prstGeom>
            <a:grpFill/>
            <a:ln w="19050">
              <a:solidFill>
                <a:srgbClr val="5C6782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2" name="타원형 설명선 150">
            <a:extLst>
              <a:ext uri="{FF2B5EF4-FFF2-40B4-BE49-F238E27FC236}">
                <a16:creationId xmlns:a16="http://schemas.microsoft.com/office/drawing/2014/main" id="{F59F17C7-7CA7-4576-7344-B5B9D0FB5D2A}"/>
              </a:ext>
            </a:extLst>
          </p:cNvPr>
          <p:cNvSpPr/>
          <p:nvPr/>
        </p:nvSpPr>
        <p:spPr>
          <a:xfrm>
            <a:off x="2090496" y="1665711"/>
            <a:ext cx="781817" cy="671596"/>
          </a:xfrm>
          <a:prstGeom prst="wedgeEllipseCallout">
            <a:avLst>
              <a:gd name="adj1" fmla="val -86831"/>
              <a:gd name="adj2" fmla="val 54591"/>
            </a:avLst>
          </a:prstGeom>
          <a:solidFill>
            <a:srgbClr val="434759"/>
          </a:solidFill>
          <a:ln w="63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lvl="0" indent="-99481" algn="ctr">
              <a:buClr>
                <a:srgbClr val="0000FF"/>
              </a:buClr>
              <a:buSzPct val="140000"/>
              <a:tabLst>
                <a:tab pos="5530506" algn="l"/>
              </a:tabLst>
              <a:defRPr/>
            </a:pPr>
            <a:r>
              <a:rPr lang="ko-KR" altLang="en-US" sz="800" spc="-3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Arial"/>
                <a:sym typeface="KoPub돋움체 Bold" pitchFamily="2" charset="2"/>
              </a:rPr>
              <a:t>신규 </a:t>
            </a:r>
            <a:r>
              <a:rPr lang="en-US" altLang="ko-KR" sz="800" spc="-3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Arial"/>
                <a:sym typeface="KoPub돋움체 Bold" pitchFamily="2" charset="2"/>
              </a:rPr>
              <a:t>GPU </a:t>
            </a:r>
            <a:r>
              <a:rPr lang="ko-KR" altLang="en-US" sz="800" spc="-3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Arial"/>
                <a:sym typeface="KoPub돋움체 Bold" pitchFamily="2" charset="2"/>
              </a:rPr>
              <a:t>서버를</a:t>
            </a:r>
            <a:endParaRPr lang="en-US" altLang="ko-KR" sz="800" spc="-30" dirty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white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Arial"/>
              <a:sym typeface="KoPub돋움체 Bold" pitchFamily="2" charset="2"/>
            </a:endParaRPr>
          </a:p>
          <a:p>
            <a:pPr lvl="0" indent="-99481" algn="ctr">
              <a:buClr>
                <a:srgbClr val="0000FF"/>
              </a:buClr>
              <a:buSzPct val="140000"/>
              <a:tabLst>
                <a:tab pos="5530506" algn="l"/>
              </a:tabLst>
              <a:defRPr/>
            </a:pPr>
            <a:r>
              <a:rPr lang="ko-KR" altLang="en-US" sz="800" spc="-3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Arial"/>
                <a:sym typeface="KoPub돋움체 Bold" pitchFamily="2" charset="2"/>
              </a:rPr>
              <a:t>편입하여 관리</a:t>
            </a:r>
            <a:endParaRPr lang="en-US" altLang="ko-KR" sz="800" spc="-30" dirty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white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Arial"/>
              <a:sym typeface="KoPub돋움체 Bold" pitchFamily="2" charset="2"/>
            </a:endParaRPr>
          </a:p>
        </p:txBody>
      </p:sp>
      <p:sp>
        <p:nvSpPr>
          <p:cNvPr id="383" name="TextBox 382">
            <a:extLst>
              <a:ext uri="{FF2B5EF4-FFF2-40B4-BE49-F238E27FC236}">
                <a16:creationId xmlns:a16="http://schemas.microsoft.com/office/drawing/2014/main" id="{CDA82A09-D925-F498-B31A-CA3C26A8F134}"/>
              </a:ext>
            </a:extLst>
          </p:cNvPr>
          <p:cNvSpPr txBox="1"/>
          <p:nvPr/>
        </p:nvSpPr>
        <p:spPr>
          <a:xfrm>
            <a:off x="1383648" y="4509078"/>
            <a:ext cx="724878" cy="12311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2pPr marL="0" lvl="1" defTabSz="1474905">
              <a:spcAft>
                <a:spcPts val="0"/>
              </a:spcAft>
              <a:buClr>
                <a:prstClr val="black"/>
              </a:buClr>
              <a:buSzPct val="140000"/>
              <a:tabLst>
                <a:tab pos="5648325" algn="l"/>
              </a:tabLst>
              <a:defRPr sz="1000" kern="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2pPr>
          </a:lstStyle>
          <a:p>
            <a:pPr lvl="1">
              <a:defRPr/>
            </a:pPr>
            <a:r>
              <a:rPr lang="en-US" altLang="ko-KR" sz="8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Malgun Gothic Semilight" panose="020B0503020000020004" pitchFamily="34" charset="-127"/>
                <a:ea typeface="Malgun Gothic Semilight" panose="020B0503020000020004" pitchFamily="34" charset="-127"/>
                <a:cs typeface="Arial"/>
              </a:rPr>
              <a:t>1G UTP</a:t>
            </a:r>
            <a:r>
              <a:rPr lang="ko-KR" altLang="en-US" sz="8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Malgun Gothic Semilight" panose="020B0503020000020004" pitchFamily="34" charset="-127"/>
                <a:ea typeface="Malgun Gothic Semilight" panose="020B0503020000020004" pitchFamily="34" charset="-127"/>
                <a:cs typeface="Arial"/>
              </a:rPr>
              <a:t> </a:t>
            </a:r>
            <a:r>
              <a:rPr lang="en-US" altLang="ko-KR" sz="8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Malgun Gothic Semilight" panose="020B0503020000020004" pitchFamily="34" charset="-127"/>
                <a:ea typeface="Malgun Gothic Semilight" panose="020B0503020000020004" pitchFamily="34" charset="-127"/>
                <a:cs typeface="Arial"/>
              </a:rPr>
              <a:t>48Port x 1</a:t>
            </a:r>
          </a:p>
        </p:txBody>
      </p:sp>
      <p:sp>
        <p:nvSpPr>
          <p:cNvPr id="229" name="모서리가 둥근 사각형 설명선[R] 228">
            <a:extLst>
              <a:ext uri="{FF2B5EF4-FFF2-40B4-BE49-F238E27FC236}">
                <a16:creationId xmlns:a16="http://schemas.microsoft.com/office/drawing/2014/main" id="{7934C085-C37D-C4C3-F331-385CC1844A60}"/>
              </a:ext>
            </a:extLst>
          </p:cNvPr>
          <p:cNvSpPr/>
          <p:nvPr/>
        </p:nvSpPr>
        <p:spPr bwMode="auto">
          <a:xfrm>
            <a:off x="5996712" y="1603832"/>
            <a:ext cx="2556710" cy="809176"/>
          </a:xfrm>
          <a:prstGeom prst="wedgeRoundRectCallout">
            <a:avLst>
              <a:gd name="adj1" fmla="val -53617"/>
              <a:gd name="adj2" fmla="val 36404"/>
              <a:gd name="adj3" fmla="val 16667"/>
            </a:avLst>
          </a:prstGeom>
          <a:solidFill>
            <a:schemeClr val="bg2">
              <a:lumMod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95350" latinLnBrk="0">
              <a:spcAft>
                <a:spcPts val="600"/>
              </a:spcAft>
              <a:buSzPct val="120000"/>
            </a:pPr>
            <a:r>
              <a:rPr kumimoji="1" lang="ko-KR" altLang="en-US" sz="1300" b="1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물리적 상세 구성방안 작성</a:t>
            </a:r>
          </a:p>
        </p:txBody>
      </p:sp>
    </p:spTree>
    <p:extLst>
      <p:ext uri="{BB962C8B-B14F-4D97-AF65-F5344CB8AC3E}">
        <p14:creationId xmlns:p14="http://schemas.microsoft.com/office/powerpoint/2010/main" val="34742421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59B618-C2C2-5537-A41C-6C80F7051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2.4</a:t>
            </a:r>
            <a:r>
              <a:rPr kumimoji="1" lang="ko-KR" altLang="en-US" dirty="0"/>
              <a:t> 물리 구성방안 </a:t>
            </a:r>
            <a:r>
              <a:rPr kumimoji="1" lang="en-US" altLang="ko-KR" sz="1200" dirty="0"/>
              <a:t>&gt;</a:t>
            </a:r>
            <a:r>
              <a:rPr kumimoji="1" lang="ko-KR" altLang="en-US" sz="1200" dirty="0"/>
              <a:t> 빅데이터 플랫폼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B59475-945D-4749-A4A1-E0E92D1BE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047" y="504827"/>
            <a:ext cx="8639908" cy="294777"/>
          </a:xfrm>
        </p:spPr>
        <p:txBody>
          <a:bodyPr/>
          <a:lstStyle/>
          <a:p>
            <a:r>
              <a:rPr kumimoji="1" lang="ko-KR" altLang="en-US" dirty="0"/>
              <a:t>대내</a:t>
            </a:r>
            <a:r>
              <a:rPr kumimoji="1" lang="en-US" altLang="ko-KR" dirty="0"/>
              <a:t>/</a:t>
            </a:r>
            <a:r>
              <a:rPr kumimoji="1" lang="ko-KR" altLang="en-US" dirty="0"/>
              <a:t>외 정보 수집을 위해 인프라 교체 및 신규 시스템 구성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C979164-F009-9C00-17E3-3CEE9D304F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dirty="0"/>
              <a:t>2.</a:t>
            </a:r>
            <a:r>
              <a:rPr kumimoji="1" lang="ko-KR" altLang="en-US" dirty="0"/>
              <a:t> 시스템 아키텍처</a:t>
            </a:r>
          </a:p>
        </p:txBody>
      </p:sp>
      <p:grpSp>
        <p:nvGrpSpPr>
          <p:cNvPr id="684" name="그룹 683">
            <a:extLst>
              <a:ext uri="{FF2B5EF4-FFF2-40B4-BE49-F238E27FC236}">
                <a16:creationId xmlns:a16="http://schemas.microsoft.com/office/drawing/2014/main" id="{FA7CE750-289C-EFC9-D94E-84CA17DE2771}"/>
              </a:ext>
            </a:extLst>
          </p:cNvPr>
          <p:cNvGrpSpPr/>
          <p:nvPr/>
        </p:nvGrpSpPr>
        <p:grpSpPr>
          <a:xfrm>
            <a:off x="311728" y="864960"/>
            <a:ext cx="8426310" cy="4088042"/>
            <a:chOff x="305346" y="1943101"/>
            <a:chExt cx="10081667" cy="5113338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5D908049-DA2F-C34E-B79F-81922A688260}"/>
                </a:ext>
              </a:extLst>
            </p:cNvPr>
            <p:cNvGrpSpPr/>
            <p:nvPr/>
          </p:nvGrpSpPr>
          <p:grpSpPr>
            <a:xfrm>
              <a:off x="305346" y="1943633"/>
              <a:ext cx="6712431" cy="5112000"/>
              <a:chOff x="305347" y="1943633"/>
              <a:chExt cx="3348000" cy="5112000"/>
            </a:xfrm>
          </p:grpSpPr>
          <p:sp>
            <p:nvSpPr>
              <p:cNvPr id="384" name="직사각형 383">
                <a:extLst>
                  <a:ext uri="{FF2B5EF4-FFF2-40B4-BE49-F238E27FC236}">
                    <a16:creationId xmlns:a16="http://schemas.microsoft.com/office/drawing/2014/main" id="{1E5E93F5-33F5-68A9-31E7-DB87A1195CD8}"/>
                  </a:ext>
                </a:extLst>
              </p:cNvPr>
              <p:cNvSpPr/>
              <p:nvPr/>
            </p:nvSpPr>
            <p:spPr>
              <a:xfrm flipH="1">
                <a:off x="305347" y="1943633"/>
                <a:ext cx="3348000" cy="5112000"/>
              </a:xfrm>
              <a:prstGeom prst="rect">
                <a:avLst/>
              </a:prstGeom>
              <a:solidFill>
                <a:srgbClr val="F1F3F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u="none" strike="noStrike" kern="1200" cap="none" spc="-30" normalizeH="0" baseline="0" noProof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endParaRPr>
              </a:p>
            </p:txBody>
          </p:sp>
          <p:sp>
            <p:nvSpPr>
              <p:cNvPr id="385" name="직사각형 384">
                <a:extLst>
                  <a:ext uri="{FF2B5EF4-FFF2-40B4-BE49-F238E27FC236}">
                    <a16:creationId xmlns:a16="http://schemas.microsoft.com/office/drawing/2014/main" id="{0BF2EAC2-8B7A-7608-CE9F-57B7DE19B94A}"/>
                  </a:ext>
                </a:extLst>
              </p:cNvPr>
              <p:cNvSpPr/>
              <p:nvPr/>
            </p:nvSpPr>
            <p:spPr>
              <a:xfrm flipH="1">
                <a:off x="305347" y="1943633"/>
                <a:ext cx="3348000" cy="360000"/>
              </a:xfrm>
              <a:prstGeom prst="rect">
                <a:avLst/>
              </a:prstGeom>
              <a:solidFill>
                <a:srgbClr val="9CA5A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400" b="1" u="none" strike="noStrike" kern="120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  <a:cs typeface="Arial"/>
                  </a:rPr>
                  <a:t>빅데이터 플랫폼</a:t>
                </a:r>
                <a:endParaRPr kumimoji="0" lang="en-US" altLang="ko-KR" sz="1400" b="1" u="none" strike="noStrike" kern="120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Arial"/>
                </a:endParaRPr>
              </a:p>
            </p:txBody>
          </p:sp>
        </p:grpSp>
        <p:cxnSp>
          <p:nvCxnSpPr>
            <p:cNvPr id="386" name="직선 연결선 338">
              <a:extLst>
                <a:ext uri="{FF2B5EF4-FFF2-40B4-BE49-F238E27FC236}">
                  <a16:creationId xmlns:a16="http://schemas.microsoft.com/office/drawing/2014/main" id="{A96C8FD6-3566-407F-6303-CD54377222C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89986" y="5669145"/>
              <a:ext cx="5148000" cy="0"/>
            </a:xfrm>
            <a:prstGeom prst="line">
              <a:avLst/>
            </a:prstGeom>
            <a:ln w="19050">
              <a:solidFill>
                <a:srgbClr val="9CA5AC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직선 연결선 339">
              <a:extLst>
                <a:ext uri="{FF2B5EF4-FFF2-40B4-BE49-F238E27FC236}">
                  <a16:creationId xmlns:a16="http://schemas.microsoft.com/office/drawing/2014/main" id="{F94D124A-CF63-E97F-A7BC-A9DE45901C6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39989" y="2721089"/>
              <a:ext cx="6012000" cy="0"/>
            </a:xfrm>
            <a:prstGeom prst="line">
              <a:avLst/>
            </a:prstGeom>
            <a:ln w="19050">
              <a:solidFill>
                <a:srgbClr val="434759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8" name="모서리가 둥근 직사각형 16">
              <a:extLst>
                <a:ext uri="{FF2B5EF4-FFF2-40B4-BE49-F238E27FC236}">
                  <a16:creationId xmlns:a16="http://schemas.microsoft.com/office/drawing/2014/main" id="{C20778C2-95C0-ACDF-9390-96A6C4E4A4E8}"/>
                </a:ext>
              </a:extLst>
            </p:cNvPr>
            <p:cNvSpPr/>
            <p:nvPr/>
          </p:nvSpPr>
          <p:spPr bwMode="auto">
            <a:xfrm>
              <a:off x="3477217" y="3383793"/>
              <a:ext cx="774000" cy="1692000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marL="457200" marR="0" lvl="1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6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 Semilight" panose="020B0503020000020004" pitchFamily="34" charset="-127"/>
                <a:ea typeface="Malgun Gothic Semilight" panose="020B0503020000020004" pitchFamily="34" charset="-127"/>
                <a:cs typeface="Arial"/>
                <a:sym typeface="KoPub돋움체 Medium"/>
              </a:endParaRPr>
            </a:p>
          </p:txBody>
        </p:sp>
        <p:grpSp>
          <p:nvGrpSpPr>
            <p:cNvPr id="389" name="그룹 388">
              <a:extLst>
                <a:ext uri="{FF2B5EF4-FFF2-40B4-BE49-F238E27FC236}">
                  <a16:creationId xmlns:a16="http://schemas.microsoft.com/office/drawing/2014/main" id="{A4CEF041-C28B-16E5-89F5-3079A83EE837}"/>
                </a:ext>
              </a:extLst>
            </p:cNvPr>
            <p:cNvGrpSpPr/>
            <p:nvPr/>
          </p:nvGrpSpPr>
          <p:grpSpPr>
            <a:xfrm>
              <a:off x="348087" y="2567704"/>
              <a:ext cx="866616" cy="591574"/>
              <a:chOff x="363327" y="2582944"/>
              <a:chExt cx="866616" cy="591574"/>
            </a:xfrm>
          </p:grpSpPr>
          <p:grpSp>
            <p:nvGrpSpPr>
              <p:cNvPr id="390" name="그룹 389">
                <a:extLst>
                  <a:ext uri="{FF2B5EF4-FFF2-40B4-BE49-F238E27FC236}">
                    <a16:creationId xmlns:a16="http://schemas.microsoft.com/office/drawing/2014/main" id="{DFEBAFF3-DE76-C646-D9C2-D404A762C2CF}"/>
                  </a:ext>
                </a:extLst>
              </p:cNvPr>
              <p:cNvGrpSpPr/>
              <p:nvPr/>
            </p:nvGrpSpPr>
            <p:grpSpPr>
              <a:xfrm>
                <a:off x="537395" y="2582944"/>
                <a:ext cx="518482" cy="267178"/>
                <a:chOff x="562610" y="2563652"/>
                <a:chExt cx="468052" cy="241191"/>
              </a:xfrm>
            </p:grpSpPr>
            <p:pic>
              <p:nvPicPr>
                <p:cNvPr id="392" name="그림 391">
                  <a:extLst>
                    <a:ext uri="{FF2B5EF4-FFF2-40B4-BE49-F238E27FC236}">
                      <a16:creationId xmlns:a16="http://schemas.microsoft.com/office/drawing/2014/main" id="{5AFB4928-131C-4456-1366-653C4BC7011B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flipH="1">
                  <a:off x="562610" y="2563652"/>
                  <a:ext cx="396161" cy="144000"/>
                </a:xfrm>
                <a:prstGeom prst="rect">
                  <a:avLst/>
                </a:prstGeom>
              </p:spPr>
            </p:pic>
            <p:pic>
              <p:nvPicPr>
                <p:cNvPr id="393" name="그림 392">
                  <a:extLst>
                    <a:ext uri="{FF2B5EF4-FFF2-40B4-BE49-F238E27FC236}">
                      <a16:creationId xmlns:a16="http://schemas.microsoft.com/office/drawing/2014/main" id="{B472B626-F8A4-6C01-4B75-9BA44F381493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flipH="1">
                  <a:off x="634501" y="2660843"/>
                  <a:ext cx="396161" cy="144000"/>
                </a:xfrm>
                <a:prstGeom prst="rect">
                  <a:avLst/>
                </a:prstGeom>
              </p:spPr>
            </p:pic>
          </p:grpSp>
          <p:sp>
            <p:nvSpPr>
              <p:cNvPr id="391" name="TextBox 390">
                <a:extLst>
                  <a:ext uri="{FF2B5EF4-FFF2-40B4-BE49-F238E27FC236}">
                    <a16:creationId xmlns:a16="http://schemas.microsoft.com/office/drawing/2014/main" id="{5EB4BAE3-860B-FED8-AED3-25B94A1F0485}"/>
                  </a:ext>
                </a:extLst>
              </p:cNvPr>
              <p:cNvSpPr txBox="1"/>
              <p:nvPr/>
            </p:nvSpPr>
            <p:spPr>
              <a:xfrm>
                <a:off x="363327" y="2866544"/>
                <a:ext cx="866616" cy="307974"/>
              </a:xfrm>
              <a:prstGeom prst="rect">
                <a:avLst/>
              </a:prstGeom>
              <a:noFill/>
              <a:ln w="254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t">
                <a:spAutoFit/>
              </a:bodyPr>
              <a:lstStyle>
                <a:defPPr>
                  <a:defRPr lang="en-US"/>
                </a:defPPr>
                <a:lvl2pPr marL="0" lvl="1" algn="ctr" defTabSz="1474905">
                  <a:spcAft>
                    <a:spcPts val="0"/>
                  </a:spcAft>
                  <a:buClr>
                    <a:prstClr val="black"/>
                  </a:buClr>
                  <a:buSzPct val="140000"/>
                  <a:tabLst>
                    <a:tab pos="5648325" algn="l"/>
                  </a:tabLst>
                  <a:defRPr sz="1100" kern="0" spc="-3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defRPr>
                </a:lvl2pPr>
              </a:lstStyle>
              <a:p>
                <a:pPr marL="0" marR="0" lvl="1" indent="0" algn="ctr" defTabSz="147490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prstClr val="black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lang="ko-KR" altLang="en-US" sz="80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서비스용 </a:t>
                </a:r>
                <a:r>
                  <a:rPr kumimoji="0" lang="ko-KR" altLang="en-US" sz="800" u="none" strike="noStrike" kern="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스위치</a:t>
                </a:r>
                <a:br>
                  <a:rPr kumimoji="0" lang="en-US" altLang="ko-KR" sz="800" u="none" strike="noStrike" kern="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</a:br>
                <a:r>
                  <a:rPr kumimoji="0" lang="en-US" altLang="ko-KR" sz="800" u="none" strike="noStrike" kern="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(</a:t>
                </a:r>
                <a:r>
                  <a:rPr kumimoji="0" lang="ko-KR" altLang="en-US" sz="800" u="none" strike="noStrike" kern="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신규</a:t>
                </a:r>
                <a:r>
                  <a:rPr kumimoji="0" lang="en-US" altLang="ko-KR" sz="800" u="none" strike="noStrike" kern="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)</a:t>
                </a:r>
                <a:endParaRPr kumimoji="0" lang="ko-KR" altLang="en-US" sz="80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endParaRPr>
              </a:p>
            </p:txBody>
          </p:sp>
        </p:grpSp>
        <p:sp>
          <p:nvSpPr>
            <p:cNvPr id="394" name="TextBox 393">
              <a:extLst>
                <a:ext uri="{FF2B5EF4-FFF2-40B4-BE49-F238E27FC236}">
                  <a16:creationId xmlns:a16="http://schemas.microsoft.com/office/drawing/2014/main" id="{90D203C2-BF52-5D2A-21C9-E08A53F37B79}"/>
                </a:ext>
              </a:extLst>
            </p:cNvPr>
            <p:cNvSpPr txBox="1"/>
            <p:nvPr/>
          </p:nvSpPr>
          <p:spPr>
            <a:xfrm>
              <a:off x="972955" y="2497951"/>
              <a:ext cx="720371" cy="153988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 wrap="none" lIns="0" tIns="0" rIns="0" bIns="0" anchor="t">
              <a:spAutoFit/>
            </a:bodyPr>
            <a:lstStyle>
              <a:defPPr>
                <a:defRPr lang="en-US"/>
              </a:defPPr>
              <a:lvl2pPr marL="0" lvl="1" defTabSz="1474905">
                <a:spcAft>
                  <a:spcPts val="0"/>
                </a:spcAft>
                <a:buClr>
                  <a:prstClr val="black"/>
                </a:buClr>
                <a:buSzPct val="140000"/>
                <a:tabLst>
                  <a:tab pos="5648325" algn="l"/>
                </a:tabLst>
                <a:defRPr sz="1000" kern="0" spc="-3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defRPr>
              </a:lvl2pPr>
            </a:lstStyle>
            <a:p>
              <a:pPr marL="0" marR="0" lvl="1" indent="0" algn="l" defTabSz="14749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r>
                <a:rPr kumimoji="0" lang="en-US" altLang="ko-KR" sz="80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10G 48Port x 2</a:t>
              </a:r>
            </a:p>
          </p:txBody>
        </p:sp>
        <p:grpSp>
          <p:nvGrpSpPr>
            <p:cNvPr id="395" name="그룹 394">
              <a:extLst>
                <a:ext uri="{FF2B5EF4-FFF2-40B4-BE49-F238E27FC236}">
                  <a16:creationId xmlns:a16="http://schemas.microsoft.com/office/drawing/2014/main" id="{EFCECD52-3AB4-B544-06A7-5217C57EC48D}"/>
                </a:ext>
              </a:extLst>
            </p:cNvPr>
            <p:cNvGrpSpPr/>
            <p:nvPr/>
          </p:nvGrpSpPr>
          <p:grpSpPr>
            <a:xfrm>
              <a:off x="355264" y="5554853"/>
              <a:ext cx="852263" cy="591574"/>
              <a:chOff x="370504" y="2447689"/>
              <a:chExt cx="852263" cy="591574"/>
            </a:xfrm>
          </p:grpSpPr>
          <p:grpSp>
            <p:nvGrpSpPr>
              <p:cNvPr id="396" name="그룹 395">
                <a:extLst>
                  <a:ext uri="{FF2B5EF4-FFF2-40B4-BE49-F238E27FC236}">
                    <a16:creationId xmlns:a16="http://schemas.microsoft.com/office/drawing/2014/main" id="{B44DCB10-9173-9B9F-04F0-3A42BE16EFD9}"/>
                  </a:ext>
                </a:extLst>
              </p:cNvPr>
              <p:cNvGrpSpPr/>
              <p:nvPr/>
            </p:nvGrpSpPr>
            <p:grpSpPr>
              <a:xfrm>
                <a:off x="537395" y="2447689"/>
                <a:ext cx="518482" cy="267178"/>
                <a:chOff x="562610" y="2563652"/>
                <a:chExt cx="468052" cy="241191"/>
              </a:xfrm>
            </p:grpSpPr>
            <p:pic>
              <p:nvPicPr>
                <p:cNvPr id="398" name="그림 397">
                  <a:extLst>
                    <a:ext uri="{FF2B5EF4-FFF2-40B4-BE49-F238E27FC236}">
                      <a16:creationId xmlns:a16="http://schemas.microsoft.com/office/drawing/2014/main" id="{4A2408EE-EE9A-77CA-0D0F-BA25B830F6DB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flipH="1">
                  <a:off x="562610" y="2563652"/>
                  <a:ext cx="396161" cy="144000"/>
                </a:xfrm>
                <a:prstGeom prst="rect">
                  <a:avLst/>
                </a:prstGeom>
              </p:spPr>
            </p:pic>
            <p:pic>
              <p:nvPicPr>
                <p:cNvPr id="399" name="그림 398">
                  <a:extLst>
                    <a:ext uri="{FF2B5EF4-FFF2-40B4-BE49-F238E27FC236}">
                      <a16:creationId xmlns:a16="http://schemas.microsoft.com/office/drawing/2014/main" id="{202D1684-73C1-51C8-DBDE-29E31C8B367B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flipH="1">
                  <a:off x="634501" y="2660843"/>
                  <a:ext cx="396161" cy="144000"/>
                </a:xfrm>
                <a:prstGeom prst="rect">
                  <a:avLst/>
                </a:prstGeom>
              </p:spPr>
            </p:pic>
          </p:grpSp>
          <p:sp>
            <p:nvSpPr>
              <p:cNvPr id="397" name="TextBox 396">
                <a:extLst>
                  <a:ext uri="{FF2B5EF4-FFF2-40B4-BE49-F238E27FC236}">
                    <a16:creationId xmlns:a16="http://schemas.microsoft.com/office/drawing/2014/main" id="{84AEBD60-6378-15FA-6BA0-CD3770659275}"/>
                  </a:ext>
                </a:extLst>
              </p:cNvPr>
              <p:cNvSpPr txBox="1"/>
              <p:nvPr/>
            </p:nvSpPr>
            <p:spPr>
              <a:xfrm>
                <a:off x="370504" y="2731289"/>
                <a:ext cx="852263" cy="307974"/>
              </a:xfrm>
              <a:prstGeom prst="rect">
                <a:avLst/>
              </a:prstGeom>
              <a:noFill/>
              <a:ln w="254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t">
                <a:spAutoFit/>
              </a:bodyPr>
              <a:lstStyle>
                <a:defPPr>
                  <a:defRPr lang="en-US"/>
                </a:defPPr>
                <a:lvl2pPr marL="0" lvl="1" algn="ctr" defTabSz="1474905">
                  <a:spcAft>
                    <a:spcPts val="0"/>
                  </a:spcAft>
                  <a:buClr>
                    <a:prstClr val="black"/>
                  </a:buClr>
                  <a:buSzPct val="140000"/>
                  <a:tabLst>
                    <a:tab pos="5648325" algn="l"/>
                  </a:tabLst>
                  <a:defRPr sz="1100" kern="0" spc="-3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defRPr>
                </a:lvl2pPr>
              </a:lstStyle>
              <a:p>
                <a:pPr marL="0" marR="0" lvl="1" indent="0" algn="ctr" defTabSz="147490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prstClr val="black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lang="en-US" altLang="ko-KR" sz="80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NAS</a:t>
                </a:r>
                <a:r>
                  <a:rPr lang="ko-KR" altLang="en-US" sz="80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망용</a:t>
                </a:r>
                <a:r>
                  <a:rPr kumimoji="0" lang="en-US" altLang="ko-KR" sz="800" u="none" strike="noStrike" kern="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 </a:t>
                </a:r>
                <a:r>
                  <a:rPr kumimoji="0" lang="ko-KR" altLang="en-US" sz="800" u="none" strike="noStrike" kern="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스위치</a:t>
                </a:r>
                <a:br>
                  <a:rPr kumimoji="0" lang="en-US" altLang="ko-KR" sz="800" u="none" strike="noStrike" kern="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</a:br>
                <a:r>
                  <a:rPr kumimoji="0" lang="en-US" altLang="ko-KR" sz="800" u="none" strike="noStrike" kern="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(</a:t>
                </a:r>
                <a:r>
                  <a:rPr lang="ko-KR" altLang="en-US" sz="80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신규</a:t>
                </a:r>
                <a:r>
                  <a:rPr kumimoji="0" lang="en-US" altLang="ko-KR" sz="800" u="none" strike="noStrike" kern="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)</a:t>
                </a:r>
              </a:p>
            </p:txBody>
          </p:sp>
        </p:grpSp>
        <p:grpSp>
          <p:nvGrpSpPr>
            <p:cNvPr id="400" name="그룹 399">
              <a:extLst>
                <a:ext uri="{FF2B5EF4-FFF2-40B4-BE49-F238E27FC236}">
                  <a16:creationId xmlns:a16="http://schemas.microsoft.com/office/drawing/2014/main" id="{EB09337B-74B3-2F8D-D331-810F0852BD6F}"/>
                </a:ext>
              </a:extLst>
            </p:cNvPr>
            <p:cNvGrpSpPr/>
            <p:nvPr/>
          </p:nvGrpSpPr>
          <p:grpSpPr>
            <a:xfrm>
              <a:off x="3907123" y="2722245"/>
              <a:ext cx="72000" cy="657318"/>
              <a:chOff x="4409754" y="2722245"/>
              <a:chExt cx="72000" cy="657318"/>
            </a:xfrm>
          </p:grpSpPr>
          <p:sp>
            <p:nvSpPr>
              <p:cNvPr id="401" name="직사각형 400">
                <a:extLst>
                  <a:ext uri="{FF2B5EF4-FFF2-40B4-BE49-F238E27FC236}">
                    <a16:creationId xmlns:a16="http://schemas.microsoft.com/office/drawing/2014/main" id="{44FC3813-B693-5CF2-681B-7332B0CEB014}"/>
                  </a:ext>
                </a:extLst>
              </p:cNvPr>
              <p:cNvSpPr/>
              <p:nvPr/>
            </p:nvSpPr>
            <p:spPr>
              <a:xfrm flipV="1">
                <a:off x="4409754" y="3307563"/>
                <a:ext cx="72000" cy="72000"/>
              </a:xfrm>
              <a:prstGeom prst="rect">
                <a:avLst/>
              </a:prstGeom>
              <a:solidFill>
                <a:srgbClr val="4347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marL="0" marR="0" lvl="0" indent="0" algn="ctr" defTabSz="1516258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271AA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endParaRPr kumimoji="0" lang="ko-KR" altLang="en-US" sz="900" u="none" strike="noStrike" kern="120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endParaRPr>
              </a:p>
            </p:txBody>
          </p:sp>
          <p:cxnSp>
            <p:nvCxnSpPr>
              <p:cNvPr id="402" name="직선 연결선 361">
                <a:extLst>
                  <a:ext uri="{FF2B5EF4-FFF2-40B4-BE49-F238E27FC236}">
                    <a16:creationId xmlns:a16="http://schemas.microsoft.com/office/drawing/2014/main" id="{C75987FC-3893-5350-8E19-40E18134C52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4445754" y="2722245"/>
                <a:ext cx="0" cy="606362"/>
              </a:xfrm>
              <a:prstGeom prst="line">
                <a:avLst/>
              </a:prstGeom>
              <a:ln w="19050">
                <a:solidFill>
                  <a:srgbClr val="434759"/>
                </a:solidFill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03" name="그룹 402">
              <a:extLst>
                <a:ext uri="{FF2B5EF4-FFF2-40B4-BE49-F238E27FC236}">
                  <a16:creationId xmlns:a16="http://schemas.microsoft.com/office/drawing/2014/main" id="{E1CA56B5-D972-440F-246F-020DA324F6E8}"/>
                </a:ext>
              </a:extLst>
            </p:cNvPr>
            <p:cNvGrpSpPr/>
            <p:nvPr/>
          </p:nvGrpSpPr>
          <p:grpSpPr>
            <a:xfrm>
              <a:off x="1363036" y="2722245"/>
              <a:ext cx="72000" cy="657318"/>
              <a:chOff x="1500449" y="2722245"/>
              <a:chExt cx="72000" cy="657318"/>
            </a:xfrm>
          </p:grpSpPr>
          <p:sp>
            <p:nvSpPr>
              <p:cNvPr id="404" name="직사각형 403">
                <a:extLst>
                  <a:ext uri="{FF2B5EF4-FFF2-40B4-BE49-F238E27FC236}">
                    <a16:creationId xmlns:a16="http://schemas.microsoft.com/office/drawing/2014/main" id="{CE7E4458-EA35-BAF3-7287-5D8278261AC0}"/>
                  </a:ext>
                </a:extLst>
              </p:cNvPr>
              <p:cNvSpPr/>
              <p:nvPr/>
            </p:nvSpPr>
            <p:spPr>
              <a:xfrm flipV="1">
                <a:off x="1500449" y="3307563"/>
                <a:ext cx="72000" cy="72000"/>
              </a:xfrm>
              <a:prstGeom prst="rect">
                <a:avLst/>
              </a:prstGeom>
              <a:solidFill>
                <a:srgbClr val="4347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marL="0" marR="0" lvl="0" indent="0" algn="ctr" defTabSz="1516258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271AA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endParaRPr kumimoji="0" lang="ko-KR" altLang="en-US" sz="900" u="none" strike="noStrike" kern="120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endParaRPr>
              </a:p>
            </p:txBody>
          </p:sp>
          <p:cxnSp>
            <p:nvCxnSpPr>
              <p:cNvPr id="405" name="직선 연결선 362">
                <a:extLst>
                  <a:ext uri="{FF2B5EF4-FFF2-40B4-BE49-F238E27FC236}">
                    <a16:creationId xmlns:a16="http://schemas.microsoft.com/office/drawing/2014/main" id="{A5969090-B1D2-D7D9-B02F-2E2B853FF73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1536449" y="2722245"/>
                <a:ext cx="0" cy="606362"/>
              </a:xfrm>
              <a:prstGeom prst="line">
                <a:avLst/>
              </a:prstGeom>
              <a:ln w="19050">
                <a:solidFill>
                  <a:srgbClr val="434759"/>
                </a:solidFill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06" name="그룹 405">
              <a:extLst>
                <a:ext uri="{FF2B5EF4-FFF2-40B4-BE49-F238E27FC236}">
                  <a16:creationId xmlns:a16="http://schemas.microsoft.com/office/drawing/2014/main" id="{D40B7083-B3F3-83E2-D190-6E57FCA70615}"/>
                </a:ext>
              </a:extLst>
            </p:cNvPr>
            <p:cNvGrpSpPr/>
            <p:nvPr/>
          </p:nvGrpSpPr>
          <p:grpSpPr>
            <a:xfrm>
              <a:off x="3799119" y="5057033"/>
              <a:ext cx="72000" cy="592044"/>
              <a:chOff x="4286843" y="5071521"/>
              <a:chExt cx="72000" cy="637292"/>
            </a:xfrm>
          </p:grpSpPr>
          <p:sp>
            <p:nvSpPr>
              <p:cNvPr id="407" name="직사각형 406">
                <a:extLst>
                  <a:ext uri="{FF2B5EF4-FFF2-40B4-BE49-F238E27FC236}">
                    <a16:creationId xmlns:a16="http://schemas.microsoft.com/office/drawing/2014/main" id="{118459A7-F948-87E9-96DA-6FB5BA0918C4}"/>
                  </a:ext>
                </a:extLst>
              </p:cNvPr>
              <p:cNvSpPr/>
              <p:nvPr/>
            </p:nvSpPr>
            <p:spPr>
              <a:xfrm>
                <a:off x="4286843" y="5071521"/>
                <a:ext cx="72000" cy="72000"/>
              </a:xfrm>
              <a:prstGeom prst="rect">
                <a:avLst/>
              </a:prstGeom>
              <a:solidFill>
                <a:srgbClr val="9CA5A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marL="0" marR="0" lvl="0" indent="0" algn="ctr" defTabSz="1516258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271AA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endParaRPr kumimoji="0" lang="ko-KR" altLang="en-US" sz="900" u="none" strike="noStrike" kern="120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endParaRPr>
              </a:p>
            </p:txBody>
          </p:sp>
          <p:cxnSp>
            <p:nvCxnSpPr>
              <p:cNvPr id="408" name="직선 연결선 366">
                <a:extLst>
                  <a:ext uri="{FF2B5EF4-FFF2-40B4-BE49-F238E27FC236}">
                    <a16:creationId xmlns:a16="http://schemas.microsoft.com/office/drawing/2014/main" id="{5CFE4146-DC82-77D2-0A58-1014D98E8F5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4322843" y="5127788"/>
                <a:ext cx="0" cy="581025"/>
              </a:xfrm>
              <a:prstGeom prst="line">
                <a:avLst/>
              </a:prstGeom>
              <a:ln w="19050">
                <a:solidFill>
                  <a:srgbClr val="9CA5AC"/>
                </a:solidFill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09" name="TextBox 408">
              <a:extLst>
                <a:ext uri="{FF2B5EF4-FFF2-40B4-BE49-F238E27FC236}">
                  <a16:creationId xmlns:a16="http://schemas.microsoft.com/office/drawing/2014/main" id="{D15790BB-A90C-8E51-247C-54B83E8FFF06}"/>
                </a:ext>
              </a:extLst>
            </p:cNvPr>
            <p:cNvSpPr txBox="1"/>
            <p:nvPr/>
          </p:nvSpPr>
          <p:spPr>
            <a:xfrm>
              <a:off x="3755459" y="4281750"/>
              <a:ext cx="261848" cy="307974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 wrap="none" lIns="0" tIns="0" rIns="0" bIns="0" anchor="t">
              <a:spAutoFit/>
            </a:bodyPr>
            <a:lstStyle>
              <a:defPPr>
                <a:defRPr lang="en-US"/>
              </a:defPPr>
              <a:lvl2pPr marL="0" lvl="1" algn="ctr" defTabSz="1474905">
                <a:spcAft>
                  <a:spcPts val="0"/>
                </a:spcAft>
                <a:buClr>
                  <a:prstClr val="black"/>
                </a:buClr>
                <a:buSzPct val="140000"/>
                <a:tabLst>
                  <a:tab pos="5648325" algn="l"/>
                </a:tabLst>
                <a:defRPr sz="1000" kern="0" spc="-3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defRPr>
              </a:lvl2pPr>
            </a:lstStyle>
            <a:p>
              <a:pPr lvl="1">
                <a:defRPr/>
              </a:pPr>
              <a:r>
                <a:rPr lang="en-US" altLang="ko-KR" sz="80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L40S</a:t>
              </a:r>
            </a:p>
            <a:p>
              <a:pPr lvl="1">
                <a:defRPr/>
              </a:pPr>
              <a:r>
                <a:rPr kumimoji="0" lang="en-US" altLang="ko-KR" sz="80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(2EA)</a:t>
              </a:r>
            </a:p>
          </p:txBody>
        </p:sp>
        <p:grpSp>
          <p:nvGrpSpPr>
            <p:cNvPr id="410" name="그룹 409">
              <a:extLst>
                <a:ext uri="{FF2B5EF4-FFF2-40B4-BE49-F238E27FC236}">
                  <a16:creationId xmlns:a16="http://schemas.microsoft.com/office/drawing/2014/main" id="{52559CB9-8187-A678-F359-7BB8E6D9D66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502080" y="3580148"/>
              <a:ext cx="332424" cy="457200"/>
              <a:chOff x="3493292" y="3693520"/>
              <a:chExt cx="897069" cy="1233786"/>
            </a:xfrm>
          </p:grpSpPr>
          <p:grpSp>
            <p:nvGrpSpPr>
              <p:cNvPr id="411" name="그룹 410">
                <a:extLst>
                  <a:ext uri="{FF2B5EF4-FFF2-40B4-BE49-F238E27FC236}">
                    <a16:creationId xmlns:a16="http://schemas.microsoft.com/office/drawing/2014/main" id="{2A22F555-FC9F-77C7-B06F-F54EF65D654C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493292" y="3693520"/>
                <a:ext cx="897069" cy="1233786"/>
                <a:chOff x="11921389" y="4267727"/>
                <a:chExt cx="916126" cy="1260000"/>
              </a:xfrm>
            </p:grpSpPr>
            <p:sp>
              <p:nvSpPr>
                <p:cNvPr id="433" name="사각형: 둥근 모서리 147">
                  <a:extLst>
                    <a:ext uri="{FF2B5EF4-FFF2-40B4-BE49-F238E27FC236}">
                      <a16:creationId xmlns:a16="http://schemas.microsoft.com/office/drawing/2014/main" id="{1DE69F2D-8975-0D1F-939F-8A339DB3C4A0}"/>
                    </a:ext>
                  </a:extLst>
                </p:cNvPr>
                <p:cNvSpPr/>
                <p:nvPr/>
              </p:nvSpPr>
              <p:spPr>
                <a:xfrm>
                  <a:off x="11923593" y="4271687"/>
                  <a:ext cx="911716" cy="1252078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u="none" strike="noStrike" kern="1200" cap="none" spc="-3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endParaRPr>
                </a:p>
              </p:txBody>
            </p:sp>
            <p:grpSp>
              <p:nvGrpSpPr>
                <p:cNvPr id="434" name="그룹 433">
                  <a:extLst>
                    <a:ext uri="{FF2B5EF4-FFF2-40B4-BE49-F238E27FC236}">
                      <a16:creationId xmlns:a16="http://schemas.microsoft.com/office/drawing/2014/main" id="{281A483B-2962-7697-7875-C6FF2CB0B760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435" name="Freeform 230">
                    <a:extLst>
                      <a:ext uri="{FF2B5EF4-FFF2-40B4-BE49-F238E27FC236}">
                        <a16:creationId xmlns:a16="http://schemas.microsoft.com/office/drawing/2014/main" id="{5EAC5F7D-CE21-8B29-AAFA-1BBCA15BCE1C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Arial"/>
                    </a:endParaRPr>
                  </a:p>
                </p:txBody>
              </p:sp>
              <p:sp>
                <p:nvSpPr>
                  <p:cNvPr id="436" name="Freeform 231">
                    <a:extLst>
                      <a:ext uri="{FF2B5EF4-FFF2-40B4-BE49-F238E27FC236}">
                        <a16:creationId xmlns:a16="http://schemas.microsoft.com/office/drawing/2014/main" id="{0ACB347A-1968-9436-810E-916F74290BE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Arial"/>
                    </a:endParaRPr>
                  </a:p>
                </p:txBody>
              </p:sp>
            </p:grpSp>
          </p:grpSp>
          <p:grpSp>
            <p:nvGrpSpPr>
              <p:cNvPr id="412" name="그룹 411">
                <a:extLst>
                  <a:ext uri="{FF2B5EF4-FFF2-40B4-BE49-F238E27FC236}">
                    <a16:creationId xmlns:a16="http://schemas.microsoft.com/office/drawing/2014/main" id="{27CD8D15-6907-184D-D5F2-043F4D4CC14F}"/>
                  </a:ext>
                </a:extLst>
              </p:cNvPr>
              <p:cNvGrpSpPr/>
              <p:nvPr/>
            </p:nvGrpSpPr>
            <p:grpSpPr>
              <a:xfrm>
                <a:off x="3623554" y="4140320"/>
                <a:ext cx="636537" cy="634466"/>
                <a:chOff x="881898" y="5310642"/>
                <a:chExt cx="976313" cy="973138"/>
              </a:xfrm>
            </p:grpSpPr>
            <p:grpSp>
              <p:nvGrpSpPr>
                <p:cNvPr id="413" name="그룹 412">
                  <a:extLst>
                    <a:ext uri="{FF2B5EF4-FFF2-40B4-BE49-F238E27FC236}">
                      <a16:creationId xmlns:a16="http://schemas.microsoft.com/office/drawing/2014/main" id="{2583D3E0-1E40-62CE-B92E-14857EDBA366}"/>
                    </a:ext>
                  </a:extLst>
                </p:cNvPr>
                <p:cNvGrpSpPr/>
                <p:nvPr/>
              </p:nvGrpSpPr>
              <p:grpSpPr>
                <a:xfrm>
                  <a:off x="881898" y="5310642"/>
                  <a:ext cx="976313" cy="973138"/>
                  <a:chOff x="21240750" y="2320925"/>
                  <a:chExt cx="976313" cy="973138"/>
                </a:xfrm>
              </p:grpSpPr>
              <p:sp>
                <p:nvSpPr>
                  <p:cNvPr id="415" name="Freeform 113">
                    <a:extLst>
                      <a:ext uri="{FF2B5EF4-FFF2-40B4-BE49-F238E27FC236}">
                        <a16:creationId xmlns:a16="http://schemas.microsoft.com/office/drawing/2014/main" id="{E2092612-6C7D-7F2D-52C7-402AAA38EA4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410343" y="2487232"/>
                    <a:ext cx="637131" cy="640525"/>
                  </a:xfrm>
                  <a:custGeom>
                    <a:avLst/>
                    <a:gdLst>
                      <a:gd name="T0" fmla="*/ 1100 w 1100"/>
                      <a:gd name="T1" fmla="*/ 210 h 1107"/>
                      <a:gd name="T2" fmla="*/ 1100 w 1100"/>
                      <a:gd name="T3" fmla="*/ 264 h 1107"/>
                      <a:gd name="T4" fmla="*/ 1100 w 1100"/>
                      <a:gd name="T5" fmla="*/ 419 h 1107"/>
                      <a:gd name="T6" fmla="*/ 1100 w 1100"/>
                      <a:gd name="T7" fmla="*/ 473 h 1107"/>
                      <a:gd name="T8" fmla="*/ 1100 w 1100"/>
                      <a:gd name="T9" fmla="*/ 635 h 1107"/>
                      <a:gd name="T10" fmla="*/ 1100 w 1100"/>
                      <a:gd name="T11" fmla="*/ 689 h 1107"/>
                      <a:gd name="T12" fmla="*/ 1100 w 1100"/>
                      <a:gd name="T13" fmla="*/ 844 h 1107"/>
                      <a:gd name="T14" fmla="*/ 1100 w 1100"/>
                      <a:gd name="T15" fmla="*/ 898 h 1107"/>
                      <a:gd name="T16" fmla="*/ 1100 w 1100"/>
                      <a:gd name="T17" fmla="*/ 1033 h 1107"/>
                      <a:gd name="T18" fmla="*/ 1026 w 1100"/>
                      <a:gd name="T19" fmla="*/ 1107 h 1107"/>
                      <a:gd name="T20" fmla="*/ 898 w 1100"/>
                      <a:gd name="T21" fmla="*/ 1107 h 1107"/>
                      <a:gd name="T22" fmla="*/ 844 w 1100"/>
                      <a:gd name="T23" fmla="*/ 1107 h 1107"/>
                      <a:gd name="T24" fmla="*/ 682 w 1100"/>
                      <a:gd name="T25" fmla="*/ 1107 h 1107"/>
                      <a:gd name="T26" fmla="*/ 628 w 1100"/>
                      <a:gd name="T27" fmla="*/ 1107 h 1107"/>
                      <a:gd name="T28" fmla="*/ 472 w 1100"/>
                      <a:gd name="T29" fmla="*/ 1107 h 1107"/>
                      <a:gd name="T30" fmla="*/ 418 w 1100"/>
                      <a:gd name="T31" fmla="*/ 1107 h 1107"/>
                      <a:gd name="T32" fmla="*/ 256 w 1100"/>
                      <a:gd name="T33" fmla="*/ 1107 h 1107"/>
                      <a:gd name="T34" fmla="*/ 202 w 1100"/>
                      <a:gd name="T35" fmla="*/ 1107 h 1107"/>
                      <a:gd name="T36" fmla="*/ 74 w 1100"/>
                      <a:gd name="T37" fmla="*/ 1107 h 1107"/>
                      <a:gd name="T38" fmla="*/ 0 w 1100"/>
                      <a:gd name="T39" fmla="*/ 1033 h 1107"/>
                      <a:gd name="T40" fmla="*/ 0 w 1100"/>
                      <a:gd name="T41" fmla="*/ 898 h 1107"/>
                      <a:gd name="T42" fmla="*/ 0 w 1100"/>
                      <a:gd name="T43" fmla="*/ 844 h 1107"/>
                      <a:gd name="T44" fmla="*/ 0 w 1100"/>
                      <a:gd name="T45" fmla="*/ 689 h 1107"/>
                      <a:gd name="T46" fmla="*/ 0 w 1100"/>
                      <a:gd name="T47" fmla="*/ 635 h 1107"/>
                      <a:gd name="T48" fmla="*/ 0 w 1100"/>
                      <a:gd name="T49" fmla="*/ 473 h 1107"/>
                      <a:gd name="T50" fmla="*/ 0 w 1100"/>
                      <a:gd name="T51" fmla="*/ 419 h 1107"/>
                      <a:gd name="T52" fmla="*/ 0 w 1100"/>
                      <a:gd name="T53" fmla="*/ 264 h 1107"/>
                      <a:gd name="T54" fmla="*/ 0 w 1100"/>
                      <a:gd name="T55" fmla="*/ 210 h 1107"/>
                      <a:gd name="T56" fmla="*/ 0 w 1100"/>
                      <a:gd name="T57" fmla="*/ 75 h 1107"/>
                      <a:gd name="T58" fmla="*/ 74 w 1100"/>
                      <a:gd name="T59" fmla="*/ 0 h 1107"/>
                      <a:gd name="T60" fmla="*/ 202 w 1100"/>
                      <a:gd name="T61" fmla="*/ 0 h 1107"/>
                      <a:gd name="T62" fmla="*/ 256 w 1100"/>
                      <a:gd name="T63" fmla="*/ 0 h 1107"/>
                      <a:gd name="T64" fmla="*/ 418 w 1100"/>
                      <a:gd name="T65" fmla="*/ 0 h 1107"/>
                      <a:gd name="T66" fmla="*/ 472 w 1100"/>
                      <a:gd name="T67" fmla="*/ 0 h 1107"/>
                      <a:gd name="T68" fmla="*/ 628 w 1100"/>
                      <a:gd name="T69" fmla="*/ 0 h 1107"/>
                      <a:gd name="T70" fmla="*/ 682 w 1100"/>
                      <a:gd name="T71" fmla="*/ 0 h 1107"/>
                      <a:gd name="T72" fmla="*/ 844 w 1100"/>
                      <a:gd name="T73" fmla="*/ 0 h 1107"/>
                      <a:gd name="T74" fmla="*/ 898 w 1100"/>
                      <a:gd name="T75" fmla="*/ 0 h 1107"/>
                      <a:gd name="T76" fmla="*/ 1026 w 1100"/>
                      <a:gd name="T77" fmla="*/ 0 h 1107"/>
                      <a:gd name="T78" fmla="*/ 1100 w 1100"/>
                      <a:gd name="T79" fmla="*/ 75 h 1107"/>
                      <a:gd name="T80" fmla="*/ 1100 w 1100"/>
                      <a:gd name="T81" fmla="*/ 210 h 1107"/>
                      <a:gd name="T82" fmla="*/ 1100 w 1100"/>
                      <a:gd name="T83" fmla="*/ 210 h 110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1100" h="1107">
                        <a:moveTo>
                          <a:pt x="1100" y="210"/>
                        </a:moveTo>
                        <a:cubicBezTo>
                          <a:pt x="1100" y="264"/>
                          <a:pt x="1100" y="264"/>
                          <a:pt x="1100" y="264"/>
                        </a:cubicBezTo>
                        <a:cubicBezTo>
                          <a:pt x="1100" y="419"/>
                          <a:pt x="1100" y="419"/>
                          <a:pt x="1100" y="419"/>
                        </a:cubicBezTo>
                        <a:cubicBezTo>
                          <a:pt x="1100" y="473"/>
                          <a:pt x="1100" y="473"/>
                          <a:pt x="1100" y="473"/>
                        </a:cubicBezTo>
                        <a:cubicBezTo>
                          <a:pt x="1100" y="635"/>
                          <a:pt x="1100" y="635"/>
                          <a:pt x="1100" y="635"/>
                        </a:cubicBezTo>
                        <a:cubicBezTo>
                          <a:pt x="1100" y="689"/>
                          <a:pt x="1100" y="689"/>
                          <a:pt x="1100" y="689"/>
                        </a:cubicBezTo>
                        <a:cubicBezTo>
                          <a:pt x="1100" y="844"/>
                          <a:pt x="1100" y="844"/>
                          <a:pt x="1100" y="844"/>
                        </a:cubicBezTo>
                        <a:cubicBezTo>
                          <a:pt x="1100" y="898"/>
                          <a:pt x="1100" y="898"/>
                          <a:pt x="1100" y="898"/>
                        </a:cubicBezTo>
                        <a:cubicBezTo>
                          <a:pt x="1100" y="1033"/>
                          <a:pt x="1100" y="1033"/>
                          <a:pt x="1100" y="1033"/>
                        </a:cubicBezTo>
                        <a:cubicBezTo>
                          <a:pt x="1100" y="1073"/>
                          <a:pt x="1073" y="1107"/>
                          <a:pt x="1026" y="1107"/>
                        </a:cubicBezTo>
                        <a:cubicBezTo>
                          <a:pt x="898" y="1107"/>
                          <a:pt x="898" y="1107"/>
                          <a:pt x="898" y="1107"/>
                        </a:cubicBezTo>
                        <a:cubicBezTo>
                          <a:pt x="844" y="1107"/>
                          <a:pt x="844" y="1107"/>
                          <a:pt x="844" y="1107"/>
                        </a:cubicBezTo>
                        <a:cubicBezTo>
                          <a:pt x="682" y="1107"/>
                          <a:pt x="682" y="1107"/>
                          <a:pt x="682" y="1107"/>
                        </a:cubicBezTo>
                        <a:cubicBezTo>
                          <a:pt x="628" y="1107"/>
                          <a:pt x="628" y="1107"/>
                          <a:pt x="628" y="1107"/>
                        </a:cubicBezTo>
                        <a:cubicBezTo>
                          <a:pt x="472" y="1107"/>
                          <a:pt x="472" y="1107"/>
                          <a:pt x="472" y="1107"/>
                        </a:cubicBezTo>
                        <a:cubicBezTo>
                          <a:pt x="418" y="1107"/>
                          <a:pt x="418" y="1107"/>
                          <a:pt x="418" y="1107"/>
                        </a:cubicBezTo>
                        <a:cubicBezTo>
                          <a:pt x="256" y="1107"/>
                          <a:pt x="256" y="1107"/>
                          <a:pt x="256" y="1107"/>
                        </a:cubicBezTo>
                        <a:cubicBezTo>
                          <a:pt x="202" y="1107"/>
                          <a:pt x="202" y="1107"/>
                          <a:pt x="202" y="1107"/>
                        </a:cubicBezTo>
                        <a:cubicBezTo>
                          <a:pt x="74" y="1107"/>
                          <a:pt x="74" y="1107"/>
                          <a:pt x="74" y="1107"/>
                        </a:cubicBezTo>
                        <a:cubicBezTo>
                          <a:pt x="27" y="1107"/>
                          <a:pt x="0" y="1073"/>
                          <a:pt x="0" y="1033"/>
                        </a:cubicBezTo>
                        <a:cubicBezTo>
                          <a:pt x="0" y="898"/>
                          <a:pt x="0" y="898"/>
                          <a:pt x="0" y="898"/>
                        </a:cubicBezTo>
                        <a:cubicBezTo>
                          <a:pt x="0" y="844"/>
                          <a:pt x="0" y="844"/>
                          <a:pt x="0" y="844"/>
                        </a:cubicBezTo>
                        <a:cubicBezTo>
                          <a:pt x="0" y="689"/>
                          <a:pt x="0" y="689"/>
                          <a:pt x="0" y="689"/>
                        </a:cubicBezTo>
                        <a:cubicBezTo>
                          <a:pt x="0" y="635"/>
                          <a:pt x="0" y="635"/>
                          <a:pt x="0" y="635"/>
                        </a:cubicBezTo>
                        <a:cubicBezTo>
                          <a:pt x="0" y="473"/>
                          <a:pt x="0" y="473"/>
                          <a:pt x="0" y="473"/>
                        </a:cubicBezTo>
                        <a:cubicBezTo>
                          <a:pt x="0" y="419"/>
                          <a:pt x="0" y="419"/>
                          <a:pt x="0" y="419"/>
                        </a:cubicBezTo>
                        <a:cubicBezTo>
                          <a:pt x="0" y="264"/>
                          <a:pt x="0" y="264"/>
                          <a:pt x="0" y="264"/>
                        </a:cubicBezTo>
                        <a:cubicBezTo>
                          <a:pt x="0" y="210"/>
                          <a:pt x="0" y="210"/>
                          <a:pt x="0" y="210"/>
                        </a:cubicBezTo>
                        <a:cubicBezTo>
                          <a:pt x="0" y="75"/>
                          <a:pt x="0" y="75"/>
                          <a:pt x="0" y="75"/>
                        </a:cubicBezTo>
                        <a:cubicBezTo>
                          <a:pt x="0" y="34"/>
                          <a:pt x="27" y="0"/>
                          <a:pt x="74" y="0"/>
                        </a:cubicBezTo>
                        <a:cubicBezTo>
                          <a:pt x="202" y="0"/>
                          <a:pt x="202" y="0"/>
                          <a:pt x="202" y="0"/>
                        </a:cubicBezTo>
                        <a:cubicBezTo>
                          <a:pt x="256" y="0"/>
                          <a:pt x="256" y="0"/>
                          <a:pt x="256" y="0"/>
                        </a:cubicBezTo>
                        <a:cubicBezTo>
                          <a:pt x="418" y="0"/>
                          <a:pt x="418" y="0"/>
                          <a:pt x="418" y="0"/>
                        </a:cubicBezTo>
                        <a:cubicBezTo>
                          <a:pt x="472" y="0"/>
                          <a:pt x="472" y="0"/>
                          <a:pt x="472" y="0"/>
                        </a:cubicBezTo>
                        <a:cubicBezTo>
                          <a:pt x="628" y="0"/>
                          <a:pt x="628" y="0"/>
                          <a:pt x="628" y="0"/>
                        </a:cubicBezTo>
                        <a:cubicBezTo>
                          <a:pt x="682" y="0"/>
                          <a:pt x="682" y="0"/>
                          <a:pt x="682" y="0"/>
                        </a:cubicBezTo>
                        <a:cubicBezTo>
                          <a:pt x="844" y="0"/>
                          <a:pt x="844" y="0"/>
                          <a:pt x="844" y="0"/>
                        </a:cubicBezTo>
                        <a:cubicBezTo>
                          <a:pt x="898" y="0"/>
                          <a:pt x="898" y="0"/>
                          <a:pt x="898" y="0"/>
                        </a:cubicBezTo>
                        <a:cubicBezTo>
                          <a:pt x="1026" y="0"/>
                          <a:pt x="1026" y="0"/>
                          <a:pt x="1026" y="0"/>
                        </a:cubicBezTo>
                        <a:cubicBezTo>
                          <a:pt x="1073" y="0"/>
                          <a:pt x="1100" y="34"/>
                          <a:pt x="1100" y="75"/>
                        </a:cubicBezTo>
                        <a:cubicBezTo>
                          <a:pt x="1100" y="210"/>
                          <a:pt x="1100" y="210"/>
                          <a:pt x="1100" y="210"/>
                        </a:cubicBezTo>
                        <a:cubicBezTo>
                          <a:pt x="1100" y="210"/>
                          <a:pt x="1100" y="210"/>
                          <a:pt x="1100" y="210"/>
                        </a:cubicBezTo>
                        <a:close/>
                      </a:path>
                    </a:pathLst>
                  </a:custGeom>
                  <a:solidFill>
                    <a:schemeClr val="tx1">
                      <a:lumMod val="85000"/>
                      <a:lumOff val="15000"/>
                    </a:scheme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16" name="Freeform 96">
                    <a:extLst>
                      <a:ext uri="{FF2B5EF4-FFF2-40B4-BE49-F238E27FC236}">
                        <a16:creationId xmlns:a16="http://schemas.microsoft.com/office/drawing/2014/main" id="{54237E9B-62CF-C32F-D9D8-4DCB96FC3D1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085300" y="2620963"/>
                    <a:ext cx="131763" cy="30163"/>
                  </a:xfrm>
                  <a:custGeom>
                    <a:avLst/>
                    <a:gdLst>
                      <a:gd name="T0" fmla="*/ 244 w 244"/>
                      <a:gd name="T1" fmla="*/ 28 h 55"/>
                      <a:gd name="T2" fmla="*/ 217 w 244"/>
                      <a:gd name="T3" fmla="*/ 0 h 55"/>
                      <a:gd name="T4" fmla="*/ 0 w 244"/>
                      <a:gd name="T5" fmla="*/ 0 h 55"/>
                      <a:gd name="T6" fmla="*/ 0 w 244"/>
                      <a:gd name="T7" fmla="*/ 55 h 55"/>
                      <a:gd name="T8" fmla="*/ 217 w 244"/>
                      <a:gd name="T9" fmla="*/ 55 h 55"/>
                      <a:gd name="T10" fmla="*/ 244 w 244"/>
                      <a:gd name="T11" fmla="*/ 28 h 5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4" h="55">
                        <a:moveTo>
                          <a:pt x="244" y="28"/>
                        </a:moveTo>
                        <a:cubicBezTo>
                          <a:pt x="244" y="14"/>
                          <a:pt x="230" y="0"/>
                          <a:pt x="217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55"/>
                          <a:pt x="0" y="55"/>
                          <a:pt x="0" y="55"/>
                        </a:cubicBezTo>
                        <a:cubicBezTo>
                          <a:pt x="217" y="55"/>
                          <a:pt x="217" y="55"/>
                          <a:pt x="217" y="55"/>
                        </a:cubicBezTo>
                        <a:cubicBezTo>
                          <a:pt x="230" y="55"/>
                          <a:pt x="244" y="41"/>
                          <a:pt x="244" y="28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17" name="Freeform 97">
                    <a:extLst>
                      <a:ext uri="{FF2B5EF4-FFF2-40B4-BE49-F238E27FC236}">
                        <a16:creationId xmlns:a16="http://schemas.microsoft.com/office/drawing/2014/main" id="{1BD2102C-51D3-01BC-B2C9-004467CFBE9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085300" y="2733675"/>
                    <a:ext cx="131763" cy="30163"/>
                  </a:xfrm>
                  <a:custGeom>
                    <a:avLst/>
                    <a:gdLst>
                      <a:gd name="T0" fmla="*/ 217 w 244"/>
                      <a:gd name="T1" fmla="*/ 0 h 54"/>
                      <a:gd name="T2" fmla="*/ 0 w 244"/>
                      <a:gd name="T3" fmla="*/ 0 h 54"/>
                      <a:gd name="T4" fmla="*/ 0 w 244"/>
                      <a:gd name="T5" fmla="*/ 54 h 54"/>
                      <a:gd name="T6" fmla="*/ 217 w 244"/>
                      <a:gd name="T7" fmla="*/ 54 h 54"/>
                      <a:gd name="T8" fmla="*/ 244 w 244"/>
                      <a:gd name="T9" fmla="*/ 27 h 54"/>
                      <a:gd name="T10" fmla="*/ 217 w 244"/>
                      <a:gd name="T11" fmla="*/ 0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4" h="54">
                        <a:moveTo>
                          <a:pt x="217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54"/>
                          <a:pt x="0" y="54"/>
                          <a:pt x="0" y="54"/>
                        </a:cubicBezTo>
                        <a:cubicBezTo>
                          <a:pt x="217" y="54"/>
                          <a:pt x="217" y="54"/>
                          <a:pt x="217" y="54"/>
                        </a:cubicBezTo>
                        <a:cubicBezTo>
                          <a:pt x="230" y="54"/>
                          <a:pt x="244" y="47"/>
                          <a:pt x="244" y="27"/>
                        </a:cubicBezTo>
                        <a:cubicBezTo>
                          <a:pt x="244" y="13"/>
                          <a:pt x="230" y="0"/>
                          <a:pt x="217" y="0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18" name="Freeform 98">
                    <a:extLst>
                      <a:ext uri="{FF2B5EF4-FFF2-40B4-BE49-F238E27FC236}">
                        <a16:creationId xmlns:a16="http://schemas.microsoft.com/office/drawing/2014/main" id="{80E3341A-F2CC-51C0-F889-DFC1AF9459F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085300" y="2851150"/>
                    <a:ext cx="131763" cy="30163"/>
                  </a:xfrm>
                  <a:custGeom>
                    <a:avLst/>
                    <a:gdLst>
                      <a:gd name="T0" fmla="*/ 217 w 244"/>
                      <a:gd name="T1" fmla="*/ 0 h 54"/>
                      <a:gd name="T2" fmla="*/ 0 w 244"/>
                      <a:gd name="T3" fmla="*/ 0 h 54"/>
                      <a:gd name="T4" fmla="*/ 0 w 244"/>
                      <a:gd name="T5" fmla="*/ 54 h 54"/>
                      <a:gd name="T6" fmla="*/ 217 w 244"/>
                      <a:gd name="T7" fmla="*/ 54 h 54"/>
                      <a:gd name="T8" fmla="*/ 244 w 244"/>
                      <a:gd name="T9" fmla="*/ 27 h 54"/>
                      <a:gd name="T10" fmla="*/ 217 w 244"/>
                      <a:gd name="T11" fmla="*/ 0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4" h="54">
                        <a:moveTo>
                          <a:pt x="217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54"/>
                          <a:pt x="0" y="54"/>
                          <a:pt x="0" y="54"/>
                        </a:cubicBezTo>
                        <a:cubicBezTo>
                          <a:pt x="217" y="54"/>
                          <a:pt x="217" y="54"/>
                          <a:pt x="217" y="54"/>
                        </a:cubicBezTo>
                        <a:cubicBezTo>
                          <a:pt x="230" y="54"/>
                          <a:pt x="244" y="41"/>
                          <a:pt x="244" y="27"/>
                        </a:cubicBezTo>
                        <a:cubicBezTo>
                          <a:pt x="244" y="14"/>
                          <a:pt x="230" y="0"/>
                          <a:pt x="217" y="0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19" name="Freeform 99">
                    <a:extLst>
                      <a:ext uri="{FF2B5EF4-FFF2-40B4-BE49-F238E27FC236}">
                        <a16:creationId xmlns:a16="http://schemas.microsoft.com/office/drawing/2014/main" id="{39E9B9AA-F15F-2C0A-FCEB-3BC9C3D79C5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085300" y="2965450"/>
                    <a:ext cx="131763" cy="28575"/>
                  </a:xfrm>
                  <a:custGeom>
                    <a:avLst/>
                    <a:gdLst>
                      <a:gd name="T0" fmla="*/ 217 w 244"/>
                      <a:gd name="T1" fmla="*/ 0 h 54"/>
                      <a:gd name="T2" fmla="*/ 0 w 244"/>
                      <a:gd name="T3" fmla="*/ 0 h 54"/>
                      <a:gd name="T4" fmla="*/ 0 w 244"/>
                      <a:gd name="T5" fmla="*/ 54 h 54"/>
                      <a:gd name="T6" fmla="*/ 217 w 244"/>
                      <a:gd name="T7" fmla="*/ 54 h 54"/>
                      <a:gd name="T8" fmla="*/ 244 w 244"/>
                      <a:gd name="T9" fmla="*/ 27 h 54"/>
                      <a:gd name="T10" fmla="*/ 217 w 244"/>
                      <a:gd name="T11" fmla="*/ 0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4" h="54">
                        <a:moveTo>
                          <a:pt x="217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54"/>
                          <a:pt x="0" y="54"/>
                          <a:pt x="0" y="54"/>
                        </a:cubicBezTo>
                        <a:cubicBezTo>
                          <a:pt x="217" y="54"/>
                          <a:pt x="217" y="54"/>
                          <a:pt x="217" y="54"/>
                        </a:cubicBezTo>
                        <a:cubicBezTo>
                          <a:pt x="230" y="54"/>
                          <a:pt x="244" y="47"/>
                          <a:pt x="244" y="27"/>
                        </a:cubicBezTo>
                        <a:cubicBezTo>
                          <a:pt x="244" y="13"/>
                          <a:pt x="230" y="0"/>
                          <a:pt x="217" y="0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20" name="Freeform 100">
                    <a:extLst>
                      <a:ext uri="{FF2B5EF4-FFF2-40B4-BE49-F238E27FC236}">
                        <a16:creationId xmlns:a16="http://schemas.microsoft.com/office/drawing/2014/main" id="{E840A973-4F7A-678D-E218-30EE82B6C29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240750" y="2620963"/>
                    <a:ext cx="131763" cy="30163"/>
                  </a:xfrm>
                  <a:custGeom>
                    <a:avLst/>
                    <a:gdLst>
                      <a:gd name="T0" fmla="*/ 0 w 243"/>
                      <a:gd name="T1" fmla="*/ 28 h 55"/>
                      <a:gd name="T2" fmla="*/ 27 w 243"/>
                      <a:gd name="T3" fmla="*/ 55 h 55"/>
                      <a:gd name="T4" fmla="*/ 243 w 243"/>
                      <a:gd name="T5" fmla="*/ 55 h 55"/>
                      <a:gd name="T6" fmla="*/ 243 w 243"/>
                      <a:gd name="T7" fmla="*/ 0 h 55"/>
                      <a:gd name="T8" fmla="*/ 27 w 243"/>
                      <a:gd name="T9" fmla="*/ 0 h 55"/>
                      <a:gd name="T10" fmla="*/ 0 w 243"/>
                      <a:gd name="T11" fmla="*/ 28 h 5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3" h="55">
                        <a:moveTo>
                          <a:pt x="0" y="28"/>
                        </a:moveTo>
                        <a:cubicBezTo>
                          <a:pt x="0" y="41"/>
                          <a:pt x="14" y="55"/>
                          <a:pt x="27" y="55"/>
                        </a:cubicBezTo>
                        <a:cubicBezTo>
                          <a:pt x="243" y="55"/>
                          <a:pt x="243" y="55"/>
                          <a:pt x="243" y="55"/>
                        </a:cubicBezTo>
                        <a:cubicBezTo>
                          <a:pt x="243" y="0"/>
                          <a:pt x="243" y="0"/>
                          <a:pt x="243" y="0"/>
                        </a:cubicBezTo>
                        <a:cubicBezTo>
                          <a:pt x="27" y="0"/>
                          <a:pt x="27" y="0"/>
                          <a:pt x="27" y="0"/>
                        </a:cubicBezTo>
                        <a:cubicBezTo>
                          <a:pt x="14" y="0"/>
                          <a:pt x="0" y="14"/>
                          <a:pt x="0" y="28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21" name="Freeform 101">
                    <a:extLst>
                      <a:ext uri="{FF2B5EF4-FFF2-40B4-BE49-F238E27FC236}">
                        <a16:creationId xmlns:a16="http://schemas.microsoft.com/office/drawing/2014/main" id="{7BAFA6E1-F79E-7CD6-2A61-E33CB66CBF1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240750" y="2733675"/>
                    <a:ext cx="131763" cy="30163"/>
                  </a:xfrm>
                  <a:custGeom>
                    <a:avLst/>
                    <a:gdLst>
                      <a:gd name="T0" fmla="*/ 0 w 243"/>
                      <a:gd name="T1" fmla="*/ 27 h 54"/>
                      <a:gd name="T2" fmla="*/ 27 w 243"/>
                      <a:gd name="T3" fmla="*/ 54 h 54"/>
                      <a:gd name="T4" fmla="*/ 243 w 243"/>
                      <a:gd name="T5" fmla="*/ 54 h 54"/>
                      <a:gd name="T6" fmla="*/ 243 w 243"/>
                      <a:gd name="T7" fmla="*/ 0 h 54"/>
                      <a:gd name="T8" fmla="*/ 27 w 243"/>
                      <a:gd name="T9" fmla="*/ 0 h 54"/>
                      <a:gd name="T10" fmla="*/ 0 w 243"/>
                      <a:gd name="T11" fmla="*/ 27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3" h="54">
                        <a:moveTo>
                          <a:pt x="0" y="27"/>
                        </a:moveTo>
                        <a:cubicBezTo>
                          <a:pt x="0" y="47"/>
                          <a:pt x="14" y="54"/>
                          <a:pt x="27" y="54"/>
                        </a:cubicBezTo>
                        <a:cubicBezTo>
                          <a:pt x="243" y="54"/>
                          <a:pt x="243" y="54"/>
                          <a:pt x="243" y="54"/>
                        </a:cubicBezTo>
                        <a:cubicBezTo>
                          <a:pt x="243" y="0"/>
                          <a:pt x="243" y="0"/>
                          <a:pt x="243" y="0"/>
                        </a:cubicBezTo>
                        <a:cubicBezTo>
                          <a:pt x="27" y="0"/>
                          <a:pt x="27" y="0"/>
                          <a:pt x="27" y="0"/>
                        </a:cubicBezTo>
                        <a:cubicBezTo>
                          <a:pt x="14" y="0"/>
                          <a:pt x="0" y="13"/>
                          <a:pt x="0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22" name="Freeform 102">
                    <a:extLst>
                      <a:ext uri="{FF2B5EF4-FFF2-40B4-BE49-F238E27FC236}">
                        <a16:creationId xmlns:a16="http://schemas.microsoft.com/office/drawing/2014/main" id="{1A673C5D-1E0C-79E4-3569-2C15F79F064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240750" y="2851150"/>
                    <a:ext cx="131763" cy="30163"/>
                  </a:xfrm>
                  <a:custGeom>
                    <a:avLst/>
                    <a:gdLst>
                      <a:gd name="T0" fmla="*/ 0 w 243"/>
                      <a:gd name="T1" fmla="*/ 27 h 54"/>
                      <a:gd name="T2" fmla="*/ 27 w 243"/>
                      <a:gd name="T3" fmla="*/ 54 h 54"/>
                      <a:gd name="T4" fmla="*/ 243 w 243"/>
                      <a:gd name="T5" fmla="*/ 54 h 54"/>
                      <a:gd name="T6" fmla="*/ 243 w 243"/>
                      <a:gd name="T7" fmla="*/ 0 h 54"/>
                      <a:gd name="T8" fmla="*/ 27 w 243"/>
                      <a:gd name="T9" fmla="*/ 0 h 54"/>
                      <a:gd name="T10" fmla="*/ 0 w 243"/>
                      <a:gd name="T11" fmla="*/ 27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3" h="54">
                        <a:moveTo>
                          <a:pt x="0" y="27"/>
                        </a:moveTo>
                        <a:cubicBezTo>
                          <a:pt x="0" y="41"/>
                          <a:pt x="14" y="54"/>
                          <a:pt x="27" y="54"/>
                        </a:cubicBezTo>
                        <a:cubicBezTo>
                          <a:pt x="243" y="54"/>
                          <a:pt x="243" y="54"/>
                          <a:pt x="243" y="54"/>
                        </a:cubicBezTo>
                        <a:cubicBezTo>
                          <a:pt x="243" y="0"/>
                          <a:pt x="243" y="0"/>
                          <a:pt x="243" y="0"/>
                        </a:cubicBezTo>
                        <a:cubicBezTo>
                          <a:pt x="27" y="0"/>
                          <a:pt x="27" y="0"/>
                          <a:pt x="27" y="0"/>
                        </a:cubicBezTo>
                        <a:cubicBezTo>
                          <a:pt x="14" y="0"/>
                          <a:pt x="0" y="14"/>
                          <a:pt x="0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23" name="Freeform 103">
                    <a:extLst>
                      <a:ext uri="{FF2B5EF4-FFF2-40B4-BE49-F238E27FC236}">
                        <a16:creationId xmlns:a16="http://schemas.microsoft.com/office/drawing/2014/main" id="{7D6D607D-6F0D-BAEB-EBB5-61D36E0D93F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240750" y="2965450"/>
                    <a:ext cx="131763" cy="28575"/>
                  </a:xfrm>
                  <a:custGeom>
                    <a:avLst/>
                    <a:gdLst>
                      <a:gd name="T0" fmla="*/ 0 w 243"/>
                      <a:gd name="T1" fmla="*/ 27 h 54"/>
                      <a:gd name="T2" fmla="*/ 27 w 243"/>
                      <a:gd name="T3" fmla="*/ 54 h 54"/>
                      <a:gd name="T4" fmla="*/ 243 w 243"/>
                      <a:gd name="T5" fmla="*/ 54 h 54"/>
                      <a:gd name="T6" fmla="*/ 243 w 243"/>
                      <a:gd name="T7" fmla="*/ 0 h 54"/>
                      <a:gd name="T8" fmla="*/ 27 w 243"/>
                      <a:gd name="T9" fmla="*/ 0 h 54"/>
                      <a:gd name="T10" fmla="*/ 0 w 243"/>
                      <a:gd name="T11" fmla="*/ 27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3" h="54">
                        <a:moveTo>
                          <a:pt x="0" y="27"/>
                        </a:moveTo>
                        <a:cubicBezTo>
                          <a:pt x="0" y="47"/>
                          <a:pt x="14" y="54"/>
                          <a:pt x="27" y="54"/>
                        </a:cubicBezTo>
                        <a:cubicBezTo>
                          <a:pt x="243" y="54"/>
                          <a:pt x="243" y="54"/>
                          <a:pt x="243" y="54"/>
                        </a:cubicBezTo>
                        <a:cubicBezTo>
                          <a:pt x="243" y="0"/>
                          <a:pt x="243" y="0"/>
                          <a:pt x="243" y="0"/>
                        </a:cubicBezTo>
                        <a:cubicBezTo>
                          <a:pt x="27" y="0"/>
                          <a:pt x="27" y="0"/>
                          <a:pt x="27" y="0"/>
                        </a:cubicBezTo>
                        <a:cubicBezTo>
                          <a:pt x="14" y="0"/>
                          <a:pt x="0" y="13"/>
                          <a:pt x="0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24" name="Freeform 104">
                    <a:extLst>
                      <a:ext uri="{FF2B5EF4-FFF2-40B4-BE49-F238E27FC236}">
                        <a16:creationId xmlns:a16="http://schemas.microsoft.com/office/drawing/2014/main" id="{6CD7DC2C-00AC-C1D6-5602-13F3CBC1F37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540788" y="2320925"/>
                    <a:ext cx="28575" cy="128588"/>
                  </a:xfrm>
                  <a:custGeom>
                    <a:avLst/>
                    <a:gdLst>
                      <a:gd name="T0" fmla="*/ 54 w 54"/>
                      <a:gd name="T1" fmla="*/ 27 h 237"/>
                      <a:gd name="T2" fmla="*/ 27 w 54"/>
                      <a:gd name="T3" fmla="*/ 0 h 237"/>
                      <a:gd name="T4" fmla="*/ 0 w 54"/>
                      <a:gd name="T5" fmla="*/ 27 h 237"/>
                      <a:gd name="T6" fmla="*/ 0 w 54"/>
                      <a:gd name="T7" fmla="*/ 237 h 237"/>
                      <a:gd name="T8" fmla="*/ 54 w 54"/>
                      <a:gd name="T9" fmla="*/ 237 h 237"/>
                      <a:gd name="T10" fmla="*/ 54 w 54"/>
                      <a:gd name="T11" fmla="*/ 27 h 237"/>
                      <a:gd name="T12" fmla="*/ 54 w 54"/>
                      <a:gd name="T13" fmla="*/ 27 h 2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7">
                        <a:moveTo>
                          <a:pt x="54" y="27"/>
                        </a:moveTo>
                        <a:cubicBezTo>
                          <a:pt x="54" y="14"/>
                          <a:pt x="40" y="0"/>
                          <a:pt x="27" y="0"/>
                        </a:cubicBezTo>
                        <a:cubicBezTo>
                          <a:pt x="13" y="0"/>
                          <a:pt x="0" y="14"/>
                          <a:pt x="0" y="27"/>
                        </a:cubicBezTo>
                        <a:cubicBezTo>
                          <a:pt x="0" y="237"/>
                          <a:pt x="0" y="237"/>
                          <a:pt x="0" y="237"/>
                        </a:cubicBezTo>
                        <a:cubicBezTo>
                          <a:pt x="54" y="237"/>
                          <a:pt x="54" y="237"/>
                          <a:pt x="54" y="23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25" name="Freeform 105">
                    <a:extLst>
                      <a:ext uri="{FF2B5EF4-FFF2-40B4-BE49-F238E27FC236}">
                        <a16:creationId xmlns:a16="http://schemas.microsoft.com/office/drawing/2014/main" id="{5114CCBB-78E0-C687-6A87-89CB101F877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658263" y="2320925"/>
                    <a:ext cx="28575" cy="128588"/>
                  </a:xfrm>
                  <a:custGeom>
                    <a:avLst/>
                    <a:gdLst>
                      <a:gd name="T0" fmla="*/ 54 w 54"/>
                      <a:gd name="T1" fmla="*/ 27 h 237"/>
                      <a:gd name="T2" fmla="*/ 27 w 54"/>
                      <a:gd name="T3" fmla="*/ 0 h 237"/>
                      <a:gd name="T4" fmla="*/ 0 w 54"/>
                      <a:gd name="T5" fmla="*/ 27 h 237"/>
                      <a:gd name="T6" fmla="*/ 0 w 54"/>
                      <a:gd name="T7" fmla="*/ 237 h 237"/>
                      <a:gd name="T8" fmla="*/ 54 w 54"/>
                      <a:gd name="T9" fmla="*/ 237 h 237"/>
                      <a:gd name="T10" fmla="*/ 54 w 54"/>
                      <a:gd name="T11" fmla="*/ 27 h 237"/>
                      <a:gd name="T12" fmla="*/ 54 w 54"/>
                      <a:gd name="T13" fmla="*/ 27 h 2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7">
                        <a:moveTo>
                          <a:pt x="54" y="27"/>
                        </a:moveTo>
                        <a:cubicBezTo>
                          <a:pt x="54" y="14"/>
                          <a:pt x="40" y="0"/>
                          <a:pt x="27" y="0"/>
                        </a:cubicBezTo>
                        <a:cubicBezTo>
                          <a:pt x="13" y="0"/>
                          <a:pt x="0" y="14"/>
                          <a:pt x="0" y="27"/>
                        </a:cubicBezTo>
                        <a:cubicBezTo>
                          <a:pt x="0" y="237"/>
                          <a:pt x="0" y="237"/>
                          <a:pt x="0" y="237"/>
                        </a:cubicBezTo>
                        <a:cubicBezTo>
                          <a:pt x="54" y="237"/>
                          <a:pt x="54" y="237"/>
                          <a:pt x="54" y="23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26" name="Freeform 106">
                    <a:extLst>
                      <a:ext uri="{FF2B5EF4-FFF2-40B4-BE49-F238E27FC236}">
                        <a16:creationId xmlns:a16="http://schemas.microsoft.com/office/drawing/2014/main" id="{C7215D61-069B-E403-AD34-542E1C20856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770975" y="2320925"/>
                    <a:ext cx="30163" cy="128588"/>
                  </a:xfrm>
                  <a:custGeom>
                    <a:avLst/>
                    <a:gdLst>
                      <a:gd name="T0" fmla="*/ 54 w 54"/>
                      <a:gd name="T1" fmla="*/ 27 h 237"/>
                      <a:gd name="T2" fmla="*/ 27 w 54"/>
                      <a:gd name="T3" fmla="*/ 0 h 237"/>
                      <a:gd name="T4" fmla="*/ 0 w 54"/>
                      <a:gd name="T5" fmla="*/ 27 h 237"/>
                      <a:gd name="T6" fmla="*/ 0 w 54"/>
                      <a:gd name="T7" fmla="*/ 237 h 237"/>
                      <a:gd name="T8" fmla="*/ 54 w 54"/>
                      <a:gd name="T9" fmla="*/ 237 h 237"/>
                      <a:gd name="T10" fmla="*/ 54 w 54"/>
                      <a:gd name="T11" fmla="*/ 27 h 237"/>
                      <a:gd name="T12" fmla="*/ 54 w 54"/>
                      <a:gd name="T13" fmla="*/ 27 h 2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7">
                        <a:moveTo>
                          <a:pt x="54" y="27"/>
                        </a:moveTo>
                        <a:cubicBezTo>
                          <a:pt x="54" y="14"/>
                          <a:pt x="40" y="0"/>
                          <a:pt x="27" y="0"/>
                        </a:cubicBezTo>
                        <a:cubicBezTo>
                          <a:pt x="13" y="0"/>
                          <a:pt x="0" y="14"/>
                          <a:pt x="0" y="27"/>
                        </a:cubicBezTo>
                        <a:cubicBezTo>
                          <a:pt x="0" y="237"/>
                          <a:pt x="0" y="237"/>
                          <a:pt x="0" y="237"/>
                        </a:cubicBezTo>
                        <a:cubicBezTo>
                          <a:pt x="54" y="237"/>
                          <a:pt x="54" y="237"/>
                          <a:pt x="54" y="23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27" name="Freeform 107">
                    <a:extLst>
                      <a:ext uri="{FF2B5EF4-FFF2-40B4-BE49-F238E27FC236}">
                        <a16:creationId xmlns:a16="http://schemas.microsoft.com/office/drawing/2014/main" id="{9BAE7567-4DF4-CF8B-0D0D-94A1F5169AB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886863" y="2320925"/>
                    <a:ext cx="30163" cy="128588"/>
                  </a:xfrm>
                  <a:custGeom>
                    <a:avLst/>
                    <a:gdLst>
                      <a:gd name="T0" fmla="*/ 54 w 54"/>
                      <a:gd name="T1" fmla="*/ 27 h 237"/>
                      <a:gd name="T2" fmla="*/ 27 w 54"/>
                      <a:gd name="T3" fmla="*/ 0 h 237"/>
                      <a:gd name="T4" fmla="*/ 0 w 54"/>
                      <a:gd name="T5" fmla="*/ 27 h 237"/>
                      <a:gd name="T6" fmla="*/ 0 w 54"/>
                      <a:gd name="T7" fmla="*/ 237 h 237"/>
                      <a:gd name="T8" fmla="*/ 54 w 54"/>
                      <a:gd name="T9" fmla="*/ 237 h 237"/>
                      <a:gd name="T10" fmla="*/ 54 w 54"/>
                      <a:gd name="T11" fmla="*/ 27 h 237"/>
                      <a:gd name="T12" fmla="*/ 54 w 54"/>
                      <a:gd name="T13" fmla="*/ 27 h 2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7">
                        <a:moveTo>
                          <a:pt x="54" y="27"/>
                        </a:moveTo>
                        <a:cubicBezTo>
                          <a:pt x="54" y="14"/>
                          <a:pt x="40" y="0"/>
                          <a:pt x="27" y="0"/>
                        </a:cubicBezTo>
                        <a:cubicBezTo>
                          <a:pt x="13" y="0"/>
                          <a:pt x="0" y="14"/>
                          <a:pt x="0" y="27"/>
                        </a:cubicBezTo>
                        <a:cubicBezTo>
                          <a:pt x="0" y="237"/>
                          <a:pt x="0" y="237"/>
                          <a:pt x="0" y="237"/>
                        </a:cubicBezTo>
                        <a:cubicBezTo>
                          <a:pt x="54" y="237"/>
                          <a:pt x="54" y="237"/>
                          <a:pt x="54" y="23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28" name="Freeform 108">
                    <a:extLst>
                      <a:ext uri="{FF2B5EF4-FFF2-40B4-BE49-F238E27FC236}">
                        <a16:creationId xmlns:a16="http://schemas.microsoft.com/office/drawing/2014/main" id="{197414D5-2377-5A4F-59CE-95F549F6BF4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540788" y="3165475"/>
                    <a:ext cx="28575" cy="128588"/>
                  </a:xfrm>
                  <a:custGeom>
                    <a:avLst/>
                    <a:gdLst>
                      <a:gd name="T0" fmla="*/ 0 w 54"/>
                      <a:gd name="T1" fmla="*/ 211 h 238"/>
                      <a:gd name="T2" fmla="*/ 27 w 54"/>
                      <a:gd name="T3" fmla="*/ 238 h 238"/>
                      <a:gd name="T4" fmla="*/ 54 w 54"/>
                      <a:gd name="T5" fmla="*/ 211 h 238"/>
                      <a:gd name="T6" fmla="*/ 54 w 54"/>
                      <a:gd name="T7" fmla="*/ 0 h 238"/>
                      <a:gd name="T8" fmla="*/ 0 w 54"/>
                      <a:gd name="T9" fmla="*/ 0 h 238"/>
                      <a:gd name="T10" fmla="*/ 0 w 54"/>
                      <a:gd name="T11" fmla="*/ 211 h 238"/>
                      <a:gd name="T12" fmla="*/ 0 w 54"/>
                      <a:gd name="T13" fmla="*/ 211 h 2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8">
                        <a:moveTo>
                          <a:pt x="0" y="211"/>
                        </a:moveTo>
                        <a:cubicBezTo>
                          <a:pt x="0" y="231"/>
                          <a:pt x="13" y="238"/>
                          <a:pt x="27" y="238"/>
                        </a:cubicBezTo>
                        <a:cubicBezTo>
                          <a:pt x="40" y="238"/>
                          <a:pt x="54" y="231"/>
                          <a:pt x="54" y="211"/>
                        </a:cubicBezTo>
                        <a:cubicBezTo>
                          <a:pt x="54" y="0"/>
                          <a:pt x="54" y="0"/>
                          <a:pt x="54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29" name="Freeform 109">
                    <a:extLst>
                      <a:ext uri="{FF2B5EF4-FFF2-40B4-BE49-F238E27FC236}">
                        <a16:creationId xmlns:a16="http://schemas.microsoft.com/office/drawing/2014/main" id="{73EFAD2B-AF7A-E741-EE09-D1198A56120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658263" y="3165475"/>
                    <a:ext cx="28575" cy="128588"/>
                  </a:xfrm>
                  <a:custGeom>
                    <a:avLst/>
                    <a:gdLst>
                      <a:gd name="T0" fmla="*/ 0 w 54"/>
                      <a:gd name="T1" fmla="*/ 211 h 238"/>
                      <a:gd name="T2" fmla="*/ 27 w 54"/>
                      <a:gd name="T3" fmla="*/ 238 h 238"/>
                      <a:gd name="T4" fmla="*/ 54 w 54"/>
                      <a:gd name="T5" fmla="*/ 211 h 238"/>
                      <a:gd name="T6" fmla="*/ 54 w 54"/>
                      <a:gd name="T7" fmla="*/ 0 h 238"/>
                      <a:gd name="T8" fmla="*/ 0 w 54"/>
                      <a:gd name="T9" fmla="*/ 0 h 238"/>
                      <a:gd name="T10" fmla="*/ 0 w 54"/>
                      <a:gd name="T11" fmla="*/ 211 h 238"/>
                      <a:gd name="T12" fmla="*/ 0 w 54"/>
                      <a:gd name="T13" fmla="*/ 211 h 2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8">
                        <a:moveTo>
                          <a:pt x="0" y="211"/>
                        </a:moveTo>
                        <a:cubicBezTo>
                          <a:pt x="0" y="231"/>
                          <a:pt x="13" y="238"/>
                          <a:pt x="27" y="238"/>
                        </a:cubicBezTo>
                        <a:cubicBezTo>
                          <a:pt x="40" y="238"/>
                          <a:pt x="54" y="231"/>
                          <a:pt x="54" y="211"/>
                        </a:cubicBezTo>
                        <a:cubicBezTo>
                          <a:pt x="54" y="0"/>
                          <a:pt x="54" y="0"/>
                          <a:pt x="54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30" name="Freeform 110">
                    <a:extLst>
                      <a:ext uri="{FF2B5EF4-FFF2-40B4-BE49-F238E27FC236}">
                        <a16:creationId xmlns:a16="http://schemas.microsoft.com/office/drawing/2014/main" id="{13FB41CD-B070-E1E1-8C73-513D3C19A11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770975" y="3165475"/>
                    <a:ext cx="30163" cy="128588"/>
                  </a:xfrm>
                  <a:custGeom>
                    <a:avLst/>
                    <a:gdLst>
                      <a:gd name="T0" fmla="*/ 0 w 54"/>
                      <a:gd name="T1" fmla="*/ 211 h 238"/>
                      <a:gd name="T2" fmla="*/ 27 w 54"/>
                      <a:gd name="T3" fmla="*/ 238 h 238"/>
                      <a:gd name="T4" fmla="*/ 54 w 54"/>
                      <a:gd name="T5" fmla="*/ 211 h 238"/>
                      <a:gd name="T6" fmla="*/ 54 w 54"/>
                      <a:gd name="T7" fmla="*/ 0 h 238"/>
                      <a:gd name="T8" fmla="*/ 0 w 54"/>
                      <a:gd name="T9" fmla="*/ 0 h 238"/>
                      <a:gd name="T10" fmla="*/ 0 w 54"/>
                      <a:gd name="T11" fmla="*/ 211 h 238"/>
                      <a:gd name="T12" fmla="*/ 0 w 54"/>
                      <a:gd name="T13" fmla="*/ 211 h 2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8">
                        <a:moveTo>
                          <a:pt x="0" y="211"/>
                        </a:moveTo>
                        <a:cubicBezTo>
                          <a:pt x="0" y="231"/>
                          <a:pt x="13" y="238"/>
                          <a:pt x="27" y="238"/>
                        </a:cubicBezTo>
                        <a:cubicBezTo>
                          <a:pt x="40" y="238"/>
                          <a:pt x="54" y="231"/>
                          <a:pt x="54" y="211"/>
                        </a:cubicBezTo>
                        <a:cubicBezTo>
                          <a:pt x="54" y="0"/>
                          <a:pt x="54" y="0"/>
                          <a:pt x="54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31" name="Freeform 111">
                    <a:extLst>
                      <a:ext uri="{FF2B5EF4-FFF2-40B4-BE49-F238E27FC236}">
                        <a16:creationId xmlns:a16="http://schemas.microsoft.com/office/drawing/2014/main" id="{89CAD970-765D-CDDF-41CD-090A1783256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886863" y="3165475"/>
                    <a:ext cx="30163" cy="128588"/>
                  </a:xfrm>
                  <a:custGeom>
                    <a:avLst/>
                    <a:gdLst>
                      <a:gd name="T0" fmla="*/ 0 w 54"/>
                      <a:gd name="T1" fmla="*/ 211 h 238"/>
                      <a:gd name="T2" fmla="*/ 27 w 54"/>
                      <a:gd name="T3" fmla="*/ 238 h 238"/>
                      <a:gd name="T4" fmla="*/ 54 w 54"/>
                      <a:gd name="T5" fmla="*/ 211 h 238"/>
                      <a:gd name="T6" fmla="*/ 54 w 54"/>
                      <a:gd name="T7" fmla="*/ 0 h 238"/>
                      <a:gd name="T8" fmla="*/ 0 w 54"/>
                      <a:gd name="T9" fmla="*/ 0 h 238"/>
                      <a:gd name="T10" fmla="*/ 0 w 54"/>
                      <a:gd name="T11" fmla="*/ 211 h 238"/>
                      <a:gd name="T12" fmla="*/ 0 w 54"/>
                      <a:gd name="T13" fmla="*/ 211 h 2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8">
                        <a:moveTo>
                          <a:pt x="0" y="211"/>
                        </a:moveTo>
                        <a:cubicBezTo>
                          <a:pt x="0" y="231"/>
                          <a:pt x="13" y="238"/>
                          <a:pt x="27" y="238"/>
                        </a:cubicBezTo>
                        <a:cubicBezTo>
                          <a:pt x="40" y="238"/>
                          <a:pt x="54" y="231"/>
                          <a:pt x="54" y="211"/>
                        </a:cubicBezTo>
                        <a:cubicBezTo>
                          <a:pt x="54" y="0"/>
                          <a:pt x="54" y="0"/>
                          <a:pt x="54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32" name="Freeform 112">
                    <a:extLst>
                      <a:ext uri="{FF2B5EF4-FFF2-40B4-BE49-F238E27FC236}">
                        <a16:creationId xmlns:a16="http://schemas.microsoft.com/office/drawing/2014/main" id="{4C8A892F-F53F-97AA-C9BD-0E03806A436B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21401088" y="2478088"/>
                    <a:ext cx="654050" cy="658813"/>
                  </a:xfrm>
                  <a:custGeom>
                    <a:avLst/>
                    <a:gdLst>
                      <a:gd name="T0" fmla="*/ 952 w 1208"/>
                      <a:gd name="T1" fmla="*/ 0 h 1215"/>
                      <a:gd name="T2" fmla="*/ 736 w 1208"/>
                      <a:gd name="T3" fmla="*/ 0 h 1215"/>
                      <a:gd name="T4" fmla="*/ 526 w 1208"/>
                      <a:gd name="T5" fmla="*/ 0 h 1215"/>
                      <a:gd name="T6" fmla="*/ 310 w 1208"/>
                      <a:gd name="T7" fmla="*/ 0 h 1215"/>
                      <a:gd name="T8" fmla="*/ 128 w 1208"/>
                      <a:gd name="T9" fmla="*/ 0 h 1215"/>
                      <a:gd name="T10" fmla="*/ 0 w 1208"/>
                      <a:gd name="T11" fmla="*/ 264 h 1215"/>
                      <a:gd name="T12" fmla="*/ 0 w 1208"/>
                      <a:gd name="T13" fmla="*/ 473 h 1215"/>
                      <a:gd name="T14" fmla="*/ 0 w 1208"/>
                      <a:gd name="T15" fmla="*/ 689 h 1215"/>
                      <a:gd name="T16" fmla="*/ 0 w 1208"/>
                      <a:gd name="T17" fmla="*/ 898 h 1215"/>
                      <a:gd name="T18" fmla="*/ 0 w 1208"/>
                      <a:gd name="T19" fmla="*/ 1087 h 1215"/>
                      <a:gd name="T20" fmla="*/ 256 w 1208"/>
                      <a:gd name="T21" fmla="*/ 1215 h 1215"/>
                      <a:gd name="T22" fmla="*/ 472 w 1208"/>
                      <a:gd name="T23" fmla="*/ 1215 h 1215"/>
                      <a:gd name="T24" fmla="*/ 682 w 1208"/>
                      <a:gd name="T25" fmla="*/ 1215 h 1215"/>
                      <a:gd name="T26" fmla="*/ 898 w 1208"/>
                      <a:gd name="T27" fmla="*/ 1215 h 1215"/>
                      <a:gd name="T28" fmla="*/ 1080 w 1208"/>
                      <a:gd name="T29" fmla="*/ 1215 h 1215"/>
                      <a:gd name="T30" fmla="*/ 1208 w 1208"/>
                      <a:gd name="T31" fmla="*/ 952 h 1215"/>
                      <a:gd name="T32" fmla="*/ 1208 w 1208"/>
                      <a:gd name="T33" fmla="*/ 743 h 1215"/>
                      <a:gd name="T34" fmla="*/ 1208 w 1208"/>
                      <a:gd name="T35" fmla="*/ 527 h 1215"/>
                      <a:gd name="T36" fmla="*/ 1208 w 1208"/>
                      <a:gd name="T37" fmla="*/ 318 h 1215"/>
                      <a:gd name="T38" fmla="*/ 1208 w 1208"/>
                      <a:gd name="T39" fmla="*/ 129 h 1215"/>
                      <a:gd name="T40" fmla="*/ 1154 w 1208"/>
                      <a:gd name="T41" fmla="*/ 264 h 1215"/>
                      <a:gd name="T42" fmla="*/ 1154 w 1208"/>
                      <a:gd name="T43" fmla="*/ 473 h 1215"/>
                      <a:gd name="T44" fmla="*/ 1154 w 1208"/>
                      <a:gd name="T45" fmla="*/ 689 h 1215"/>
                      <a:gd name="T46" fmla="*/ 1154 w 1208"/>
                      <a:gd name="T47" fmla="*/ 898 h 1215"/>
                      <a:gd name="T48" fmla="*/ 1154 w 1208"/>
                      <a:gd name="T49" fmla="*/ 1087 h 1215"/>
                      <a:gd name="T50" fmla="*/ 952 w 1208"/>
                      <a:gd name="T51" fmla="*/ 1161 h 1215"/>
                      <a:gd name="T52" fmla="*/ 736 w 1208"/>
                      <a:gd name="T53" fmla="*/ 1161 h 1215"/>
                      <a:gd name="T54" fmla="*/ 526 w 1208"/>
                      <a:gd name="T55" fmla="*/ 1161 h 1215"/>
                      <a:gd name="T56" fmla="*/ 310 w 1208"/>
                      <a:gd name="T57" fmla="*/ 1161 h 1215"/>
                      <a:gd name="T58" fmla="*/ 128 w 1208"/>
                      <a:gd name="T59" fmla="*/ 1161 h 1215"/>
                      <a:gd name="T60" fmla="*/ 54 w 1208"/>
                      <a:gd name="T61" fmla="*/ 952 h 1215"/>
                      <a:gd name="T62" fmla="*/ 54 w 1208"/>
                      <a:gd name="T63" fmla="*/ 743 h 1215"/>
                      <a:gd name="T64" fmla="*/ 54 w 1208"/>
                      <a:gd name="T65" fmla="*/ 527 h 1215"/>
                      <a:gd name="T66" fmla="*/ 54 w 1208"/>
                      <a:gd name="T67" fmla="*/ 318 h 1215"/>
                      <a:gd name="T68" fmla="*/ 54 w 1208"/>
                      <a:gd name="T69" fmla="*/ 129 h 1215"/>
                      <a:gd name="T70" fmla="*/ 256 w 1208"/>
                      <a:gd name="T71" fmla="*/ 54 h 1215"/>
                      <a:gd name="T72" fmla="*/ 472 w 1208"/>
                      <a:gd name="T73" fmla="*/ 54 h 1215"/>
                      <a:gd name="T74" fmla="*/ 682 w 1208"/>
                      <a:gd name="T75" fmla="*/ 54 h 1215"/>
                      <a:gd name="T76" fmla="*/ 898 w 1208"/>
                      <a:gd name="T77" fmla="*/ 54 h 1215"/>
                      <a:gd name="T78" fmla="*/ 1080 w 1208"/>
                      <a:gd name="T79" fmla="*/ 54 h 1215"/>
                      <a:gd name="T80" fmla="*/ 1154 w 1208"/>
                      <a:gd name="T81" fmla="*/ 264 h 121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</a:cxnLst>
                    <a:rect l="0" t="0" r="r" b="b"/>
                    <a:pathLst>
                      <a:path w="1208" h="1215">
                        <a:moveTo>
                          <a:pt x="1080" y="0"/>
                        </a:moveTo>
                        <a:cubicBezTo>
                          <a:pt x="952" y="0"/>
                          <a:pt x="952" y="0"/>
                          <a:pt x="952" y="0"/>
                        </a:cubicBezTo>
                        <a:cubicBezTo>
                          <a:pt x="898" y="0"/>
                          <a:pt x="898" y="0"/>
                          <a:pt x="898" y="0"/>
                        </a:cubicBezTo>
                        <a:cubicBezTo>
                          <a:pt x="736" y="0"/>
                          <a:pt x="736" y="0"/>
                          <a:pt x="736" y="0"/>
                        </a:cubicBezTo>
                        <a:cubicBezTo>
                          <a:pt x="682" y="0"/>
                          <a:pt x="682" y="0"/>
                          <a:pt x="682" y="0"/>
                        </a:cubicBezTo>
                        <a:cubicBezTo>
                          <a:pt x="526" y="0"/>
                          <a:pt x="526" y="0"/>
                          <a:pt x="526" y="0"/>
                        </a:cubicBezTo>
                        <a:cubicBezTo>
                          <a:pt x="472" y="0"/>
                          <a:pt x="472" y="0"/>
                          <a:pt x="472" y="0"/>
                        </a:cubicBezTo>
                        <a:cubicBezTo>
                          <a:pt x="310" y="0"/>
                          <a:pt x="310" y="0"/>
                          <a:pt x="310" y="0"/>
                        </a:cubicBezTo>
                        <a:cubicBezTo>
                          <a:pt x="256" y="0"/>
                          <a:pt x="256" y="0"/>
                          <a:pt x="256" y="0"/>
                        </a:cubicBezTo>
                        <a:cubicBezTo>
                          <a:pt x="128" y="0"/>
                          <a:pt x="128" y="0"/>
                          <a:pt x="128" y="0"/>
                        </a:cubicBezTo>
                        <a:cubicBezTo>
                          <a:pt x="54" y="0"/>
                          <a:pt x="0" y="61"/>
                          <a:pt x="0" y="129"/>
                        </a:cubicBezTo>
                        <a:cubicBezTo>
                          <a:pt x="0" y="264"/>
                          <a:pt x="0" y="264"/>
                          <a:pt x="0" y="264"/>
                        </a:cubicBezTo>
                        <a:cubicBezTo>
                          <a:pt x="0" y="318"/>
                          <a:pt x="0" y="318"/>
                          <a:pt x="0" y="318"/>
                        </a:cubicBezTo>
                        <a:cubicBezTo>
                          <a:pt x="0" y="473"/>
                          <a:pt x="0" y="473"/>
                          <a:pt x="0" y="473"/>
                        </a:cubicBezTo>
                        <a:cubicBezTo>
                          <a:pt x="0" y="527"/>
                          <a:pt x="0" y="527"/>
                          <a:pt x="0" y="527"/>
                        </a:cubicBezTo>
                        <a:cubicBezTo>
                          <a:pt x="0" y="689"/>
                          <a:pt x="0" y="689"/>
                          <a:pt x="0" y="689"/>
                        </a:cubicBezTo>
                        <a:cubicBezTo>
                          <a:pt x="0" y="743"/>
                          <a:pt x="0" y="743"/>
                          <a:pt x="0" y="743"/>
                        </a:cubicBezTo>
                        <a:cubicBezTo>
                          <a:pt x="0" y="898"/>
                          <a:pt x="0" y="898"/>
                          <a:pt x="0" y="898"/>
                        </a:cubicBezTo>
                        <a:cubicBezTo>
                          <a:pt x="0" y="952"/>
                          <a:pt x="0" y="952"/>
                          <a:pt x="0" y="952"/>
                        </a:cubicBezTo>
                        <a:cubicBezTo>
                          <a:pt x="0" y="1087"/>
                          <a:pt x="0" y="1087"/>
                          <a:pt x="0" y="1087"/>
                        </a:cubicBezTo>
                        <a:cubicBezTo>
                          <a:pt x="0" y="1161"/>
                          <a:pt x="54" y="1215"/>
                          <a:pt x="128" y="1215"/>
                        </a:cubicBezTo>
                        <a:cubicBezTo>
                          <a:pt x="256" y="1215"/>
                          <a:pt x="256" y="1215"/>
                          <a:pt x="256" y="1215"/>
                        </a:cubicBezTo>
                        <a:cubicBezTo>
                          <a:pt x="310" y="1215"/>
                          <a:pt x="310" y="1215"/>
                          <a:pt x="310" y="1215"/>
                        </a:cubicBezTo>
                        <a:cubicBezTo>
                          <a:pt x="472" y="1215"/>
                          <a:pt x="472" y="1215"/>
                          <a:pt x="472" y="1215"/>
                        </a:cubicBezTo>
                        <a:cubicBezTo>
                          <a:pt x="526" y="1215"/>
                          <a:pt x="526" y="1215"/>
                          <a:pt x="526" y="1215"/>
                        </a:cubicBezTo>
                        <a:cubicBezTo>
                          <a:pt x="682" y="1215"/>
                          <a:pt x="682" y="1215"/>
                          <a:pt x="682" y="1215"/>
                        </a:cubicBezTo>
                        <a:cubicBezTo>
                          <a:pt x="736" y="1215"/>
                          <a:pt x="736" y="1215"/>
                          <a:pt x="736" y="1215"/>
                        </a:cubicBezTo>
                        <a:cubicBezTo>
                          <a:pt x="898" y="1215"/>
                          <a:pt x="898" y="1215"/>
                          <a:pt x="898" y="1215"/>
                        </a:cubicBezTo>
                        <a:cubicBezTo>
                          <a:pt x="952" y="1215"/>
                          <a:pt x="952" y="1215"/>
                          <a:pt x="952" y="1215"/>
                        </a:cubicBezTo>
                        <a:cubicBezTo>
                          <a:pt x="1080" y="1215"/>
                          <a:pt x="1080" y="1215"/>
                          <a:pt x="1080" y="1215"/>
                        </a:cubicBezTo>
                        <a:cubicBezTo>
                          <a:pt x="1154" y="1215"/>
                          <a:pt x="1208" y="1161"/>
                          <a:pt x="1208" y="1087"/>
                        </a:cubicBezTo>
                        <a:cubicBezTo>
                          <a:pt x="1208" y="952"/>
                          <a:pt x="1208" y="952"/>
                          <a:pt x="1208" y="952"/>
                        </a:cubicBezTo>
                        <a:cubicBezTo>
                          <a:pt x="1208" y="898"/>
                          <a:pt x="1208" y="898"/>
                          <a:pt x="1208" y="898"/>
                        </a:cubicBezTo>
                        <a:cubicBezTo>
                          <a:pt x="1208" y="743"/>
                          <a:pt x="1208" y="743"/>
                          <a:pt x="1208" y="743"/>
                        </a:cubicBezTo>
                        <a:cubicBezTo>
                          <a:pt x="1208" y="689"/>
                          <a:pt x="1208" y="689"/>
                          <a:pt x="1208" y="689"/>
                        </a:cubicBezTo>
                        <a:cubicBezTo>
                          <a:pt x="1208" y="527"/>
                          <a:pt x="1208" y="527"/>
                          <a:pt x="1208" y="527"/>
                        </a:cubicBezTo>
                        <a:cubicBezTo>
                          <a:pt x="1208" y="473"/>
                          <a:pt x="1208" y="473"/>
                          <a:pt x="1208" y="473"/>
                        </a:cubicBezTo>
                        <a:cubicBezTo>
                          <a:pt x="1208" y="318"/>
                          <a:pt x="1208" y="318"/>
                          <a:pt x="1208" y="318"/>
                        </a:cubicBezTo>
                        <a:cubicBezTo>
                          <a:pt x="1208" y="264"/>
                          <a:pt x="1208" y="264"/>
                          <a:pt x="1208" y="264"/>
                        </a:cubicBezTo>
                        <a:cubicBezTo>
                          <a:pt x="1208" y="129"/>
                          <a:pt x="1208" y="129"/>
                          <a:pt x="1208" y="129"/>
                        </a:cubicBezTo>
                        <a:cubicBezTo>
                          <a:pt x="1208" y="61"/>
                          <a:pt x="1154" y="0"/>
                          <a:pt x="1080" y="0"/>
                        </a:cubicBezTo>
                        <a:close/>
                        <a:moveTo>
                          <a:pt x="1154" y="264"/>
                        </a:moveTo>
                        <a:cubicBezTo>
                          <a:pt x="1154" y="318"/>
                          <a:pt x="1154" y="318"/>
                          <a:pt x="1154" y="318"/>
                        </a:cubicBezTo>
                        <a:cubicBezTo>
                          <a:pt x="1154" y="473"/>
                          <a:pt x="1154" y="473"/>
                          <a:pt x="1154" y="473"/>
                        </a:cubicBezTo>
                        <a:cubicBezTo>
                          <a:pt x="1154" y="527"/>
                          <a:pt x="1154" y="527"/>
                          <a:pt x="1154" y="527"/>
                        </a:cubicBezTo>
                        <a:cubicBezTo>
                          <a:pt x="1154" y="689"/>
                          <a:pt x="1154" y="689"/>
                          <a:pt x="1154" y="689"/>
                        </a:cubicBezTo>
                        <a:cubicBezTo>
                          <a:pt x="1154" y="743"/>
                          <a:pt x="1154" y="743"/>
                          <a:pt x="1154" y="743"/>
                        </a:cubicBezTo>
                        <a:cubicBezTo>
                          <a:pt x="1154" y="898"/>
                          <a:pt x="1154" y="898"/>
                          <a:pt x="1154" y="898"/>
                        </a:cubicBezTo>
                        <a:cubicBezTo>
                          <a:pt x="1154" y="952"/>
                          <a:pt x="1154" y="952"/>
                          <a:pt x="1154" y="952"/>
                        </a:cubicBezTo>
                        <a:cubicBezTo>
                          <a:pt x="1154" y="1087"/>
                          <a:pt x="1154" y="1087"/>
                          <a:pt x="1154" y="1087"/>
                        </a:cubicBezTo>
                        <a:cubicBezTo>
                          <a:pt x="1154" y="1127"/>
                          <a:pt x="1127" y="1161"/>
                          <a:pt x="1080" y="1161"/>
                        </a:cubicBezTo>
                        <a:cubicBezTo>
                          <a:pt x="952" y="1161"/>
                          <a:pt x="952" y="1161"/>
                          <a:pt x="952" y="1161"/>
                        </a:cubicBezTo>
                        <a:cubicBezTo>
                          <a:pt x="898" y="1161"/>
                          <a:pt x="898" y="1161"/>
                          <a:pt x="898" y="1161"/>
                        </a:cubicBezTo>
                        <a:cubicBezTo>
                          <a:pt x="736" y="1161"/>
                          <a:pt x="736" y="1161"/>
                          <a:pt x="736" y="1161"/>
                        </a:cubicBezTo>
                        <a:cubicBezTo>
                          <a:pt x="682" y="1161"/>
                          <a:pt x="682" y="1161"/>
                          <a:pt x="682" y="1161"/>
                        </a:cubicBezTo>
                        <a:cubicBezTo>
                          <a:pt x="526" y="1161"/>
                          <a:pt x="526" y="1161"/>
                          <a:pt x="526" y="1161"/>
                        </a:cubicBezTo>
                        <a:cubicBezTo>
                          <a:pt x="472" y="1161"/>
                          <a:pt x="472" y="1161"/>
                          <a:pt x="472" y="1161"/>
                        </a:cubicBezTo>
                        <a:cubicBezTo>
                          <a:pt x="310" y="1161"/>
                          <a:pt x="310" y="1161"/>
                          <a:pt x="310" y="1161"/>
                        </a:cubicBezTo>
                        <a:cubicBezTo>
                          <a:pt x="256" y="1161"/>
                          <a:pt x="256" y="1161"/>
                          <a:pt x="256" y="1161"/>
                        </a:cubicBezTo>
                        <a:cubicBezTo>
                          <a:pt x="128" y="1161"/>
                          <a:pt x="128" y="1161"/>
                          <a:pt x="128" y="1161"/>
                        </a:cubicBezTo>
                        <a:cubicBezTo>
                          <a:pt x="81" y="1161"/>
                          <a:pt x="54" y="1127"/>
                          <a:pt x="54" y="1087"/>
                        </a:cubicBezTo>
                        <a:cubicBezTo>
                          <a:pt x="54" y="952"/>
                          <a:pt x="54" y="952"/>
                          <a:pt x="54" y="952"/>
                        </a:cubicBezTo>
                        <a:cubicBezTo>
                          <a:pt x="54" y="898"/>
                          <a:pt x="54" y="898"/>
                          <a:pt x="54" y="898"/>
                        </a:cubicBezTo>
                        <a:cubicBezTo>
                          <a:pt x="54" y="743"/>
                          <a:pt x="54" y="743"/>
                          <a:pt x="54" y="743"/>
                        </a:cubicBezTo>
                        <a:cubicBezTo>
                          <a:pt x="54" y="689"/>
                          <a:pt x="54" y="689"/>
                          <a:pt x="54" y="689"/>
                        </a:cubicBezTo>
                        <a:cubicBezTo>
                          <a:pt x="54" y="527"/>
                          <a:pt x="54" y="527"/>
                          <a:pt x="54" y="527"/>
                        </a:cubicBezTo>
                        <a:cubicBezTo>
                          <a:pt x="54" y="473"/>
                          <a:pt x="54" y="473"/>
                          <a:pt x="54" y="473"/>
                        </a:cubicBezTo>
                        <a:cubicBezTo>
                          <a:pt x="54" y="318"/>
                          <a:pt x="54" y="318"/>
                          <a:pt x="54" y="318"/>
                        </a:cubicBezTo>
                        <a:cubicBezTo>
                          <a:pt x="54" y="264"/>
                          <a:pt x="54" y="264"/>
                          <a:pt x="54" y="264"/>
                        </a:cubicBezTo>
                        <a:cubicBezTo>
                          <a:pt x="54" y="129"/>
                          <a:pt x="54" y="129"/>
                          <a:pt x="54" y="129"/>
                        </a:cubicBezTo>
                        <a:cubicBezTo>
                          <a:pt x="54" y="88"/>
                          <a:pt x="81" y="54"/>
                          <a:pt x="128" y="54"/>
                        </a:cubicBezTo>
                        <a:cubicBezTo>
                          <a:pt x="256" y="54"/>
                          <a:pt x="256" y="54"/>
                          <a:pt x="256" y="54"/>
                        </a:cubicBezTo>
                        <a:cubicBezTo>
                          <a:pt x="310" y="54"/>
                          <a:pt x="310" y="54"/>
                          <a:pt x="310" y="54"/>
                        </a:cubicBezTo>
                        <a:cubicBezTo>
                          <a:pt x="472" y="54"/>
                          <a:pt x="472" y="54"/>
                          <a:pt x="472" y="54"/>
                        </a:cubicBezTo>
                        <a:cubicBezTo>
                          <a:pt x="526" y="54"/>
                          <a:pt x="526" y="54"/>
                          <a:pt x="526" y="54"/>
                        </a:cubicBezTo>
                        <a:cubicBezTo>
                          <a:pt x="682" y="54"/>
                          <a:pt x="682" y="54"/>
                          <a:pt x="682" y="54"/>
                        </a:cubicBezTo>
                        <a:cubicBezTo>
                          <a:pt x="736" y="54"/>
                          <a:pt x="736" y="54"/>
                          <a:pt x="736" y="54"/>
                        </a:cubicBezTo>
                        <a:cubicBezTo>
                          <a:pt x="898" y="54"/>
                          <a:pt x="898" y="54"/>
                          <a:pt x="898" y="54"/>
                        </a:cubicBezTo>
                        <a:cubicBezTo>
                          <a:pt x="952" y="54"/>
                          <a:pt x="952" y="54"/>
                          <a:pt x="952" y="54"/>
                        </a:cubicBezTo>
                        <a:cubicBezTo>
                          <a:pt x="1080" y="54"/>
                          <a:pt x="1080" y="54"/>
                          <a:pt x="1080" y="54"/>
                        </a:cubicBezTo>
                        <a:cubicBezTo>
                          <a:pt x="1127" y="54"/>
                          <a:pt x="1154" y="88"/>
                          <a:pt x="1154" y="129"/>
                        </a:cubicBezTo>
                        <a:cubicBezTo>
                          <a:pt x="1154" y="264"/>
                          <a:pt x="1154" y="264"/>
                          <a:pt x="1154" y="264"/>
                        </a:cubicBezTo>
                        <a:cubicBezTo>
                          <a:pt x="1154" y="264"/>
                          <a:pt x="1154" y="264"/>
                          <a:pt x="1154" y="264"/>
                        </a:cubicBezTo>
                        <a:close/>
                      </a:path>
                    </a:pathLst>
                  </a:custGeom>
                  <a:solidFill>
                    <a:schemeClr val="tx1">
                      <a:lumMod val="85000"/>
                      <a:lumOff val="15000"/>
                    </a:scheme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Calibri" panose="020F0502020204030204" pitchFamily="34" charset="0"/>
                    </a:endParaRPr>
                  </a:p>
                </p:txBody>
              </p:sp>
            </p:grpSp>
            <p:pic>
              <p:nvPicPr>
                <p:cNvPr id="414" name="그림 413">
                  <a:extLst>
                    <a:ext uri="{FF2B5EF4-FFF2-40B4-BE49-F238E27FC236}">
                      <a16:creationId xmlns:a16="http://schemas.microsoft.com/office/drawing/2014/main" id="{8033EECF-93A7-D6F3-8C7E-8A702A8D685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lum bright="100000"/>
                </a:blip>
                <a:stretch>
                  <a:fillRect/>
                </a:stretch>
              </p:blipFill>
              <p:spPr>
                <a:xfrm>
                  <a:off x="1124483" y="5707212"/>
                  <a:ext cx="491143" cy="179999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437" name="직선 연결선 473">
              <a:extLst>
                <a:ext uri="{FF2B5EF4-FFF2-40B4-BE49-F238E27FC236}">
                  <a16:creationId xmlns:a16="http://schemas.microsoft.com/office/drawing/2014/main" id="{E7ECF02C-9452-4DC5-2802-AB5164F7FB6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81410" y="6292045"/>
              <a:ext cx="5220000" cy="0"/>
            </a:xfrm>
            <a:prstGeom prst="line">
              <a:avLst/>
            </a:prstGeom>
            <a:ln w="19050">
              <a:solidFill>
                <a:srgbClr val="5C6782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8" name="TextBox 437">
              <a:extLst>
                <a:ext uri="{FF2B5EF4-FFF2-40B4-BE49-F238E27FC236}">
                  <a16:creationId xmlns:a16="http://schemas.microsoft.com/office/drawing/2014/main" id="{8FC3E4CC-F6EA-62EE-B4E6-19808A28FE94}"/>
                </a:ext>
              </a:extLst>
            </p:cNvPr>
            <p:cNvSpPr txBox="1"/>
            <p:nvPr/>
          </p:nvSpPr>
          <p:spPr>
            <a:xfrm>
              <a:off x="1114332" y="5734059"/>
              <a:ext cx="700974" cy="153988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 wrap="none" lIns="0" tIns="0" rIns="0" bIns="0" anchor="t">
              <a:spAutoFit/>
            </a:bodyPr>
            <a:lstStyle>
              <a:defPPr>
                <a:defRPr lang="en-US"/>
              </a:defPPr>
              <a:lvl2pPr marL="0" lvl="1" defTabSz="1474905">
                <a:spcAft>
                  <a:spcPts val="0"/>
                </a:spcAft>
                <a:buClr>
                  <a:prstClr val="black"/>
                </a:buClr>
                <a:buSzPct val="140000"/>
                <a:tabLst>
                  <a:tab pos="5648325" algn="l"/>
                </a:tabLst>
                <a:defRPr sz="1000" kern="0" spc="-3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defRPr>
              </a:lvl2pPr>
            </a:lstStyle>
            <a:p>
              <a:pPr lvl="1">
                <a:defRPr/>
              </a:pPr>
              <a:r>
                <a:rPr lang="en-US" altLang="ko-KR" sz="80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10G 48Port x 1</a:t>
              </a:r>
            </a:p>
          </p:txBody>
        </p:sp>
        <p:grpSp>
          <p:nvGrpSpPr>
            <p:cNvPr id="439" name="그룹 438">
              <a:extLst>
                <a:ext uri="{FF2B5EF4-FFF2-40B4-BE49-F238E27FC236}">
                  <a16:creationId xmlns:a16="http://schemas.microsoft.com/office/drawing/2014/main" id="{CE367F6A-CC90-22C9-3730-E1EC0E436286}"/>
                </a:ext>
              </a:extLst>
            </p:cNvPr>
            <p:cNvGrpSpPr/>
            <p:nvPr/>
          </p:nvGrpSpPr>
          <p:grpSpPr>
            <a:xfrm>
              <a:off x="372569" y="6177753"/>
              <a:ext cx="1179668" cy="507426"/>
              <a:chOff x="398321" y="2447689"/>
              <a:chExt cx="1179668" cy="507426"/>
            </a:xfrm>
          </p:grpSpPr>
          <p:pic>
            <p:nvPicPr>
              <p:cNvPr id="440" name="그림 439">
                <a:extLst>
                  <a:ext uri="{FF2B5EF4-FFF2-40B4-BE49-F238E27FC236}">
                    <a16:creationId xmlns:a16="http://schemas.microsoft.com/office/drawing/2014/main" id="{D4FBF74F-DCE2-CEA0-352F-13CD0C969109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flipH="1">
                <a:off x="537395" y="2447689"/>
                <a:ext cx="438845" cy="159515"/>
              </a:xfrm>
              <a:prstGeom prst="rect">
                <a:avLst/>
              </a:prstGeom>
            </p:spPr>
          </p:pic>
          <p:sp>
            <p:nvSpPr>
              <p:cNvPr id="441" name="TextBox 440">
                <a:extLst>
                  <a:ext uri="{FF2B5EF4-FFF2-40B4-BE49-F238E27FC236}">
                    <a16:creationId xmlns:a16="http://schemas.microsoft.com/office/drawing/2014/main" id="{E9ED815D-AB19-3426-52F3-CE134E55D246}"/>
                  </a:ext>
                </a:extLst>
              </p:cNvPr>
              <p:cNvSpPr txBox="1"/>
              <p:nvPr/>
            </p:nvSpPr>
            <p:spPr>
              <a:xfrm>
                <a:off x="398321" y="2647141"/>
                <a:ext cx="1179668" cy="307974"/>
              </a:xfrm>
              <a:prstGeom prst="rect">
                <a:avLst/>
              </a:prstGeom>
              <a:noFill/>
              <a:ln w="254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t">
                <a:spAutoFit/>
              </a:bodyPr>
              <a:lstStyle>
                <a:defPPr>
                  <a:defRPr lang="en-US"/>
                </a:defPPr>
                <a:lvl2pPr marL="0" lvl="1" algn="ctr" defTabSz="1474905">
                  <a:spcAft>
                    <a:spcPts val="0"/>
                  </a:spcAft>
                  <a:buClr>
                    <a:prstClr val="black"/>
                  </a:buClr>
                  <a:buSzPct val="140000"/>
                  <a:tabLst>
                    <a:tab pos="5648325" algn="l"/>
                  </a:tabLst>
                  <a:defRPr sz="1100" kern="0" spc="-3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defRPr>
                </a:lvl2pPr>
              </a:lstStyle>
              <a:p>
                <a:pPr marL="0" marR="0" lvl="1" indent="0" algn="ctr" defTabSz="147490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prstClr val="black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lang="ko-KR" altLang="en-US" sz="80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백업</a:t>
                </a:r>
                <a:r>
                  <a:rPr lang="en-US" altLang="ko-KR" sz="80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/</a:t>
                </a:r>
                <a:r>
                  <a:rPr lang="ko-KR" altLang="en-US" sz="80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관리망용</a:t>
                </a:r>
                <a:r>
                  <a:rPr kumimoji="0" lang="en-US" altLang="ko-KR" sz="800" u="none" strike="noStrike" kern="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 </a:t>
                </a:r>
                <a:r>
                  <a:rPr kumimoji="0" lang="ko-KR" altLang="en-US" sz="800" u="none" strike="noStrike" kern="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스위치 </a:t>
                </a:r>
                <a:br>
                  <a:rPr kumimoji="0" lang="en-US" altLang="ko-KR" sz="800" u="none" strike="noStrike" kern="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</a:br>
                <a:r>
                  <a:rPr kumimoji="0" lang="en-US" altLang="ko-KR" sz="800" u="none" strike="noStrike" kern="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(</a:t>
                </a:r>
                <a:r>
                  <a:rPr lang="ko-KR" altLang="en-US" sz="80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신규</a:t>
                </a:r>
                <a:r>
                  <a:rPr kumimoji="0" lang="en-US" altLang="ko-KR" sz="800" u="none" strike="noStrike" kern="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)</a:t>
                </a:r>
              </a:p>
            </p:txBody>
          </p:sp>
        </p:grpSp>
        <p:grpSp>
          <p:nvGrpSpPr>
            <p:cNvPr id="442" name="그룹 441">
              <a:extLst>
                <a:ext uri="{FF2B5EF4-FFF2-40B4-BE49-F238E27FC236}">
                  <a16:creationId xmlns:a16="http://schemas.microsoft.com/office/drawing/2014/main" id="{80512AF6-F47C-89EF-CDA0-C02030C9234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88365" y="3587281"/>
              <a:ext cx="332424" cy="457200"/>
              <a:chOff x="3493292" y="3693520"/>
              <a:chExt cx="897069" cy="1233786"/>
            </a:xfrm>
          </p:grpSpPr>
          <p:grpSp>
            <p:nvGrpSpPr>
              <p:cNvPr id="443" name="그룹 442">
                <a:extLst>
                  <a:ext uri="{FF2B5EF4-FFF2-40B4-BE49-F238E27FC236}">
                    <a16:creationId xmlns:a16="http://schemas.microsoft.com/office/drawing/2014/main" id="{E1CDBCF7-4A0D-F060-636D-DBA441BB9D7A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493292" y="3693520"/>
                <a:ext cx="897069" cy="1233786"/>
                <a:chOff x="11921389" y="4267727"/>
                <a:chExt cx="916126" cy="1260000"/>
              </a:xfrm>
            </p:grpSpPr>
            <p:sp>
              <p:nvSpPr>
                <p:cNvPr id="465" name="사각형: 둥근 모서리 147">
                  <a:extLst>
                    <a:ext uri="{FF2B5EF4-FFF2-40B4-BE49-F238E27FC236}">
                      <a16:creationId xmlns:a16="http://schemas.microsoft.com/office/drawing/2014/main" id="{DCE4A80D-7D67-D7E9-DB59-A9C489129777}"/>
                    </a:ext>
                  </a:extLst>
                </p:cNvPr>
                <p:cNvSpPr/>
                <p:nvPr/>
              </p:nvSpPr>
              <p:spPr>
                <a:xfrm>
                  <a:off x="11923593" y="4271687"/>
                  <a:ext cx="911716" cy="1252078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u="none" strike="noStrike" kern="1200" cap="none" spc="-3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endParaRPr>
                </a:p>
              </p:txBody>
            </p:sp>
            <p:grpSp>
              <p:nvGrpSpPr>
                <p:cNvPr id="466" name="그룹 465">
                  <a:extLst>
                    <a:ext uri="{FF2B5EF4-FFF2-40B4-BE49-F238E27FC236}">
                      <a16:creationId xmlns:a16="http://schemas.microsoft.com/office/drawing/2014/main" id="{16F6CEE4-38CE-B643-41A2-C07F31068AAF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467" name="Freeform 230">
                    <a:extLst>
                      <a:ext uri="{FF2B5EF4-FFF2-40B4-BE49-F238E27FC236}">
                        <a16:creationId xmlns:a16="http://schemas.microsoft.com/office/drawing/2014/main" id="{60783671-27BE-B97E-D967-FCB423CDB386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Arial"/>
                    </a:endParaRPr>
                  </a:p>
                </p:txBody>
              </p:sp>
              <p:sp>
                <p:nvSpPr>
                  <p:cNvPr id="468" name="Freeform 231">
                    <a:extLst>
                      <a:ext uri="{FF2B5EF4-FFF2-40B4-BE49-F238E27FC236}">
                        <a16:creationId xmlns:a16="http://schemas.microsoft.com/office/drawing/2014/main" id="{B6F158E4-46BB-DCF9-9188-E63BD2EFB92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Arial"/>
                    </a:endParaRPr>
                  </a:p>
                </p:txBody>
              </p:sp>
            </p:grpSp>
          </p:grpSp>
          <p:grpSp>
            <p:nvGrpSpPr>
              <p:cNvPr id="444" name="그룹 443">
                <a:extLst>
                  <a:ext uri="{FF2B5EF4-FFF2-40B4-BE49-F238E27FC236}">
                    <a16:creationId xmlns:a16="http://schemas.microsoft.com/office/drawing/2014/main" id="{5C41B958-72C0-4610-DE02-F4A3602BBA3F}"/>
                  </a:ext>
                </a:extLst>
              </p:cNvPr>
              <p:cNvGrpSpPr/>
              <p:nvPr/>
            </p:nvGrpSpPr>
            <p:grpSpPr>
              <a:xfrm>
                <a:off x="3623554" y="4140320"/>
                <a:ext cx="636537" cy="634466"/>
                <a:chOff x="881898" y="5310642"/>
                <a:chExt cx="976313" cy="973138"/>
              </a:xfrm>
            </p:grpSpPr>
            <p:grpSp>
              <p:nvGrpSpPr>
                <p:cNvPr id="445" name="그룹 444">
                  <a:extLst>
                    <a:ext uri="{FF2B5EF4-FFF2-40B4-BE49-F238E27FC236}">
                      <a16:creationId xmlns:a16="http://schemas.microsoft.com/office/drawing/2014/main" id="{F73595CF-086C-C2BB-9419-50022419EA10}"/>
                    </a:ext>
                  </a:extLst>
                </p:cNvPr>
                <p:cNvGrpSpPr/>
                <p:nvPr/>
              </p:nvGrpSpPr>
              <p:grpSpPr>
                <a:xfrm>
                  <a:off x="881898" y="5310642"/>
                  <a:ext cx="976313" cy="973138"/>
                  <a:chOff x="21240750" y="2320925"/>
                  <a:chExt cx="976313" cy="973138"/>
                </a:xfrm>
              </p:grpSpPr>
              <p:sp>
                <p:nvSpPr>
                  <p:cNvPr id="447" name="Freeform 113">
                    <a:extLst>
                      <a:ext uri="{FF2B5EF4-FFF2-40B4-BE49-F238E27FC236}">
                        <a16:creationId xmlns:a16="http://schemas.microsoft.com/office/drawing/2014/main" id="{222177E4-5EE6-5C9F-77D6-134EFB16A0D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410343" y="2487232"/>
                    <a:ext cx="637131" cy="640525"/>
                  </a:xfrm>
                  <a:custGeom>
                    <a:avLst/>
                    <a:gdLst>
                      <a:gd name="T0" fmla="*/ 1100 w 1100"/>
                      <a:gd name="T1" fmla="*/ 210 h 1107"/>
                      <a:gd name="T2" fmla="*/ 1100 w 1100"/>
                      <a:gd name="T3" fmla="*/ 264 h 1107"/>
                      <a:gd name="T4" fmla="*/ 1100 w 1100"/>
                      <a:gd name="T5" fmla="*/ 419 h 1107"/>
                      <a:gd name="T6" fmla="*/ 1100 w 1100"/>
                      <a:gd name="T7" fmla="*/ 473 h 1107"/>
                      <a:gd name="T8" fmla="*/ 1100 w 1100"/>
                      <a:gd name="T9" fmla="*/ 635 h 1107"/>
                      <a:gd name="T10" fmla="*/ 1100 w 1100"/>
                      <a:gd name="T11" fmla="*/ 689 h 1107"/>
                      <a:gd name="T12" fmla="*/ 1100 w 1100"/>
                      <a:gd name="T13" fmla="*/ 844 h 1107"/>
                      <a:gd name="T14" fmla="*/ 1100 w 1100"/>
                      <a:gd name="T15" fmla="*/ 898 h 1107"/>
                      <a:gd name="T16" fmla="*/ 1100 w 1100"/>
                      <a:gd name="T17" fmla="*/ 1033 h 1107"/>
                      <a:gd name="T18" fmla="*/ 1026 w 1100"/>
                      <a:gd name="T19" fmla="*/ 1107 h 1107"/>
                      <a:gd name="T20" fmla="*/ 898 w 1100"/>
                      <a:gd name="T21" fmla="*/ 1107 h 1107"/>
                      <a:gd name="T22" fmla="*/ 844 w 1100"/>
                      <a:gd name="T23" fmla="*/ 1107 h 1107"/>
                      <a:gd name="T24" fmla="*/ 682 w 1100"/>
                      <a:gd name="T25" fmla="*/ 1107 h 1107"/>
                      <a:gd name="T26" fmla="*/ 628 w 1100"/>
                      <a:gd name="T27" fmla="*/ 1107 h 1107"/>
                      <a:gd name="T28" fmla="*/ 472 w 1100"/>
                      <a:gd name="T29" fmla="*/ 1107 h 1107"/>
                      <a:gd name="T30" fmla="*/ 418 w 1100"/>
                      <a:gd name="T31" fmla="*/ 1107 h 1107"/>
                      <a:gd name="T32" fmla="*/ 256 w 1100"/>
                      <a:gd name="T33" fmla="*/ 1107 h 1107"/>
                      <a:gd name="T34" fmla="*/ 202 w 1100"/>
                      <a:gd name="T35" fmla="*/ 1107 h 1107"/>
                      <a:gd name="T36" fmla="*/ 74 w 1100"/>
                      <a:gd name="T37" fmla="*/ 1107 h 1107"/>
                      <a:gd name="T38" fmla="*/ 0 w 1100"/>
                      <a:gd name="T39" fmla="*/ 1033 h 1107"/>
                      <a:gd name="T40" fmla="*/ 0 w 1100"/>
                      <a:gd name="T41" fmla="*/ 898 h 1107"/>
                      <a:gd name="T42" fmla="*/ 0 w 1100"/>
                      <a:gd name="T43" fmla="*/ 844 h 1107"/>
                      <a:gd name="T44" fmla="*/ 0 w 1100"/>
                      <a:gd name="T45" fmla="*/ 689 h 1107"/>
                      <a:gd name="T46" fmla="*/ 0 w 1100"/>
                      <a:gd name="T47" fmla="*/ 635 h 1107"/>
                      <a:gd name="T48" fmla="*/ 0 w 1100"/>
                      <a:gd name="T49" fmla="*/ 473 h 1107"/>
                      <a:gd name="T50" fmla="*/ 0 w 1100"/>
                      <a:gd name="T51" fmla="*/ 419 h 1107"/>
                      <a:gd name="T52" fmla="*/ 0 w 1100"/>
                      <a:gd name="T53" fmla="*/ 264 h 1107"/>
                      <a:gd name="T54" fmla="*/ 0 w 1100"/>
                      <a:gd name="T55" fmla="*/ 210 h 1107"/>
                      <a:gd name="T56" fmla="*/ 0 w 1100"/>
                      <a:gd name="T57" fmla="*/ 75 h 1107"/>
                      <a:gd name="T58" fmla="*/ 74 w 1100"/>
                      <a:gd name="T59" fmla="*/ 0 h 1107"/>
                      <a:gd name="T60" fmla="*/ 202 w 1100"/>
                      <a:gd name="T61" fmla="*/ 0 h 1107"/>
                      <a:gd name="T62" fmla="*/ 256 w 1100"/>
                      <a:gd name="T63" fmla="*/ 0 h 1107"/>
                      <a:gd name="T64" fmla="*/ 418 w 1100"/>
                      <a:gd name="T65" fmla="*/ 0 h 1107"/>
                      <a:gd name="T66" fmla="*/ 472 w 1100"/>
                      <a:gd name="T67" fmla="*/ 0 h 1107"/>
                      <a:gd name="T68" fmla="*/ 628 w 1100"/>
                      <a:gd name="T69" fmla="*/ 0 h 1107"/>
                      <a:gd name="T70" fmla="*/ 682 w 1100"/>
                      <a:gd name="T71" fmla="*/ 0 h 1107"/>
                      <a:gd name="T72" fmla="*/ 844 w 1100"/>
                      <a:gd name="T73" fmla="*/ 0 h 1107"/>
                      <a:gd name="T74" fmla="*/ 898 w 1100"/>
                      <a:gd name="T75" fmla="*/ 0 h 1107"/>
                      <a:gd name="T76" fmla="*/ 1026 w 1100"/>
                      <a:gd name="T77" fmla="*/ 0 h 1107"/>
                      <a:gd name="T78" fmla="*/ 1100 w 1100"/>
                      <a:gd name="T79" fmla="*/ 75 h 1107"/>
                      <a:gd name="T80" fmla="*/ 1100 w 1100"/>
                      <a:gd name="T81" fmla="*/ 210 h 1107"/>
                      <a:gd name="T82" fmla="*/ 1100 w 1100"/>
                      <a:gd name="T83" fmla="*/ 210 h 110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1100" h="1107">
                        <a:moveTo>
                          <a:pt x="1100" y="210"/>
                        </a:moveTo>
                        <a:cubicBezTo>
                          <a:pt x="1100" y="264"/>
                          <a:pt x="1100" y="264"/>
                          <a:pt x="1100" y="264"/>
                        </a:cubicBezTo>
                        <a:cubicBezTo>
                          <a:pt x="1100" y="419"/>
                          <a:pt x="1100" y="419"/>
                          <a:pt x="1100" y="419"/>
                        </a:cubicBezTo>
                        <a:cubicBezTo>
                          <a:pt x="1100" y="473"/>
                          <a:pt x="1100" y="473"/>
                          <a:pt x="1100" y="473"/>
                        </a:cubicBezTo>
                        <a:cubicBezTo>
                          <a:pt x="1100" y="635"/>
                          <a:pt x="1100" y="635"/>
                          <a:pt x="1100" y="635"/>
                        </a:cubicBezTo>
                        <a:cubicBezTo>
                          <a:pt x="1100" y="689"/>
                          <a:pt x="1100" y="689"/>
                          <a:pt x="1100" y="689"/>
                        </a:cubicBezTo>
                        <a:cubicBezTo>
                          <a:pt x="1100" y="844"/>
                          <a:pt x="1100" y="844"/>
                          <a:pt x="1100" y="844"/>
                        </a:cubicBezTo>
                        <a:cubicBezTo>
                          <a:pt x="1100" y="898"/>
                          <a:pt x="1100" y="898"/>
                          <a:pt x="1100" y="898"/>
                        </a:cubicBezTo>
                        <a:cubicBezTo>
                          <a:pt x="1100" y="1033"/>
                          <a:pt x="1100" y="1033"/>
                          <a:pt x="1100" y="1033"/>
                        </a:cubicBezTo>
                        <a:cubicBezTo>
                          <a:pt x="1100" y="1073"/>
                          <a:pt x="1073" y="1107"/>
                          <a:pt x="1026" y="1107"/>
                        </a:cubicBezTo>
                        <a:cubicBezTo>
                          <a:pt x="898" y="1107"/>
                          <a:pt x="898" y="1107"/>
                          <a:pt x="898" y="1107"/>
                        </a:cubicBezTo>
                        <a:cubicBezTo>
                          <a:pt x="844" y="1107"/>
                          <a:pt x="844" y="1107"/>
                          <a:pt x="844" y="1107"/>
                        </a:cubicBezTo>
                        <a:cubicBezTo>
                          <a:pt x="682" y="1107"/>
                          <a:pt x="682" y="1107"/>
                          <a:pt x="682" y="1107"/>
                        </a:cubicBezTo>
                        <a:cubicBezTo>
                          <a:pt x="628" y="1107"/>
                          <a:pt x="628" y="1107"/>
                          <a:pt x="628" y="1107"/>
                        </a:cubicBezTo>
                        <a:cubicBezTo>
                          <a:pt x="472" y="1107"/>
                          <a:pt x="472" y="1107"/>
                          <a:pt x="472" y="1107"/>
                        </a:cubicBezTo>
                        <a:cubicBezTo>
                          <a:pt x="418" y="1107"/>
                          <a:pt x="418" y="1107"/>
                          <a:pt x="418" y="1107"/>
                        </a:cubicBezTo>
                        <a:cubicBezTo>
                          <a:pt x="256" y="1107"/>
                          <a:pt x="256" y="1107"/>
                          <a:pt x="256" y="1107"/>
                        </a:cubicBezTo>
                        <a:cubicBezTo>
                          <a:pt x="202" y="1107"/>
                          <a:pt x="202" y="1107"/>
                          <a:pt x="202" y="1107"/>
                        </a:cubicBezTo>
                        <a:cubicBezTo>
                          <a:pt x="74" y="1107"/>
                          <a:pt x="74" y="1107"/>
                          <a:pt x="74" y="1107"/>
                        </a:cubicBezTo>
                        <a:cubicBezTo>
                          <a:pt x="27" y="1107"/>
                          <a:pt x="0" y="1073"/>
                          <a:pt x="0" y="1033"/>
                        </a:cubicBezTo>
                        <a:cubicBezTo>
                          <a:pt x="0" y="898"/>
                          <a:pt x="0" y="898"/>
                          <a:pt x="0" y="898"/>
                        </a:cubicBezTo>
                        <a:cubicBezTo>
                          <a:pt x="0" y="844"/>
                          <a:pt x="0" y="844"/>
                          <a:pt x="0" y="844"/>
                        </a:cubicBezTo>
                        <a:cubicBezTo>
                          <a:pt x="0" y="689"/>
                          <a:pt x="0" y="689"/>
                          <a:pt x="0" y="689"/>
                        </a:cubicBezTo>
                        <a:cubicBezTo>
                          <a:pt x="0" y="635"/>
                          <a:pt x="0" y="635"/>
                          <a:pt x="0" y="635"/>
                        </a:cubicBezTo>
                        <a:cubicBezTo>
                          <a:pt x="0" y="473"/>
                          <a:pt x="0" y="473"/>
                          <a:pt x="0" y="473"/>
                        </a:cubicBezTo>
                        <a:cubicBezTo>
                          <a:pt x="0" y="419"/>
                          <a:pt x="0" y="419"/>
                          <a:pt x="0" y="419"/>
                        </a:cubicBezTo>
                        <a:cubicBezTo>
                          <a:pt x="0" y="264"/>
                          <a:pt x="0" y="264"/>
                          <a:pt x="0" y="264"/>
                        </a:cubicBezTo>
                        <a:cubicBezTo>
                          <a:pt x="0" y="210"/>
                          <a:pt x="0" y="210"/>
                          <a:pt x="0" y="210"/>
                        </a:cubicBezTo>
                        <a:cubicBezTo>
                          <a:pt x="0" y="75"/>
                          <a:pt x="0" y="75"/>
                          <a:pt x="0" y="75"/>
                        </a:cubicBezTo>
                        <a:cubicBezTo>
                          <a:pt x="0" y="34"/>
                          <a:pt x="27" y="0"/>
                          <a:pt x="74" y="0"/>
                        </a:cubicBezTo>
                        <a:cubicBezTo>
                          <a:pt x="202" y="0"/>
                          <a:pt x="202" y="0"/>
                          <a:pt x="202" y="0"/>
                        </a:cubicBezTo>
                        <a:cubicBezTo>
                          <a:pt x="256" y="0"/>
                          <a:pt x="256" y="0"/>
                          <a:pt x="256" y="0"/>
                        </a:cubicBezTo>
                        <a:cubicBezTo>
                          <a:pt x="418" y="0"/>
                          <a:pt x="418" y="0"/>
                          <a:pt x="418" y="0"/>
                        </a:cubicBezTo>
                        <a:cubicBezTo>
                          <a:pt x="472" y="0"/>
                          <a:pt x="472" y="0"/>
                          <a:pt x="472" y="0"/>
                        </a:cubicBezTo>
                        <a:cubicBezTo>
                          <a:pt x="628" y="0"/>
                          <a:pt x="628" y="0"/>
                          <a:pt x="628" y="0"/>
                        </a:cubicBezTo>
                        <a:cubicBezTo>
                          <a:pt x="682" y="0"/>
                          <a:pt x="682" y="0"/>
                          <a:pt x="682" y="0"/>
                        </a:cubicBezTo>
                        <a:cubicBezTo>
                          <a:pt x="844" y="0"/>
                          <a:pt x="844" y="0"/>
                          <a:pt x="844" y="0"/>
                        </a:cubicBezTo>
                        <a:cubicBezTo>
                          <a:pt x="898" y="0"/>
                          <a:pt x="898" y="0"/>
                          <a:pt x="898" y="0"/>
                        </a:cubicBezTo>
                        <a:cubicBezTo>
                          <a:pt x="1026" y="0"/>
                          <a:pt x="1026" y="0"/>
                          <a:pt x="1026" y="0"/>
                        </a:cubicBezTo>
                        <a:cubicBezTo>
                          <a:pt x="1073" y="0"/>
                          <a:pt x="1100" y="34"/>
                          <a:pt x="1100" y="75"/>
                        </a:cubicBezTo>
                        <a:cubicBezTo>
                          <a:pt x="1100" y="210"/>
                          <a:pt x="1100" y="210"/>
                          <a:pt x="1100" y="210"/>
                        </a:cubicBezTo>
                        <a:cubicBezTo>
                          <a:pt x="1100" y="210"/>
                          <a:pt x="1100" y="210"/>
                          <a:pt x="1100" y="210"/>
                        </a:cubicBezTo>
                        <a:close/>
                      </a:path>
                    </a:pathLst>
                  </a:custGeom>
                  <a:solidFill>
                    <a:schemeClr val="tx1">
                      <a:lumMod val="85000"/>
                      <a:lumOff val="15000"/>
                    </a:scheme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48" name="Freeform 96">
                    <a:extLst>
                      <a:ext uri="{FF2B5EF4-FFF2-40B4-BE49-F238E27FC236}">
                        <a16:creationId xmlns:a16="http://schemas.microsoft.com/office/drawing/2014/main" id="{86982F11-5DAF-78E1-0D16-C696C4E631C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085300" y="2620963"/>
                    <a:ext cx="131763" cy="30163"/>
                  </a:xfrm>
                  <a:custGeom>
                    <a:avLst/>
                    <a:gdLst>
                      <a:gd name="T0" fmla="*/ 244 w 244"/>
                      <a:gd name="T1" fmla="*/ 28 h 55"/>
                      <a:gd name="T2" fmla="*/ 217 w 244"/>
                      <a:gd name="T3" fmla="*/ 0 h 55"/>
                      <a:gd name="T4" fmla="*/ 0 w 244"/>
                      <a:gd name="T5" fmla="*/ 0 h 55"/>
                      <a:gd name="T6" fmla="*/ 0 w 244"/>
                      <a:gd name="T7" fmla="*/ 55 h 55"/>
                      <a:gd name="T8" fmla="*/ 217 w 244"/>
                      <a:gd name="T9" fmla="*/ 55 h 55"/>
                      <a:gd name="T10" fmla="*/ 244 w 244"/>
                      <a:gd name="T11" fmla="*/ 28 h 5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4" h="55">
                        <a:moveTo>
                          <a:pt x="244" y="28"/>
                        </a:moveTo>
                        <a:cubicBezTo>
                          <a:pt x="244" y="14"/>
                          <a:pt x="230" y="0"/>
                          <a:pt x="217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55"/>
                          <a:pt x="0" y="55"/>
                          <a:pt x="0" y="55"/>
                        </a:cubicBezTo>
                        <a:cubicBezTo>
                          <a:pt x="217" y="55"/>
                          <a:pt x="217" y="55"/>
                          <a:pt x="217" y="55"/>
                        </a:cubicBezTo>
                        <a:cubicBezTo>
                          <a:pt x="230" y="55"/>
                          <a:pt x="244" y="41"/>
                          <a:pt x="244" y="28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49" name="Freeform 97">
                    <a:extLst>
                      <a:ext uri="{FF2B5EF4-FFF2-40B4-BE49-F238E27FC236}">
                        <a16:creationId xmlns:a16="http://schemas.microsoft.com/office/drawing/2014/main" id="{517AAF4F-7D28-B909-CCA9-DAA1875AC16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085300" y="2733675"/>
                    <a:ext cx="131763" cy="30163"/>
                  </a:xfrm>
                  <a:custGeom>
                    <a:avLst/>
                    <a:gdLst>
                      <a:gd name="T0" fmla="*/ 217 w 244"/>
                      <a:gd name="T1" fmla="*/ 0 h 54"/>
                      <a:gd name="T2" fmla="*/ 0 w 244"/>
                      <a:gd name="T3" fmla="*/ 0 h 54"/>
                      <a:gd name="T4" fmla="*/ 0 w 244"/>
                      <a:gd name="T5" fmla="*/ 54 h 54"/>
                      <a:gd name="T6" fmla="*/ 217 w 244"/>
                      <a:gd name="T7" fmla="*/ 54 h 54"/>
                      <a:gd name="T8" fmla="*/ 244 w 244"/>
                      <a:gd name="T9" fmla="*/ 27 h 54"/>
                      <a:gd name="T10" fmla="*/ 217 w 244"/>
                      <a:gd name="T11" fmla="*/ 0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4" h="54">
                        <a:moveTo>
                          <a:pt x="217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54"/>
                          <a:pt x="0" y="54"/>
                          <a:pt x="0" y="54"/>
                        </a:cubicBezTo>
                        <a:cubicBezTo>
                          <a:pt x="217" y="54"/>
                          <a:pt x="217" y="54"/>
                          <a:pt x="217" y="54"/>
                        </a:cubicBezTo>
                        <a:cubicBezTo>
                          <a:pt x="230" y="54"/>
                          <a:pt x="244" y="47"/>
                          <a:pt x="244" y="27"/>
                        </a:cubicBezTo>
                        <a:cubicBezTo>
                          <a:pt x="244" y="13"/>
                          <a:pt x="230" y="0"/>
                          <a:pt x="217" y="0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50" name="Freeform 98">
                    <a:extLst>
                      <a:ext uri="{FF2B5EF4-FFF2-40B4-BE49-F238E27FC236}">
                        <a16:creationId xmlns:a16="http://schemas.microsoft.com/office/drawing/2014/main" id="{0CD44107-BBCB-1DA7-4991-4ABC4443091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085300" y="2851150"/>
                    <a:ext cx="131763" cy="30163"/>
                  </a:xfrm>
                  <a:custGeom>
                    <a:avLst/>
                    <a:gdLst>
                      <a:gd name="T0" fmla="*/ 217 w 244"/>
                      <a:gd name="T1" fmla="*/ 0 h 54"/>
                      <a:gd name="T2" fmla="*/ 0 w 244"/>
                      <a:gd name="T3" fmla="*/ 0 h 54"/>
                      <a:gd name="T4" fmla="*/ 0 w 244"/>
                      <a:gd name="T5" fmla="*/ 54 h 54"/>
                      <a:gd name="T6" fmla="*/ 217 w 244"/>
                      <a:gd name="T7" fmla="*/ 54 h 54"/>
                      <a:gd name="T8" fmla="*/ 244 w 244"/>
                      <a:gd name="T9" fmla="*/ 27 h 54"/>
                      <a:gd name="T10" fmla="*/ 217 w 244"/>
                      <a:gd name="T11" fmla="*/ 0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4" h="54">
                        <a:moveTo>
                          <a:pt x="217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54"/>
                          <a:pt x="0" y="54"/>
                          <a:pt x="0" y="54"/>
                        </a:cubicBezTo>
                        <a:cubicBezTo>
                          <a:pt x="217" y="54"/>
                          <a:pt x="217" y="54"/>
                          <a:pt x="217" y="54"/>
                        </a:cubicBezTo>
                        <a:cubicBezTo>
                          <a:pt x="230" y="54"/>
                          <a:pt x="244" y="41"/>
                          <a:pt x="244" y="27"/>
                        </a:cubicBezTo>
                        <a:cubicBezTo>
                          <a:pt x="244" y="14"/>
                          <a:pt x="230" y="0"/>
                          <a:pt x="217" y="0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51" name="Freeform 99">
                    <a:extLst>
                      <a:ext uri="{FF2B5EF4-FFF2-40B4-BE49-F238E27FC236}">
                        <a16:creationId xmlns:a16="http://schemas.microsoft.com/office/drawing/2014/main" id="{B62D79B1-5968-427F-D7CC-BE00CB3E161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085300" y="2965450"/>
                    <a:ext cx="131763" cy="28575"/>
                  </a:xfrm>
                  <a:custGeom>
                    <a:avLst/>
                    <a:gdLst>
                      <a:gd name="T0" fmla="*/ 217 w 244"/>
                      <a:gd name="T1" fmla="*/ 0 h 54"/>
                      <a:gd name="T2" fmla="*/ 0 w 244"/>
                      <a:gd name="T3" fmla="*/ 0 h 54"/>
                      <a:gd name="T4" fmla="*/ 0 w 244"/>
                      <a:gd name="T5" fmla="*/ 54 h 54"/>
                      <a:gd name="T6" fmla="*/ 217 w 244"/>
                      <a:gd name="T7" fmla="*/ 54 h 54"/>
                      <a:gd name="T8" fmla="*/ 244 w 244"/>
                      <a:gd name="T9" fmla="*/ 27 h 54"/>
                      <a:gd name="T10" fmla="*/ 217 w 244"/>
                      <a:gd name="T11" fmla="*/ 0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4" h="54">
                        <a:moveTo>
                          <a:pt x="217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54"/>
                          <a:pt x="0" y="54"/>
                          <a:pt x="0" y="54"/>
                        </a:cubicBezTo>
                        <a:cubicBezTo>
                          <a:pt x="217" y="54"/>
                          <a:pt x="217" y="54"/>
                          <a:pt x="217" y="54"/>
                        </a:cubicBezTo>
                        <a:cubicBezTo>
                          <a:pt x="230" y="54"/>
                          <a:pt x="244" y="47"/>
                          <a:pt x="244" y="27"/>
                        </a:cubicBezTo>
                        <a:cubicBezTo>
                          <a:pt x="244" y="13"/>
                          <a:pt x="230" y="0"/>
                          <a:pt x="217" y="0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52" name="Freeform 100">
                    <a:extLst>
                      <a:ext uri="{FF2B5EF4-FFF2-40B4-BE49-F238E27FC236}">
                        <a16:creationId xmlns:a16="http://schemas.microsoft.com/office/drawing/2014/main" id="{D4E68260-96D2-DDCF-7BE1-52A336B5DAA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240750" y="2620963"/>
                    <a:ext cx="131763" cy="30163"/>
                  </a:xfrm>
                  <a:custGeom>
                    <a:avLst/>
                    <a:gdLst>
                      <a:gd name="T0" fmla="*/ 0 w 243"/>
                      <a:gd name="T1" fmla="*/ 28 h 55"/>
                      <a:gd name="T2" fmla="*/ 27 w 243"/>
                      <a:gd name="T3" fmla="*/ 55 h 55"/>
                      <a:gd name="T4" fmla="*/ 243 w 243"/>
                      <a:gd name="T5" fmla="*/ 55 h 55"/>
                      <a:gd name="T6" fmla="*/ 243 w 243"/>
                      <a:gd name="T7" fmla="*/ 0 h 55"/>
                      <a:gd name="T8" fmla="*/ 27 w 243"/>
                      <a:gd name="T9" fmla="*/ 0 h 55"/>
                      <a:gd name="T10" fmla="*/ 0 w 243"/>
                      <a:gd name="T11" fmla="*/ 28 h 5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3" h="55">
                        <a:moveTo>
                          <a:pt x="0" y="28"/>
                        </a:moveTo>
                        <a:cubicBezTo>
                          <a:pt x="0" y="41"/>
                          <a:pt x="14" y="55"/>
                          <a:pt x="27" y="55"/>
                        </a:cubicBezTo>
                        <a:cubicBezTo>
                          <a:pt x="243" y="55"/>
                          <a:pt x="243" y="55"/>
                          <a:pt x="243" y="55"/>
                        </a:cubicBezTo>
                        <a:cubicBezTo>
                          <a:pt x="243" y="0"/>
                          <a:pt x="243" y="0"/>
                          <a:pt x="243" y="0"/>
                        </a:cubicBezTo>
                        <a:cubicBezTo>
                          <a:pt x="27" y="0"/>
                          <a:pt x="27" y="0"/>
                          <a:pt x="27" y="0"/>
                        </a:cubicBezTo>
                        <a:cubicBezTo>
                          <a:pt x="14" y="0"/>
                          <a:pt x="0" y="14"/>
                          <a:pt x="0" y="28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53" name="Freeform 101">
                    <a:extLst>
                      <a:ext uri="{FF2B5EF4-FFF2-40B4-BE49-F238E27FC236}">
                        <a16:creationId xmlns:a16="http://schemas.microsoft.com/office/drawing/2014/main" id="{72D24AEC-778A-27EE-859E-A80888FECB0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240750" y="2733675"/>
                    <a:ext cx="131763" cy="30163"/>
                  </a:xfrm>
                  <a:custGeom>
                    <a:avLst/>
                    <a:gdLst>
                      <a:gd name="T0" fmla="*/ 0 w 243"/>
                      <a:gd name="T1" fmla="*/ 27 h 54"/>
                      <a:gd name="T2" fmla="*/ 27 w 243"/>
                      <a:gd name="T3" fmla="*/ 54 h 54"/>
                      <a:gd name="T4" fmla="*/ 243 w 243"/>
                      <a:gd name="T5" fmla="*/ 54 h 54"/>
                      <a:gd name="T6" fmla="*/ 243 w 243"/>
                      <a:gd name="T7" fmla="*/ 0 h 54"/>
                      <a:gd name="T8" fmla="*/ 27 w 243"/>
                      <a:gd name="T9" fmla="*/ 0 h 54"/>
                      <a:gd name="T10" fmla="*/ 0 w 243"/>
                      <a:gd name="T11" fmla="*/ 27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3" h="54">
                        <a:moveTo>
                          <a:pt x="0" y="27"/>
                        </a:moveTo>
                        <a:cubicBezTo>
                          <a:pt x="0" y="47"/>
                          <a:pt x="14" y="54"/>
                          <a:pt x="27" y="54"/>
                        </a:cubicBezTo>
                        <a:cubicBezTo>
                          <a:pt x="243" y="54"/>
                          <a:pt x="243" y="54"/>
                          <a:pt x="243" y="54"/>
                        </a:cubicBezTo>
                        <a:cubicBezTo>
                          <a:pt x="243" y="0"/>
                          <a:pt x="243" y="0"/>
                          <a:pt x="243" y="0"/>
                        </a:cubicBezTo>
                        <a:cubicBezTo>
                          <a:pt x="27" y="0"/>
                          <a:pt x="27" y="0"/>
                          <a:pt x="27" y="0"/>
                        </a:cubicBezTo>
                        <a:cubicBezTo>
                          <a:pt x="14" y="0"/>
                          <a:pt x="0" y="13"/>
                          <a:pt x="0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54" name="Freeform 102">
                    <a:extLst>
                      <a:ext uri="{FF2B5EF4-FFF2-40B4-BE49-F238E27FC236}">
                        <a16:creationId xmlns:a16="http://schemas.microsoft.com/office/drawing/2014/main" id="{FD36B538-E1DD-49BB-CA00-4BE4DD4CBC6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240750" y="2851150"/>
                    <a:ext cx="131763" cy="30163"/>
                  </a:xfrm>
                  <a:custGeom>
                    <a:avLst/>
                    <a:gdLst>
                      <a:gd name="T0" fmla="*/ 0 w 243"/>
                      <a:gd name="T1" fmla="*/ 27 h 54"/>
                      <a:gd name="T2" fmla="*/ 27 w 243"/>
                      <a:gd name="T3" fmla="*/ 54 h 54"/>
                      <a:gd name="T4" fmla="*/ 243 w 243"/>
                      <a:gd name="T5" fmla="*/ 54 h 54"/>
                      <a:gd name="T6" fmla="*/ 243 w 243"/>
                      <a:gd name="T7" fmla="*/ 0 h 54"/>
                      <a:gd name="T8" fmla="*/ 27 w 243"/>
                      <a:gd name="T9" fmla="*/ 0 h 54"/>
                      <a:gd name="T10" fmla="*/ 0 w 243"/>
                      <a:gd name="T11" fmla="*/ 27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3" h="54">
                        <a:moveTo>
                          <a:pt x="0" y="27"/>
                        </a:moveTo>
                        <a:cubicBezTo>
                          <a:pt x="0" y="41"/>
                          <a:pt x="14" y="54"/>
                          <a:pt x="27" y="54"/>
                        </a:cubicBezTo>
                        <a:cubicBezTo>
                          <a:pt x="243" y="54"/>
                          <a:pt x="243" y="54"/>
                          <a:pt x="243" y="54"/>
                        </a:cubicBezTo>
                        <a:cubicBezTo>
                          <a:pt x="243" y="0"/>
                          <a:pt x="243" y="0"/>
                          <a:pt x="243" y="0"/>
                        </a:cubicBezTo>
                        <a:cubicBezTo>
                          <a:pt x="27" y="0"/>
                          <a:pt x="27" y="0"/>
                          <a:pt x="27" y="0"/>
                        </a:cubicBezTo>
                        <a:cubicBezTo>
                          <a:pt x="14" y="0"/>
                          <a:pt x="0" y="14"/>
                          <a:pt x="0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55" name="Freeform 103">
                    <a:extLst>
                      <a:ext uri="{FF2B5EF4-FFF2-40B4-BE49-F238E27FC236}">
                        <a16:creationId xmlns:a16="http://schemas.microsoft.com/office/drawing/2014/main" id="{385265ED-48C9-1731-50F1-BC56C5C5F67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240750" y="2965450"/>
                    <a:ext cx="131763" cy="28575"/>
                  </a:xfrm>
                  <a:custGeom>
                    <a:avLst/>
                    <a:gdLst>
                      <a:gd name="T0" fmla="*/ 0 w 243"/>
                      <a:gd name="T1" fmla="*/ 27 h 54"/>
                      <a:gd name="T2" fmla="*/ 27 w 243"/>
                      <a:gd name="T3" fmla="*/ 54 h 54"/>
                      <a:gd name="T4" fmla="*/ 243 w 243"/>
                      <a:gd name="T5" fmla="*/ 54 h 54"/>
                      <a:gd name="T6" fmla="*/ 243 w 243"/>
                      <a:gd name="T7" fmla="*/ 0 h 54"/>
                      <a:gd name="T8" fmla="*/ 27 w 243"/>
                      <a:gd name="T9" fmla="*/ 0 h 54"/>
                      <a:gd name="T10" fmla="*/ 0 w 243"/>
                      <a:gd name="T11" fmla="*/ 27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3" h="54">
                        <a:moveTo>
                          <a:pt x="0" y="27"/>
                        </a:moveTo>
                        <a:cubicBezTo>
                          <a:pt x="0" y="47"/>
                          <a:pt x="14" y="54"/>
                          <a:pt x="27" y="54"/>
                        </a:cubicBezTo>
                        <a:cubicBezTo>
                          <a:pt x="243" y="54"/>
                          <a:pt x="243" y="54"/>
                          <a:pt x="243" y="54"/>
                        </a:cubicBezTo>
                        <a:cubicBezTo>
                          <a:pt x="243" y="0"/>
                          <a:pt x="243" y="0"/>
                          <a:pt x="243" y="0"/>
                        </a:cubicBezTo>
                        <a:cubicBezTo>
                          <a:pt x="27" y="0"/>
                          <a:pt x="27" y="0"/>
                          <a:pt x="27" y="0"/>
                        </a:cubicBezTo>
                        <a:cubicBezTo>
                          <a:pt x="14" y="0"/>
                          <a:pt x="0" y="13"/>
                          <a:pt x="0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56" name="Freeform 104">
                    <a:extLst>
                      <a:ext uri="{FF2B5EF4-FFF2-40B4-BE49-F238E27FC236}">
                        <a16:creationId xmlns:a16="http://schemas.microsoft.com/office/drawing/2014/main" id="{3A14141B-B2F3-2525-5DFC-4942B7F059B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540788" y="2320925"/>
                    <a:ext cx="28575" cy="128588"/>
                  </a:xfrm>
                  <a:custGeom>
                    <a:avLst/>
                    <a:gdLst>
                      <a:gd name="T0" fmla="*/ 54 w 54"/>
                      <a:gd name="T1" fmla="*/ 27 h 237"/>
                      <a:gd name="T2" fmla="*/ 27 w 54"/>
                      <a:gd name="T3" fmla="*/ 0 h 237"/>
                      <a:gd name="T4" fmla="*/ 0 w 54"/>
                      <a:gd name="T5" fmla="*/ 27 h 237"/>
                      <a:gd name="T6" fmla="*/ 0 w 54"/>
                      <a:gd name="T7" fmla="*/ 237 h 237"/>
                      <a:gd name="T8" fmla="*/ 54 w 54"/>
                      <a:gd name="T9" fmla="*/ 237 h 237"/>
                      <a:gd name="T10" fmla="*/ 54 w 54"/>
                      <a:gd name="T11" fmla="*/ 27 h 237"/>
                      <a:gd name="T12" fmla="*/ 54 w 54"/>
                      <a:gd name="T13" fmla="*/ 27 h 2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7">
                        <a:moveTo>
                          <a:pt x="54" y="27"/>
                        </a:moveTo>
                        <a:cubicBezTo>
                          <a:pt x="54" y="14"/>
                          <a:pt x="40" y="0"/>
                          <a:pt x="27" y="0"/>
                        </a:cubicBezTo>
                        <a:cubicBezTo>
                          <a:pt x="13" y="0"/>
                          <a:pt x="0" y="14"/>
                          <a:pt x="0" y="27"/>
                        </a:cubicBezTo>
                        <a:cubicBezTo>
                          <a:pt x="0" y="237"/>
                          <a:pt x="0" y="237"/>
                          <a:pt x="0" y="237"/>
                        </a:cubicBezTo>
                        <a:cubicBezTo>
                          <a:pt x="54" y="237"/>
                          <a:pt x="54" y="237"/>
                          <a:pt x="54" y="23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57" name="Freeform 105">
                    <a:extLst>
                      <a:ext uri="{FF2B5EF4-FFF2-40B4-BE49-F238E27FC236}">
                        <a16:creationId xmlns:a16="http://schemas.microsoft.com/office/drawing/2014/main" id="{4A464E1C-1F20-A4AA-75CF-0D40D3F5E6A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658263" y="2320925"/>
                    <a:ext cx="28575" cy="128588"/>
                  </a:xfrm>
                  <a:custGeom>
                    <a:avLst/>
                    <a:gdLst>
                      <a:gd name="T0" fmla="*/ 54 w 54"/>
                      <a:gd name="T1" fmla="*/ 27 h 237"/>
                      <a:gd name="T2" fmla="*/ 27 w 54"/>
                      <a:gd name="T3" fmla="*/ 0 h 237"/>
                      <a:gd name="T4" fmla="*/ 0 w 54"/>
                      <a:gd name="T5" fmla="*/ 27 h 237"/>
                      <a:gd name="T6" fmla="*/ 0 w 54"/>
                      <a:gd name="T7" fmla="*/ 237 h 237"/>
                      <a:gd name="T8" fmla="*/ 54 w 54"/>
                      <a:gd name="T9" fmla="*/ 237 h 237"/>
                      <a:gd name="T10" fmla="*/ 54 w 54"/>
                      <a:gd name="T11" fmla="*/ 27 h 237"/>
                      <a:gd name="T12" fmla="*/ 54 w 54"/>
                      <a:gd name="T13" fmla="*/ 27 h 2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7">
                        <a:moveTo>
                          <a:pt x="54" y="27"/>
                        </a:moveTo>
                        <a:cubicBezTo>
                          <a:pt x="54" y="14"/>
                          <a:pt x="40" y="0"/>
                          <a:pt x="27" y="0"/>
                        </a:cubicBezTo>
                        <a:cubicBezTo>
                          <a:pt x="13" y="0"/>
                          <a:pt x="0" y="14"/>
                          <a:pt x="0" y="27"/>
                        </a:cubicBezTo>
                        <a:cubicBezTo>
                          <a:pt x="0" y="237"/>
                          <a:pt x="0" y="237"/>
                          <a:pt x="0" y="237"/>
                        </a:cubicBezTo>
                        <a:cubicBezTo>
                          <a:pt x="54" y="237"/>
                          <a:pt x="54" y="237"/>
                          <a:pt x="54" y="23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58" name="Freeform 106">
                    <a:extLst>
                      <a:ext uri="{FF2B5EF4-FFF2-40B4-BE49-F238E27FC236}">
                        <a16:creationId xmlns:a16="http://schemas.microsoft.com/office/drawing/2014/main" id="{AE8C8D0B-5525-E4F0-B742-C906F7BF9CA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770975" y="2320925"/>
                    <a:ext cx="30163" cy="128588"/>
                  </a:xfrm>
                  <a:custGeom>
                    <a:avLst/>
                    <a:gdLst>
                      <a:gd name="T0" fmla="*/ 54 w 54"/>
                      <a:gd name="T1" fmla="*/ 27 h 237"/>
                      <a:gd name="T2" fmla="*/ 27 w 54"/>
                      <a:gd name="T3" fmla="*/ 0 h 237"/>
                      <a:gd name="T4" fmla="*/ 0 w 54"/>
                      <a:gd name="T5" fmla="*/ 27 h 237"/>
                      <a:gd name="T6" fmla="*/ 0 w 54"/>
                      <a:gd name="T7" fmla="*/ 237 h 237"/>
                      <a:gd name="T8" fmla="*/ 54 w 54"/>
                      <a:gd name="T9" fmla="*/ 237 h 237"/>
                      <a:gd name="T10" fmla="*/ 54 w 54"/>
                      <a:gd name="T11" fmla="*/ 27 h 237"/>
                      <a:gd name="T12" fmla="*/ 54 w 54"/>
                      <a:gd name="T13" fmla="*/ 27 h 2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7">
                        <a:moveTo>
                          <a:pt x="54" y="27"/>
                        </a:moveTo>
                        <a:cubicBezTo>
                          <a:pt x="54" y="14"/>
                          <a:pt x="40" y="0"/>
                          <a:pt x="27" y="0"/>
                        </a:cubicBezTo>
                        <a:cubicBezTo>
                          <a:pt x="13" y="0"/>
                          <a:pt x="0" y="14"/>
                          <a:pt x="0" y="27"/>
                        </a:cubicBezTo>
                        <a:cubicBezTo>
                          <a:pt x="0" y="237"/>
                          <a:pt x="0" y="237"/>
                          <a:pt x="0" y="237"/>
                        </a:cubicBezTo>
                        <a:cubicBezTo>
                          <a:pt x="54" y="237"/>
                          <a:pt x="54" y="237"/>
                          <a:pt x="54" y="23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59" name="Freeform 107">
                    <a:extLst>
                      <a:ext uri="{FF2B5EF4-FFF2-40B4-BE49-F238E27FC236}">
                        <a16:creationId xmlns:a16="http://schemas.microsoft.com/office/drawing/2014/main" id="{8D9588A5-D58F-CA7A-D1E3-2284AA5C38D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886863" y="2320925"/>
                    <a:ext cx="30163" cy="128588"/>
                  </a:xfrm>
                  <a:custGeom>
                    <a:avLst/>
                    <a:gdLst>
                      <a:gd name="T0" fmla="*/ 54 w 54"/>
                      <a:gd name="T1" fmla="*/ 27 h 237"/>
                      <a:gd name="T2" fmla="*/ 27 w 54"/>
                      <a:gd name="T3" fmla="*/ 0 h 237"/>
                      <a:gd name="T4" fmla="*/ 0 w 54"/>
                      <a:gd name="T5" fmla="*/ 27 h 237"/>
                      <a:gd name="T6" fmla="*/ 0 w 54"/>
                      <a:gd name="T7" fmla="*/ 237 h 237"/>
                      <a:gd name="T8" fmla="*/ 54 w 54"/>
                      <a:gd name="T9" fmla="*/ 237 h 237"/>
                      <a:gd name="T10" fmla="*/ 54 w 54"/>
                      <a:gd name="T11" fmla="*/ 27 h 237"/>
                      <a:gd name="T12" fmla="*/ 54 w 54"/>
                      <a:gd name="T13" fmla="*/ 27 h 2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7">
                        <a:moveTo>
                          <a:pt x="54" y="27"/>
                        </a:moveTo>
                        <a:cubicBezTo>
                          <a:pt x="54" y="14"/>
                          <a:pt x="40" y="0"/>
                          <a:pt x="27" y="0"/>
                        </a:cubicBezTo>
                        <a:cubicBezTo>
                          <a:pt x="13" y="0"/>
                          <a:pt x="0" y="14"/>
                          <a:pt x="0" y="27"/>
                        </a:cubicBezTo>
                        <a:cubicBezTo>
                          <a:pt x="0" y="237"/>
                          <a:pt x="0" y="237"/>
                          <a:pt x="0" y="237"/>
                        </a:cubicBezTo>
                        <a:cubicBezTo>
                          <a:pt x="54" y="237"/>
                          <a:pt x="54" y="237"/>
                          <a:pt x="54" y="23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60" name="Freeform 108">
                    <a:extLst>
                      <a:ext uri="{FF2B5EF4-FFF2-40B4-BE49-F238E27FC236}">
                        <a16:creationId xmlns:a16="http://schemas.microsoft.com/office/drawing/2014/main" id="{04AEF44D-63D0-5008-3C37-73E7B7E9E52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540788" y="3165475"/>
                    <a:ext cx="28575" cy="128588"/>
                  </a:xfrm>
                  <a:custGeom>
                    <a:avLst/>
                    <a:gdLst>
                      <a:gd name="T0" fmla="*/ 0 w 54"/>
                      <a:gd name="T1" fmla="*/ 211 h 238"/>
                      <a:gd name="T2" fmla="*/ 27 w 54"/>
                      <a:gd name="T3" fmla="*/ 238 h 238"/>
                      <a:gd name="T4" fmla="*/ 54 w 54"/>
                      <a:gd name="T5" fmla="*/ 211 h 238"/>
                      <a:gd name="T6" fmla="*/ 54 w 54"/>
                      <a:gd name="T7" fmla="*/ 0 h 238"/>
                      <a:gd name="T8" fmla="*/ 0 w 54"/>
                      <a:gd name="T9" fmla="*/ 0 h 238"/>
                      <a:gd name="T10" fmla="*/ 0 w 54"/>
                      <a:gd name="T11" fmla="*/ 211 h 238"/>
                      <a:gd name="T12" fmla="*/ 0 w 54"/>
                      <a:gd name="T13" fmla="*/ 211 h 2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8">
                        <a:moveTo>
                          <a:pt x="0" y="211"/>
                        </a:moveTo>
                        <a:cubicBezTo>
                          <a:pt x="0" y="231"/>
                          <a:pt x="13" y="238"/>
                          <a:pt x="27" y="238"/>
                        </a:cubicBezTo>
                        <a:cubicBezTo>
                          <a:pt x="40" y="238"/>
                          <a:pt x="54" y="231"/>
                          <a:pt x="54" y="211"/>
                        </a:cubicBezTo>
                        <a:cubicBezTo>
                          <a:pt x="54" y="0"/>
                          <a:pt x="54" y="0"/>
                          <a:pt x="54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61" name="Freeform 109">
                    <a:extLst>
                      <a:ext uri="{FF2B5EF4-FFF2-40B4-BE49-F238E27FC236}">
                        <a16:creationId xmlns:a16="http://schemas.microsoft.com/office/drawing/2014/main" id="{8BBA7CE1-403F-4A0B-5559-5ED7A88F31E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658263" y="3165475"/>
                    <a:ext cx="28575" cy="128588"/>
                  </a:xfrm>
                  <a:custGeom>
                    <a:avLst/>
                    <a:gdLst>
                      <a:gd name="T0" fmla="*/ 0 w 54"/>
                      <a:gd name="T1" fmla="*/ 211 h 238"/>
                      <a:gd name="T2" fmla="*/ 27 w 54"/>
                      <a:gd name="T3" fmla="*/ 238 h 238"/>
                      <a:gd name="T4" fmla="*/ 54 w 54"/>
                      <a:gd name="T5" fmla="*/ 211 h 238"/>
                      <a:gd name="T6" fmla="*/ 54 w 54"/>
                      <a:gd name="T7" fmla="*/ 0 h 238"/>
                      <a:gd name="T8" fmla="*/ 0 w 54"/>
                      <a:gd name="T9" fmla="*/ 0 h 238"/>
                      <a:gd name="T10" fmla="*/ 0 w 54"/>
                      <a:gd name="T11" fmla="*/ 211 h 238"/>
                      <a:gd name="T12" fmla="*/ 0 w 54"/>
                      <a:gd name="T13" fmla="*/ 211 h 2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8">
                        <a:moveTo>
                          <a:pt x="0" y="211"/>
                        </a:moveTo>
                        <a:cubicBezTo>
                          <a:pt x="0" y="231"/>
                          <a:pt x="13" y="238"/>
                          <a:pt x="27" y="238"/>
                        </a:cubicBezTo>
                        <a:cubicBezTo>
                          <a:pt x="40" y="238"/>
                          <a:pt x="54" y="231"/>
                          <a:pt x="54" y="211"/>
                        </a:cubicBezTo>
                        <a:cubicBezTo>
                          <a:pt x="54" y="0"/>
                          <a:pt x="54" y="0"/>
                          <a:pt x="54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62" name="Freeform 110">
                    <a:extLst>
                      <a:ext uri="{FF2B5EF4-FFF2-40B4-BE49-F238E27FC236}">
                        <a16:creationId xmlns:a16="http://schemas.microsoft.com/office/drawing/2014/main" id="{CD203ED7-6995-E653-6BAE-1BAE9CDA95D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770975" y="3165475"/>
                    <a:ext cx="30163" cy="128588"/>
                  </a:xfrm>
                  <a:custGeom>
                    <a:avLst/>
                    <a:gdLst>
                      <a:gd name="T0" fmla="*/ 0 w 54"/>
                      <a:gd name="T1" fmla="*/ 211 h 238"/>
                      <a:gd name="T2" fmla="*/ 27 w 54"/>
                      <a:gd name="T3" fmla="*/ 238 h 238"/>
                      <a:gd name="T4" fmla="*/ 54 w 54"/>
                      <a:gd name="T5" fmla="*/ 211 h 238"/>
                      <a:gd name="T6" fmla="*/ 54 w 54"/>
                      <a:gd name="T7" fmla="*/ 0 h 238"/>
                      <a:gd name="T8" fmla="*/ 0 w 54"/>
                      <a:gd name="T9" fmla="*/ 0 h 238"/>
                      <a:gd name="T10" fmla="*/ 0 w 54"/>
                      <a:gd name="T11" fmla="*/ 211 h 238"/>
                      <a:gd name="T12" fmla="*/ 0 w 54"/>
                      <a:gd name="T13" fmla="*/ 211 h 2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8">
                        <a:moveTo>
                          <a:pt x="0" y="211"/>
                        </a:moveTo>
                        <a:cubicBezTo>
                          <a:pt x="0" y="231"/>
                          <a:pt x="13" y="238"/>
                          <a:pt x="27" y="238"/>
                        </a:cubicBezTo>
                        <a:cubicBezTo>
                          <a:pt x="40" y="238"/>
                          <a:pt x="54" y="231"/>
                          <a:pt x="54" y="211"/>
                        </a:cubicBezTo>
                        <a:cubicBezTo>
                          <a:pt x="54" y="0"/>
                          <a:pt x="54" y="0"/>
                          <a:pt x="54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63" name="Freeform 111">
                    <a:extLst>
                      <a:ext uri="{FF2B5EF4-FFF2-40B4-BE49-F238E27FC236}">
                        <a16:creationId xmlns:a16="http://schemas.microsoft.com/office/drawing/2014/main" id="{30922B3C-69E9-8E8C-8F02-A366EA1544F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886863" y="3165475"/>
                    <a:ext cx="30163" cy="128588"/>
                  </a:xfrm>
                  <a:custGeom>
                    <a:avLst/>
                    <a:gdLst>
                      <a:gd name="T0" fmla="*/ 0 w 54"/>
                      <a:gd name="T1" fmla="*/ 211 h 238"/>
                      <a:gd name="T2" fmla="*/ 27 w 54"/>
                      <a:gd name="T3" fmla="*/ 238 h 238"/>
                      <a:gd name="T4" fmla="*/ 54 w 54"/>
                      <a:gd name="T5" fmla="*/ 211 h 238"/>
                      <a:gd name="T6" fmla="*/ 54 w 54"/>
                      <a:gd name="T7" fmla="*/ 0 h 238"/>
                      <a:gd name="T8" fmla="*/ 0 w 54"/>
                      <a:gd name="T9" fmla="*/ 0 h 238"/>
                      <a:gd name="T10" fmla="*/ 0 w 54"/>
                      <a:gd name="T11" fmla="*/ 211 h 238"/>
                      <a:gd name="T12" fmla="*/ 0 w 54"/>
                      <a:gd name="T13" fmla="*/ 211 h 2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8">
                        <a:moveTo>
                          <a:pt x="0" y="211"/>
                        </a:moveTo>
                        <a:cubicBezTo>
                          <a:pt x="0" y="231"/>
                          <a:pt x="13" y="238"/>
                          <a:pt x="27" y="238"/>
                        </a:cubicBezTo>
                        <a:cubicBezTo>
                          <a:pt x="40" y="238"/>
                          <a:pt x="54" y="231"/>
                          <a:pt x="54" y="211"/>
                        </a:cubicBezTo>
                        <a:cubicBezTo>
                          <a:pt x="54" y="0"/>
                          <a:pt x="54" y="0"/>
                          <a:pt x="54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64" name="Freeform 112">
                    <a:extLst>
                      <a:ext uri="{FF2B5EF4-FFF2-40B4-BE49-F238E27FC236}">
                        <a16:creationId xmlns:a16="http://schemas.microsoft.com/office/drawing/2014/main" id="{2377209C-50AF-07CC-45A1-CC67D70E39A0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21401088" y="2478088"/>
                    <a:ext cx="654050" cy="658813"/>
                  </a:xfrm>
                  <a:custGeom>
                    <a:avLst/>
                    <a:gdLst>
                      <a:gd name="T0" fmla="*/ 952 w 1208"/>
                      <a:gd name="T1" fmla="*/ 0 h 1215"/>
                      <a:gd name="T2" fmla="*/ 736 w 1208"/>
                      <a:gd name="T3" fmla="*/ 0 h 1215"/>
                      <a:gd name="T4" fmla="*/ 526 w 1208"/>
                      <a:gd name="T5" fmla="*/ 0 h 1215"/>
                      <a:gd name="T6" fmla="*/ 310 w 1208"/>
                      <a:gd name="T7" fmla="*/ 0 h 1215"/>
                      <a:gd name="T8" fmla="*/ 128 w 1208"/>
                      <a:gd name="T9" fmla="*/ 0 h 1215"/>
                      <a:gd name="T10" fmla="*/ 0 w 1208"/>
                      <a:gd name="T11" fmla="*/ 264 h 1215"/>
                      <a:gd name="T12" fmla="*/ 0 w 1208"/>
                      <a:gd name="T13" fmla="*/ 473 h 1215"/>
                      <a:gd name="T14" fmla="*/ 0 w 1208"/>
                      <a:gd name="T15" fmla="*/ 689 h 1215"/>
                      <a:gd name="T16" fmla="*/ 0 w 1208"/>
                      <a:gd name="T17" fmla="*/ 898 h 1215"/>
                      <a:gd name="T18" fmla="*/ 0 w 1208"/>
                      <a:gd name="T19" fmla="*/ 1087 h 1215"/>
                      <a:gd name="T20" fmla="*/ 256 w 1208"/>
                      <a:gd name="T21" fmla="*/ 1215 h 1215"/>
                      <a:gd name="T22" fmla="*/ 472 w 1208"/>
                      <a:gd name="T23" fmla="*/ 1215 h 1215"/>
                      <a:gd name="T24" fmla="*/ 682 w 1208"/>
                      <a:gd name="T25" fmla="*/ 1215 h 1215"/>
                      <a:gd name="T26" fmla="*/ 898 w 1208"/>
                      <a:gd name="T27" fmla="*/ 1215 h 1215"/>
                      <a:gd name="T28" fmla="*/ 1080 w 1208"/>
                      <a:gd name="T29" fmla="*/ 1215 h 1215"/>
                      <a:gd name="T30" fmla="*/ 1208 w 1208"/>
                      <a:gd name="T31" fmla="*/ 952 h 1215"/>
                      <a:gd name="T32" fmla="*/ 1208 w 1208"/>
                      <a:gd name="T33" fmla="*/ 743 h 1215"/>
                      <a:gd name="T34" fmla="*/ 1208 w 1208"/>
                      <a:gd name="T35" fmla="*/ 527 h 1215"/>
                      <a:gd name="T36" fmla="*/ 1208 w 1208"/>
                      <a:gd name="T37" fmla="*/ 318 h 1215"/>
                      <a:gd name="T38" fmla="*/ 1208 w 1208"/>
                      <a:gd name="T39" fmla="*/ 129 h 1215"/>
                      <a:gd name="T40" fmla="*/ 1154 w 1208"/>
                      <a:gd name="T41" fmla="*/ 264 h 1215"/>
                      <a:gd name="T42" fmla="*/ 1154 w 1208"/>
                      <a:gd name="T43" fmla="*/ 473 h 1215"/>
                      <a:gd name="T44" fmla="*/ 1154 w 1208"/>
                      <a:gd name="T45" fmla="*/ 689 h 1215"/>
                      <a:gd name="T46" fmla="*/ 1154 w 1208"/>
                      <a:gd name="T47" fmla="*/ 898 h 1215"/>
                      <a:gd name="T48" fmla="*/ 1154 w 1208"/>
                      <a:gd name="T49" fmla="*/ 1087 h 1215"/>
                      <a:gd name="T50" fmla="*/ 952 w 1208"/>
                      <a:gd name="T51" fmla="*/ 1161 h 1215"/>
                      <a:gd name="T52" fmla="*/ 736 w 1208"/>
                      <a:gd name="T53" fmla="*/ 1161 h 1215"/>
                      <a:gd name="T54" fmla="*/ 526 w 1208"/>
                      <a:gd name="T55" fmla="*/ 1161 h 1215"/>
                      <a:gd name="T56" fmla="*/ 310 w 1208"/>
                      <a:gd name="T57" fmla="*/ 1161 h 1215"/>
                      <a:gd name="T58" fmla="*/ 128 w 1208"/>
                      <a:gd name="T59" fmla="*/ 1161 h 1215"/>
                      <a:gd name="T60" fmla="*/ 54 w 1208"/>
                      <a:gd name="T61" fmla="*/ 952 h 1215"/>
                      <a:gd name="T62" fmla="*/ 54 w 1208"/>
                      <a:gd name="T63" fmla="*/ 743 h 1215"/>
                      <a:gd name="T64" fmla="*/ 54 w 1208"/>
                      <a:gd name="T65" fmla="*/ 527 h 1215"/>
                      <a:gd name="T66" fmla="*/ 54 w 1208"/>
                      <a:gd name="T67" fmla="*/ 318 h 1215"/>
                      <a:gd name="T68" fmla="*/ 54 w 1208"/>
                      <a:gd name="T69" fmla="*/ 129 h 1215"/>
                      <a:gd name="T70" fmla="*/ 256 w 1208"/>
                      <a:gd name="T71" fmla="*/ 54 h 1215"/>
                      <a:gd name="T72" fmla="*/ 472 w 1208"/>
                      <a:gd name="T73" fmla="*/ 54 h 1215"/>
                      <a:gd name="T74" fmla="*/ 682 w 1208"/>
                      <a:gd name="T75" fmla="*/ 54 h 1215"/>
                      <a:gd name="T76" fmla="*/ 898 w 1208"/>
                      <a:gd name="T77" fmla="*/ 54 h 1215"/>
                      <a:gd name="T78" fmla="*/ 1080 w 1208"/>
                      <a:gd name="T79" fmla="*/ 54 h 1215"/>
                      <a:gd name="T80" fmla="*/ 1154 w 1208"/>
                      <a:gd name="T81" fmla="*/ 264 h 121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</a:cxnLst>
                    <a:rect l="0" t="0" r="r" b="b"/>
                    <a:pathLst>
                      <a:path w="1208" h="1215">
                        <a:moveTo>
                          <a:pt x="1080" y="0"/>
                        </a:moveTo>
                        <a:cubicBezTo>
                          <a:pt x="952" y="0"/>
                          <a:pt x="952" y="0"/>
                          <a:pt x="952" y="0"/>
                        </a:cubicBezTo>
                        <a:cubicBezTo>
                          <a:pt x="898" y="0"/>
                          <a:pt x="898" y="0"/>
                          <a:pt x="898" y="0"/>
                        </a:cubicBezTo>
                        <a:cubicBezTo>
                          <a:pt x="736" y="0"/>
                          <a:pt x="736" y="0"/>
                          <a:pt x="736" y="0"/>
                        </a:cubicBezTo>
                        <a:cubicBezTo>
                          <a:pt x="682" y="0"/>
                          <a:pt x="682" y="0"/>
                          <a:pt x="682" y="0"/>
                        </a:cubicBezTo>
                        <a:cubicBezTo>
                          <a:pt x="526" y="0"/>
                          <a:pt x="526" y="0"/>
                          <a:pt x="526" y="0"/>
                        </a:cubicBezTo>
                        <a:cubicBezTo>
                          <a:pt x="472" y="0"/>
                          <a:pt x="472" y="0"/>
                          <a:pt x="472" y="0"/>
                        </a:cubicBezTo>
                        <a:cubicBezTo>
                          <a:pt x="310" y="0"/>
                          <a:pt x="310" y="0"/>
                          <a:pt x="310" y="0"/>
                        </a:cubicBezTo>
                        <a:cubicBezTo>
                          <a:pt x="256" y="0"/>
                          <a:pt x="256" y="0"/>
                          <a:pt x="256" y="0"/>
                        </a:cubicBezTo>
                        <a:cubicBezTo>
                          <a:pt x="128" y="0"/>
                          <a:pt x="128" y="0"/>
                          <a:pt x="128" y="0"/>
                        </a:cubicBezTo>
                        <a:cubicBezTo>
                          <a:pt x="54" y="0"/>
                          <a:pt x="0" y="61"/>
                          <a:pt x="0" y="129"/>
                        </a:cubicBezTo>
                        <a:cubicBezTo>
                          <a:pt x="0" y="264"/>
                          <a:pt x="0" y="264"/>
                          <a:pt x="0" y="264"/>
                        </a:cubicBezTo>
                        <a:cubicBezTo>
                          <a:pt x="0" y="318"/>
                          <a:pt x="0" y="318"/>
                          <a:pt x="0" y="318"/>
                        </a:cubicBezTo>
                        <a:cubicBezTo>
                          <a:pt x="0" y="473"/>
                          <a:pt x="0" y="473"/>
                          <a:pt x="0" y="473"/>
                        </a:cubicBezTo>
                        <a:cubicBezTo>
                          <a:pt x="0" y="527"/>
                          <a:pt x="0" y="527"/>
                          <a:pt x="0" y="527"/>
                        </a:cubicBezTo>
                        <a:cubicBezTo>
                          <a:pt x="0" y="689"/>
                          <a:pt x="0" y="689"/>
                          <a:pt x="0" y="689"/>
                        </a:cubicBezTo>
                        <a:cubicBezTo>
                          <a:pt x="0" y="743"/>
                          <a:pt x="0" y="743"/>
                          <a:pt x="0" y="743"/>
                        </a:cubicBezTo>
                        <a:cubicBezTo>
                          <a:pt x="0" y="898"/>
                          <a:pt x="0" y="898"/>
                          <a:pt x="0" y="898"/>
                        </a:cubicBezTo>
                        <a:cubicBezTo>
                          <a:pt x="0" y="952"/>
                          <a:pt x="0" y="952"/>
                          <a:pt x="0" y="952"/>
                        </a:cubicBezTo>
                        <a:cubicBezTo>
                          <a:pt x="0" y="1087"/>
                          <a:pt x="0" y="1087"/>
                          <a:pt x="0" y="1087"/>
                        </a:cubicBezTo>
                        <a:cubicBezTo>
                          <a:pt x="0" y="1161"/>
                          <a:pt x="54" y="1215"/>
                          <a:pt x="128" y="1215"/>
                        </a:cubicBezTo>
                        <a:cubicBezTo>
                          <a:pt x="256" y="1215"/>
                          <a:pt x="256" y="1215"/>
                          <a:pt x="256" y="1215"/>
                        </a:cubicBezTo>
                        <a:cubicBezTo>
                          <a:pt x="310" y="1215"/>
                          <a:pt x="310" y="1215"/>
                          <a:pt x="310" y="1215"/>
                        </a:cubicBezTo>
                        <a:cubicBezTo>
                          <a:pt x="472" y="1215"/>
                          <a:pt x="472" y="1215"/>
                          <a:pt x="472" y="1215"/>
                        </a:cubicBezTo>
                        <a:cubicBezTo>
                          <a:pt x="526" y="1215"/>
                          <a:pt x="526" y="1215"/>
                          <a:pt x="526" y="1215"/>
                        </a:cubicBezTo>
                        <a:cubicBezTo>
                          <a:pt x="682" y="1215"/>
                          <a:pt x="682" y="1215"/>
                          <a:pt x="682" y="1215"/>
                        </a:cubicBezTo>
                        <a:cubicBezTo>
                          <a:pt x="736" y="1215"/>
                          <a:pt x="736" y="1215"/>
                          <a:pt x="736" y="1215"/>
                        </a:cubicBezTo>
                        <a:cubicBezTo>
                          <a:pt x="898" y="1215"/>
                          <a:pt x="898" y="1215"/>
                          <a:pt x="898" y="1215"/>
                        </a:cubicBezTo>
                        <a:cubicBezTo>
                          <a:pt x="952" y="1215"/>
                          <a:pt x="952" y="1215"/>
                          <a:pt x="952" y="1215"/>
                        </a:cubicBezTo>
                        <a:cubicBezTo>
                          <a:pt x="1080" y="1215"/>
                          <a:pt x="1080" y="1215"/>
                          <a:pt x="1080" y="1215"/>
                        </a:cubicBezTo>
                        <a:cubicBezTo>
                          <a:pt x="1154" y="1215"/>
                          <a:pt x="1208" y="1161"/>
                          <a:pt x="1208" y="1087"/>
                        </a:cubicBezTo>
                        <a:cubicBezTo>
                          <a:pt x="1208" y="952"/>
                          <a:pt x="1208" y="952"/>
                          <a:pt x="1208" y="952"/>
                        </a:cubicBezTo>
                        <a:cubicBezTo>
                          <a:pt x="1208" y="898"/>
                          <a:pt x="1208" y="898"/>
                          <a:pt x="1208" y="898"/>
                        </a:cubicBezTo>
                        <a:cubicBezTo>
                          <a:pt x="1208" y="743"/>
                          <a:pt x="1208" y="743"/>
                          <a:pt x="1208" y="743"/>
                        </a:cubicBezTo>
                        <a:cubicBezTo>
                          <a:pt x="1208" y="689"/>
                          <a:pt x="1208" y="689"/>
                          <a:pt x="1208" y="689"/>
                        </a:cubicBezTo>
                        <a:cubicBezTo>
                          <a:pt x="1208" y="527"/>
                          <a:pt x="1208" y="527"/>
                          <a:pt x="1208" y="527"/>
                        </a:cubicBezTo>
                        <a:cubicBezTo>
                          <a:pt x="1208" y="473"/>
                          <a:pt x="1208" y="473"/>
                          <a:pt x="1208" y="473"/>
                        </a:cubicBezTo>
                        <a:cubicBezTo>
                          <a:pt x="1208" y="318"/>
                          <a:pt x="1208" y="318"/>
                          <a:pt x="1208" y="318"/>
                        </a:cubicBezTo>
                        <a:cubicBezTo>
                          <a:pt x="1208" y="264"/>
                          <a:pt x="1208" y="264"/>
                          <a:pt x="1208" y="264"/>
                        </a:cubicBezTo>
                        <a:cubicBezTo>
                          <a:pt x="1208" y="129"/>
                          <a:pt x="1208" y="129"/>
                          <a:pt x="1208" y="129"/>
                        </a:cubicBezTo>
                        <a:cubicBezTo>
                          <a:pt x="1208" y="61"/>
                          <a:pt x="1154" y="0"/>
                          <a:pt x="1080" y="0"/>
                        </a:cubicBezTo>
                        <a:close/>
                        <a:moveTo>
                          <a:pt x="1154" y="264"/>
                        </a:moveTo>
                        <a:cubicBezTo>
                          <a:pt x="1154" y="318"/>
                          <a:pt x="1154" y="318"/>
                          <a:pt x="1154" y="318"/>
                        </a:cubicBezTo>
                        <a:cubicBezTo>
                          <a:pt x="1154" y="473"/>
                          <a:pt x="1154" y="473"/>
                          <a:pt x="1154" y="473"/>
                        </a:cubicBezTo>
                        <a:cubicBezTo>
                          <a:pt x="1154" y="527"/>
                          <a:pt x="1154" y="527"/>
                          <a:pt x="1154" y="527"/>
                        </a:cubicBezTo>
                        <a:cubicBezTo>
                          <a:pt x="1154" y="689"/>
                          <a:pt x="1154" y="689"/>
                          <a:pt x="1154" y="689"/>
                        </a:cubicBezTo>
                        <a:cubicBezTo>
                          <a:pt x="1154" y="743"/>
                          <a:pt x="1154" y="743"/>
                          <a:pt x="1154" y="743"/>
                        </a:cubicBezTo>
                        <a:cubicBezTo>
                          <a:pt x="1154" y="898"/>
                          <a:pt x="1154" y="898"/>
                          <a:pt x="1154" y="898"/>
                        </a:cubicBezTo>
                        <a:cubicBezTo>
                          <a:pt x="1154" y="952"/>
                          <a:pt x="1154" y="952"/>
                          <a:pt x="1154" y="952"/>
                        </a:cubicBezTo>
                        <a:cubicBezTo>
                          <a:pt x="1154" y="1087"/>
                          <a:pt x="1154" y="1087"/>
                          <a:pt x="1154" y="1087"/>
                        </a:cubicBezTo>
                        <a:cubicBezTo>
                          <a:pt x="1154" y="1127"/>
                          <a:pt x="1127" y="1161"/>
                          <a:pt x="1080" y="1161"/>
                        </a:cubicBezTo>
                        <a:cubicBezTo>
                          <a:pt x="952" y="1161"/>
                          <a:pt x="952" y="1161"/>
                          <a:pt x="952" y="1161"/>
                        </a:cubicBezTo>
                        <a:cubicBezTo>
                          <a:pt x="898" y="1161"/>
                          <a:pt x="898" y="1161"/>
                          <a:pt x="898" y="1161"/>
                        </a:cubicBezTo>
                        <a:cubicBezTo>
                          <a:pt x="736" y="1161"/>
                          <a:pt x="736" y="1161"/>
                          <a:pt x="736" y="1161"/>
                        </a:cubicBezTo>
                        <a:cubicBezTo>
                          <a:pt x="682" y="1161"/>
                          <a:pt x="682" y="1161"/>
                          <a:pt x="682" y="1161"/>
                        </a:cubicBezTo>
                        <a:cubicBezTo>
                          <a:pt x="526" y="1161"/>
                          <a:pt x="526" y="1161"/>
                          <a:pt x="526" y="1161"/>
                        </a:cubicBezTo>
                        <a:cubicBezTo>
                          <a:pt x="472" y="1161"/>
                          <a:pt x="472" y="1161"/>
                          <a:pt x="472" y="1161"/>
                        </a:cubicBezTo>
                        <a:cubicBezTo>
                          <a:pt x="310" y="1161"/>
                          <a:pt x="310" y="1161"/>
                          <a:pt x="310" y="1161"/>
                        </a:cubicBezTo>
                        <a:cubicBezTo>
                          <a:pt x="256" y="1161"/>
                          <a:pt x="256" y="1161"/>
                          <a:pt x="256" y="1161"/>
                        </a:cubicBezTo>
                        <a:cubicBezTo>
                          <a:pt x="128" y="1161"/>
                          <a:pt x="128" y="1161"/>
                          <a:pt x="128" y="1161"/>
                        </a:cubicBezTo>
                        <a:cubicBezTo>
                          <a:pt x="81" y="1161"/>
                          <a:pt x="54" y="1127"/>
                          <a:pt x="54" y="1087"/>
                        </a:cubicBezTo>
                        <a:cubicBezTo>
                          <a:pt x="54" y="952"/>
                          <a:pt x="54" y="952"/>
                          <a:pt x="54" y="952"/>
                        </a:cubicBezTo>
                        <a:cubicBezTo>
                          <a:pt x="54" y="898"/>
                          <a:pt x="54" y="898"/>
                          <a:pt x="54" y="898"/>
                        </a:cubicBezTo>
                        <a:cubicBezTo>
                          <a:pt x="54" y="743"/>
                          <a:pt x="54" y="743"/>
                          <a:pt x="54" y="743"/>
                        </a:cubicBezTo>
                        <a:cubicBezTo>
                          <a:pt x="54" y="689"/>
                          <a:pt x="54" y="689"/>
                          <a:pt x="54" y="689"/>
                        </a:cubicBezTo>
                        <a:cubicBezTo>
                          <a:pt x="54" y="527"/>
                          <a:pt x="54" y="527"/>
                          <a:pt x="54" y="527"/>
                        </a:cubicBezTo>
                        <a:cubicBezTo>
                          <a:pt x="54" y="473"/>
                          <a:pt x="54" y="473"/>
                          <a:pt x="54" y="473"/>
                        </a:cubicBezTo>
                        <a:cubicBezTo>
                          <a:pt x="54" y="318"/>
                          <a:pt x="54" y="318"/>
                          <a:pt x="54" y="318"/>
                        </a:cubicBezTo>
                        <a:cubicBezTo>
                          <a:pt x="54" y="264"/>
                          <a:pt x="54" y="264"/>
                          <a:pt x="54" y="264"/>
                        </a:cubicBezTo>
                        <a:cubicBezTo>
                          <a:pt x="54" y="129"/>
                          <a:pt x="54" y="129"/>
                          <a:pt x="54" y="129"/>
                        </a:cubicBezTo>
                        <a:cubicBezTo>
                          <a:pt x="54" y="88"/>
                          <a:pt x="81" y="54"/>
                          <a:pt x="128" y="54"/>
                        </a:cubicBezTo>
                        <a:cubicBezTo>
                          <a:pt x="256" y="54"/>
                          <a:pt x="256" y="54"/>
                          <a:pt x="256" y="54"/>
                        </a:cubicBezTo>
                        <a:cubicBezTo>
                          <a:pt x="310" y="54"/>
                          <a:pt x="310" y="54"/>
                          <a:pt x="310" y="54"/>
                        </a:cubicBezTo>
                        <a:cubicBezTo>
                          <a:pt x="472" y="54"/>
                          <a:pt x="472" y="54"/>
                          <a:pt x="472" y="54"/>
                        </a:cubicBezTo>
                        <a:cubicBezTo>
                          <a:pt x="526" y="54"/>
                          <a:pt x="526" y="54"/>
                          <a:pt x="526" y="54"/>
                        </a:cubicBezTo>
                        <a:cubicBezTo>
                          <a:pt x="682" y="54"/>
                          <a:pt x="682" y="54"/>
                          <a:pt x="682" y="54"/>
                        </a:cubicBezTo>
                        <a:cubicBezTo>
                          <a:pt x="736" y="54"/>
                          <a:pt x="736" y="54"/>
                          <a:pt x="736" y="54"/>
                        </a:cubicBezTo>
                        <a:cubicBezTo>
                          <a:pt x="898" y="54"/>
                          <a:pt x="898" y="54"/>
                          <a:pt x="898" y="54"/>
                        </a:cubicBezTo>
                        <a:cubicBezTo>
                          <a:pt x="952" y="54"/>
                          <a:pt x="952" y="54"/>
                          <a:pt x="952" y="54"/>
                        </a:cubicBezTo>
                        <a:cubicBezTo>
                          <a:pt x="1080" y="54"/>
                          <a:pt x="1080" y="54"/>
                          <a:pt x="1080" y="54"/>
                        </a:cubicBezTo>
                        <a:cubicBezTo>
                          <a:pt x="1127" y="54"/>
                          <a:pt x="1154" y="88"/>
                          <a:pt x="1154" y="129"/>
                        </a:cubicBezTo>
                        <a:cubicBezTo>
                          <a:pt x="1154" y="264"/>
                          <a:pt x="1154" y="264"/>
                          <a:pt x="1154" y="264"/>
                        </a:cubicBezTo>
                        <a:cubicBezTo>
                          <a:pt x="1154" y="264"/>
                          <a:pt x="1154" y="264"/>
                          <a:pt x="1154" y="264"/>
                        </a:cubicBezTo>
                        <a:close/>
                      </a:path>
                    </a:pathLst>
                  </a:custGeom>
                  <a:solidFill>
                    <a:schemeClr val="tx1">
                      <a:lumMod val="85000"/>
                      <a:lumOff val="15000"/>
                    </a:scheme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Calibri" panose="020F0502020204030204" pitchFamily="34" charset="0"/>
                    </a:endParaRPr>
                  </a:p>
                </p:txBody>
              </p:sp>
            </p:grpSp>
            <p:pic>
              <p:nvPicPr>
                <p:cNvPr id="446" name="그림 445">
                  <a:extLst>
                    <a:ext uri="{FF2B5EF4-FFF2-40B4-BE49-F238E27FC236}">
                      <a16:creationId xmlns:a16="http://schemas.microsoft.com/office/drawing/2014/main" id="{6C3CA869-43FB-D314-ECBD-4689D01DA58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lum bright="100000"/>
                </a:blip>
                <a:stretch>
                  <a:fillRect/>
                </a:stretch>
              </p:blipFill>
              <p:spPr>
                <a:xfrm>
                  <a:off x="1124483" y="5707212"/>
                  <a:ext cx="491143" cy="179999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469" name="그룹 468">
              <a:extLst>
                <a:ext uri="{FF2B5EF4-FFF2-40B4-BE49-F238E27FC236}">
                  <a16:creationId xmlns:a16="http://schemas.microsoft.com/office/drawing/2014/main" id="{50233CD8-C569-CE42-2B2B-145B8ADDEC7C}"/>
                </a:ext>
              </a:extLst>
            </p:cNvPr>
            <p:cNvGrpSpPr/>
            <p:nvPr/>
          </p:nvGrpSpPr>
          <p:grpSpPr>
            <a:xfrm>
              <a:off x="3979131" y="5057033"/>
              <a:ext cx="72000" cy="1240272"/>
              <a:chOff x="4286843" y="5071521"/>
              <a:chExt cx="72000" cy="1335055"/>
            </a:xfrm>
            <a:solidFill>
              <a:srgbClr val="5C6782"/>
            </a:solidFill>
          </p:grpSpPr>
          <p:sp>
            <p:nvSpPr>
              <p:cNvPr id="470" name="직사각형 469">
                <a:extLst>
                  <a:ext uri="{FF2B5EF4-FFF2-40B4-BE49-F238E27FC236}">
                    <a16:creationId xmlns:a16="http://schemas.microsoft.com/office/drawing/2014/main" id="{080BDB75-6DD9-C5B4-4755-9CCA4DFA0527}"/>
                  </a:ext>
                </a:extLst>
              </p:cNvPr>
              <p:cNvSpPr/>
              <p:nvPr/>
            </p:nvSpPr>
            <p:spPr>
              <a:xfrm>
                <a:off x="4286843" y="5071521"/>
                <a:ext cx="72000" cy="72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marL="0" marR="0" lvl="0" indent="0" algn="ctr" defTabSz="1516258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271AA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endParaRPr kumimoji="0" lang="ko-KR" altLang="en-US" sz="900" u="none" strike="noStrike" kern="120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endParaRPr>
              </a:p>
            </p:txBody>
          </p:sp>
          <p:cxnSp>
            <p:nvCxnSpPr>
              <p:cNvPr id="471" name="직선 연결선 563">
                <a:extLst>
                  <a:ext uri="{FF2B5EF4-FFF2-40B4-BE49-F238E27FC236}">
                    <a16:creationId xmlns:a16="http://schemas.microsoft.com/office/drawing/2014/main" id="{5A265F6F-27E9-0023-9380-AF75235962C1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4322843" y="5127788"/>
                <a:ext cx="0" cy="1278788"/>
              </a:xfrm>
              <a:prstGeom prst="line">
                <a:avLst/>
              </a:prstGeom>
              <a:grpFill/>
              <a:ln w="19050">
                <a:solidFill>
                  <a:srgbClr val="5C6782"/>
                </a:solidFill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72" name="모서리가 둥근 직사각형 16">
              <a:extLst>
                <a:ext uri="{FF2B5EF4-FFF2-40B4-BE49-F238E27FC236}">
                  <a16:creationId xmlns:a16="http://schemas.microsoft.com/office/drawing/2014/main" id="{81394DBA-6689-B4DB-3019-187266FEC32F}"/>
                </a:ext>
              </a:extLst>
            </p:cNvPr>
            <p:cNvSpPr/>
            <p:nvPr/>
          </p:nvSpPr>
          <p:spPr bwMode="auto">
            <a:xfrm flipH="1">
              <a:off x="3477235" y="4715793"/>
              <a:ext cx="774000" cy="360000"/>
            </a:xfrm>
            <a:prstGeom prst="rect">
              <a:avLst/>
            </a:prstGeom>
            <a:solidFill>
              <a:srgbClr val="C7CED2"/>
            </a:solidFill>
          </p:spPr>
          <p:txBody>
            <a:bodyPr wrap="square" lIns="0" tIns="0" rIns="0" bIns="0" anchor="ctr">
              <a:noAutofit/>
            </a:bodyPr>
            <a:lstStyle/>
            <a:p>
              <a:pPr marL="0" marR="0" lvl="1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700" u="none" strike="noStrike" kern="1200" cap="none" spc="-30" normalizeH="0" baseline="0" noProof="0" dirty="0" err="1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  <a:sym typeface="KoPub돋움체 Medium"/>
                </a:rPr>
                <a:t>데이터전처리</a:t>
              </a:r>
              <a:endParaRPr kumimoji="1" lang="en-US" altLang="ko-KR" sz="700" u="none" strike="noStrike" kern="1200" cap="none" spc="-3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 Semilight" panose="020B0503020000020004" pitchFamily="34" charset="-127"/>
                <a:ea typeface="Malgun Gothic Semilight" panose="020B0503020000020004" pitchFamily="34" charset="-127"/>
                <a:cs typeface="Arial"/>
                <a:sym typeface="KoPub돋움체 Medium"/>
              </a:endParaRPr>
            </a:p>
            <a:p>
              <a:pPr marL="0" marR="0" lvl="1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700" u="none" strike="noStrike" kern="120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  <a:sym typeface="KoPub돋움체 Medium"/>
                </a:rPr>
                <a:t>(GPU</a:t>
              </a:r>
              <a:r>
                <a:rPr kumimoji="1" lang="ko-KR" altLang="en-US" sz="700" spc="-3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  <a:sym typeface="KoPub돋움체 Medium"/>
                </a:rPr>
                <a:t>서버 </a:t>
              </a:r>
              <a:r>
                <a:rPr kumimoji="1" lang="en-US" altLang="ko-KR" sz="700" spc="-3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  <a:sym typeface="KoPub돋움체 Medium"/>
                </a:rPr>
                <a:t>2EA)</a:t>
              </a:r>
              <a:endParaRPr kumimoji="1" lang="ko-KR" altLang="en-US" sz="700" u="none" strike="noStrike" kern="1200" cap="none" spc="-3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 Semilight" panose="020B0503020000020004" pitchFamily="34" charset="-127"/>
                <a:ea typeface="Malgun Gothic Semilight" panose="020B0503020000020004" pitchFamily="34" charset="-127"/>
                <a:cs typeface="Arial"/>
                <a:sym typeface="KoPub돋움체 Medium"/>
              </a:endParaRPr>
            </a:p>
          </p:txBody>
        </p:sp>
        <p:grpSp>
          <p:nvGrpSpPr>
            <p:cNvPr id="473" name="그룹 472">
              <a:extLst>
                <a:ext uri="{FF2B5EF4-FFF2-40B4-BE49-F238E27FC236}">
                  <a16:creationId xmlns:a16="http://schemas.microsoft.com/office/drawing/2014/main" id="{85812255-EB6E-977B-5A54-96A05001EAD9}"/>
                </a:ext>
              </a:extLst>
            </p:cNvPr>
            <p:cNvGrpSpPr/>
            <p:nvPr/>
          </p:nvGrpSpPr>
          <p:grpSpPr>
            <a:xfrm>
              <a:off x="2761334" y="2722245"/>
              <a:ext cx="72000" cy="657318"/>
              <a:chOff x="1500449" y="2722245"/>
              <a:chExt cx="72000" cy="657318"/>
            </a:xfrm>
          </p:grpSpPr>
          <p:sp>
            <p:nvSpPr>
              <p:cNvPr id="474" name="직사각형 473">
                <a:extLst>
                  <a:ext uri="{FF2B5EF4-FFF2-40B4-BE49-F238E27FC236}">
                    <a16:creationId xmlns:a16="http://schemas.microsoft.com/office/drawing/2014/main" id="{9F2BF88B-F318-29E2-0E92-CE392AEAFE3D}"/>
                  </a:ext>
                </a:extLst>
              </p:cNvPr>
              <p:cNvSpPr/>
              <p:nvPr/>
            </p:nvSpPr>
            <p:spPr>
              <a:xfrm flipV="1">
                <a:off x="1500449" y="3307563"/>
                <a:ext cx="72000" cy="72000"/>
              </a:xfrm>
              <a:prstGeom prst="rect">
                <a:avLst/>
              </a:prstGeom>
              <a:solidFill>
                <a:srgbClr val="4347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marL="0" marR="0" lvl="0" indent="0" algn="ctr" defTabSz="1516258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271AA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endParaRPr kumimoji="0" lang="ko-KR" altLang="en-US" sz="900" u="none" strike="noStrike" kern="120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endParaRPr>
              </a:p>
            </p:txBody>
          </p:sp>
          <p:cxnSp>
            <p:nvCxnSpPr>
              <p:cNvPr id="475" name="직선 연결선 607">
                <a:extLst>
                  <a:ext uri="{FF2B5EF4-FFF2-40B4-BE49-F238E27FC236}">
                    <a16:creationId xmlns:a16="http://schemas.microsoft.com/office/drawing/2014/main" id="{EDE6C19D-991E-AEA0-38FB-0C9F3557AEB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1536449" y="2722245"/>
                <a:ext cx="0" cy="606362"/>
              </a:xfrm>
              <a:prstGeom prst="line">
                <a:avLst/>
              </a:prstGeom>
              <a:ln w="19050">
                <a:solidFill>
                  <a:srgbClr val="434759"/>
                </a:solidFill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6" name="그룹 475">
              <a:extLst>
                <a:ext uri="{FF2B5EF4-FFF2-40B4-BE49-F238E27FC236}">
                  <a16:creationId xmlns:a16="http://schemas.microsoft.com/office/drawing/2014/main" id="{09B7FC2A-DDDF-5A8E-73FC-688F91B0315D}"/>
                </a:ext>
              </a:extLst>
            </p:cNvPr>
            <p:cNvGrpSpPr/>
            <p:nvPr/>
          </p:nvGrpSpPr>
          <p:grpSpPr>
            <a:xfrm>
              <a:off x="7397750" y="1943101"/>
              <a:ext cx="2989263" cy="5113338"/>
              <a:chOff x="7399012" y="1943101"/>
              <a:chExt cx="3313113" cy="5113338"/>
            </a:xfrm>
          </p:grpSpPr>
          <p:sp>
            <p:nvSpPr>
              <p:cNvPr id="477" name="직사각형 476">
                <a:extLst>
                  <a:ext uri="{FF2B5EF4-FFF2-40B4-BE49-F238E27FC236}">
                    <a16:creationId xmlns:a16="http://schemas.microsoft.com/office/drawing/2014/main" id="{F0FB269E-B3EE-1EE6-ADE7-4CDD1493C34D}"/>
                  </a:ext>
                </a:extLst>
              </p:cNvPr>
              <p:cNvSpPr/>
              <p:nvPr/>
            </p:nvSpPr>
            <p:spPr>
              <a:xfrm>
                <a:off x="7399012" y="1943101"/>
                <a:ext cx="3313113" cy="5113338"/>
              </a:xfrm>
              <a:prstGeom prst="rect">
                <a:avLst/>
              </a:prstGeom>
              <a:solidFill>
                <a:srgbClr val="F1F3F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spc="-30">
                  <a:ln>
                    <a:solidFill>
                      <a:srgbClr val="0099FF">
                        <a:alpha val="0"/>
                      </a:srgbClr>
                    </a:solidFill>
                  </a:ln>
                  <a:latin typeface="Malgun Gothic Semilight" panose="020B0503020000020004" pitchFamily="34" charset="-127"/>
                  <a:ea typeface="Malgun Gothic Semilight" panose="020B0503020000020004" pitchFamily="34" charset="-127"/>
                </a:endParaRPr>
              </a:p>
            </p:txBody>
          </p:sp>
          <p:sp>
            <p:nvSpPr>
              <p:cNvPr id="478" name="직사각형 477">
                <a:extLst>
                  <a:ext uri="{FF2B5EF4-FFF2-40B4-BE49-F238E27FC236}">
                    <a16:creationId xmlns:a16="http://schemas.microsoft.com/office/drawing/2014/main" id="{AB02F6DA-9C61-F7DF-5F85-AA96A4CE7BEF}"/>
                  </a:ext>
                </a:extLst>
              </p:cNvPr>
              <p:cNvSpPr/>
              <p:nvPr/>
            </p:nvSpPr>
            <p:spPr>
              <a:xfrm>
                <a:off x="7399012" y="1943463"/>
                <a:ext cx="3313113" cy="360000"/>
              </a:xfrm>
              <a:prstGeom prst="rect">
                <a:avLst/>
              </a:prstGeom>
              <a:solidFill>
                <a:srgbClr val="43475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1400" b="1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구현 방안</a:t>
                </a:r>
              </a:p>
            </p:txBody>
          </p:sp>
        </p:grpSp>
        <p:grpSp>
          <p:nvGrpSpPr>
            <p:cNvPr id="479" name="그룹 478">
              <a:extLst>
                <a:ext uri="{FF2B5EF4-FFF2-40B4-BE49-F238E27FC236}">
                  <a16:creationId xmlns:a16="http://schemas.microsoft.com/office/drawing/2014/main" id="{3F18246A-C7F4-8935-CA7F-B0CE4AE82344}"/>
                </a:ext>
              </a:extLst>
            </p:cNvPr>
            <p:cNvGrpSpPr/>
            <p:nvPr/>
          </p:nvGrpSpPr>
          <p:grpSpPr>
            <a:xfrm>
              <a:off x="7433951" y="2421983"/>
              <a:ext cx="2845112" cy="2018387"/>
              <a:chOff x="7520780" y="2838138"/>
              <a:chExt cx="2845112" cy="2018387"/>
            </a:xfrm>
          </p:grpSpPr>
          <p:grpSp>
            <p:nvGrpSpPr>
              <p:cNvPr id="480" name="그룹 479">
                <a:extLst>
                  <a:ext uri="{FF2B5EF4-FFF2-40B4-BE49-F238E27FC236}">
                    <a16:creationId xmlns:a16="http://schemas.microsoft.com/office/drawing/2014/main" id="{649B27FC-D38E-D7E3-5B1C-92ABD09C0662}"/>
                  </a:ext>
                </a:extLst>
              </p:cNvPr>
              <p:cNvGrpSpPr/>
              <p:nvPr/>
            </p:nvGrpSpPr>
            <p:grpSpPr>
              <a:xfrm>
                <a:off x="7520780" y="2838138"/>
                <a:ext cx="2845111" cy="500459"/>
                <a:chOff x="7520780" y="2838138"/>
                <a:chExt cx="2845111" cy="500459"/>
              </a:xfrm>
            </p:grpSpPr>
            <p:sp>
              <p:nvSpPr>
                <p:cNvPr id="482" name="모서리가 둥근 직사각형 16">
                  <a:extLst>
                    <a:ext uri="{FF2B5EF4-FFF2-40B4-BE49-F238E27FC236}">
                      <a16:creationId xmlns:a16="http://schemas.microsoft.com/office/drawing/2014/main" id="{B0B0020E-A0CE-A263-3288-347BB8E8E9D7}"/>
                    </a:ext>
                  </a:extLst>
                </p:cNvPr>
                <p:cNvSpPr/>
                <p:nvPr/>
              </p:nvSpPr>
              <p:spPr bwMode="auto">
                <a:xfrm flipH="1">
                  <a:off x="7520780" y="2838138"/>
                  <a:ext cx="2845111" cy="50045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t">
                  <a:spAutoFit/>
                </a:bodyPr>
                <a:lstStyle/>
                <a:p>
                  <a:pPr marL="180975" lvl="1" defTabSz="1042988">
                    <a:buClr>
                      <a:srgbClr val="3271AA"/>
                    </a:buClr>
                    <a:buSzPct val="140000"/>
                    <a:tabLst>
                      <a:tab pos="5648325" algn="l"/>
                    </a:tabLst>
                  </a:pPr>
                  <a:r>
                    <a:rPr lang="ko-KR" altLang="en-US" sz="900" b="1" spc="-30" dirty="0">
                      <a:ln>
                        <a:solidFill>
                          <a:srgbClr val="0099FF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Malgun Gothic" panose="020B0503020000020004" pitchFamily="34" charset="-127"/>
                      <a:ea typeface="Malgun Gothic" panose="020B0503020000020004" pitchFamily="34" charset="-127"/>
                      <a:cs typeface="KoPub돋움체 Medium  Medium" panose="02000603000000020004" pitchFamily="50" charset="-127"/>
                      <a:sym typeface="KoPub돋움체 Medium "/>
                    </a:rPr>
                    <a:t>노후화된 인프라 교체 및 증설</a:t>
                  </a:r>
                  <a:endParaRPr lang="ko-KR" altLang="en-US" sz="1100" b="1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  <a:cs typeface="KoPub돋움체 Medium  Medium" panose="02000603000000020004" pitchFamily="50" charset="-127"/>
                    <a:sym typeface="KoPub돋움체 Medium "/>
                  </a:endParaRPr>
                </a:p>
                <a:p>
                  <a:pPr marL="180975" lvl="1" defTabSz="1042988">
                    <a:buClr>
                      <a:srgbClr val="3271AA"/>
                    </a:buClr>
                    <a:buSzPct val="140000"/>
                    <a:tabLst>
                      <a:tab pos="5648325" algn="l"/>
                    </a:tabLst>
                  </a:pPr>
                  <a:endParaRPr lang="ko-KR" altLang="en-US" sz="1100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KoPub돋움체 Medium  Medium" panose="02000603000000020004" pitchFamily="50" charset="-127"/>
                    <a:sym typeface="KoPub돋움체 Medium "/>
                  </a:endParaRPr>
                </a:p>
              </p:txBody>
            </p:sp>
            <p:sp>
              <p:nvSpPr>
                <p:cNvPr id="483" name="Freeform 33">
                  <a:extLst>
                    <a:ext uri="{FF2B5EF4-FFF2-40B4-BE49-F238E27FC236}">
                      <a16:creationId xmlns:a16="http://schemas.microsoft.com/office/drawing/2014/main" id="{615C8B7F-457B-7C38-1EB6-2D84164CDAC5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7597466" y="2897108"/>
                  <a:ext cx="146360" cy="146360"/>
                </a:xfrm>
                <a:custGeom>
                  <a:avLst/>
                  <a:gdLst>
                    <a:gd name="T0" fmla="*/ 220 w 440"/>
                    <a:gd name="T1" fmla="*/ 0 h 441"/>
                    <a:gd name="T2" fmla="*/ 0 w 440"/>
                    <a:gd name="T3" fmla="*/ 220 h 441"/>
                    <a:gd name="T4" fmla="*/ 220 w 440"/>
                    <a:gd name="T5" fmla="*/ 441 h 441"/>
                    <a:gd name="T6" fmla="*/ 440 w 440"/>
                    <a:gd name="T7" fmla="*/ 220 h 441"/>
                    <a:gd name="T8" fmla="*/ 220 w 440"/>
                    <a:gd name="T9" fmla="*/ 0 h 441"/>
                    <a:gd name="T10" fmla="*/ 200 w 440"/>
                    <a:gd name="T11" fmla="*/ 330 h 441"/>
                    <a:gd name="T12" fmla="*/ 93 w 440"/>
                    <a:gd name="T13" fmla="*/ 222 h 441"/>
                    <a:gd name="T14" fmla="*/ 120 w 440"/>
                    <a:gd name="T15" fmla="*/ 200 h 441"/>
                    <a:gd name="T16" fmla="*/ 182 w 440"/>
                    <a:gd name="T17" fmla="*/ 248 h 441"/>
                    <a:gd name="T18" fmla="*/ 341 w 440"/>
                    <a:gd name="T19" fmla="*/ 111 h 441"/>
                    <a:gd name="T20" fmla="*/ 347 w 440"/>
                    <a:gd name="T21" fmla="*/ 126 h 441"/>
                    <a:gd name="T22" fmla="*/ 200 w 440"/>
                    <a:gd name="T23" fmla="*/ 330 h 4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440" h="441">
                      <a:moveTo>
                        <a:pt x="220" y="0"/>
                      </a:moveTo>
                      <a:cubicBezTo>
                        <a:pt x="98" y="0"/>
                        <a:pt x="0" y="99"/>
                        <a:pt x="0" y="220"/>
                      </a:cubicBezTo>
                      <a:cubicBezTo>
                        <a:pt x="0" y="342"/>
                        <a:pt x="98" y="441"/>
                        <a:pt x="220" y="441"/>
                      </a:cubicBezTo>
                      <a:cubicBezTo>
                        <a:pt x="342" y="441"/>
                        <a:pt x="440" y="342"/>
                        <a:pt x="440" y="220"/>
                      </a:cubicBezTo>
                      <a:cubicBezTo>
                        <a:pt x="440" y="99"/>
                        <a:pt x="342" y="0"/>
                        <a:pt x="220" y="0"/>
                      </a:cubicBezTo>
                      <a:close/>
                      <a:moveTo>
                        <a:pt x="200" y="330"/>
                      </a:moveTo>
                      <a:cubicBezTo>
                        <a:pt x="93" y="222"/>
                        <a:pt x="93" y="222"/>
                        <a:pt x="93" y="222"/>
                      </a:cubicBezTo>
                      <a:cubicBezTo>
                        <a:pt x="120" y="200"/>
                        <a:pt x="120" y="200"/>
                        <a:pt x="120" y="200"/>
                      </a:cubicBezTo>
                      <a:cubicBezTo>
                        <a:pt x="182" y="248"/>
                        <a:pt x="182" y="248"/>
                        <a:pt x="182" y="248"/>
                      </a:cubicBezTo>
                      <a:cubicBezTo>
                        <a:pt x="207" y="218"/>
                        <a:pt x="263" y="158"/>
                        <a:pt x="341" y="111"/>
                      </a:cubicBezTo>
                      <a:cubicBezTo>
                        <a:pt x="347" y="126"/>
                        <a:pt x="347" y="126"/>
                        <a:pt x="347" y="126"/>
                      </a:cubicBezTo>
                      <a:cubicBezTo>
                        <a:pt x="276" y="191"/>
                        <a:pt x="218" y="283"/>
                        <a:pt x="200" y="330"/>
                      </a:cubicBezTo>
                      <a:close/>
                    </a:path>
                  </a:pathLst>
                </a:custGeom>
                <a:solidFill>
                  <a:srgbClr val="98A1B7"/>
                </a:solidFill>
                <a:ln>
                  <a:noFill/>
                </a:ln>
              </p:spPr>
              <p:txBody>
                <a:bodyPr wrap="none" anchor="ctr"/>
                <a:lstStyle/>
                <a:p>
                  <a:pPr algn="ctr" defTabSz="1043056"/>
                  <a:endParaRPr lang="ko-KR" altLang="en-US" sz="1050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rgbClr val="B42658">
                        <a:alpha val="50000"/>
                      </a:srgb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</a:endParaRPr>
                </a:p>
              </p:txBody>
            </p:sp>
          </p:grpSp>
          <p:sp>
            <p:nvSpPr>
              <p:cNvPr id="481" name="텍스트 개체 틀 16">
                <a:extLst>
                  <a:ext uri="{FF2B5EF4-FFF2-40B4-BE49-F238E27FC236}">
                    <a16:creationId xmlns:a16="http://schemas.microsoft.com/office/drawing/2014/main" id="{7E30F256-5048-4F26-8D0B-B1B8D953268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622225" y="3124168"/>
                <a:ext cx="2743667" cy="1732357"/>
              </a:xfrm>
              <a:prstGeom prst="rect">
                <a:avLst/>
              </a:prstGeom>
            </p:spPr>
            <p:txBody>
              <a:bodyPr wrap="square" lIns="72000" tIns="0" rIns="0" bIns="0" anchor="t">
                <a:sp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KoPub돋움체 Medium 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92075" indent="-92075" fontAlgn="base" latinLnBrk="0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SzPct val="80000"/>
                  <a:buFont typeface="Arial" panose="020B0604020202020204" pitchFamily="34" charset="0"/>
                  <a:buChar char="•"/>
                </a:pPr>
                <a:r>
                  <a:rPr kumimoji="1" lang="ko-KR" altLang="en-US" sz="800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</a:rPr>
                  <a:t>데이터 확대에 따른 기존 노후화된 데이터 수집 인프라 교체</a:t>
                </a:r>
                <a:endParaRPr kumimoji="1" lang="en-US" altLang="ko-KR" sz="8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</a:endParaRPr>
              </a:p>
              <a:p>
                <a:pPr marL="92075" lvl="0" indent="-92075" fontAlgn="base" latinLnBrk="0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SzPct val="80000"/>
                  <a:buFont typeface="Arial" panose="020B0604020202020204" pitchFamily="34" charset="0"/>
                  <a:buChar char="•"/>
                  <a:defRPr/>
                </a:pPr>
                <a:r>
                  <a:rPr kumimoji="1" lang="ko-KR" altLang="en-US" sz="800" spc="-30" dirty="0" err="1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수집기서버</a:t>
                </a:r>
                <a:r>
                  <a:rPr kumimoji="1" lang="en-US" altLang="ko-KR" sz="8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 </a:t>
                </a:r>
                <a:r>
                  <a:rPr kumimoji="1" lang="ko-KR" altLang="en-US" sz="8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구성 </a:t>
                </a:r>
                <a:r>
                  <a:rPr kumimoji="1" lang="en-US" altLang="ko-KR" sz="8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(11EA)</a:t>
                </a:r>
                <a:endParaRPr kumimoji="1" lang="ko-KR" altLang="en-US" sz="800" spc="-3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endParaRPr>
              </a:p>
              <a:p>
                <a:pPr marL="180975" lvl="0" indent="-92075" fontAlgn="base" latinLnBrk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SzPct val="80000"/>
                  <a:buFont typeface="KoPub돋움체 Medium  Medium" panose="02000603000000020004" pitchFamily="50" charset="-127"/>
                  <a:buChar char="–"/>
                  <a:defRPr/>
                </a:pPr>
                <a:r>
                  <a:rPr kumimoji="1" lang="ko-KR" altLang="en-US" sz="8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수집기 </a:t>
                </a:r>
                <a:r>
                  <a:rPr kumimoji="1" lang="en-US" altLang="ko-KR" sz="8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Webserver (2EA)</a:t>
                </a:r>
              </a:p>
              <a:p>
                <a:pPr marL="180975" lvl="0" indent="-92075" fontAlgn="base" latinLnBrk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SzPct val="80000"/>
                  <a:buFont typeface="KoPub돋움체 Medium  Medium" panose="02000603000000020004" pitchFamily="50" charset="-127"/>
                  <a:buChar char="–"/>
                  <a:defRPr/>
                </a:pPr>
                <a:r>
                  <a:rPr kumimoji="1" lang="ko-KR" altLang="en-US" sz="8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수집기</a:t>
                </a:r>
                <a:r>
                  <a:rPr kumimoji="1" lang="en-US" altLang="ko-KR" sz="8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 Broker (3EA)</a:t>
                </a:r>
              </a:p>
              <a:p>
                <a:pPr marL="180975" lvl="0" indent="-92075" fontAlgn="base" latinLnBrk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SzPct val="80000"/>
                  <a:buFont typeface="KoPub돋움체 Medium  Medium" panose="02000603000000020004" pitchFamily="50" charset="-127"/>
                  <a:buChar char="–"/>
                  <a:defRPr/>
                </a:pPr>
                <a:r>
                  <a:rPr kumimoji="1" lang="ko-KR" altLang="en-US" sz="8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수집기 </a:t>
                </a:r>
                <a:r>
                  <a:rPr kumimoji="1" lang="en-US" altLang="ko-KR" sz="8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Worker (4EA)</a:t>
                </a:r>
              </a:p>
              <a:p>
                <a:pPr marL="180975" lvl="0" indent="-92075" fontAlgn="base" latinLnBrk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SzPct val="80000"/>
                  <a:buFont typeface="KoPub돋움체 Medium  Medium" panose="02000603000000020004" pitchFamily="50" charset="-127"/>
                  <a:buChar char="–"/>
                  <a:defRPr/>
                </a:pPr>
                <a:r>
                  <a:rPr kumimoji="1" lang="ko-KR" altLang="en-US" sz="8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수집기 </a:t>
                </a:r>
                <a:r>
                  <a:rPr kumimoji="1" lang="en-US" altLang="ko-KR" sz="8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Meta DB</a:t>
                </a:r>
                <a:r>
                  <a:rPr kumimoji="1" lang="ko-KR" altLang="en-US" sz="8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 </a:t>
                </a:r>
                <a:r>
                  <a:rPr kumimoji="1" lang="en-US" altLang="ko-KR" sz="8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(2EA)</a:t>
                </a:r>
              </a:p>
              <a:p>
                <a:pPr marL="92075" indent="-92075" fontAlgn="base" latinLnBrk="0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SzPct val="80000"/>
                  <a:buFont typeface="Arial" panose="020B0604020202020204" pitchFamily="34" charset="0"/>
                  <a:buChar char="•"/>
                </a:pPr>
                <a:r>
                  <a:rPr kumimoji="1" lang="ko-KR" altLang="en-US" sz="800" spc="-30" dirty="0" err="1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</a:rPr>
                  <a:t>데이터레이크</a:t>
                </a:r>
                <a:r>
                  <a:rPr kumimoji="1" lang="ko-KR" altLang="en-US" sz="800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</a:rPr>
                  <a:t> 증설 </a:t>
                </a:r>
                <a:r>
                  <a:rPr kumimoji="1" lang="en-US" altLang="ko-KR" sz="800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</a:rPr>
                  <a:t>(4EA)</a:t>
                </a:r>
              </a:p>
              <a:p>
                <a:pPr marL="92075" indent="-92075" fontAlgn="base" latinLnBrk="0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SzPct val="80000"/>
                  <a:buFont typeface="Arial" panose="020B0604020202020204" pitchFamily="34" charset="0"/>
                  <a:buChar char="•"/>
                </a:pPr>
                <a:r>
                  <a:rPr kumimoji="1" lang="ko-KR" altLang="en-US" sz="800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</a:rPr>
                  <a:t>첨부파일서버 </a:t>
                </a:r>
                <a:r>
                  <a:rPr kumimoji="1" lang="en-US" altLang="ko-KR" sz="800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</a:rPr>
                  <a:t>(</a:t>
                </a:r>
                <a:r>
                  <a:rPr kumimoji="1" lang="en-US" altLang="ko-KR" sz="800" spc="-30" dirty="0" err="1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</a:rPr>
                  <a:t>2EA</a:t>
                </a:r>
                <a:r>
                  <a:rPr kumimoji="1" lang="en-US" altLang="ko-KR" sz="800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</a:rPr>
                  <a:t>, </a:t>
                </a:r>
                <a:r>
                  <a:rPr kumimoji="1" lang="ko-KR" altLang="en-US" sz="800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</a:rPr>
                  <a:t>이중화 구성</a:t>
                </a:r>
                <a:r>
                  <a:rPr kumimoji="1" lang="en-US" altLang="ko-KR" sz="800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</a:rPr>
                  <a:t>)</a:t>
                </a:r>
              </a:p>
              <a:p>
                <a:pPr marL="92075" indent="-92075" fontAlgn="base" latinLnBrk="0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SzPct val="80000"/>
                  <a:buFont typeface="Arial" panose="020B0604020202020204" pitchFamily="34" charset="0"/>
                  <a:buChar char="•"/>
                </a:pPr>
                <a:r>
                  <a:rPr kumimoji="1" lang="ko-KR" altLang="en-US" sz="800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</a:rPr>
                  <a:t>데이터 수집관리를 위한 모니터링서버 구성</a:t>
                </a:r>
                <a:r>
                  <a:rPr kumimoji="1" lang="en-US" altLang="ko-KR" sz="800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</a:rPr>
                  <a:t>(1EA)</a:t>
                </a:r>
                <a:endParaRPr kumimoji="1" lang="ko-KR" altLang="en-US" sz="8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</a:endParaRPr>
              </a:p>
            </p:txBody>
          </p:sp>
        </p:grpSp>
        <p:grpSp>
          <p:nvGrpSpPr>
            <p:cNvPr id="484" name="그룹 483">
              <a:extLst>
                <a:ext uri="{FF2B5EF4-FFF2-40B4-BE49-F238E27FC236}">
                  <a16:creationId xmlns:a16="http://schemas.microsoft.com/office/drawing/2014/main" id="{4A57D128-F79A-11C0-63B9-2A3113C5A72F}"/>
                </a:ext>
              </a:extLst>
            </p:cNvPr>
            <p:cNvGrpSpPr/>
            <p:nvPr/>
          </p:nvGrpSpPr>
          <p:grpSpPr>
            <a:xfrm>
              <a:off x="7434137" y="4535921"/>
              <a:ext cx="2844926" cy="2316605"/>
              <a:chOff x="7520782" y="2838138"/>
              <a:chExt cx="2844926" cy="2316605"/>
            </a:xfrm>
          </p:grpSpPr>
          <p:grpSp>
            <p:nvGrpSpPr>
              <p:cNvPr id="485" name="그룹 484">
                <a:extLst>
                  <a:ext uri="{FF2B5EF4-FFF2-40B4-BE49-F238E27FC236}">
                    <a16:creationId xmlns:a16="http://schemas.microsoft.com/office/drawing/2014/main" id="{77318E6D-787B-4DCB-C844-1D76042A9D0B}"/>
                  </a:ext>
                </a:extLst>
              </p:cNvPr>
              <p:cNvGrpSpPr/>
              <p:nvPr/>
            </p:nvGrpSpPr>
            <p:grpSpPr>
              <a:xfrm>
                <a:off x="7520782" y="2838138"/>
                <a:ext cx="2844925" cy="288725"/>
                <a:chOff x="7520782" y="2838138"/>
                <a:chExt cx="2844925" cy="288725"/>
              </a:xfrm>
            </p:grpSpPr>
            <p:sp>
              <p:nvSpPr>
                <p:cNvPr id="487" name="모서리가 둥근 직사각형 16">
                  <a:extLst>
                    <a:ext uri="{FF2B5EF4-FFF2-40B4-BE49-F238E27FC236}">
                      <a16:creationId xmlns:a16="http://schemas.microsoft.com/office/drawing/2014/main" id="{B37795FF-B9E6-3703-81C9-09CE220D4DCD}"/>
                    </a:ext>
                  </a:extLst>
                </p:cNvPr>
                <p:cNvSpPr/>
                <p:nvPr/>
              </p:nvSpPr>
              <p:spPr bwMode="auto">
                <a:xfrm flipH="1">
                  <a:off x="7520782" y="2838138"/>
                  <a:ext cx="2844925" cy="28872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t">
                  <a:spAutoFit/>
                </a:bodyPr>
                <a:lstStyle/>
                <a:p>
                  <a:pPr marL="180975" lvl="1" defTabSz="1042988">
                    <a:buClr>
                      <a:srgbClr val="3271AA"/>
                    </a:buClr>
                    <a:buSzPct val="140000"/>
                    <a:tabLst>
                      <a:tab pos="5648325" algn="l"/>
                    </a:tabLst>
                  </a:pPr>
                  <a:r>
                    <a:rPr lang="ko-KR" altLang="en-US" sz="900" b="1" spc="-30" dirty="0">
                      <a:ln>
                        <a:solidFill>
                          <a:srgbClr val="0099FF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Malgun Gothic" panose="020B0503020000020004" pitchFamily="34" charset="-127"/>
                      <a:ea typeface="Malgun Gothic" panose="020B0503020000020004" pitchFamily="34" charset="-127"/>
                      <a:cs typeface="KoPub돋움체 Medium  Medium" panose="02000603000000020004" pitchFamily="50" charset="-127"/>
                      <a:sym typeface="KoPub돋움체 Medium "/>
                    </a:rPr>
                    <a:t>신규 구성</a:t>
                  </a:r>
                  <a:endParaRPr lang="ko-KR" altLang="en-US" sz="1100" b="1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  <a:cs typeface="KoPub돋움체 Medium  Medium" panose="02000603000000020004" pitchFamily="50" charset="-127"/>
                    <a:sym typeface="KoPub돋움체 Medium "/>
                  </a:endParaRPr>
                </a:p>
              </p:txBody>
            </p:sp>
            <p:sp>
              <p:nvSpPr>
                <p:cNvPr id="488" name="Freeform 33">
                  <a:extLst>
                    <a:ext uri="{FF2B5EF4-FFF2-40B4-BE49-F238E27FC236}">
                      <a16:creationId xmlns:a16="http://schemas.microsoft.com/office/drawing/2014/main" id="{C3B10C82-5F95-2810-9D0C-C415B153C81B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7597466" y="2897108"/>
                  <a:ext cx="146360" cy="146360"/>
                </a:xfrm>
                <a:custGeom>
                  <a:avLst/>
                  <a:gdLst>
                    <a:gd name="T0" fmla="*/ 220 w 440"/>
                    <a:gd name="T1" fmla="*/ 0 h 441"/>
                    <a:gd name="T2" fmla="*/ 0 w 440"/>
                    <a:gd name="T3" fmla="*/ 220 h 441"/>
                    <a:gd name="T4" fmla="*/ 220 w 440"/>
                    <a:gd name="T5" fmla="*/ 441 h 441"/>
                    <a:gd name="T6" fmla="*/ 440 w 440"/>
                    <a:gd name="T7" fmla="*/ 220 h 441"/>
                    <a:gd name="T8" fmla="*/ 220 w 440"/>
                    <a:gd name="T9" fmla="*/ 0 h 441"/>
                    <a:gd name="T10" fmla="*/ 200 w 440"/>
                    <a:gd name="T11" fmla="*/ 330 h 441"/>
                    <a:gd name="T12" fmla="*/ 93 w 440"/>
                    <a:gd name="T13" fmla="*/ 222 h 441"/>
                    <a:gd name="T14" fmla="*/ 120 w 440"/>
                    <a:gd name="T15" fmla="*/ 200 h 441"/>
                    <a:gd name="T16" fmla="*/ 182 w 440"/>
                    <a:gd name="T17" fmla="*/ 248 h 441"/>
                    <a:gd name="T18" fmla="*/ 341 w 440"/>
                    <a:gd name="T19" fmla="*/ 111 h 441"/>
                    <a:gd name="T20" fmla="*/ 347 w 440"/>
                    <a:gd name="T21" fmla="*/ 126 h 441"/>
                    <a:gd name="T22" fmla="*/ 200 w 440"/>
                    <a:gd name="T23" fmla="*/ 330 h 4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440" h="441">
                      <a:moveTo>
                        <a:pt x="220" y="0"/>
                      </a:moveTo>
                      <a:cubicBezTo>
                        <a:pt x="98" y="0"/>
                        <a:pt x="0" y="99"/>
                        <a:pt x="0" y="220"/>
                      </a:cubicBezTo>
                      <a:cubicBezTo>
                        <a:pt x="0" y="342"/>
                        <a:pt x="98" y="441"/>
                        <a:pt x="220" y="441"/>
                      </a:cubicBezTo>
                      <a:cubicBezTo>
                        <a:pt x="342" y="441"/>
                        <a:pt x="440" y="342"/>
                        <a:pt x="440" y="220"/>
                      </a:cubicBezTo>
                      <a:cubicBezTo>
                        <a:pt x="440" y="99"/>
                        <a:pt x="342" y="0"/>
                        <a:pt x="220" y="0"/>
                      </a:cubicBezTo>
                      <a:close/>
                      <a:moveTo>
                        <a:pt x="200" y="330"/>
                      </a:moveTo>
                      <a:cubicBezTo>
                        <a:pt x="93" y="222"/>
                        <a:pt x="93" y="222"/>
                        <a:pt x="93" y="222"/>
                      </a:cubicBezTo>
                      <a:cubicBezTo>
                        <a:pt x="120" y="200"/>
                        <a:pt x="120" y="200"/>
                        <a:pt x="120" y="200"/>
                      </a:cubicBezTo>
                      <a:cubicBezTo>
                        <a:pt x="182" y="248"/>
                        <a:pt x="182" y="248"/>
                        <a:pt x="182" y="248"/>
                      </a:cubicBezTo>
                      <a:cubicBezTo>
                        <a:pt x="207" y="218"/>
                        <a:pt x="263" y="158"/>
                        <a:pt x="341" y="111"/>
                      </a:cubicBezTo>
                      <a:cubicBezTo>
                        <a:pt x="347" y="126"/>
                        <a:pt x="347" y="126"/>
                        <a:pt x="347" y="126"/>
                      </a:cubicBezTo>
                      <a:cubicBezTo>
                        <a:pt x="276" y="191"/>
                        <a:pt x="218" y="283"/>
                        <a:pt x="200" y="330"/>
                      </a:cubicBezTo>
                      <a:close/>
                    </a:path>
                  </a:pathLst>
                </a:custGeom>
                <a:solidFill>
                  <a:srgbClr val="98A1B7"/>
                </a:solidFill>
                <a:ln>
                  <a:noFill/>
                </a:ln>
              </p:spPr>
              <p:txBody>
                <a:bodyPr wrap="none" anchor="ctr"/>
                <a:lstStyle/>
                <a:p>
                  <a:pPr algn="ctr" defTabSz="1043056"/>
                  <a:endParaRPr lang="ko-KR" altLang="en-US" sz="1050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rgbClr val="B42658">
                        <a:alpha val="50000"/>
                      </a:srgb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</a:endParaRPr>
                </a:p>
              </p:txBody>
            </p:sp>
          </p:grpSp>
          <p:sp>
            <p:nvSpPr>
              <p:cNvPr id="486" name="텍스트 개체 틀 16">
                <a:extLst>
                  <a:ext uri="{FF2B5EF4-FFF2-40B4-BE49-F238E27FC236}">
                    <a16:creationId xmlns:a16="http://schemas.microsoft.com/office/drawing/2014/main" id="{910CD64A-1386-DCD6-C67F-6CD9A47571E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622225" y="3114412"/>
                <a:ext cx="2743483" cy="2040331"/>
              </a:xfrm>
              <a:prstGeom prst="rect">
                <a:avLst/>
              </a:prstGeom>
            </p:spPr>
            <p:txBody>
              <a:bodyPr wrap="square" lIns="72000" tIns="0" rIns="0" bIns="0" anchor="t">
                <a:sp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KoPub돋움체 Medium 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92075" lvl="0" indent="-92075" fontAlgn="base" latinLnBrk="0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SzPct val="80000"/>
                  <a:buFont typeface="Arial" panose="020B0604020202020204" pitchFamily="34" charset="0"/>
                  <a:buChar char="•"/>
                  <a:defRPr/>
                </a:pPr>
                <a:r>
                  <a:rPr kumimoji="1" lang="ko-KR" altLang="en-US" sz="8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준 실시간 수집을 위한 </a:t>
                </a:r>
                <a:r>
                  <a:rPr kumimoji="1" lang="en-US" altLang="ko-KR" sz="8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Kafka Cluster </a:t>
                </a:r>
                <a:r>
                  <a:rPr kumimoji="1" lang="ko-KR" altLang="en-US" sz="8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구성으로 데이터 수집 체계 확장</a:t>
                </a:r>
                <a:endParaRPr kumimoji="1" lang="en-US" altLang="ko-KR" sz="800" spc="-3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endParaRPr>
              </a:p>
              <a:p>
                <a:pPr marL="92075" lvl="0" indent="-92075" fontAlgn="base" latinLnBrk="0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SzPct val="80000"/>
                  <a:buFont typeface="Arial" panose="020B0604020202020204" pitchFamily="34" charset="0"/>
                  <a:buChar char="•"/>
                  <a:defRPr/>
                </a:pPr>
                <a:r>
                  <a:rPr kumimoji="1" lang="ko-KR" altLang="en-US" sz="8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서비스 고가용성과 확장성을 위해 여러 대의 브로커를 </a:t>
                </a:r>
                <a:r>
                  <a:rPr kumimoji="1" lang="en-US" altLang="ko-KR" sz="8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VM</a:t>
                </a:r>
                <a:r>
                  <a:rPr kumimoji="1" lang="ko-KR" altLang="en-US" sz="8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으로 구성</a:t>
                </a:r>
              </a:p>
              <a:p>
                <a:pPr marL="180975" lvl="0" indent="-92075" fontAlgn="base" latinLnBrk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SzPct val="80000"/>
                  <a:buFont typeface="KoPub돋움체 Medium  Medium" panose="02000603000000020004" pitchFamily="50" charset="-127"/>
                  <a:buChar char="–"/>
                  <a:defRPr/>
                </a:pPr>
                <a:r>
                  <a:rPr kumimoji="1" lang="en-US" altLang="ko-KR" sz="8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Kafka</a:t>
                </a:r>
                <a:r>
                  <a:rPr kumimoji="1" lang="ko-KR" altLang="en-US" sz="8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 </a:t>
                </a:r>
                <a:r>
                  <a:rPr kumimoji="1" lang="en-US" altLang="ko-KR" sz="8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Cluster</a:t>
                </a:r>
                <a:r>
                  <a:rPr kumimoji="1" lang="ko-KR" altLang="en-US" sz="8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 </a:t>
                </a:r>
                <a:r>
                  <a:rPr kumimoji="1" lang="en-US" altLang="ko-KR" sz="8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Controller (5EA)</a:t>
                </a:r>
              </a:p>
              <a:p>
                <a:pPr marL="180975" lvl="0" indent="-92075" fontAlgn="base" latinLnBrk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SzPct val="80000"/>
                  <a:buFont typeface="KoPub돋움체 Medium  Medium" panose="02000603000000020004" pitchFamily="50" charset="-127"/>
                  <a:buChar char="–"/>
                  <a:defRPr/>
                </a:pPr>
                <a:r>
                  <a:rPr kumimoji="1" lang="en-US" altLang="ko-KR" sz="8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Kafka Broker (4EA)</a:t>
                </a:r>
              </a:p>
              <a:p>
                <a:pPr marL="180975" lvl="0" indent="-92075" fontAlgn="base" latinLnBrk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SzPct val="80000"/>
                  <a:buFont typeface="KoPub돋움체 Medium  Medium" panose="02000603000000020004" pitchFamily="50" charset="-127"/>
                  <a:buChar char="–"/>
                  <a:defRPr/>
                </a:pPr>
                <a:r>
                  <a:rPr kumimoji="1" lang="en-US" altLang="ko-KR" sz="8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Kafka Connect (3EA)</a:t>
                </a:r>
              </a:p>
              <a:p>
                <a:pPr marL="180975" lvl="0" indent="-92075" fontAlgn="base" latinLnBrk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SzPct val="80000"/>
                  <a:buFont typeface="KoPub돋움체 Medium  Medium" panose="02000603000000020004" pitchFamily="50" charset="-127"/>
                  <a:buChar char="–"/>
                  <a:defRPr/>
                </a:pPr>
                <a:r>
                  <a:rPr kumimoji="1" lang="en-US" altLang="ko-KR" sz="8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Kafka </a:t>
                </a:r>
                <a:r>
                  <a:rPr kumimoji="1" lang="ko-KR" altLang="en-US" sz="8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관리 모니터링 </a:t>
                </a:r>
                <a:r>
                  <a:rPr kumimoji="1" lang="en-US" altLang="ko-KR" sz="8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(1EA)</a:t>
                </a:r>
              </a:p>
              <a:p>
                <a:pPr marL="92075" lvl="0" indent="-92075" fontAlgn="base" latinLnBrk="0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SzPct val="80000"/>
                  <a:buFont typeface="Arial" panose="020B0604020202020204" pitchFamily="34" charset="0"/>
                  <a:buChar char="•"/>
                  <a:defRPr/>
                </a:pPr>
                <a:r>
                  <a:rPr kumimoji="1" lang="ko-KR" altLang="en-US" sz="8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데이터품질 알림 발송</a:t>
                </a:r>
              </a:p>
              <a:p>
                <a:pPr marL="180975" lvl="0" indent="-92075" fontAlgn="base" latinLnBrk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SzPct val="80000"/>
                  <a:buFont typeface="KoPub돋움체 Medium  Medium" panose="02000603000000020004" pitchFamily="50" charset="-127"/>
                  <a:buChar char="–"/>
                  <a:defRPr/>
                </a:pPr>
                <a:r>
                  <a:rPr kumimoji="1" lang="en-US" altLang="ko-KR" sz="8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AP (2EA) / DB (2EA)</a:t>
                </a:r>
              </a:p>
              <a:p>
                <a:pPr marL="92075" lvl="0" indent="-92075" fontAlgn="base" latinLnBrk="0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SzPct val="80000"/>
                  <a:buFont typeface="Arial" panose="020B0604020202020204" pitchFamily="34" charset="0"/>
                  <a:buChar char="•"/>
                  <a:defRPr/>
                </a:pPr>
                <a:r>
                  <a:rPr kumimoji="1" lang="ko-KR" altLang="en-US" sz="800" spc="-30" dirty="0" err="1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데이터전처리서버</a:t>
                </a:r>
                <a:r>
                  <a:rPr kumimoji="1" lang="ko-KR" altLang="en-US" sz="8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 </a:t>
                </a:r>
                <a:r>
                  <a:rPr kumimoji="1" lang="en-US" altLang="ko-KR" sz="8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(GPU</a:t>
                </a:r>
                <a:r>
                  <a:rPr kumimoji="1" lang="ko-KR" altLang="en-US" sz="8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서버</a:t>
                </a:r>
                <a:r>
                  <a:rPr kumimoji="1" lang="en-US" altLang="ko-KR" sz="8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)</a:t>
                </a:r>
              </a:p>
              <a:p>
                <a:pPr marL="92075" lvl="0" indent="-92075" fontAlgn="base" latinLnBrk="0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SzPct val="80000"/>
                  <a:buFont typeface="Arial" panose="020B0604020202020204" pitchFamily="34" charset="0"/>
                  <a:buChar char="•"/>
                  <a:defRPr/>
                </a:pPr>
                <a:r>
                  <a:rPr kumimoji="1" lang="ko-KR" altLang="en-US" sz="8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외부</a:t>
                </a:r>
                <a:r>
                  <a:rPr kumimoji="1" lang="en-US" altLang="ko-KR" sz="8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Edge(2EA, </a:t>
                </a:r>
                <a:r>
                  <a:rPr kumimoji="1" lang="ko-KR" altLang="en-US" sz="800" spc="-30" dirty="0" err="1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대외계</a:t>
                </a:r>
                <a:r>
                  <a:rPr kumimoji="1" lang="en-US" altLang="ko-KR" sz="8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DMZ)</a:t>
                </a:r>
              </a:p>
            </p:txBody>
          </p:sp>
        </p:grpSp>
        <p:grpSp>
          <p:nvGrpSpPr>
            <p:cNvPr id="489" name="그룹 488">
              <a:extLst>
                <a:ext uri="{FF2B5EF4-FFF2-40B4-BE49-F238E27FC236}">
                  <a16:creationId xmlns:a16="http://schemas.microsoft.com/office/drawing/2014/main" id="{4B42AD35-0E86-3E0D-1C41-22C1BC722CF6}"/>
                </a:ext>
              </a:extLst>
            </p:cNvPr>
            <p:cNvGrpSpPr/>
            <p:nvPr/>
          </p:nvGrpSpPr>
          <p:grpSpPr>
            <a:xfrm>
              <a:off x="4279640" y="3376804"/>
              <a:ext cx="864000" cy="1692000"/>
              <a:chOff x="-2727498" y="3977145"/>
              <a:chExt cx="864000" cy="1692000"/>
            </a:xfrm>
          </p:grpSpPr>
          <p:grpSp>
            <p:nvGrpSpPr>
              <p:cNvPr id="490" name="그룹 489">
                <a:extLst>
                  <a:ext uri="{FF2B5EF4-FFF2-40B4-BE49-F238E27FC236}">
                    <a16:creationId xmlns:a16="http://schemas.microsoft.com/office/drawing/2014/main" id="{B1AA9665-169B-0714-3E10-A6134D6BD2BD}"/>
                  </a:ext>
                </a:extLst>
              </p:cNvPr>
              <p:cNvGrpSpPr/>
              <p:nvPr/>
            </p:nvGrpSpPr>
            <p:grpSpPr>
              <a:xfrm>
                <a:off x="-2727498" y="3977145"/>
                <a:ext cx="864000" cy="1692000"/>
                <a:chOff x="-2281081" y="4146452"/>
                <a:chExt cx="1260000" cy="1692000"/>
              </a:xfrm>
            </p:grpSpPr>
            <p:sp>
              <p:nvSpPr>
                <p:cNvPr id="513" name="모서리가 둥근 직사각형 16">
                  <a:extLst>
                    <a:ext uri="{FF2B5EF4-FFF2-40B4-BE49-F238E27FC236}">
                      <a16:creationId xmlns:a16="http://schemas.microsoft.com/office/drawing/2014/main" id="{30C33722-64CC-C003-64A7-2932C4F497E4}"/>
                    </a:ext>
                  </a:extLst>
                </p:cNvPr>
                <p:cNvSpPr/>
                <p:nvPr/>
              </p:nvSpPr>
              <p:spPr bwMode="auto">
                <a:xfrm>
                  <a:off x="-2281081" y="4146452"/>
                  <a:ext cx="1260000" cy="1692000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anchor="ctr"/>
                <a:lstStyle/>
                <a:p>
                  <a:pPr marL="457200" marR="0" lvl="1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ko-KR" sz="160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  <a:sym typeface="KoPub돋움체 Medium"/>
                  </a:endParaRPr>
                </a:p>
              </p:txBody>
            </p:sp>
            <p:sp>
              <p:nvSpPr>
                <p:cNvPr id="514" name="모서리가 둥근 직사각형 16">
                  <a:extLst>
                    <a:ext uri="{FF2B5EF4-FFF2-40B4-BE49-F238E27FC236}">
                      <a16:creationId xmlns:a16="http://schemas.microsoft.com/office/drawing/2014/main" id="{B2301EAE-CF68-D4EF-B310-81341CCC9477}"/>
                    </a:ext>
                  </a:extLst>
                </p:cNvPr>
                <p:cNvSpPr/>
                <p:nvPr/>
              </p:nvSpPr>
              <p:spPr bwMode="auto">
                <a:xfrm flipH="1">
                  <a:off x="-2281081" y="5478452"/>
                  <a:ext cx="1260000" cy="360000"/>
                </a:xfrm>
                <a:prstGeom prst="rect">
                  <a:avLst/>
                </a:prstGeom>
                <a:solidFill>
                  <a:srgbClr val="C7CED2"/>
                </a:solidFill>
              </p:spPr>
              <p:txBody>
                <a:bodyPr wrap="square" lIns="0" tIns="0" rIns="0" bIns="0" anchor="ctr">
                  <a:noAutofit/>
                </a:bodyPr>
                <a:lstStyle/>
                <a:p>
                  <a:pPr marL="0" marR="0" lvl="1" indent="0" algn="ctr" defTabSz="914400" rtl="0" eaLnBrk="1" fontAlgn="base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ko-KR" altLang="en-US" sz="700" spc="-30" dirty="0" err="1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Arial"/>
                      <a:sym typeface="KoPub돋움체 Medium"/>
                    </a:rPr>
                    <a:t>데이터레이크</a:t>
                  </a:r>
                  <a:endParaRPr kumimoji="1" lang="en-US" altLang="ko-KR" sz="7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  <a:sym typeface="KoPub돋움체 Medium"/>
                  </a:endParaRPr>
                </a:p>
                <a:p>
                  <a:pPr marL="0" marR="0" lvl="1" indent="0" algn="ctr" defTabSz="914400" rtl="0" eaLnBrk="1" fontAlgn="base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700" spc="-30" dirty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Arial"/>
                      <a:sym typeface="KoPub돋움체 Medium"/>
                    </a:rPr>
                    <a:t>Compute Node</a:t>
                  </a:r>
                  <a:r>
                    <a:rPr kumimoji="1" lang="ko-KR" altLang="en-US" sz="700" spc="-30" dirty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Arial"/>
                      <a:sym typeface="KoPub돋움체 Medium"/>
                    </a:rPr>
                    <a:t> </a:t>
                  </a:r>
                  <a:r>
                    <a:rPr kumimoji="1" lang="en-US" altLang="ko-KR" sz="700" spc="-30" dirty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Arial"/>
                      <a:sym typeface="KoPub돋움체 Medium"/>
                    </a:rPr>
                    <a:t>(4EA)</a:t>
                  </a:r>
                </a:p>
              </p:txBody>
            </p:sp>
          </p:grpSp>
          <p:grpSp>
            <p:nvGrpSpPr>
              <p:cNvPr id="491" name="그룹 490">
                <a:extLst>
                  <a:ext uri="{FF2B5EF4-FFF2-40B4-BE49-F238E27FC236}">
                    <a16:creationId xmlns:a16="http://schemas.microsoft.com/office/drawing/2014/main" id="{D5C6FC4D-4D4D-E643-5B69-1DFC224C504D}"/>
                  </a:ext>
                </a:extLst>
              </p:cNvPr>
              <p:cNvGrpSpPr/>
              <p:nvPr/>
            </p:nvGrpSpPr>
            <p:grpSpPr>
              <a:xfrm>
                <a:off x="-2661778" y="4132913"/>
                <a:ext cx="723475" cy="456614"/>
                <a:chOff x="-1255938" y="3368770"/>
                <a:chExt cx="723475" cy="456614"/>
              </a:xfrm>
            </p:grpSpPr>
            <p:grpSp>
              <p:nvGrpSpPr>
                <p:cNvPr id="503" name="그룹 502">
                  <a:extLst>
                    <a:ext uri="{FF2B5EF4-FFF2-40B4-BE49-F238E27FC236}">
                      <a16:creationId xmlns:a16="http://schemas.microsoft.com/office/drawing/2014/main" id="{BC7A6A0F-B5DC-772C-6620-FF32338BFED1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-1255938" y="3368770"/>
                  <a:ext cx="331998" cy="456614"/>
                  <a:chOff x="11921385" y="4267725"/>
                  <a:chExt cx="916126" cy="1260000"/>
                </a:xfrm>
              </p:grpSpPr>
              <p:sp>
                <p:nvSpPr>
                  <p:cNvPr id="509" name="사각형: 둥근 모서리 234">
                    <a:extLst>
                      <a:ext uri="{FF2B5EF4-FFF2-40B4-BE49-F238E27FC236}">
                        <a16:creationId xmlns:a16="http://schemas.microsoft.com/office/drawing/2014/main" id="{04C31B9A-918C-194F-E91B-71AE1D3752A6}"/>
                      </a:ext>
                    </a:extLst>
                  </p:cNvPr>
                  <p:cNvSpPr/>
                  <p:nvPr/>
                </p:nvSpPr>
                <p:spPr>
                  <a:xfrm>
                    <a:off x="11923596" y="4271687"/>
                    <a:ext cx="911716" cy="1252078"/>
                  </a:xfrm>
                  <a:prstGeom prst="roundRect">
                    <a:avLst>
                      <a:gd name="adj" fmla="val 7097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-3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Arial"/>
                    </a:endParaRPr>
                  </a:p>
                </p:txBody>
              </p:sp>
              <p:grpSp>
                <p:nvGrpSpPr>
                  <p:cNvPr id="510" name="그룹 509">
                    <a:extLst>
                      <a:ext uri="{FF2B5EF4-FFF2-40B4-BE49-F238E27FC236}">
                        <a16:creationId xmlns:a16="http://schemas.microsoft.com/office/drawing/2014/main" id="{AEECD6AD-CF06-1664-0D6C-8205BCAE903B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11921389" y="4267727"/>
                    <a:ext cx="916126" cy="1260000"/>
                    <a:chOff x="14485938" y="-2571751"/>
                    <a:chExt cx="554038" cy="762000"/>
                  </a:xfrm>
                  <a:solidFill>
                    <a:srgbClr val="262626"/>
                  </a:solidFill>
                </p:grpSpPr>
                <p:sp>
                  <p:nvSpPr>
                    <p:cNvPr id="511" name="Freeform 230">
                      <a:extLst>
                        <a:ext uri="{FF2B5EF4-FFF2-40B4-BE49-F238E27FC236}">
                          <a16:creationId xmlns:a16="http://schemas.microsoft.com/office/drawing/2014/main" id="{195B69F3-3CA6-E862-956F-9B6D31AB6861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4485938" y="-2571751"/>
                      <a:ext cx="554038" cy="762000"/>
                    </a:xfrm>
                    <a:custGeom>
                      <a:avLst/>
                      <a:gdLst>
                        <a:gd name="T0" fmla="*/ 137 w 147"/>
                        <a:gd name="T1" fmla="*/ 0 h 200"/>
                        <a:gd name="T2" fmla="*/ 10 w 147"/>
                        <a:gd name="T3" fmla="*/ 0 h 200"/>
                        <a:gd name="T4" fmla="*/ 0 w 147"/>
                        <a:gd name="T5" fmla="*/ 10 h 200"/>
                        <a:gd name="T6" fmla="*/ 0 w 147"/>
                        <a:gd name="T7" fmla="*/ 190 h 200"/>
                        <a:gd name="T8" fmla="*/ 10 w 147"/>
                        <a:gd name="T9" fmla="*/ 200 h 200"/>
                        <a:gd name="T10" fmla="*/ 137 w 147"/>
                        <a:gd name="T11" fmla="*/ 200 h 200"/>
                        <a:gd name="T12" fmla="*/ 140 w 147"/>
                        <a:gd name="T13" fmla="*/ 199 h 200"/>
                        <a:gd name="T14" fmla="*/ 146 w 147"/>
                        <a:gd name="T15" fmla="*/ 193 h 200"/>
                        <a:gd name="T16" fmla="*/ 147 w 147"/>
                        <a:gd name="T17" fmla="*/ 190 h 200"/>
                        <a:gd name="T18" fmla="*/ 147 w 147"/>
                        <a:gd name="T19" fmla="*/ 10 h 200"/>
                        <a:gd name="T20" fmla="*/ 137 w 147"/>
                        <a:gd name="T21" fmla="*/ 0 h 200"/>
                        <a:gd name="T22" fmla="*/ 139 w 147"/>
                        <a:gd name="T23" fmla="*/ 189 h 200"/>
                        <a:gd name="T24" fmla="*/ 135 w 147"/>
                        <a:gd name="T25" fmla="*/ 192 h 200"/>
                        <a:gd name="T26" fmla="*/ 10 w 147"/>
                        <a:gd name="T27" fmla="*/ 192 h 200"/>
                        <a:gd name="T28" fmla="*/ 8 w 147"/>
                        <a:gd name="T29" fmla="*/ 190 h 200"/>
                        <a:gd name="T30" fmla="*/ 8 w 147"/>
                        <a:gd name="T31" fmla="*/ 10 h 200"/>
                        <a:gd name="T32" fmla="*/ 10 w 147"/>
                        <a:gd name="T33" fmla="*/ 8 h 200"/>
                        <a:gd name="T34" fmla="*/ 137 w 147"/>
                        <a:gd name="T35" fmla="*/ 8 h 200"/>
                        <a:gd name="T36" fmla="*/ 139 w 147"/>
                        <a:gd name="T37" fmla="*/ 10 h 200"/>
                        <a:gd name="T38" fmla="*/ 139 w 147"/>
                        <a:gd name="T39" fmla="*/ 189 h 2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</a:cxnLst>
                      <a:rect l="0" t="0" r="r" b="b"/>
                      <a:pathLst>
                        <a:path w="147" h="200">
                          <a:moveTo>
                            <a:pt x="137" y="0"/>
                          </a:moveTo>
                          <a:cubicBezTo>
                            <a:pt x="10" y="0"/>
                            <a:pt x="10" y="0"/>
                            <a:pt x="10" y="0"/>
                          </a:cubicBezTo>
                          <a:cubicBezTo>
                            <a:pt x="4" y="0"/>
                            <a:pt x="0" y="5"/>
                            <a:pt x="0" y="10"/>
                          </a:cubicBezTo>
                          <a:cubicBezTo>
                            <a:pt x="0" y="190"/>
                            <a:pt x="0" y="190"/>
                            <a:pt x="0" y="190"/>
                          </a:cubicBezTo>
                          <a:cubicBezTo>
                            <a:pt x="0" y="196"/>
                            <a:pt x="4" y="200"/>
                            <a:pt x="10" y="200"/>
                          </a:cubicBezTo>
                          <a:cubicBezTo>
                            <a:pt x="137" y="200"/>
                            <a:pt x="137" y="200"/>
                            <a:pt x="137" y="200"/>
                          </a:cubicBezTo>
                          <a:cubicBezTo>
                            <a:pt x="138" y="200"/>
                            <a:pt x="139" y="200"/>
                            <a:pt x="140" y="199"/>
                          </a:cubicBezTo>
                          <a:cubicBezTo>
                            <a:pt x="146" y="193"/>
                            <a:pt x="146" y="193"/>
                            <a:pt x="146" y="193"/>
                          </a:cubicBezTo>
                          <a:cubicBezTo>
                            <a:pt x="146" y="192"/>
                            <a:pt x="147" y="191"/>
                            <a:pt x="147" y="190"/>
                          </a:cubicBezTo>
                          <a:cubicBezTo>
                            <a:pt x="147" y="10"/>
                            <a:pt x="147" y="10"/>
                            <a:pt x="147" y="10"/>
                          </a:cubicBezTo>
                          <a:cubicBezTo>
                            <a:pt x="147" y="5"/>
                            <a:pt x="142" y="0"/>
                            <a:pt x="137" y="0"/>
                          </a:cubicBezTo>
                          <a:close/>
                          <a:moveTo>
                            <a:pt x="139" y="189"/>
                          </a:moveTo>
                          <a:cubicBezTo>
                            <a:pt x="135" y="192"/>
                            <a:pt x="135" y="192"/>
                            <a:pt x="135" y="192"/>
                          </a:cubicBezTo>
                          <a:cubicBezTo>
                            <a:pt x="10" y="192"/>
                            <a:pt x="10" y="192"/>
                            <a:pt x="10" y="192"/>
                          </a:cubicBezTo>
                          <a:cubicBezTo>
                            <a:pt x="9" y="192"/>
                            <a:pt x="8" y="191"/>
                            <a:pt x="8" y="190"/>
                          </a:cubicBezTo>
                          <a:cubicBezTo>
                            <a:pt x="8" y="10"/>
                            <a:pt x="8" y="10"/>
                            <a:pt x="8" y="10"/>
                          </a:cubicBezTo>
                          <a:cubicBezTo>
                            <a:pt x="8" y="9"/>
                            <a:pt x="9" y="8"/>
                            <a:pt x="10" y="8"/>
                          </a:cubicBezTo>
                          <a:cubicBezTo>
                            <a:pt x="137" y="8"/>
                            <a:pt x="137" y="8"/>
                            <a:pt x="137" y="8"/>
                          </a:cubicBezTo>
                          <a:cubicBezTo>
                            <a:pt x="138" y="8"/>
                            <a:pt x="139" y="9"/>
                            <a:pt x="139" y="10"/>
                          </a:cubicBezTo>
                          <a:lnTo>
                            <a:pt x="139" y="189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algun Gothic Semilight" panose="020B0503020000020004" pitchFamily="34" charset="-127"/>
                        <a:ea typeface="Malgun Gothic Semilight" panose="020B0503020000020004" pitchFamily="34" charset="-127"/>
                        <a:cs typeface="Arial"/>
                      </a:endParaRPr>
                    </a:p>
                  </p:txBody>
                </p:sp>
                <p:sp>
                  <p:nvSpPr>
                    <p:cNvPr id="512" name="Freeform 231">
                      <a:extLst>
                        <a:ext uri="{FF2B5EF4-FFF2-40B4-BE49-F238E27FC236}">
                          <a16:creationId xmlns:a16="http://schemas.microsoft.com/office/drawing/2014/main" id="{72389E0E-304B-0C5D-48B3-AB3DFDDBB9A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4603413" y="-2403476"/>
                      <a:ext cx="315913" cy="30163"/>
                    </a:xfrm>
                    <a:custGeom>
                      <a:avLst/>
                      <a:gdLst>
                        <a:gd name="T0" fmla="*/ 80 w 84"/>
                        <a:gd name="T1" fmla="*/ 0 h 8"/>
                        <a:gd name="T2" fmla="*/ 4 w 84"/>
                        <a:gd name="T3" fmla="*/ 0 h 8"/>
                        <a:gd name="T4" fmla="*/ 0 w 84"/>
                        <a:gd name="T5" fmla="*/ 4 h 8"/>
                        <a:gd name="T6" fmla="*/ 4 w 84"/>
                        <a:gd name="T7" fmla="*/ 8 h 8"/>
                        <a:gd name="T8" fmla="*/ 80 w 84"/>
                        <a:gd name="T9" fmla="*/ 8 h 8"/>
                        <a:gd name="T10" fmla="*/ 84 w 84"/>
                        <a:gd name="T11" fmla="*/ 4 h 8"/>
                        <a:gd name="T12" fmla="*/ 80 w 84"/>
                        <a:gd name="T13" fmla="*/ 0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4" h="8">
                          <a:moveTo>
                            <a:pt x="80" y="0"/>
                          </a:moveTo>
                          <a:cubicBezTo>
                            <a:pt x="4" y="0"/>
                            <a:pt x="4" y="0"/>
                            <a:pt x="4" y="0"/>
                          </a:cubicBezTo>
                          <a:cubicBezTo>
                            <a:pt x="2" y="0"/>
                            <a:pt x="0" y="2"/>
                            <a:pt x="0" y="4"/>
                          </a:cubicBezTo>
                          <a:cubicBezTo>
                            <a:pt x="0" y="6"/>
                            <a:pt x="2" y="8"/>
                            <a:pt x="4" y="8"/>
                          </a:cubicBezTo>
                          <a:cubicBezTo>
                            <a:pt x="80" y="8"/>
                            <a:pt x="80" y="8"/>
                            <a:pt x="80" y="8"/>
                          </a:cubicBezTo>
                          <a:cubicBezTo>
                            <a:pt x="82" y="8"/>
                            <a:pt x="84" y="6"/>
                            <a:pt x="84" y="4"/>
                          </a:cubicBezTo>
                          <a:cubicBezTo>
                            <a:pt x="84" y="2"/>
                            <a:pt x="82" y="0"/>
                            <a:pt x="80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algun Gothic Semilight" panose="020B0503020000020004" pitchFamily="34" charset="-127"/>
                        <a:ea typeface="Malgun Gothic Semilight" panose="020B0503020000020004" pitchFamily="34" charset="-127"/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504" name="그룹 503">
                  <a:extLst>
                    <a:ext uri="{FF2B5EF4-FFF2-40B4-BE49-F238E27FC236}">
                      <a16:creationId xmlns:a16="http://schemas.microsoft.com/office/drawing/2014/main" id="{D63BD6D4-0F04-2579-3D6F-C229982A49BC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-864461" y="3368770"/>
                  <a:ext cx="331998" cy="456614"/>
                  <a:chOff x="11921385" y="4267725"/>
                  <a:chExt cx="916126" cy="1260000"/>
                </a:xfrm>
              </p:grpSpPr>
              <p:sp>
                <p:nvSpPr>
                  <p:cNvPr id="505" name="사각형: 둥근 모서리 230">
                    <a:extLst>
                      <a:ext uri="{FF2B5EF4-FFF2-40B4-BE49-F238E27FC236}">
                        <a16:creationId xmlns:a16="http://schemas.microsoft.com/office/drawing/2014/main" id="{74B0A6C5-C048-E0FF-0960-A3FEEF26F786}"/>
                      </a:ext>
                    </a:extLst>
                  </p:cNvPr>
                  <p:cNvSpPr/>
                  <p:nvPr/>
                </p:nvSpPr>
                <p:spPr>
                  <a:xfrm>
                    <a:off x="11923596" y="4271687"/>
                    <a:ext cx="911716" cy="1252078"/>
                  </a:xfrm>
                  <a:prstGeom prst="roundRect">
                    <a:avLst>
                      <a:gd name="adj" fmla="val 7097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-3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Arial"/>
                    </a:endParaRPr>
                  </a:p>
                </p:txBody>
              </p:sp>
              <p:grpSp>
                <p:nvGrpSpPr>
                  <p:cNvPr id="506" name="그룹 505">
                    <a:extLst>
                      <a:ext uri="{FF2B5EF4-FFF2-40B4-BE49-F238E27FC236}">
                        <a16:creationId xmlns:a16="http://schemas.microsoft.com/office/drawing/2014/main" id="{23B787A4-04D5-7489-ABEC-930BF63B2D40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11921389" y="4267727"/>
                    <a:ext cx="916126" cy="1260000"/>
                    <a:chOff x="14485938" y="-2571751"/>
                    <a:chExt cx="554038" cy="762000"/>
                  </a:xfrm>
                  <a:solidFill>
                    <a:srgbClr val="262626"/>
                  </a:solidFill>
                </p:grpSpPr>
                <p:sp>
                  <p:nvSpPr>
                    <p:cNvPr id="507" name="Freeform 230">
                      <a:extLst>
                        <a:ext uri="{FF2B5EF4-FFF2-40B4-BE49-F238E27FC236}">
                          <a16:creationId xmlns:a16="http://schemas.microsoft.com/office/drawing/2014/main" id="{E795D319-E40B-A43B-1BE8-77B373F6CE5A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4485938" y="-2571751"/>
                      <a:ext cx="554038" cy="762000"/>
                    </a:xfrm>
                    <a:custGeom>
                      <a:avLst/>
                      <a:gdLst>
                        <a:gd name="T0" fmla="*/ 137 w 147"/>
                        <a:gd name="T1" fmla="*/ 0 h 200"/>
                        <a:gd name="T2" fmla="*/ 10 w 147"/>
                        <a:gd name="T3" fmla="*/ 0 h 200"/>
                        <a:gd name="T4" fmla="*/ 0 w 147"/>
                        <a:gd name="T5" fmla="*/ 10 h 200"/>
                        <a:gd name="T6" fmla="*/ 0 w 147"/>
                        <a:gd name="T7" fmla="*/ 190 h 200"/>
                        <a:gd name="T8" fmla="*/ 10 w 147"/>
                        <a:gd name="T9" fmla="*/ 200 h 200"/>
                        <a:gd name="T10" fmla="*/ 137 w 147"/>
                        <a:gd name="T11" fmla="*/ 200 h 200"/>
                        <a:gd name="T12" fmla="*/ 140 w 147"/>
                        <a:gd name="T13" fmla="*/ 199 h 200"/>
                        <a:gd name="T14" fmla="*/ 146 w 147"/>
                        <a:gd name="T15" fmla="*/ 193 h 200"/>
                        <a:gd name="T16" fmla="*/ 147 w 147"/>
                        <a:gd name="T17" fmla="*/ 190 h 200"/>
                        <a:gd name="T18" fmla="*/ 147 w 147"/>
                        <a:gd name="T19" fmla="*/ 10 h 200"/>
                        <a:gd name="T20" fmla="*/ 137 w 147"/>
                        <a:gd name="T21" fmla="*/ 0 h 200"/>
                        <a:gd name="T22" fmla="*/ 139 w 147"/>
                        <a:gd name="T23" fmla="*/ 189 h 200"/>
                        <a:gd name="T24" fmla="*/ 135 w 147"/>
                        <a:gd name="T25" fmla="*/ 192 h 200"/>
                        <a:gd name="T26" fmla="*/ 10 w 147"/>
                        <a:gd name="T27" fmla="*/ 192 h 200"/>
                        <a:gd name="T28" fmla="*/ 8 w 147"/>
                        <a:gd name="T29" fmla="*/ 190 h 200"/>
                        <a:gd name="T30" fmla="*/ 8 w 147"/>
                        <a:gd name="T31" fmla="*/ 10 h 200"/>
                        <a:gd name="T32" fmla="*/ 10 w 147"/>
                        <a:gd name="T33" fmla="*/ 8 h 200"/>
                        <a:gd name="T34" fmla="*/ 137 w 147"/>
                        <a:gd name="T35" fmla="*/ 8 h 200"/>
                        <a:gd name="T36" fmla="*/ 139 w 147"/>
                        <a:gd name="T37" fmla="*/ 10 h 200"/>
                        <a:gd name="T38" fmla="*/ 139 w 147"/>
                        <a:gd name="T39" fmla="*/ 189 h 2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</a:cxnLst>
                      <a:rect l="0" t="0" r="r" b="b"/>
                      <a:pathLst>
                        <a:path w="147" h="200">
                          <a:moveTo>
                            <a:pt x="137" y="0"/>
                          </a:moveTo>
                          <a:cubicBezTo>
                            <a:pt x="10" y="0"/>
                            <a:pt x="10" y="0"/>
                            <a:pt x="10" y="0"/>
                          </a:cubicBezTo>
                          <a:cubicBezTo>
                            <a:pt x="4" y="0"/>
                            <a:pt x="0" y="5"/>
                            <a:pt x="0" y="10"/>
                          </a:cubicBezTo>
                          <a:cubicBezTo>
                            <a:pt x="0" y="190"/>
                            <a:pt x="0" y="190"/>
                            <a:pt x="0" y="190"/>
                          </a:cubicBezTo>
                          <a:cubicBezTo>
                            <a:pt x="0" y="196"/>
                            <a:pt x="4" y="200"/>
                            <a:pt x="10" y="200"/>
                          </a:cubicBezTo>
                          <a:cubicBezTo>
                            <a:pt x="137" y="200"/>
                            <a:pt x="137" y="200"/>
                            <a:pt x="137" y="200"/>
                          </a:cubicBezTo>
                          <a:cubicBezTo>
                            <a:pt x="138" y="200"/>
                            <a:pt x="139" y="200"/>
                            <a:pt x="140" y="199"/>
                          </a:cubicBezTo>
                          <a:cubicBezTo>
                            <a:pt x="146" y="193"/>
                            <a:pt x="146" y="193"/>
                            <a:pt x="146" y="193"/>
                          </a:cubicBezTo>
                          <a:cubicBezTo>
                            <a:pt x="146" y="192"/>
                            <a:pt x="147" y="191"/>
                            <a:pt x="147" y="190"/>
                          </a:cubicBezTo>
                          <a:cubicBezTo>
                            <a:pt x="147" y="10"/>
                            <a:pt x="147" y="10"/>
                            <a:pt x="147" y="10"/>
                          </a:cubicBezTo>
                          <a:cubicBezTo>
                            <a:pt x="147" y="5"/>
                            <a:pt x="142" y="0"/>
                            <a:pt x="137" y="0"/>
                          </a:cubicBezTo>
                          <a:close/>
                          <a:moveTo>
                            <a:pt x="139" y="189"/>
                          </a:moveTo>
                          <a:cubicBezTo>
                            <a:pt x="135" y="192"/>
                            <a:pt x="135" y="192"/>
                            <a:pt x="135" y="192"/>
                          </a:cubicBezTo>
                          <a:cubicBezTo>
                            <a:pt x="10" y="192"/>
                            <a:pt x="10" y="192"/>
                            <a:pt x="10" y="192"/>
                          </a:cubicBezTo>
                          <a:cubicBezTo>
                            <a:pt x="9" y="192"/>
                            <a:pt x="8" y="191"/>
                            <a:pt x="8" y="190"/>
                          </a:cubicBezTo>
                          <a:cubicBezTo>
                            <a:pt x="8" y="10"/>
                            <a:pt x="8" y="10"/>
                            <a:pt x="8" y="10"/>
                          </a:cubicBezTo>
                          <a:cubicBezTo>
                            <a:pt x="8" y="9"/>
                            <a:pt x="9" y="8"/>
                            <a:pt x="10" y="8"/>
                          </a:cubicBezTo>
                          <a:cubicBezTo>
                            <a:pt x="137" y="8"/>
                            <a:pt x="137" y="8"/>
                            <a:pt x="137" y="8"/>
                          </a:cubicBezTo>
                          <a:cubicBezTo>
                            <a:pt x="138" y="8"/>
                            <a:pt x="139" y="9"/>
                            <a:pt x="139" y="10"/>
                          </a:cubicBezTo>
                          <a:lnTo>
                            <a:pt x="139" y="189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algun Gothic Semilight" panose="020B0503020000020004" pitchFamily="34" charset="-127"/>
                        <a:ea typeface="Malgun Gothic Semilight" panose="020B0503020000020004" pitchFamily="34" charset="-127"/>
                        <a:cs typeface="Arial"/>
                      </a:endParaRPr>
                    </a:p>
                  </p:txBody>
                </p:sp>
                <p:sp>
                  <p:nvSpPr>
                    <p:cNvPr id="508" name="Freeform 231">
                      <a:extLst>
                        <a:ext uri="{FF2B5EF4-FFF2-40B4-BE49-F238E27FC236}">
                          <a16:creationId xmlns:a16="http://schemas.microsoft.com/office/drawing/2014/main" id="{25A99C1D-3263-030E-C74B-3BC092F0EF0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4603413" y="-2403476"/>
                      <a:ext cx="315913" cy="30163"/>
                    </a:xfrm>
                    <a:custGeom>
                      <a:avLst/>
                      <a:gdLst>
                        <a:gd name="T0" fmla="*/ 80 w 84"/>
                        <a:gd name="T1" fmla="*/ 0 h 8"/>
                        <a:gd name="T2" fmla="*/ 4 w 84"/>
                        <a:gd name="T3" fmla="*/ 0 h 8"/>
                        <a:gd name="T4" fmla="*/ 0 w 84"/>
                        <a:gd name="T5" fmla="*/ 4 h 8"/>
                        <a:gd name="T6" fmla="*/ 4 w 84"/>
                        <a:gd name="T7" fmla="*/ 8 h 8"/>
                        <a:gd name="T8" fmla="*/ 80 w 84"/>
                        <a:gd name="T9" fmla="*/ 8 h 8"/>
                        <a:gd name="T10" fmla="*/ 84 w 84"/>
                        <a:gd name="T11" fmla="*/ 4 h 8"/>
                        <a:gd name="T12" fmla="*/ 80 w 84"/>
                        <a:gd name="T13" fmla="*/ 0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4" h="8">
                          <a:moveTo>
                            <a:pt x="80" y="0"/>
                          </a:moveTo>
                          <a:cubicBezTo>
                            <a:pt x="4" y="0"/>
                            <a:pt x="4" y="0"/>
                            <a:pt x="4" y="0"/>
                          </a:cubicBezTo>
                          <a:cubicBezTo>
                            <a:pt x="2" y="0"/>
                            <a:pt x="0" y="2"/>
                            <a:pt x="0" y="4"/>
                          </a:cubicBezTo>
                          <a:cubicBezTo>
                            <a:pt x="0" y="6"/>
                            <a:pt x="2" y="8"/>
                            <a:pt x="4" y="8"/>
                          </a:cubicBezTo>
                          <a:cubicBezTo>
                            <a:pt x="80" y="8"/>
                            <a:pt x="80" y="8"/>
                            <a:pt x="80" y="8"/>
                          </a:cubicBezTo>
                          <a:cubicBezTo>
                            <a:pt x="82" y="8"/>
                            <a:pt x="84" y="6"/>
                            <a:pt x="84" y="4"/>
                          </a:cubicBezTo>
                          <a:cubicBezTo>
                            <a:pt x="84" y="2"/>
                            <a:pt x="82" y="0"/>
                            <a:pt x="80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algun Gothic Semilight" panose="020B0503020000020004" pitchFamily="34" charset="-127"/>
                        <a:ea typeface="Malgun Gothic Semilight" panose="020B0503020000020004" pitchFamily="34" charset="-127"/>
                        <a:cs typeface="Arial"/>
                      </a:endParaRPr>
                    </a:p>
                  </p:txBody>
                </p:sp>
              </p:grpSp>
            </p:grpSp>
          </p:grpSp>
          <p:grpSp>
            <p:nvGrpSpPr>
              <p:cNvPr id="492" name="그룹 491">
                <a:extLst>
                  <a:ext uri="{FF2B5EF4-FFF2-40B4-BE49-F238E27FC236}">
                    <a16:creationId xmlns:a16="http://schemas.microsoft.com/office/drawing/2014/main" id="{6C62A7D9-894C-1774-6D75-B148651F5E2B}"/>
                  </a:ext>
                </a:extLst>
              </p:cNvPr>
              <p:cNvGrpSpPr/>
              <p:nvPr/>
            </p:nvGrpSpPr>
            <p:grpSpPr>
              <a:xfrm>
                <a:off x="-2661778" y="4699229"/>
                <a:ext cx="723475" cy="456614"/>
                <a:chOff x="-1255938" y="3935086"/>
                <a:chExt cx="723475" cy="456614"/>
              </a:xfrm>
            </p:grpSpPr>
            <p:grpSp>
              <p:nvGrpSpPr>
                <p:cNvPr id="493" name="그룹 492">
                  <a:extLst>
                    <a:ext uri="{FF2B5EF4-FFF2-40B4-BE49-F238E27FC236}">
                      <a16:creationId xmlns:a16="http://schemas.microsoft.com/office/drawing/2014/main" id="{47B00560-0FEE-3290-36E2-FB34BD7D1217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-1255938" y="3935086"/>
                  <a:ext cx="331998" cy="456614"/>
                  <a:chOff x="11921385" y="4267725"/>
                  <a:chExt cx="916126" cy="1260000"/>
                </a:xfrm>
              </p:grpSpPr>
              <p:sp>
                <p:nvSpPr>
                  <p:cNvPr id="499" name="사각형: 둥근 모서리 288">
                    <a:extLst>
                      <a:ext uri="{FF2B5EF4-FFF2-40B4-BE49-F238E27FC236}">
                        <a16:creationId xmlns:a16="http://schemas.microsoft.com/office/drawing/2014/main" id="{8088B455-1D1B-6D8F-4EB9-630D35F7DC14}"/>
                      </a:ext>
                    </a:extLst>
                  </p:cNvPr>
                  <p:cNvSpPr/>
                  <p:nvPr/>
                </p:nvSpPr>
                <p:spPr>
                  <a:xfrm>
                    <a:off x="11923596" y="4271687"/>
                    <a:ext cx="911716" cy="1252078"/>
                  </a:xfrm>
                  <a:prstGeom prst="roundRect">
                    <a:avLst>
                      <a:gd name="adj" fmla="val 7097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-3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Arial"/>
                    </a:endParaRPr>
                  </a:p>
                </p:txBody>
              </p:sp>
              <p:grpSp>
                <p:nvGrpSpPr>
                  <p:cNvPr id="500" name="그룹 499">
                    <a:extLst>
                      <a:ext uri="{FF2B5EF4-FFF2-40B4-BE49-F238E27FC236}">
                        <a16:creationId xmlns:a16="http://schemas.microsoft.com/office/drawing/2014/main" id="{8E949AD5-F634-D665-4018-06CE7EE62AB2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11921389" y="4267727"/>
                    <a:ext cx="916126" cy="1260000"/>
                    <a:chOff x="14485938" y="-2571751"/>
                    <a:chExt cx="554038" cy="762000"/>
                  </a:xfrm>
                  <a:solidFill>
                    <a:srgbClr val="262626"/>
                  </a:solidFill>
                </p:grpSpPr>
                <p:sp>
                  <p:nvSpPr>
                    <p:cNvPr id="501" name="Freeform 230">
                      <a:extLst>
                        <a:ext uri="{FF2B5EF4-FFF2-40B4-BE49-F238E27FC236}">
                          <a16:creationId xmlns:a16="http://schemas.microsoft.com/office/drawing/2014/main" id="{2634FDBC-28EA-70B0-72CC-646FF5C4CA9C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4485938" y="-2571751"/>
                      <a:ext cx="554038" cy="762000"/>
                    </a:xfrm>
                    <a:custGeom>
                      <a:avLst/>
                      <a:gdLst>
                        <a:gd name="T0" fmla="*/ 137 w 147"/>
                        <a:gd name="T1" fmla="*/ 0 h 200"/>
                        <a:gd name="T2" fmla="*/ 10 w 147"/>
                        <a:gd name="T3" fmla="*/ 0 h 200"/>
                        <a:gd name="T4" fmla="*/ 0 w 147"/>
                        <a:gd name="T5" fmla="*/ 10 h 200"/>
                        <a:gd name="T6" fmla="*/ 0 w 147"/>
                        <a:gd name="T7" fmla="*/ 190 h 200"/>
                        <a:gd name="T8" fmla="*/ 10 w 147"/>
                        <a:gd name="T9" fmla="*/ 200 h 200"/>
                        <a:gd name="T10" fmla="*/ 137 w 147"/>
                        <a:gd name="T11" fmla="*/ 200 h 200"/>
                        <a:gd name="T12" fmla="*/ 140 w 147"/>
                        <a:gd name="T13" fmla="*/ 199 h 200"/>
                        <a:gd name="T14" fmla="*/ 146 w 147"/>
                        <a:gd name="T15" fmla="*/ 193 h 200"/>
                        <a:gd name="T16" fmla="*/ 147 w 147"/>
                        <a:gd name="T17" fmla="*/ 190 h 200"/>
                        <a:gd name="T18" fmla="*/ 147 w 147"/>
                        <a:gd name="T19" fmla="*/ 10 h 200"/>
                        <a:gd name="T20" fmla="*/ 137 w 147"/>
                        <a:gd name="T21" fmla="*/ 0 h 200"/>
                        <a:gd name="T22" fmla="*/ 139 w 147"/>
                        <a:gd name="T23" fmla="*/ 189 h 200"/>
                        <a:gd name="T24" fmla="*/ 135 w 147"/>
                        <a:gd name="T25" fmla="*/ 192 h 200"/>
                        <a:gd name="T26" fmla="*/ 10 w 147"/>
                        <a:gd name="T27" fmla="*/ 192 h 200"/>
                        <a:gd name="T28" fmla="*/ 8 w 147"/>
                        <a:gd name="T29" fmla="*/ 190 h 200"/>
                        <a:gd name="T30" fmla="*/ 8 w 147"/>
                        <a:gd name="T31" fmla="*/ 10 h 200"/>
                        <a:gd name="T32" fmla="*/ 10 w 147"/>
                        <a:gd name="T33" fmla="*/ 8 h 200"/>
                        <a:gd name="T34" fmla="*/ 137 w 147"/>
                        <a:gd name="T35" fmla="*/ 8 h 200"/>
                        <a:gd name="T36" fmla="*/ 139 w 147"/>
                        <a:gd name="T37" fmla="*/ 10 h 200"/>
                        <a:gd name="T38" fmla="*/ 139 w 147"/>
                        <a:gd name="T39" fmla="*/ 189 h 2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</a:cxnLst>
                      <a:rect l="0" t="0" r="r" b="b"/>
                      <a:pathLst>
                        <a:path w="147" h="200">
                          <a:moveTo>
                            <a:pt x="137" y="0"/>
                          </a:moveTo>
                          <a:cubicBezTo>
                            <a:pt x="10" y="0"/>
                            <a:pt x="10" y="0"/>
                            <a:pt x="10" y="0"/>
                          </a:cubicBezTo>
                          <a:cubicBezTo>
                            <a:pt x="4" y="0"/>
                            <a:pt x="0" y="5"/>
                            <a:pt x="0" y="10"/>
                          </a:cubicBezTo>
                          <a:cubicBezTo>
                            <a:pt x="0" y="190"/>
                            <a:pt x="0" y="190"/>
                            <a:pt x="0" y="190"/>
                          </a:cubicBezTo>
                          <a:cubicBezTo>
                            <a:pt x="0" y="196"/>
                            <a:pt x="4" y="200"/>
                            <a:pt x="10" y="200"/>
                          </a:cubicBezTo>
                          <a:cubicBezTo>
                            <a:pt x="137" y="200"/>
                            <a:pt x="137" y="200"/>
                            <a:pt x="137" y="200"/>
                          </a:cubicBezTo>
                          <a:cubicBezTo>
                            <a:pt x="138" y="200"/>
                            <a:pt x="139" y="200"/>
                            <a:pt x="140" y="199"/>
                          </a:cubicBezTo>
                          <a:cubicBezTo>
                            <a:pt x="146" y="193"/>
                            <a:pt x="146" y="193"/>
                            <a:pt x="146" y="193"/>
                          </a:cubicBezTo>
                          <a:cubicBezTo>
                            <a:pt x="146" y="192"/>
                            <a:pt x="147" y="191"/>
                            <a:pt x="147" y="190"/>
                          </a:cubicBezTo>
                          <a:cubicBezTo>
                            <a:pt x="147" y="10"/>
                            <a:pt x="147" y="10"/>
                            <a:pt x="147" y="10"/>
                          </a:cubicBezTo>
                          <a:cubicBezTo>
                            <a:pt x="147" y="5"/>
                            <a:pt x="142" y="0"/>
                            <a:pt x="137" y="0"/>
                          </a:cubicBezTo>
                          <a:close/>
                          <a:moveTo>
                            <a:pt x="139" y="189"/>
                          </a:moveTo>
                          <a:cubicBezTo>
                            <a:pt x="135" y="192"/>
                            <a:pt x="135" y="192"/>
                            <a:pt x="135" y="192"/>
                          </a:cubicBezTo>
                          <a:cubicBezTo>
                            <a:pt x="10" y="192"/>
                            <a:pt x="10" y="192"/>
                            <a:pt x="10" y="192"/>
                          </a:cubicBezTo>
                          <a:cubicBezTo>
                            <a:pt x="9" y="192"/>
                            <a:pt x="8" y="191"/>
                            <a:pt x="8" y="190"/>
                          </a:cubicBezTo>
                          <a:cubicBezTo>
                            <a:pt x="8" y="10"/>
                            <a:pt x="8" y="10"/>
                            <a:pt x="8" y="10"/>
                          </a:cubicBezTo>
                          <a:cubicBezTo>
                            <a:pt x="8" y="9"/>
                            <a:pt x="9" y="8"/>
                            <a:pt x="10" y="8"/>
                          </a:cubicBezTo>
                          <a:cubicBezTo>
                            <a:pt x="137" y="8"/>
                            <a:pt x="137" y="8"/>
                            <a:pt x="137" y="8"/>
                          </a:cubicBezTo>
                          <a:cubicBezTo>
                            <a:pt x="138" y="8"/>
                            <a:pt x="139" y="9"/>
                            <a:pt x="139" y="10"/>
                          </a:cubicBezTo>
                          <a:lnTo>
                            <a:pt x="139" y="189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algun Gothic Semilight" panose="020B0503020000020004" pitchFamily="34" charset="-127"/>
                        <a:ea typeface="Malgun Gothic Semilight" panose="020B0503020000020004" pitchFamily="34" charset="-127"/>
                        <a:cs typeface="Arial"/>
                      </a:endParaRPr>
                    </a:p>
                  </p:txBody>
                </p:sp>
                <p:sp>
                  <p:nvSpPr>
                    <p:cNvPr id="502" name="Freeform 231">
                      <a:extLst>
                        <a:ext uri="{FF2B5EF4-FFF2-40B4-BE49-F238E27FC236}">
                          <a16:creationId xmlns:a16="http://schemas.microsoft.com/office/drawing/2014/main" id="{7140A945-FE14-96FA-5448-819ED9B4738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4603413" y="-2403476"/>
                      <a:ext cx="315913" cy="30163"/>
                    </a:xfrm>
                    <a:custGeom>
                      <a:avLst/>
                      <a:gdLst>
                        <a:gd name="T0" fmla="*/ 80 w 84"/>
                        <a:gd name="T1" fmla="*/ 0 h 8"/>
                        <a:gd name="T2" fmla="*/ 4 w 84"/>
                        <a:gd name="T3" fmla="*/ 0 h 8"/>
                        <a:gd name="T4" fmla="*/ 0 w 84"/>
                        <a:gd name="T5" fmla="*/ 4 h 8"/>
                        <a:gd name="T6" fmla="*/ 4 w 84"/>
                        <a:gd name="T7" fmla="*/ 8 h 8"/>
                        <a:gd name="T8" fmla="*/ 80 w 84"/>
                        <a:gd name="T9" fmla="*/ 8 h 8"/>
                        <a:gd name="T10" fmla="*/ 84 w 84"/>
                        <a:gd name="T11" fmla="*/ 4 h 8"/>
                        <a:gd name="T12" fmla="*/ 80 w 84"/>
                        <a:gd name="T13" fmla="*/ 0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4" h="8">
                          <a:moveTo>
                            <a:pt x="80" y="0"/>
                          </a:moveTo>
                          <a:cubicBezTo>
                            <a:pt x="4" y="0"/>
                            <a:pt x="4" y="0"/>
                            <a:pt x="4" y="0"/>
                          </a:cubicBezTo>
                          <a:cubicBezTo>
                            <a:pt x="2" y="0"/>
                            <a:pt x="0" y="2"/>
                            <a:pt x="0" y="4"/>
                          </a:cubicBezTo>
                          <a:cubicBezTo>
                            <a:pt x="0" y="6"/>
                            <a:pt x="2" y="8"/>
                            <a:pt x="4" y="8"/>
                          </a:cubicBezTo>
                          <a:cubicBezTo>
                            <a:pt x="80" y="8"/>
                            <a:pt x="80" y="8"/>
                            <a:pt x="80" y="8"/>
                          </a:cubicBezTo>
                          <a:cubicBezTo>
                            <a:pt x="82" y="8"/>
                            <a:pt x="84" y="6"/>
                            <a:pt x="84" y="4"/>
                          </a:cubicBezTo>
                          <a:cubicBezTo>
                            <a:pt x="84" y="2"/>
                            <a:pt x="82" y="0"/>
                            <a:pt x="80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algun Gothic Semilight" panose="020B0503020000020004" pitchFamily="34" charset="-127"/>
                        <a:ea typeface="Malgun Gothic Semilight" panose="020B0503020000020004" pitchFamily="34" charset="-127"/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494" name="그룹 493">
                  <a:extLst>
                    <a:ext uri="{FF2B5EF4-FFF2-40B4-BE49-F238E27FC236}">
                      <a16:creationId xmlns:a16="http://schemas.microsoft.com/office/drawing/2014/main" id="{8A4FD598-1783-52A4-AD61-968AA464E3F4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-864461" y="3935086"/>
                  <a:ext cx="331998" cy="456614"/>
                  <a:chOff x="11921385" y="4267725"/>
                  <a:chExt cx="916126" cy="1260000"/>
                </a:xfrm>
              </p:grpSpPr>
              <p:sp>
                <p:nvSpPr>
                  <p:cNvPr id="495" name="사각형: 둥근 모서리 284">
                    <a:extLst>
                      <a:ext uri="{FF2B5EF4-FFF2-40B4-BE49-F238E27FC236}">
                        <a16:creationId xmlns:a16="http://schemas.microsoft.com/office/drawing/2014/main" id="{61853A9F-B9A7-C3EA-08B9-9666E81601FA}"/>
                      </a:ext>
                    </a:extLst>
                  </p:cNvPr>
                  <p:cNvSpPr/>
                  <p:nvPr/>
                </p:nvSpPr>
                <p:spPr>
                  <a:xfrm>
                    <a:off x="11923596" y="4271687"/>
                    <a:ext cx="911716" cy="1252078"/>
                  </a:xfrm>
                  <a:prstGeom prst="roundRect">
                    <a:avLst>
                      <a:gd name="adj" fmla="val 7097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-3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Arial"/>
                    </a:endParaRPr>
                  </a:p>
                </p:txBody>
              </p:sp>
              <p:grpSp>
                <p:nvGrpSpPr>
                  <p:cNvPr id="496" name="그룹 495">
                    <a:extLst>
                      <a:ext uri="{FF2B5EF4-FFF2-40B4-BE49-F238E27FC236}">
                        <a16:creationId xmlns:a16="http://schemas.microsoft.com/office/drawing/2014/main" id="{EF7BF21E-01E2-CBD4-08A9-8FA8669E81D5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11921389" y="4267727"/>
                    <a:ext cx="916126" cy="1260000"/>
                    <a:chOff x="14485938" y="-2571751"/>
                    <a:chExt cx="554038" cy="762000"/>
                  </a:xfrm>
                  <a:solidFill>
                    <a:srgbClr val="262626"/>
                  </a:solidFill>
                </p:grpSpPr>
                <p:sp>
                  <p:nvSpPr>
                    <p:cNvPr id="497" name="Freeform 230">
                      <a:extLst>
                        <a:ext uri="{FF2B5EF4-FFF2-40B4-BE49-F238E27FC236}">
                          <a16:creationId xmlns:a16="http://schemas.microsoft.com/office/drawing/2014/main" id="{CE29A42B-AE29-CC82-DF0E-DE3D7AF59598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4485938" y="-2571751"/>
                      <a:ext cx="554038" cy="762000"/>
                    </a:xfrm>
                    <a:custGeom>
                      <a:avLst/>
                      <a:gdLst>
                        <a:gd name="T0" fmla="*/ 137 w 147"/>
                        <a:gd name="T1" fmla="*/ 0 h 200"/>
                        <a:gd name="T2" fmla="*/ 10 w 147"/>
                        <a:gd name="T3" fmla="*/ 0 h 200"/>
                        <a:gd name="T4" fmla="*/ 0 w 147"/>
                        <a:gd name="T5" fmla="*/ 10 h 200"/>
                        <a:gd name="T6" fmla="*/ 0 w 147"/>
                        <a:gd name="T7" fmla="*/ 190 h 200"/>
                        <a:gd name="T8" fmla="*/ 10 w 147"/>
                        <a:gd name="T9" fmla="*/ 200 h 200"/>
                        <a:gd name="T10" fmla="*/ 137 w 147"/>
                        <a:gd name="T11" fmla="*/ 200 h 200"/>
                        <a:gd name="T12" fmla="*/ 140 w 147"/>
                        <a:gd name="T13" fmla="*/ 199 h 200"/>
                        <a:gd name="T14" fmla="*/ 146 w 147"/>
                        <a:gd name="T15" fmla="*/ 193 h 200"/>
                        <a:gd name="T16" fmla="*/ 147 w 147"/>
                        <a:gd name="T17" fmla="*/ 190 h 200"/>
                        <a:gd name="T18" fmla="*/ 147 w 147"/>
                        <a:gd name="T19" fmla="*/ 10 h 200"/>
                        <a:gd name="T20" fmla="*/ 137 w 147"/>
                        <a:gd name="T21" fmla="*/ 0 h 200"/>
                        <a:gd name="T22" fmla="*/ 139 w 147"/>
                        <a:gd name="T23" fmla="*/ 189 h 200"/>
                        <a:gd name="T24" fmla="*/ 135 w 147"/>
                        <a:gd name="T25" fmla="*/ 192 h 200"/>
                        <a:gd name="T26" fmla="*/ 10 w 147"/>
                        <a:gd name="T27" fmla="*/ 192 h 200"/>
                        <a:gd name="T28" fmla="*/ 8 w 147"/>
                        <a:gd name="T29" fmla="*/ 190 h 200"/>
                        <a:gd name="T30" fmla="*/ 8 w 147"/>
                        <a:gd name="T31" fmla="*/ 10 h 200"/>
                        <a:gd name="T32" fmla="*/ 10 w 147"/>
                        <a:gd name="T33" fmla="*/ 8 h 200"/>
                        <a:gd name="T34" fmla="*/ 137 w 147"/>
                        <a:gd name="T35" fmla="*/ 8 h 200"/>
                        <a:gd name="T36" fmla="*/ 139 w 147"/>
                        <a:gd name="T37" fmla="*/ 10 h 200"/>
                        <a:gd name="T38" fmla="*/ 139 w 147"/>
                        <a:gd name="T39" fmla="*/ 189 h 2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</a:cxnLst>
                      <a:rect l="0" t="0" r="r" b="b"/>
                      <a:pathLst>
                        <a:path w="147" h="200">
                          <a:moveTo>
                            <a:pt x="137" y="0"/>
                          </a:moveTo>
                          <a:cubicBezTo>
                            <a:pt x="10" y="0"/>
                            <a:pt x="10" y="0"/>
                            <a:pt x="10" y="0"/>
                          </a:cubicBezTo>
                          <a:cubicBezTo>
                            <a:pt x="4" y="0"/>
                            <a:pt x="0" y="5"/>
                            <a:pt x="0" y="10"/>
                          </a:cubicBezTo>
                          <a:cubicBezTo>
                            <a:pt x="0" y="190"/>
                            <a:pt x="0" y="190"/>
                            <a:pt x="0" y="190"/>
                          </a:cubicBezTo>
                          <a:cubicBezTo>
                            <a:pt x="0" y="196"/>
                            <a:pt x="4" y="200"/>
                            <a:pt x="10" y="200"/>
                          </a:cubicBezTo>
                          <a:cubicBezTo>
                            <a:pt x="137" y="200"/>
                            <a:pt x="137" y="200"/>
                            <a:pt x="137" y="200"/>
                          </a:cubicBezTo>
                          <a:cubicBezTo>
                            <a:pt x="138" y="200"/>
                            <a:pt x="139" y="200"/>
                            <a:pt x="140" y="199"/>
                          </a:cubicBezTo>
                          <a:cubicBezTo>
                            <a:pt x="146" y="193"/>
                            <a:pt x="146" y="193"/>
                            <a:pt x="146" y="193"/>
                          </a:cubicBezTo>
                          <a:cubicBezTo>
                            <a:pt x="146" y="192"/>
                            <a:pt x="147" y="191"/>
                            <a:pt x="147" y="190"/>
                          </a:cubicBezTo>
                          <a:cubicBezTo>
                            <a:pt x="147" y="10"/>
                            <a:pt x="147" y="10"/>
                            <a:pt x="147" y="10"/>
                          </a:cubicBezTo>
                          <a:cubicBezTo>
                            <a:pt x="147" y="5"/>
                            <a:pt x="142" y="0"/>
                            <a:pt x="137" y="0"/>
                          </a:cubicBezTo>
                          <a:close/>
                          <a:moveTo>
                            <a:pt x="139" y="189"/>
                          </a:moveTo>
                          <a:cubicBezTo>
                            <a:pt x="135" y="192"/>
                            <a:pt x="135" y="192"/>
                            <a:pt x="135" y="192"/>
                          </a:cubicBezTo>
                          <a:cubicBezTo>
                            <a:pt x="10" y="192"/>
                            <a:pt x="10" y="192"/>
                            <a:pt x="10" y="192"/>
                          </a:cubicBezTo>
                          <a:cubicBezTo>
                            <a:pt x="9" y="192"/>
                            <a:pt x="8" y="191"/>
                            <a:pt x="8" y="190"/>
                          </a:cubicBezTo>
                          <a:cubicBezTo>
                            <a:pt x="8" y="10"/>
                            <a:pt x="8" y="10"/>
                            <a:pt x="8" y="10"/>
                          </a:cubicBezTo>
                          <a:cubicBezTo>
                            <a:pt x="8" y="9"/>
                            <a:pt x="9" y="8"/>
                            <a:pt x="10" y="8"/>
                          </a:cubicBezTo>
                          <a:cubicBezTo>
                            <a:pt x="137" y="8"/>
                            <a:pt x="137" y="8"/>
                            <a:pt x="137" y="8"/>
                          </a:cubicBezTo>
                          <a:cubicBezTo>
                            <a:pt x="138" y="8"/>
                            <a:pt x="139" y="9"/>
                            <a:pt x="139" y="10"/>
                          </a:cubicBezTo>
                          <a:lnTo>
                            <a:pt x="139" y="189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algun Gothic Semilight" panose="020B0503020000020004" pitchFamily="34" charset="-127"/>
                        <a:ea typeface="Malgun Gothic Semilight" panose="020B0503020000020004" pitchFamily="34" charset="-127"/>
                        <a:cs typeface="Arial"/>
                      </a:endParaRPr>
                    </a:p>
                  </p:txBody>
                </p:sp>
                <p:sp>
                  <p:nvSpPr>
                    <p:cNvPr id="498" name="Freeform 231">
                      <a:extLst>
                        <a:ext uri="{FF2B5EF4-FFF2-40B4-BE49-F238E27FC236}">
                          <a16:creationId xmlns:a16="http://schemas.microsoft.com/office/drawing/2014/main" id="{627BB951-0D69-9C59-2C41-6425A164656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4603413" y="-2403476"/>
                      <a:ext cx="315913" cy="30163"/>
                    </a:xfrm>
                    <a:custGeom>
                      <a:avLst/>
                      <a:gdLst>
                        <a:gd name="T0" fmla="*/ 80 w 84"/>
                        <a:gd name="T1" fmla="*/ 0 h 8"/>
                        <a:gd name="T2" fmla="*/ 4 w 84"/>
                        <a:gd name="T3" fmla="*/ 0 h 8"/>
                        <a:gd name="T4" fmla="*/ 0 w 84"/>
                        <a:gd name="T5" fmla="*/ 4 h 8"/>
                        <a:gd name="T6" fmla="*/ 4 w 84"/>
                        <a:gd name="T7" fmla="*/ 8 h 8"/>
                        <a:gd name="T8" fmla="*/ 80 w 84"/>
                        <a:gd name="T9" fmla="*/ 8 h 8"/>
                        <a:gd name="T10" fmla="*/ 84 w 84"/>
                        <a:gd name="T11" fmla="*/ 4 h 8"/>
                        <a:gd name="T12" fmla="*/ 80 w 84"/>
                        <a:gd name="T13" fmla="*/ 0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4" h="8">
                          <a:moveTo>
                            <a:pt x="80" y="0"/>
                          </a:moveTo>
                          <a:cubicBezTo>
                            <a:pt x="4" y="0"/>
                            <a:pt x="4" y="0"/>
                            <a:pt x="4" y="0"/>
                          </a:cubicBezTo>
                          <a:cubicBezTo>
                            <a:pt x="2" y="0"/>
                            <a:pt x="0" y="2"/>
                            <a:pt x="0" y="4"/>
                          </a:cubicBezTo>
                          <a:cubicBezTo>
                            <a:pt x="0" y="6"/>
                            <a:pt x="2" y="8"/>
                            <a:pt x="4" y="8"/>
                          </a:cubicBezTo>
                          <a:cubicBezTo>
                            <a:pt x="80" y="8"/>
                            <a:pt x="80" y="8"/>
                            <a:pt x="80" y="8"/>
                          </a:cubicBezTo>
                          <a:cubicBezTo>
                            <a:pt x="82" y="8"/>
                            <a:pt x="84" y="6"/>
                            <a:pt x="84" y="4"/>
                          </a:cubicBezTo>
                          <a:cubicBezTo>
                            <a:pt x="84" y="2"/>
                            <a:pt x="82" y="0"/>
                            <a:pt x="80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algun Gothic Semilight" panose="020B0503020000020004" pitchFamily="34" charset="-127"/>
                        <a:ea typeface="Malgun Gothic Semilight" panose="020B0503020000020004" pitchFamily="34" charset="-127"/>
                        <a:cs typeface="Arial"/>
                      </a:endParaRPr>
                    </a:p>
                  </p:txBody>
                </p:sp>
              </p:grpSp>
            </p:grpSp>
          </p:grpSp>
        </p:grpSp>
        <p:grpSp>
          <p:nvGrpSpPr>
            <p:cNvPr id="515" name="그룹 514">
              <a:extLst>
                <a:ext uri="{FF2B5EF4-FFF2-40B4-BE49-F238E27FC236}">
                  <a16:creationId xmlns:a16="http://schemas.microsoft.com/office/drawing/2014/main" id="{13C74B33-55D2-EFE3-4120-F7A4032B9898}"/>
                </a:ext>
              </a:extLst>
            </p:cNvPr>
            <p:cNvGrpSpPr/>
            <p:nvPr/>
          </p:nvGrpSpPr>
          <p:grpSpPr>
            <a:xfrm>
              <a:off x="544301" y="3364372"/>
              <a:ext cx="1425310" cy="1692000"/>
              <a:chOff x="-2668136" y="3869793"/>
              <a:chExt cx="1425310" cy="1692000"/>
            </a:xfrm>
          </p:grpSpPr>
          <p:grpSp>
            <p:nvGrpSpPr>
              <p:cNvPr id="516" name="그룹 515">
                <a:extLst>
                  <a:ext uri="{FF2B5EF4-FFF2-40B4-BE49-F238E27FC236}">
                    <a16:creationId xmlns:a16="http://schemas.microsoft.com/office/drawing/2014/main" id="{A72E6B6B-042C-8BE8-7631-616BDCB99B52}"/>
                  </a:ext>
                </a:extLst>
              </p:cNvPr>
              <p:cNvGrpSpPr/>
              <p:nvPr/>
            </p:nvGrpSpPr>
            <p:grpSpPr>
              <a:xfrm>
                <a:off x="-2668136" y="3869793"/>
                <a:ext cx="1425310" cy="1692000"/>
                <a:chOff x="-2281081" y="4146452"/>
                <a:chExt cx="1260000" cy="1692000"/>
              </a:xfrm>
            </p:grpSpPr>
            <p:sp>
              <p:nvSpPr>
                <p:cNvPr id="550" name="모서리가 둥근 직사각형 16">
                  <a:extLst>
                    <a:ext uri="{FF2B5EF4-FFF2-40B4-BE49-F238E27FC236}">
                      <a16:creationId xmlns:a16="http://schemas.microsoft.com/office/drawing/2014/main" id="{20E39326-DC9C-ECB6-4FD9-CF18D9620ADD}"/>
                    </a:ext>
                  </a:extLst>
                </p:cNvPr>
                <p:cNvSpPr/>
                <p:nvPr/>
              </p:nvSpPr>
              <p:spPr bwMode="auto">
                <a:xfrm>
                  <a:off x="-2281081" y="4146452"/>
                  <a:ext cx="1260000" cy="1692000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anchor="ctr"/>
                <a:lstStyle/>
                <a:p>
                  <a:pPr marL="457200" marR="0" lvl="1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ko-KR" sz="160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  <a:sym typeface="KoPub돋움체 Medium"/>
                  </a:endParaRPr>
                </a:p>
              </p:txBody>
            </p:sp>
            <p:sp>
              <p:nvSpPr>
                <p:cNvPr id="551" name="모서리가 둥근 직사각형 16">
                  <a:extLst>
                    <a:ext uri="{FF2B5EF4-FFF2-40B4-BE49-F238E27FC236}">
                      <a16:creationId xmlns:a16="http://schemas.microsoft.com/office/drawing/2014/main" id="{030F5315-A829-6B62-CB3A-9215AEE1DAEE}"/>
                    </a:ext>
                  </a:extLst>
                </p:cNvPr>
                <p:cNvSpPr/>
                <p:nvPr/>
              </p:nvSpPr>
              <p:spPr bwMode="auto">
                <a:xfrm flipH="1">
                  <a:off x="-2281081" y="5478452"/>
                  <a:ext cx="1260000" cy="360000"/>
                </a:xfrm>
                <a:prstGeom prst="rect">
                  <a:avLst/>
                </a:prstGeom>
                <a:solidFill>
                  <a:srgbClr val="C7CED2"/>
                </a:solidFill>
              </p:spPr>
              <p:txBody>
                <a:bodyPr wrap="square" lIns="0" tIns="0" rIns="0" bIns="0" anchor="ctr">
                  <a:noAutofit/>
                </a:bodyPr>
                <a:lstStyle/>
                <a:p>
                  <a:pPr marL="0" marR="0" lvl="1" indent="0" algn="ctr" defTabSz="914400" rtl="0" eaLnBrk="1" fontAlgn="base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700" spc="-30" dirty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Arial"/>
                      <a:sym typeface="KoPub돋움체 Medium"/>
                    </a:rPr>
                    <a:t>Kafka Cluster </a:t>
                  </a:r>
                  <a:r>
                    <a:rPr kumimoji="1" lang="ko-KR" altLang="en-US" sz="700" spc="-30" dirty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Arial"/>
                      <a:sym typeface="KoPub돋움체 Medium"/>
                    </a:rPr>
                    <a:t>구성</a:t>
                  </a:r>
                  <a:endParaRPr kumimoji="1" lang="en-US" altLang="ko-KR" sz="7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  <a:sym typeface="KoPub돋움체 Medium"/>
                  </a:endParaRPr>
                </a:p>
                <a:p>
                  <a:pPr marL="0" marR="0" lvl="1" indent="0" algn="ctr" defTabSz="914400" rtl="0" eaLnBrk="1" fontAlgn="base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700" spc="-30" dirty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Arial"/>
                      <a:sym typeface="KoPub돋움체 Medium"/>
                    </a:rPr>
                    <a:t>(13EA)</a:t>
                  </a:r>
                </a:p>
              </p:txBody>
            </p:sp>
          </p:grpSp>
          <p:grpSp>
            <p:nvGrpSpPr>
              <p:cNvPr id="517" name="그룹 516">
                <a:extLst>
                  <a:ext uri="{FF2B5EF4-FFF2-40B4-BE49-F238E27FC236}">
                    <a16:creationId xmlns:a16="http://schemas.microsoft.com/office/drawing/2014/main" id="{8391F7C2-86C3-65E6-41D4-51CAF8845C8C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-2596021" y="4051888"/>
                <a:ext cx="331998" cy="456614"/>
                <a:chOff x="11921385" y="4267725"/>
                <a:chExt cx="916126" cy="1260000"/>
              </a:xfrm>
            </p:grpSpPr>
            <p:sp>
              <p:nvSpPr>
                <p:cNvPr id="546" name="사각형: 둥근 모서리 234">
                  <a:extLst>
                    <a:ext uri="{FF2B5EF4-FFF2-40B4-BE49-F238E27FC236}">
                      <a16:creationId xmlns:a16="http://schemas.microsoft.com/office/drawing/2014/main" id="{4FE2E8E9-C40E-B84A-A142-C0EF1600089A}"/>
                    </a:ext>
                  </a:extLst>
                </p:cNvPr>
                <p:cNvSpPr/>
                <p:nvPr/>
              </p:nvSpPr>
              <p:spPr>
                <a:xfrm>
                  <a:off x="11923596" y="4271687"/>
                  <a:ext cx="911716" cy="1252078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u="none" strike="noStrike" kern="1200" cap="none" spc="-3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endParaRPr>
                </a:p>
              </p:txBody>
            </p:sp>
            <p:grpSp>
              <p:nvGrpSpPr>
                <p:cNvPr id="547" name="그룹 546">
                  <a:extLst>
                    <a:ext uri="{FF2B5EF4-FFF2-40B4-BE49-F238E27FC236}">
                      <a16:creationId xmlns:a16="http://schemas.microsoft.com/office/drawing/2014/main" id="{7E15C361-2549-1E87-B7EB-5732F7D107D5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548" name="Freeform 230">
                    <a:extLst>
                      <a:ext uri="{FF2B5EF4-FFF2-40B4-BE49-F238E27FC236}">
                        <a16:creationId xmlns:a16="http://schemas.microsoft.com/office/drawing/2014/main" id="{DF96BF3C-DB6D-6FC3-5D9F-CBA9FCCC98C2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Arial"/>
                    </a:endParaRPr>
                  </a:p>
                </p:txBody>
              </p:sp>
              <p:sp>
                <p:nvSpPr>
                  <p:cNvPr id="549" name="Freeform 231">
                    <a:extLst>
                      <a:ext uri="{FF2B5EF4-FFF2-40B4-BE49-F238E27FC236}">
                        <a16:creationId xmlns:a16="http://schemas.microsoft.com/office/drawing/2014/main" id="{9D9032E7-4520-5679-4E94-70D194809A1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Arial"/>
                    </a:endParaRPr>
                  </a:p>
                </p:txBody>
              </p:sp>
            </p:grpSp>
          </p:grpSp>
          <p:grpSp>
            <p:nvGrpSpPr>
              <p:cNvPr id="518" name="그룹 517">
                <a:extLst>
                  <a:ext uri="{FF2B5EF4-FFF2-40B4-BE49-F238E27FC236}">
                    <a16:creationId xmlns:a16="http://schemas.microsoft.com/office/drawing/2014/main" id="{A5814247-B33A-0936-9250-4E8DBA6B3F07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-2204544" y="4051888"/>
                <a:ext cx="331998" cy="456614"/>
                <a:chOff x="11921385" y="4267725"/>
                <a:chExt cx="916126" cy="1260000"/>
              </a:xfrm>
            </p:grpSpPr>
            <p:sp>
              <p:nvSpPr>
                <p:cNvPr id="542" name="사각형: 둥근 모서리 230">
                  <a:extLst>
                    <a:ext uri="{FF2B5EF4-FFF2-40B4-BE49-F238E27FC236}">
                      <a16:creationId xmlns:a16="http://schemas.microsoft.com/office/drawing/2014/main" id="{7F0A12CA-6865-7F96-E7D5-CF0CCE1EDF4D}"/>
                    </a:ext>
                  </a:extLst>
                </p:cNvPr>
                <p:cNvSpPr/>
                <p:nvPr/>
              </p:nvSpPr>
              <p:spPr>
                <a:xfrm>
                  <a:off x="11923596" y="4271687"/>
                  <a:ext cx="911716" cy="1252078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u="none" strike="noStrike" kern="1200" cap="none" spc="-3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endParaRPr>
                </a:p>
              </p:txBody>
            </p:sp>
            <p:grpSp>
              <p:nvGrpSpPr>
                <p:cNvPr id="543" name="그룹 542">
                  <a:extLst>
                    <a:ext uri="{FF2B5EF4-FFF2-40B4-BE49-F238E27FC236}">
                      <a16:creationId xmlns:a16="http://schemas.microsoft.com/office/drawing/2014/main" id="{E3D30365-FC6A-BCA6-F6FD-42408749E455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544" name="Freeform 230">
                    <a:extLst>
                      <a:ext uri="{FF2B5EF4-FFF2-40B4-BE49-F238E27FC236}">
                        <a16:creationId xmlns:a16="http://schemas.microsoft.com/office/drawing/2014/main" id="{11520328-5597-0F20-0C30-B3866D153FA5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Arial"/>
                    </a:endParaRPr>
                  </a:p>
                </p:txBody>
              </p:sp>
              <p:sp>
                <p:nvSpPr>
                  <p:cNvPr id="545" name="Freeform 231">
                    <a:extLst>
                      <a:ext uri="{FF2B5EF4-FFF2-40B4-BE49-F238E27FC236}">
                        <a16:creationId xmlns:a16="http://schemas.microsoft.com/office/drawing/2014/main" id="{165E175C-D812-7DE3-36A0-7D924CBD0C2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Arial"/>
                    </a:endParaRPr>
                  </a:p>
                </p:txBody>
              </p:sp>
            </p:grpSp>
          </p:grpSp>
          <p:grpSp>
            <p:nvGrpSpPr>
              <p:cNvPr id="519" name="그룹 518">
                <a:extLst>
                  <a:ext uri="{FF2B5EF4-FFF2-40B4-BE49-F238E27FC236}">
                    <a16:creationId xmlns:a16="http://schemas.microsoft.com/office/drawing/2014/main" id="{6D9EED3A-1F85-ED12-383F-C46727BDD136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-1729580" y="4051889"/>
                <a:ext cx="393412" cy="456614"/>
                <a:chOff x="11751920" y="4267727"/>
                <a:chExt cx="1085595" cy="1260000"/>
              </a:xfrm>
            </p:grpSpPr>
            <p:sp>
              <p:nvSpPr>
                <p:cNvPr id="538" name="사각형: 둥근 모서리 226">
                  <a:extLst>
                    <a:ext uri="{FF2B5EF4-FFF2-40B4-BE49-F238E27FC236}">
                      <a16:creationId xmlns:a16="http://schemas.microsoft.com/office/drawing/2014/main" id="{32C82671-6DC5-4758-A98A-65B45F0E4049}"/>
                    </a:ext>
                  </a:extLst>
                </p:cNvPr>
                <p:cNvSpPr/>
                <p:nvPr/>
              </p:nvSpPr>
              <p:spPr>
                <a:xfrm>
                  <a:off x="11751920" y="4271687"/>
                  <a:ext cx="911715" cy="1252078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u="none" strike="noStrike" kern="120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endParaRPr>
                </a:p>
              </p:txBody>
            </p:sp>
            <p:grpSp>
              <p:nvGrpSpPr>
                <p:cNvPr id="539" name="그룹 538">
                  <a:extLst>
                    <a:ext uri="{FF2B5EF4-FFF2-40B4-BE49-F238E27FC236}">
                      <a16:creationId xmlns:a16="http://schemas.microsoft.com/office/drawing/2014/main" id="{520A1AEF-4A8F-4A9C-117D-C9FD18130B3E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540" name="Freeform 230">
                    <a:extLst>
                      <a:ext uri="{FF2B5EF4-FFF2-40B4-BE49-F238E27FC236}">
                        <a16:creationId xmlns:a16="http://schemas.microsoft.com/office/drawing/2014/main" id="{167A4993-6AD6-23EF-1DFE-59901A29DD65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Arial"/>
                    </a:endParaRPr>
                  </a:p>
                </p:txBody>
              </p:sp>
              <p:sp>
                <p:nvSpPr>
                  <p:cNvPr id="541" name="Freeform 231">
                    <a:extLst>
                      <a:ext uri="{FF2B5EF4-FFF2-40B4-BE49-F238E27FC236}">
                        <a16:creationId xmlns:a16="http://schemas.microsoft.com/office/drawing/2014/main" id="{44E0C67F-F924-1B18-8D13-4FF2B06E4F0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Arial"/>
                    </a:endParaRPr>
                  </a:p>
                </p:txBody>
              </p:sp>
            </p:grpSp>
          </p:grpSp>
          <p:grpSp>
            <p:nvGrpSpPr>
              <p:cNvPr id="520" name="그룹 519">
                <a:extLst>
                  <a:ext uri="{FF2B5EF4-FFF2-40B4-BE49-F238E27FC236}">
                    <a16:creationId xmlns:a16="http://schemas.microsoft.com/office/drawing/2014/main" id="{4B8869F0-2EE1-F571-9A58-62CC166EEDAB}"/>
                  </a:ext>
                </a:extLst>
              </p:cNvPr>
              <p:cNvGrpSpPr/>
              <p:nvPr/>
            </p:nvGrpSpPr>
            <p:grpSpPr>
              <a:xfrm>
                <a:off x="-2596021" y="4618204"/>
                <a:ext cx="723475" cy="456614"/>
                <a:chOff x="-1249711" y="5207925"/>
                <a:chExt cx="723475" cy="456614"/>
              </a:xfrm>
            </p:grpSpPr>
            <p:grpSp>
              <p:nvGrpSpPr>
                <p:cNvPr id="528" name="그룹 527">
                  <a:extLst>
                    <a:ext uri="{FF2B5EF4-FFF2-40B4-BE49-F238E27FC236}">
                      <a16:creationId xmlns:a16="http://schemas.microsoft.com/office/drawing/2014/main" id="{722291F4-4BE9-2CBE-89C1-6FC028CEFD39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-1249711" y="5207925"/>
                  <a:ext cx="331998" cy="456614"/>
                  <a:chOff x="11921385" y="4267725"/>
                  <a:chExt cx="916126" cy="1260000"/>
                </a:xfrm>
              </p:grpSpPr>
              <p:sp>
                <p:nvSpPr>
                  <p:cNvPr id="534" name="사각형: 둥근 모서리 288">
                    <a:extLst>
                      <a:ext uri="{FF2B5EF4-FFF2-40B4-BE49-F238E27FC236}">
                        <a16:creationId xmlns:a16="http://schemas.microsoft.com/office/drawing/2014/main" id="{E77AFC36-B62A-D977-F6F6-267789885635}"/>
                      </a:ext>
                    </a:extLst>
                  </p:cNvPr>
                  <p:cNvSpPr/>
                  <p:nvPr/>
                </p:nvSpPr>
                <p:spPr>
                  <a:xfrm>
                    <a:off x="11923596" y="4271687"/>
                    <a:ext cx="911716" cy="1252078"/>
                  </a:xfrm>
                  <a:prstGeom prst="roundRect">
                    <a:avLst>
                      <a:gd name="adj" fmla="val 7097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-3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Arial"/>
                    </a:endParaRPr>
                  </a:p>
                </p:txBody>
              </p:sp>
              <p:grpSp>
                <p:nvGrpSpPr>
                  <p:cNvPr id="535" name="그룹 534">
                    <a:extLst>
                      <a:ext uri="{FF2B5EF4-FFF2-40B4-BE49-F238E27FC236}">
                        <a16:creationId xmlns:a16="http://schemas.microsoft.com/office/drawing/2014/main" id="{496D83D2-53EF-EE33-0C90-C60DECDA4687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11921389" y="4267727"/>
                    <a:ext cx="916126" cy="1260000"/>
                    <a:chOff x="14485938" y="-2571751"/>
                    <a:chExt cx="554038" cy="762000"/>
                  </a:xfrm>
                  <a:solidFill>
                    <a:srgbClr val="262626"/>
                  </a:solidFill>
                </p:grpSpPr>
                <p:sp>
                  <p:nvSpPr>
                    <p:cNvPr id="536" name="Freeform 230">
                      <a:extLst>
                        <a:ext uri="{FF2B5EF4-FFF2-40B4-BE49-F238E27FC236}">
                          <a16:creationId xmlns:a16="http://schemas.microsoft.com/office/drawing/2014/main" id="{EDFA6BD2-079F-1655-086F-78C89D5BB6E2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4485938" y="-2571751"/>
                      <a:ext cx="554038" cy="762000"/>
                    </a:xfrm>
                    <a:custGeom>
                      <a:avLst/>
                      <a:gdLst>
                        <a:gd name="T0" fmla="*/ 137 w 147"/>
                        <a:gd name="T1" fmla="*/ 0 h 200"/>
                        <a:gd name="T2" fmla="*/ 10 w 147"/>
                        <a:gd name="T3" fmla="*/ 0 h 200"/>
                        <a:gd name="T4" fmla="*/ 0 w 147"/>
                        <a:gd name="T5" fmla="*/ 10 h 200"/>
                        <a:gd name="T6" fmla="*/ 0 w 147"/>
                        <a:gd name="T7" fmla="*/ 190 h 200"/>
                        <a:gd name="T8" fmla="*/ 10 w 147"/>
                        <a:gd name="T9" fmla="*/ 200 h 200"/>
                        <a:gd name="T10" fmla="*/ 137 w 147"/>
                        <a:gd name="T11" fmla="*/ 200 h 200"/>
                        <a:gd name="T12" fmla="*/ 140 w 147"/>
                        <a:gd name="T13" fmla="*/ 199 h 200"/>
                        <a:gd name="T14" fmla="*/ 146 w 147"/>
                        <a:gd name="T15" fmla="*/ 193 h 200"/>
                        <a:gd name="T16" fmla="*/ 147 w 147"/>
                        <a:gd name="T17" fmla="*/ 190 h 200"/>
                        <a:gd name="T18" fmla="*/ 147 w 147"/>
                        <a:gd name="T19" fmla="*/ 10 h 200"/>
                        <a:gd name="T20" fmla="*/ 137 w 147"/>
                        <a:gd name="T21" fmla="*/ 0 h 200"/>
                        <a:gd name="T22" fmla="*/ 139 w 147"/>
                        <a:gd name="T23" fmla="*/ 189 h 200"/>
                        <a:gd name="T24" fmla="*/ 135 w 147"/>
                        <a:gd name="T25" fmla="*/ 192 h 200"/>
                        <a:gd name="T26" fmla="*/ 10 w 147"/>
                        <a:gd name="T27" fmla="*/ 192 h 200"/>
                        <a:gd name="T28" fmla="*/ 8 w 147"/>
                        <a:gd name="T29" fmla="*/ 190 h 200"/>
                        <a:gd name="T30" fmla="*/ 8 w 147"/>
                        <a:gd name="T31" fmla="*/ 10 h 200"/>
                        <a:gd name="T32" fmla="*/ 10 w 147"/>
                        <a:gd name="T33" fmla="*/ 8 h 200"/>
                        <a:gd name="T34" fmla="*/ 137 w 147"/>
                        <a:gd name="T35" fmla="*/ 8 h 200"/>
                        <a:gd name="T36" fmla="*/ 139 w 147"/>
                        <a:gd name="T37" fmla="*/ 10 h 200"/>
                        <a:gd name="T38" fmla="*/ 139 w 147"/>
                        <a:gd name="T39" fmla="*/ 189 h 2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</a:cxnLst>
                      <a:rect l="0" t="0" r="r" b="b"/>
                      <a:pathLst>
                        <a:path w="147" h="200">
                          <a:moveTo>
                            <a:pt x="137" y="0"/>
                          </a:moveTo>
                          <a:cubicBezTo>
                            <a:pt x="10" y="0"/>
                            <a:pt x="10" y="0"/>
                            <a:pt x="10" y="0"/>
                          </a:cubicBezTo>
                          <a:cubicBezTo>
                            <a:pt x="4" y="0"/>
                            <a:pt x="0" y="5"/>
                            <a:pt x="0" y="10"/>
                          </a:cubicBezTo>
                          <a:cubicBezTo>
                            <a:pt x="0" y="190"/>
                            <a:pt x="0" y="190"/>
                            <a:pt x="0" y="190"/>
                          </a:cubicBezTo>
                          <a:cubicBezTo>
                            <a:pt x="0" y="196"/>
                            <a:pt x="4" y="200"/>
                            <a:pt x="10" y="200"/>
                          </a:cubicBezTo>
                          <a:cubicBezTo>
                            <a:pt x="137" y="200"/>
                            <a:pt x="137" y="200"/>
                            <a:pt x="137" y="200"/>
                          </a:cubicBezTo>
                          <a:cubicBezTo>
                            <a:pt x="138" y="200"/>
                            <a:pt x="139" y="200"/>
                            <a:pt x="140" y="199"/>
                          </a:cubicBezTo>
                          <a:cubicBezTo>
                            <a:pt x="146" y="193"/>
                            <a:pt x="146" y="193"/>
                            <a:pt x="146" y="193"/>
                          </a:cubicBezTo>
                          <a:cubicBezTo>
                            <a:pt x="146" y="192"/>
                            <a:pt x="147" y="191"/>
                            <a:pt x="147" y="190"/>
                          </a:cubicBezTo>
                          <a:cubicBezTo>
                            <a:pt x="147" y="10"/>
                            <a:pt x="147" y="10"/>
                            <a:pt x="147" y="10"/>
                          </a:cubicBezTo>
                          <a:cubicBezTo>
                            <a:pt x="147" y="5"/>
                            <a:pt x="142" y="0"/>
                            <a:pt x="137" y="0"/>
                          </a:cubicBezTo>
                          <a:close/>
                          <a:moveTo>
                            <a:pt x="139" y="189"/>
                          </a:moveTo>
                          <a:cubicBezTo>
                            <a:pt x="135" y="192"/>
                            <a:pt x="135" y="192"/>
                            <a:pt x="135" y="192"/>
                          </a:cubicBezTo>
                          <a:cubicBezTo>
                            <a:pt x="10" y="192"/>
                            <a:pt x="10" y="192"/>
                            <a:pt x="10" y="192"/>
                          </a:cubicBezTo>
                          <a:cubicBezTo>
                            <a:pt x="9" y="192"/>
                            <a:pt x="8" y="191"/>
                            <a:pt x="8" y="190"/>
                          </a:cubicBezTo>
                          <a:cubicBezTo>
                            <a:pt x="8" y="10"/>
                            <a:pt x="8" y="10"/>
                            <a:pt x="8" y="10"/>
                          </a:cubicBezTo>
                          <a:cubicBezTo>
                            <a:pt x="8" y="9"/>
                            <a:pt x="9" y="8"/>
                            <a:pt x="10" y="8"/>
                          </a:cubicBezTo>
                          <a:cubicBezTo>
                            <a:pt x="137" y="8"/>
                            <a:pt x="137" y="8"/>
                            <a:pt x="137" y="8"/>
                          </a:cubicBezTo>
                          <a:cubicBezTo>
                            <a:pt x="138" y="8"/>
                            <a:pt x="139" y="9"/>
                            <a:pt x="139" y="10"/>
                          </a:cubicBezTo>
                          <a:lnTo>
                            <a:pt x="139" y="189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algun Gothic Semilight" panose="020B0503020000020004" pitchFamily="34" charset="-127"/>
                        <a:ea typeface="Malgun Gothic Semilight" panose="020B0503020000020004" pitchFamily="34" charset="-127"/>
                        <a:cs typeface="Arial"/>
                      </a:endParaRPr>
                    </a:p>
                  </p:txBody>
                </p:sp>
                <p:sp>
                  <p:nvSpPr>
                    <p:cNvPr id="537" name="Freeform 231">
                      <a:extLst>
                        <a:ext uri="{FF2B5EF4-FFF2-40B4-BE49-F238E27FC236}">
                          <a16:creationId xmlns:a16="http://schemas.microsoft.com/office/drawing/2014/main" id="{A0438F29-D241-2CB9-168C-CE66615D595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4603413" y="-2403476"/>
                      <a:ext cx="315913" cy="30163"/>
                    </a:xfrm>
                    <a:custGeom>
                      <a:avLst/>
                      <a:gdLst>
                        <a:gd name="T0" fmla="*/ 80 w 84"/>
                        <a:gd name="T1" fmla="*/ 0 h 8"/>
                        <a:gd name="T2" fmla="*/ 4 w 84"/>
                        <a:gd name="T3" fmla="*/ 0 h 8"/>
                        <a:gd name="T4" fmla="*/ 0 w 84"/>
                        <a:gd name="T5" fmla="*/ 4 h 8"/>
                        <a:gd name="T6" fmla="*/ 4 w 84"/>
                        <a:gd name="T7" fmla="*/ 8 h 8"/>
                        <a:gd name="T8" fmla="*/ 80 w 84"/>
                        <a:gd name="T9" fmla="*/ 8 h 8"/>
                        <a:gd name="T10" fmla="*/ 84 w 84"/>
                        <a:gd name="T11" fmla="*/ 4 h 8"/>
                        <a:gd name="T12" fmla="*/ 80 w 84"/>
                        <a:gd name="T13" fmla="*/ 0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4" h="8">
                          <a:moveTo>
                            <a:pt x="80" y="0"/>
                          </a:moveTo>
                          <a:cubicBezTo>
                            <a:pt x="4" y="0"/>
                            <a:pt x="4" y="0"/>
                            <a:pt x="4" y="0"/>
                          </a:cubicBezTo>
                          <a:cubicBezTo>
                            <a:pt x="2" y="0"/>
                            <a:pt x="0" y="2"/>
                            <a:pt x="0" y="4"/>
                          </a:cubicBezTo>
                          <a:cubicBezTo>
                            <a:pt x="0" y="6"/>
                            <a:pt x="2" y="8"/>
                            <a:pt x="4" y="8"/>
                          </a:cubicBezTo>
                          <a:cubicBezTo>
                            <a:pt x="80" y="8"/>
                            <a:pt x="80" y="8"/>
                            <a:pt x="80" y="8"/>
                          </a:cubicBezTo>
                          <a:cubicBezTo>
                            <a:pt x="82" y="8"/>
                            <a:pt x="84" y="6"/>
                            <a:pt x="84" y="4"/>
                          </a:cubicBezTo>
                          <a:cubicBezTo>
                            <a:pt x="84" y="2"/>
                            <a:pt x="82" y="0"/>
                            <a:pt x="80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algun Gothic Semilight" panose="020B0503020000020004" pitchFamily="34" charset="-127"/>
                        <a:ea typeface="Malgun Gothic Semilight" panose="020B0503020000020004" pitchFamily="34" charset="-127"/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529" name="그룹 528">
                  <a:extLst>
                    <a:ext uri="{FF2B5EF4-FFF2-40B4-BE49-F238E27FC236}">
                      <a16:creationId xmlns:a16="http://schemas.microsoft.com/office/drawing/2014/main" id="{08E8F6EA-6F34-8F43-214E-D5EA204244E8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-858234" y="5207925"/>
                  <a:ext cx="331998" cy="456614"/>
                  <a:chOff x="11921385" y="4267725"/>
                  <a:chExt cx="916126" cy="1260000"/>
                </a:xfrm>
              </p:grpSpPr>
              <p:sp>
                <p:nvSpPr>
                  <p:cNvPr id="530" name="사각형: 둥근 모서리 284">
                    <a:extLst>
                      <a:ext uri="{FF2B5EF4-FFF2-40B4-BE49-F238E27FC236}">
                        <a16:creationId xmlns:a16="http://schemas.microsoft.com/office/drawing/2014/main" id="{D7F30BEB-853B-AF84-060D-28903717451E}"/>
                      </a:ext>
                    </a:extLst>
                  </p:cNvPr>
                  <p:cNvSpPr/>
                  <p:nvPr/>
                </p:nvSpPr>
                <p:spPr>
                  <a:xfrm>
                    <a:off x="11923596" y="4271687"/>
                    <a:ext cx="911716" cy="1252078"/>
                  </a:xfrm>
                  <a:prstGeom prst="roundRect">
                    <a:avLst>
                      <a:gd name="adj" fmla="val 7097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-3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Arial"/>
                    </a:endParaRPr>
                  </a:p>
                </p:txBody>
              </p:sp>
              <p:grpSp>
                <p:nvGrpSpPr>
                  <p:cNvPr id="531" name="그룹 530">
                    <a:extLst>
                      <a:ext uri="{FF2B5EF4-FFF2-40B4-BE49-F238E27FC236}">
                        <a16:creationId xmlns:a16="http://schemas.microsoft.com/office/drawing/2014/main" id="{0F842CBA-1AEE-2B9B-5E9D-552008CD9F04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11921389" y="4267727"/>
                    <a:ext cx="916126" cy="1260000"/>
                    <a:chOff x="14485938" y="-2571751"/>
                    <a:chExt cx="554038" cy="762000"/>
                  </a:xfrm>
                  <a:solidFill>
                    <a:srgbClr val="262626"/>
                  </a:solidFill>
                </p:grpSpPr>
                <p:sp>
                  <p:nvSpPr>
                    <p:cNvPr id="532" name="Freeform 230">
                      <a:extLst>
                        <a:ext uri="{FF2B5EF4-FFF2-40B4-BE49-F238E27FC236}">
                          <a16:creationId xmlns:a16="http://schemas.microsoft.com/office/drawing/2014/main" id="{C3B10D0A-4DF2-D586-23EC-566F4850E484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4485938" y="-2571751"/>
                      <a:ext cx="554038" cy="762000"/>
                    </a:xfrm>
                    <a:custGeom>
                      <a:avLst/>
                      <a:gdLst>
                        <a:gd name="T0" fmla="*/ 137 w 147"/>
                        <a:gd name="T1" fmla="*/ 0 h 200"/>
                        <a:gd name="T2" fmla="*/ 10 w 147"/>
                        <a:gd name="T3" fmla="*/ 0 h 200"/>
                        <a:gd name="T4" fmla="*/ 0 w 147"/>
                        <a:gd name="T5" fmla="*/ 10 h 200"/>
                        <a:gd name="T6" fmla="*/ 0 w 147"/>
                        <a:gd name="T7" fmla="*/ 190 h 200"/>
                        <a:gd name="T8" fmla="*/ 10 w 147"/>
                        <a:gd name="T9" fmla="*/ 200 h 200"/>
                        <a:gd name="T10" fmla="*/ 137 w 147"/>
                        <a:gd name="T11" fmla="*/ 200 h 200"/>
                        <a:gd name="T12" fmla="*/ 140 w 147"/>
                        <a:gd name="T13" fmla="*/ 199 h 200"/>
                        <a:gd name="T14" fmla="*/ 146 w 147"/>
                        <a:gd name="T15" fmla="*/ 193 h 200"/>
                        <a:gd name="T16" fmla="*/ 147 w 147"/>
                        <a:gd name="T17" fmla="*/ 190 h 200"/>
                        <a:gd name="T18" fmla="*/ 147 w 147"/>
                        <a:gd name="T19" fmla="*/ 10 h 200"/>
                        <a:gd name="T20" fmla="*/ 137 w 147"/>
                        <a:gd name="T21" fmla="*/ 0 h 200"/>
                        <a:gd name="T22" fmla="*/ 139 w 147"/>
                        <a:gd name="T23" fmla="*/ 189 h 200"/>
                        <a:gd name="T24" fmla="*/ 135 w 147"/>
                        <a:gd name="T25" fmla="*/ 192 h 200"/>
                        <a:gd name="T26" fmla="*/ 10 w 147"/>
                        <a:gd name="T27" fmla="*/ 192 h 200"/>
                        <a:gd name="T28" fmla="*/ 8 w 147"/>
                        <a:gd name="T29" fmla="*/ 190 h 200"/>
                        <a:gd name="T30" fmla="*/ 8 w 147"/>
                        <a:gd name="T31" fmla="*/ 10 h 200"/>
                        <a:gd name="T32" fmla="*/ 10 w 147"/>
                        <a:gd name="T33" fmla="*/ 8 h 200"/>
                        <a:gd name="T34" fmla="*/ 137 w 147"/>
                        <a:gd name="T35" fmla="*/ 8 h 200"/>
                        <a:gd name="T36" fmla="*/ 139 w 147"/>
                        <a:gd name="T37" fmla="*/ 10 h 200"/>
                        <a:gd name="T38" fmla="*/ 139 w 147"/>
                        <a:gd name="T39" fmla="*/ 189 h 2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</a:cxnLst>
                      <a:rect l="0" t="0" r="r" b="b"/>
                      <a:pathLst>
                        <a:path w="147" h="200">
                          <a:moveTo>
                            <a:pt x="137" y="0"/>
                          </a:moveTo>
                          <a:cubicBezTo>
                            <a:pt x="10" y="0"/>
                            <a:pt x="10" y="0"/>
                            <a:pt x="10" y="0"/>
                          </a:cubicBezTo>
                          <a:cubicBezTo>
                            <a:pt x="4" y="0"/>
                            <a:pt x="0" y="5"/>
                            <a:pt x="0" y="10"/>
                          </a:cubicBezTo>
                          <a:cubicBezTo>
                            <a:pt x="0" y="190"/>
                            <a:pt x="0" y="190"/>
                            <a:pt x="0" y="190"/>
                          </a:cubicBezTo>
                          <a:cubicBezTo>
                            <a:pt x="0" y="196"/>
                            <a:pt x="4" y="200"/>
                            <a:pt x="10" y="200"/>
                          </a:cubicBezTo>
                          <a:cubicBezTo>
                            <a:pt x="137" y="200"/>
                            <a:pt x="137" y="200"/>
                            <a:pt x="137" y="200"/>
                          </a:cubicBezTo>
                          <a:cubicBezTo>
                            <a:pt x="138" y="200"/>
                            <a:pt x="139" y="200"/>
                            <a:pt x="140" y="199"/>
                          </a:cubicBezTo>
                          <a:cubicBezTo>
                            <a:pt x="146" y="193"/>
                            <a:pt x="146" y="193"/>
                            <a:pt x="146" y="193"/>
                          </a:cubicBezTo>
                          <a:cubicBezTo>
                            <a:pt x="146" y="192"/>
                            <a:pt x="147" y="191"/>
                            <a:pt x="147" y="190"/>
                          </a:cubicBezTo>
                          <a:cubicBezTo>
                            <a:pt x="147" y="10"/>
                            <a:pt x="147" y="10"/>
                            <a:pt x="147" y="10"/>
                          </a:cubicBezTo>
                          <a:cubicBezTo>
                            <a:pt x="147" y="5"/>
                            <a:pt x="142" y="0"/>
                            <a:pt x="137" y="0"/>
                          </a:cubicBezTo>
                          <a:close/>
                          <a:moveTo>
                            <a:pt x="139" y="189"/>
                          </a:moveTo>
                          <a:cubicBezTo>
                            <a:pt x="135" y="192"/>
                            <a:pt x="135" y="192"/>
                            <a:pt x="135" y="192"/>
                          </a:cubicBezTo>
                          <a:cubicBezTo>
                            <a:pt x="10" y="192"/>
                            <a:pt x="10" y="192"/>
                            <a:pt x="10" y="192"/>
                          </a:cubicBezTo>
                          <a:cubicBezTo>
                            <a:pt x="9" y="192"/>
                            <a:pt x="8" y="191"/>
                            <a:pt x="8" y="190"/>
                          </a:cubicBezTo>
                          <a:cubicBezTo>
                            <a:pt x="8" y="10"/>
                            <a:pt x="8" y="10"/>
                            <a:pt x="8" y="10"/>
                          </a:cubicBezTo>
                          <a:cubicBezTo>
                            <a:pt x="8" y="9"/>
                            <a:pt x="9" y="8"/>
                            <a:pt x="10" y="8"/>
                          </a:cubicBezTo>
                          <a:cubicBezTo>
                            <a:pt x="137" y="8"/>
                            <a:pt x="137" y="8"/>
                            <a:pt x="137" y="8"/>
                          </a:cubicBezTo>
                          <a:cubicBezTo>
                            <a:pt x="138" y="8"/>
                            <a:pt x="139" y="9"/>
                            <a:pt x="139" y="10"/>
                          </a:cubicBezTo>
                          <a:lnTo>
                            <a:pt x="139" y="189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algun Gothic Semilight" panose="020B0503020000020004" pitchFamily="34" charset="-127"/>
                        <a:ea typeface="Malgun Gothic Semilight" panose="020B0503020000020004" pitchFamily="34" charset="-127"/>
                        <a:cs typeface="Arial"/>
                      </a:endParaRPr>
                    </a:p>
                  </p:txBody>
                </p:sp>
                <p:sp>
                  <p:nvSpPr>
                    <p:cNvPr id="533" name="Freeform 231">
                      <a:extLst>
                        <a:ext uri="{FF2B5EF4-FFF2-40B4-BE49-F238E27FC236}">
                          <a16:creationId xmlns:a16="http://schemas.microsoft.com/office/drawing/2014/main" id="{E43A6E1D-3ED1-CB4F-4E20-5D5C170449D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4603413" y="-2403476"/>
                      <a:ext cx="315913" cy="30163"/>
                    </a:xfrm>
                    <a:custGeom>
                      <a:avLst/>
                      <a:gdLst>
                        <a:gd name="T0" fmla="*/ 80 w 84"/>
                        <a:gd name="T1" fmla="*/ 0 h 8"/>
                        <a:gd name="T2" fmla="*/ 4 w 84"/>
                        <a:gd name="T3" fmla="*/ 0 h 8"/>
                        <a:gd name="T4" fmla="*/ 0 w 84"/>
                        <a:gd name="T5" fmla="*/ 4 h 8"/>
                        <a:gd name="T6" fmla="*/ 4 w 84"/>
                        <a:gd name="T7" fmla="*/ 8 h 8"/>
                        <a:gd name="T8" fmla="*/ 80 w 84"/>
                        <a:gd name="T9" fmla="*/ 8 h 8"/>
                        <a:gd name="T10" fmla="*/ 84 w 84"/>
                        <a:gd name="T11" fmla="*/ 4 h 8"/>
                        <a:gd name="T12" fmla="*/ 80 w 84"/>
                        <a:gd name="T13" fmla="*/ 0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4" h="8">
                          <a:moveTo>
                            <a:pt x="80" y="0"/>
                          </a:moveTo>
                          <a:cubicBezTo>
                            <a:pt x="4" y="0"/>
                            <a:pt x="4" y="0"/>
                            <a:pt x="4" y="0"/>
                          </a:cubicBezTo>
                          <a:cubicBezTo>
                            <a:pt x="2" y="0"/>
                            <a:pt x="0" y="2"/>
                            <a:pt x="0" y="4"/>
                          </a:cubicBezTo>
                          <a:cubicBezTo>
                            <a:pt x="0" y="6"/>
                            <a:pt x="2" y="8"/>
                            <a:pt x="4" y="8"/>
                          </a:cubicBezTo>
                          <a:cubicBezTo>
                            <a:pt x="80" y="8"/>
                            <a:pt x="80" y="8"/>
                            <a:pt x="80" y="8"/>
                          </a:cubicBezTo>
                          <a:cubicBezTo>
                            <a:pt x="82" y="8"/>
                            <a:pt x="84" y="6"/>
                            <a:pt x="84" y="4"/>
                          </a:cubicBezTo>
                          <a:cubicBezTo>
                            <a:pt x="84" y="2"/>
                            <a:pt x="82" y="0"/>
                            <a:pt x="80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algun Gothic Semilight" panose="020B0503020000020004" pitchFamily="34" charset="-127"/>
                        <a:ea typeface="Malgun Gothic Semilight" panose="020B0503020000020004" pitchFamily="34" charset="-127"/>
                        <a:cs typeface="Arial"/>
                      </a:endParaRPr>
                    </a:p>
                  </p:txBody>
                </p:sp>
              </p:grpSp>
            </p:grpSp>
          </p:grpSp>
          <p:sp>
            <p:nvSpPr>
              <p:cNvPr id="521" name="직사각형 520">
                <a:extLst>
                  <a:ext uri="{FF2B5EF4-FFF2-40B4-BE49-F238E27FC236}">
                    <a16:creationId xmlns:a16="http://schemas.microsoft.com/office/drawing/2014/main" id="{E32B827E-27AB-E0B9-BBB4-8E3C6BA44678}"/>
                  </a:ext>
                </a:extLst>
              </p:cNvPr>
              <p:cNvSpPr/>
              <p:nvPr/>
            </p:nvSpPr>
            <p:spPr>
              <a:xfrm>
                <a:off x="-1829069" y="4183706"/>
                <a:ext cx="111721" cy="202109"/>
              </a:xfrm>
              <a:prstGeom prst="rect">
                <a:avLst/>
              </a:prstGeom>
              <a:noFill/>
              <a:ln w="254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1" indent="0" algn="ctr" defTabSz="147490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prstClr val="black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0" lang="en-US" altLang="ko-KR" sz="1050" u="none" strike="noStrike" kern="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…</a:t>
                </a:r>
                <a:endParaRPr kumimoji="0" lang="ko-KR" altLang="en-US" sz="105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endParaRPr>
              </a:p>
            </p:txBody>
          </p:sp>
          <p:grpSp>
            <p:nvGrpSpPr>
              <p:cNvPr id="522" name="그룹 521">
                <a:extLst>
                  <a:ext uri="{FF2B5EF4-FFF2-40B4-BE49-F238E27FC236}">
                    <a16:creationId xmlns:a16="http://schemas.microsoft.com/office/drawing/2014/main" id="{4466896B-446A-5A7D-2F62-7F010184A945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-1735090" y="4620283"/>
                <a:ext cx="393412" cy="456614"/>
                <a:chOff x="11751920" y="4267727"/>
                <a:chExt cx="1085595" cy="1260000"/>
              </a:xfrm>
            </p:grpSpPr>
            <p:sp>
              <p:nvSpPr>
                <p:cNvPr id="524" name="사각형: 둥근 모서리 226">
                  <a:extLst>
                    <a:ext uri="{FF2B5EF4-FFF2-40B4-BE49-F238E27FC236}">
                      <a16:creationId xmlns:a16="http://schemas.microsoft.com/office/drawing/2014/main" id="{91BCAAE4-D770-0E0F-89B9-55AA9955D07B}"/>
                    </a:ext>
                  </a:extLst>
                </p:cNvPr>
                <p:cNvSpPr/>
                <p:nvPr/>
              </p:nvSpPr>
              <p:spPr>
                <a:xfrm>
                  <a:off x="11751920" y="4271687"/>
                  <a:ext cx="911715" cy="1252078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u="none" strike="noStrike" kern="120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endParaRPr>
                </a:p>
              </p:txBody>
            </p:sp>
            <p:grpSp>
              <p:nvGrpSpPr>
                <p:cNvPr id="525" name="그룹 524">
                  <a:extLst>
                    <a:ext uri="{FF2B5EF4-FFF2-40B4-BE49-F238E27FC236}">
                      <a16:creationId xmlns:a16="http://schemas.microsoft.com/office/drawing/2014/main" id="{16CC2773-84E1-979D-5D86-6E96DA490139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526" name="Freeform 230">
                    <a:extLst>
                      <a:ext uri="{FF2B5EF4-FFF2-40B4-BE49-F238E27FC236}">
                        <a16:creationId xmlns:a16="http://schemas.microsoft.com/office/drawing/2014/main" id="{CE3867B8-243E-E81B-3979-4F8BE2E2C4E7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Arial"/>
                    </a:endParaRPr>
                  </a:p>
                </p:txBody>
              </p:sp>
              <p:sp>
                <p:nvSpPr>
                  <p:cNvPr id="527" name="Freeform 231">
                    <a:extLst>
                      <a:ext uri="{FF2B5EF4-FFF2-40B4-BE49-F238E27FC236}">
                        <a16:creationId xmlns:a16="http://schemas.microsoft.com/office/drawing/2014/main" id="{B3A7ED49-0C34-09A1-2F2E-3D9DC2E3BDD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Arial"/>
                    </a:endParaRPr>
                  </a:p>
                </p:txBody>
              </p:sp>
            </p:grpSp>
          </p:grpSp>
          <p:sp>
            <p:nvSpPr>
              <p:cNvPr id="523" name="직사각형 522">
                <a:extLst>
                  <a:ext uri="{FF2B5EF4-FFF2-40B4-BE49-F238E27FC236}">
                    <a16:creationId xmlns:a16="http://schemas.microsoft.com/office/drawing/2014/main" id="{B5909DFE-3991-5677-E37E-37DFE7C30EE1}"/>
                  </a:ext>
                </a:extLst>
              </p:cNvPr>
              <p:cNvSpPr/>
              <p:nvPr/>
            </p:nvSpPr>
            <p:spPr>
              <a:xfrm>
                <a:off x="-1834579" y="4752100"/>
                <a:ext cx="111721" cy="202109"/>
              </a:xfrm>
              <a:prstGeom prst="rect">
                <a:avLst/>
              </a:prstGeom>
              <a:noFill/>
              <a:ln w="254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1" indent="0" algn="ctr" defTabSz="147490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prstClr val="black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0" lang="en-US" altLang="ko-KR" sz="1050" u="none" strike="noStrike" kern="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…</a:t>
                </a:r>
                <a:endParaRPr kumimoji="0" lang="ko-KR" altLang="en-US" sz="105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endParaRPr>
              </a:p>
            </p:txBody>
          </p:sp>
        </p:grpSp>
        <p:sp>
          <p:nvSpPr>
            <p:cNvPr id="552" name="타원형 설명선 150">
              <a:extLst>
                <a:ext uri="{FF2B5EF4-FFF2-40B4-BE49-F238E27FC236}">
                  <a16:creationId xmlns:a16="http://schemas.microsoft.com/office/drawing/2014/main" id="{D802B70A-137D-E2D7-C226-77FB566ED86B}"/>
                </a:ext>
              </a:extLst>
            </p:cNvPr>
            <p:cNvSpPr/>
            <p:nvPr/>
          </p:nvSpPr>
          <p:spPr>
            <a:xfrm>
              <a:off x="1652200" y="2501486"/>
              <a:ext cx="828000" cy="828000"/>
            </a:xfrm>
            <a:prstGeom prst="wedgeEllipseCallout">
              <a:avLst>
                <a:gd name="adj1" fmla="val -42948"/>
                <a:gd name="adj2" fmla="val 56146"/>
              </a:avLst>
            </a:prstGeom>
            <a:solidFill>
              <a:srgbClr val="434759"/>
            </a:solidFill>
            <a:ln w="635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marL="0" marR="0" lvl="0" indent="-99481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5530506" algn="l"/>
                </a:tabLst>
                <a:defRPr/>
              </a:pPr>
              <a:r>
                <a:rPr kumimoji="0" lang="ko-KR" altLang="en-US" sz="800" u="none" strike="noStrike" kern="120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  <a:sym typeface="KoPub돋움체 Bold" pitchFamily="2" charset="2"/>
                </a:rPr>
                <a:t>신규 구성</a:t>
              </a:r>
            </a:p>
          </p:txBody>
        </p:sp>
        <p:grpSp>
          <p:nvGrpSpPr>
            <p:cNvPr id="553" name="그룹 552">
              <a:extLst>
                <a:ext uri="{FF2B5EF4-FFF2-40B4-BE49-F238E27FC236}">
                  <a16:creationId xmlns:a16="http://schemas.microsoft.com/office/drawing/2014/main" id="{C4F3E0CE-053E-6F05-3B7A-72A81CD2F00C}"/>
                </a:ext>
              </a:extLst>
            </p:cNvPr>
            <p:cNvGrpSpPr/>
            <p:nvPr/>
          </p:nvGrpSpPr>
          <p:grpSpPr>
            <a:xfrm>
              <a:off x="2007283" y="3364372"/>
              <a:ext cx="1425310" cy="1692000"/>
              <a:chOff x="-2668136" y="3869793"/>
              <a:chExt cx="1425310" cy="1692000"/>
            </a:xfrm>
          </p:grpSpPr>
          <p:grpSp>
            <p:nvGrpSpPr>
              <p:cNvPr id="554" name="그룹 553">
                <a:extLst>
                  <a:ext uri="{FF2B5EF4-FFF2-40B4-BE49-F238E27FC236}">
                    <a16:creationId xmlns:a16="http://schemas.microsoft.com/office/drawing/2014/main" id="{4B5F569E-C0B0-5054-AC5F-9593045B7283}"/>
                  </a:ext>
                </a:extLst>
              </p:cNvPr>
              <p:cNvGrpSpPr/>
              <p:nvPr/>
            </p:nvGrpSpPr>
            <p:grpSpPr>
              <a:xfrm>
                <a:off x="-2668136" y="3869793"/>
                <a:ext cx="1425310" cy="1692000"/>
                <a:chOff x="-2281081" y="4146452"/>
                <a:chExt cx="1260000" cy="1692000"/>
              </a:xfrm>
            </p:grpSpPr>
            <p:sp>
              <p:nvSpPr>
                <p:cNvPr id="588" name="모서리가 둥근 직사각형 16">
                  <a:extLst>
                    <a:ext uri="{FF2B5EF4-FFF2-40B4-BE49-F238E27FC236}">
                      <a16:creationId xmlns:a16="http://schemas.microsoft.com/office/drawing/2014/main" id="{40752A50-63E7-B4E3-66DE-09D89091B5A3}"/>
                    </a:ext>
                  </a:extLst>
                </p:cNvPr>
                <p:cNvSpPr/>
                <p:nvPr/>
              </p:nvSpPr>
              <p:spPr bwMode="auto">
                <a:xfrm>
                  <a:off x="-2281081" y="4146452"/>
                  <a:ext cx="1260000" cy="1692000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anchor="ctr"/>
                <a:lstStyle/>
                <a:p>
                  <a:pPr marL="457200" marR="0" lvl="1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ko-KR" sz="160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  <a:sym typeface="KoPub돋움체 Medium"/>
                  </a:endParaRPr>
                </a:p>
              </p:txBody>
            </p:sp>
            <p:sp>
              <p:nvSpPr>
                <p:cNvPr id="589" name="모서리가 둥근 직사각형 16">
                  <a:extLst>
                    <a:ext uri="{FF2B5EF4-FFF2-40B4-BE49-F238E27FC236}">
                      <a16:creationId xmlns:a16="http://schemas.microsoft.com/office/drawing/2014/main" id="{CF713EAF-206A-18AA-5BC3-4AED6C987D74}"/>
                    </a:ext>
                  </a:extLst>
                </p:cNvPr>
                <p:cNvSpPr/>
                <p:nvPr/>
              </p:nvSpPr>
              <p:spPr bwMode="auto">
                <a:xfrm flipH="1">
                  <a:off x="-2281081" y="5478452"/>
                  <a:ext cx="1260000" cy="360000"/>
                </a:xfrm>
                <a:prstGeom prst="rect">
                  <a:avLst/>
                </a:prstGeom>
                <a:solidFill>
                  <a:srgbClr val="C7CED2"/>
                </a:solidFill>
              </p:spPr>
              <p:txBody>
                <a:bodyPr wrap="square" lIns="0" tIns="0" rIns="0" bIns="0" anchor="ctr">
                  <a:noAutofit/>
                </a:bodyPr>
                <a:lstStyle/>
                <a:p>
                  <a:pPr marL="0" marR="0" lvl="1" indent="0" algn="ctr" defTabSz="914400" rtl="0" eaLnBrk="1" fontAlgn="base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ko-KR" altLang="en-US" sz="700" spc="-30" dirty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Arial"/>
                      <a:sym typeface="KoPub돋움체 Medium"/>
                    </a:rPr>
                    <a:t>수집기 서버 </a:t>
                  </a:r>
                  <a:r>
                    <a:rPr kumimoji="1" lang="en-US" altLang="ko-KR" sz="700" spc="-30" dirty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Arial"/>
                      <a:sym typeface="KoPub돋움체 Medium"/>
                    </a:rPr>
                    <a:t>(11EA)</a:t>
                  </a:r>
                </a:p>
              </p:txBody>
            </p:sp>
          </p:grpSp>
          <p:grpSp>
            <p:nvGrpSpPr>
              <p:cNvPr id="555" name="그룹 554">
                <a:extLst>
                  <a:ext uri="{FF2B5EF4-FFF2-40B4-BE49-F238E27FC236}">
                    <a16:creationId xmlns:a16="http://schemas.microsoft.com/office/drawing/2014/main" id="{67DCCC99-A320-00C8-00D8-1A40BDD440DA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-2596021" y="4051888"/>
                <a:ext cx="331998" cy="456614"/>
                <a:chOff x="11921385" y="4267725"/>
                <a:chExt cx="916126" cy="1260000"/>
              </a:xfrm>
            </p:grpSpPr>
            <p:sp>
              <p:nvSpPr>
                <p:cNvPr id="584" name="사각형: 둥근 모서리 234">
                  <a:extLst>
                    <a:ext uri="{FF2B5EF4-FFF2-40B4-BE49-F238E27FC236}">
                      <a16:creationId xmlns:a16="http://schemas.microsoft.com/office/drawing/2014/main" id="{236AB2A3-5C85-316E-9A65-20EFCB6B4201}"/>
                    </a:ext>
                  </a:extLst>
                </p:cNvPr>
                <p:cNvSpPr/>
                <p:nvPr/>
              </p:nvSpPr>
              <p:spPr>
                <a:xfrm>
                  <a:off x="11923596" y="4271687"/>
                  <a:ext cx="911716" cy="1252078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u="none" strike="noStrike" kern="1200" cap="none" spc="-3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endParaRPr>
                </a:p>
              </p:txBody>
            </p:sp>
            <p:grpSp>
              <p:nvGrpSpPr>
                <p:cNvPr id="585" name="그룹 584">
                  <a:extLst>
                    <a:ext uri="{FF2B5EF4-FFF2-40B4-BE49-F238E27FC236}">
                      <a16:creationId xmlns:a16="http://schemas.microsoft.com/office/drawing/2014/main" id="{C396FE57-65F3-CC90-CAA5-5E3CE36C8120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586" name="Freeform 230">
                    <a:extLst>
                      <a:ext uri="{FF2B5EF4-FFF2-40B4-BE49-F238E27FC236}">
                        <a16:creationId xmlns:a16="http://schemas.microsoft.com/office/drawing/2014/main" id="{A96FFCE2-6C8E-AFB6-5354-FA8613BC4321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Arial"/>
                    </a:endParaRPr>
                  </a:p>
                </p:txBody>
              </p:sp>
              <p:sp>
                <p:nvSpPr>
                  <p:cNvPr id="587" name="Freeform 231">
                    <a:extLst>
                      <a:ext uri="{FF2B5EF4-FFF2-40B4-BE49-F238E27FC236}">
                        <a16:creationId xmlns:a16="http://schemas.microsoft.com/office/drawing/2014/main" id="{C622121F-A3FF-9388-278D-E2FD6344491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Arial"/>
                    </a:endParaRPr>
                  </a:p>
                </p:txBody>
              </p:sp>
            </p:grpSp>
          </p:grpSp>
          <p:grpSp>
            <p:nvGrpSpPr>
              <p:cNvPr id="556" name="그룹 555">
                <a:extLst>
                  <a:ext uri="{FF2B5EF4-FFF2-40B4-BE49-F238E27FC236}">
                    <a16:creationId xmlns:a16="http://schemas.microsoft.com/office/drawing/2014/main" id="{33CC65AD-FC77-7C28-FE08-FB49E2B08845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-2204544" y="4051888"/>
                <a:ext cx="331998" cy="456614"/>
                <a:chOff x="11921385" y="4267725"/>
                <a:chExt cx="916126" cy="1260000"/>
              </a:xfrm>
            </p:grpSpPr>
            <p:sp>
              <p:nvSpPr>
                <p:cNvPr id="580" name="사각형: 둥근 모서리 230">
                  <a:extLst>
                    <a:ext uri="{FF2B5EF4-FFF2-40B4-BE49-F238E27FC236}">
                      <a16:creationId xmlns:a16="http://schemas.microsoft.com/office/drawing/2014/main" id="{15881967-D84C-0326-AFDE-26F120E040B5}"/>
                    </a:ext>
                  </a:extLst>
                </p:cNvPr>
                <p:cNvSpPr/>
                <p:nvPr/>
              </p:nvSpPr>
              <p:spPr>
                <a:xfrm>
                  <a:off x="11923596" y="4271687"/>
                  <a:ext cx="911716" cy="1252078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u="none" strike="noStrike" kern="1200" cap="none" spc="-3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endParaRPr>
                </a:p>
              </p:txBody>
            </p:sp>
            <p:grpSp>
              <p:nvGrpSpPr>
                <p:cNvPr id="581" name="그룹 580">
                  <a:extLst>
                    <a:ext uri="{FF2B5EF4-FFF2-40B4-BE49-F238E27FC236}">
                      <a16:creationId xmlns:a16="http://schemas.microsoft.com/office/drawing/2014/main" id="{AE01804D-9F8A-F03D-CDB9-ADAEB10BE995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582" name="Freeform 230">
                    <a:extLst>
                      <a:ext uri="{FF2B5EF4-FFF2-40B4-BE49-F238E27FC236}">
                        <a16:creationId xmlns:a16="http://schemas.microsoft.com/office/drawing/2014/main" id="{5B31F4F7-E929-D5B7-01BA-732C6A90CEA3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Arial"/>
                    </a:endParaRPr>
                  </a:p>
                </p:txBody>
              </p:sp>
              <p:sp>
                <p:nvSpPr>
                  <p:cNvPr id="583" name="Freeform 231">
                    <a:extLst>
                      <a:ext uri="{FF2B5EF4-FFF2-40B4-BE49-F238E27FC236}">
                        <a16:creationId xmlns:a16="http://schemas.microsoft.com/office/drawing/2014/main" id="{50FAC2FF-5757-0439-CEDA-0BC3A604EFC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Arial"/>
                    </a:endParaRPr>
                  </a:p>
                </p:txBody>
              </p:sp>
            </p:grpSp>
          </p:grpSp>
          <p:grpSp>
            <p:nvGrpSpPr>
              <p:cNvPr id="557" name="그룹 556">
                <a:extLst>
                  <a:ext uri="{FF2B5EF4-FFF2-40B4-BE49-F238E27FC236}">
                    <a16:creationId xmlns:a16="http://schemas.microsoft.com/office/drawing/2014/main" id="{D5410462-AAC0-D190-D263-522909442664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-1729580" y="4051889"/>
                <a:ext cx="393412" cy="456614"/>
                <a:chOff x="11751920" y="4267727"/>
                <a:chExt cx="1085595" cy="1260000"/>
              </a:xfrm>
            </p:grpSpPr>
            <p:sp>
              <p:nvSpPr>
                <p:cNvPr id="576" name="사각형: 둥근 모서리 226">
                  <a:extLst>
                    <a:ext uri="{FF2B5EF4-FFF2-40B4-BE49-F238E27FC236}">
                      <a16:creationId xmlns:a16="http://schemas.microsoft.com/office/drawing/2014/main" id="{A780EED1-DBE6-23C3-F5DF-3C0E03723CF9}"/>
                    </a:ext>
                  </a:extLst>
                </p:cNvPr>
                <p:cNvSpPr/>
                <p:nvPr/>
              </p:nvSpPr>
              <p:spPr>
                <a:xfrm>
                  <a:off x="11751920" y="4271687"/>
                  <a:ext cx="911715" cy="1252078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u="none" strike="noStrike" kern="120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endParaRPr>
                </a:p>
              </p:txBody>
            </p:sp>
            <p:grpSp>
              <p:nvGrpSpPr>
                <p:cNvPr id="577" name="그룹 576">
                  <a:extLst>
                    <a:ext uri="{FF2B5EF4-FFF2-40B4-BE49-F238E27FC236}">
                      <a16:creationId xmlns:a16="http://schemas.microsoft.com/office/drawing/2014/main" id="{CCFCA136-A4DE-9E32-E73A-7CDF248F0C48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578" name="Freeform 230">
                    <a:extLst>
                      <a:ext uri="{FF2B5EF4-FFF2-40B4-BE49-F238E27FC236}">
                        <a16:creationId xmlns:a16="http://schemas.microsoft.com/office/drawing/2014/main" id="{8CBE7EDE-A5B6-083F-D6C1-628E40B32E4D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Arial"/>
                    </a:endParaRPr>
                  </a:p>
                </p:txBody>
              </p:sp>
              <p:sp>
                <p:nvSpPr>
                  <p:cNvPr id="579" name="Freeform 231">
                    <a:extLst>
                      <a:ext uri="{FF2B5EF4-FFF2-40B4-BE49-F238E27FC236}">
                        <a16:creationId xmlns:a16="http://schemas.microsoft.com/office/drawing/2014/main" id="{E593E278-7462-A57C-D9E9-17D227F3758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Arial"/>
                    </a:endParaRPr>
                  </a:p>
                </p:txBody>
              </p:sp>
            </p:grpSp>
          </p:grpSp>
          <p:grpSp>
            <p:nvGrpSpPr>
              <p:cNvPr id="558" name="그룹 557">
                <a:extLst>
                  <a:ext uri="{FF2B5EF4-FFF2-40B4-BE49-F238E27FC236}">
                    <a16:creationId xmlns:a16="http://schemas.microsoft.com/office/drawing/2014/main" id="{5AA2B07B-6B36-C372-4D35-7A9B84D32281}"/>
                  </a:ext>
                </a:extLst>
              </p:cNvPr>
              <p:cNvGrpSpPr/>
              <p:nvPr/>
            </p:nvGrpSpPr>
            <p:grpSpPr>
              <a:xfrm>
                <a:off x="-2596021" y="4618204"/>
                <a:ext cx="723475" cy="456614"/>
                <a:chOff x="-1249711" y="5207925"/>
                <a:chExt cx="723475" cy="456614"/>
              </a:xfrm>
            </p:grpSpPr>
            <p:grpSp>
              <p:nvGrpSpPr>
                <p:cNvPr id="566" name="그룹 565">
                  <a:extLst>
                    <a:ext uri="{FF2B5EF4-FFF2-40B4-BE49-F238E27FC236}">
                      <a16:creationId xmlns:a16="http://schemas.microsoft.com/office/drawing/2014/main" id="{30015A6C-3FF1-E932-F843-B53A4A7DB1DD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-1249711" y="5207925"/>
                  <a:ext cx="331998" cy="456614"/>
                  <a:chOff x="11921385" y="4267725"/>
                  <a:chExt cx="916126" cy="1260000"/>
                </a:xfrm>
              </p:grpSpPr>
              <p:sp>
                <p:nvSpPr>
                  <p:cNvPr id="572" name="사각형: 둥근 모서리 288">
                    <a:extLst>
                      <a:ext uri="{FF2B5EF4-FFF2-40B4-BE49-F238E27FC236}">
                        <a16:creationId xmlns:a16="http://schemas.microsoft.com/office/drawing/2014/main" id="{4876A146-C915-2BA7-D8F9-7725984F04CF}"/>
                      </a:ext>
                    </a:extLst>
                  </p:cNvPr>
                  <p:cNvSpPr/>
                  <p:nvPr/>
                </p:nvSpPr>
                <p:spPr>
                  <a:xfrm>
                    <a:off x="11923596" y="4271687"/>
                    <a:ext cx="911716" cy="1252078"/>
                  </a:xfrm>
                  <a:prstGeom prst="roundRect">
                    <a:avLst>
                      <a:gd name="adj" fmla="val 7097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-3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Arial"/>
                    </a:endParaRPr>
                  </a:p>
                </p:txBody>
              </p:sp>
              <p:grpSp>
                <p:nvGrpSpPr>
                  <p:cNvPr id="573" name="그룹 572">
                    <a:extLst>
                      <a:ext uri="{FF2B5EF4-FFF2-40B4-BE49-F238E27FC236}">
                        <a16:creationId xmlns:a16="http://schemas.microsoft.com/office/drawing/2014/main" id="{D03BC3F7-3D1D-1CA9-0D33-188685D51D26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11921389" y="4267727"/>
                    <a:ext cx="916126" cy="1260000"/>
                    <a:chOff x="14485938" y="-2571751"/>
                    <a:chExt cx="554038" cy="762000"/>
                  </a:xfrm>
                  <a:solidFill>
                    <a:srgbClr val="262626"/>
                  </a:solidFill>
                </p:grpSpPr>
                <p:sp>
                  <p:nvSpPr>
                    <p:cNvPr id="574" name="Freeform 230">
                      <a:extLst>
                        <a:ext uri="{FF2B5EF4-FFF2-40B4-BE49-F238E27FC236}">
                          <a16:creationId xmlns:a16="http://schemas.microsoft.com/office/drawing/2014/main" id="{3392DFD7-E354-9055-549D-C2C5AC634D58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4485938" y="-2571751"/>
                      <a:ext cx="554038" cy="762000"/>
                    </a:xfrm>
                    <a:custGeom>
                      <a:avLst/>
                      <a:gdLst>
                        <a:gd name="T0" fmla="*/ 137 w 147"/>
                        <a:gd name="T1" fmla="*/ 0 h 200"/>
                        <a:gd name="T2" fmla="*/ 10 w 147"/>
                        <a:gd name="T3" fmla="*/ 0 h 200"/>
                        <a:gd name="T4" fmla="*/ 0 w 147"/>
                        <a:gd name="T5" fmla="*/ 10 h 200"/>
                        <a:gd name="T6" fmla="*/ 0 w 147"/>
                        <a:gd name="T7" fmla="*/ 190 h 200"/>
                        <a:gd name="T8" fmla="*/ 10 w 147"/>
                        <a:gd name="T9" fmla="*/ 200 h 200"/>
                        <a:gd name="T10" fmla="*/ 137 w 147"/>
                        <a:gd name="T11" fmla="*/ 200 h 200"/>
                        <a:gd name="T12" fmla="*/ 140 w 147"/>
                        <a:gd name="T13" fmla="*/ 199 h 200"/>
                        <a:gd name="T14" fmla="*/ 146 w 147"/>
                        <a:gd name="T15" fmla="*/ 193 h 200"/>
                        <a:gd name="T16" fmla="*/ 147 w 147"/>
                        <a:gd name="T17" fmla="*/ 190 h 200"/>
                        <a:gd name="T18" fmla="*/ 147 w 147"/>
                        <a:gd name="T19" fmla="*/ 10 h 200"/>
                        <a:gd name="T20" fmla="*/ 137 w 147"/>
                        <a:gd name="T21" fmla="*/ 0 h 200"/>
                        <a:gd name="T22" fmla="*/ 139 w 147"/>
                        <a:gd name="T23" fmla="*/ 189 h 200"/>
                        <a:gd name="T24" fmla="*/ 135 w 147"/>
                        <a:gd name="T25" fmla="*/ 192 h 200"/>
                        <a:gd name="T26" fmla="*/ 10 w 147"/>
                        <a:gd name="T27" fmla="*/ 192 h 200"/>
                        <a:gd name="T28" fmla="*/ 8 w 147"/>
                        <a:gd name="T29" fmla="*/ 190 h 200"/>
                        <a:gd name="T30" fmla="*/ 8 w 147"/>
                        <a:gd name="T31" fmla="*/ 10 h 200"/>
                        <a:gd name="T32" fmla="*/ 10 w 147"/>
                        <a:gd name="T33" fmla="*/ 8 h 200"/>
                        <a:gd name="T34" fmla="*/ 137 w 147"/>
                        <a:gd name="T35" fmla="*/ 8 h 200"/>
                        <a:gd name="T36" fmla="*/ 139 w 147"/>
                        <a:gd name="T37" fmla="*/ 10 h 200"/>
                        <a:gd name="T38" fmla="*/ 139 w 147"/>
                        <a:gd name="T39" fmla="*/ 189 h 2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</a:cxnLst>
                      <a:rect l="0" t="0" r="r" b="b"/>
                      <a:pathLst>
                        <a:path w="147" h="200">
                          <a:moveTo>
                            <a:pt x="137" y="0"/>
                          </a:moveTo>
                          <a:cubicBezTo>
                            <a:pt x="10" y="0"/>
                            <a:pt x="10" y="0"/>
                            <a:pt x="10" y="0"/>
                          </a:cubicBezTo>
                          <a:cubicBezTo>
                            <a:pt x="4" y="0"/>
                            <a:pt x="0" y="5"/>
                            <a:pt x="0" y="10"/>
                          </a:cubicBezTo>
                          <a:cubicBezTo>
                            <a:pt x="0" y="190"/>
                            <a:pt x="0" y="190"/>
                            <a:pt x="0" y="190"/>
                          </a:cubicBezTo>
                          <a:cubicBezTo>
                            <a:pt x="0" y="196"/>
                            <a:pt x="4" y="200"/>
                            <a:pt x="10" y="200"/>
                          </a:cubicBezTo>
                          <a:cubicBezTo>
                            <a:pt x="137" y="200"/>
                            <a:pt x="137" y="200"/>
                            <a:pt x="137" y="200"/>
                          </a:cubicBezTo>
                          <a:cubicBezTo>
                            <a:pt x="138" y="200"/>
                            <a:pt x="139" y="200"/>
                            <a:pt x="140" y="199"/>
                          </a:cubicBezTo>
                          <a:cubicBezTo>
                            <a:pt x="146" y="193"/>
                            <a:pt x="146" y="193"/>
                            <a:pt x="146" y="193"/>
                          </a:cubicBezTo>
                          <a:cubicBezTo>
                            <a:pt x="146" y="192"/>
                            <a:pt x="147" y="191"/>
                            <a:pt x="147" y="190"/>
                          </a:cubicBezTo>
                          <a:cubicBezTo>
                            <a:pt x="147" y="10"/>
                            <a:pt x="147" y="10"/>
                            <a:pt x="147" y="10"/>
                          </a:cubicBezTo>
                          <a:cubicBezTo>
                            <a:pt x="147" y="5"/>
                            <a:pt x="142" y="0"/>
                            <a:pt x="137" y="0"/>
                          </a:cubicBezTo>
                          <a:close/>
                          <a:moveTo>
                            <a:pt x="139" y="189"/>
                          </a:moveTo>
                          <a:cubicBezTo>
                            <a:pt x="135" y="192"/>
                            <a:pt x="135" y="192"/>
                            <a:pt x="135" y="192"/>
                          </a:cubicBezTo>
                          <a:cubicBezTo>
                            <a:pt x="10" y="192"/>
                            <a:pt x="10" y="192"/>
                            <a:pt x="10" y="192"/>
                          </a:cubicBezTo>
                          <a:cubicBezTo>
                            <a:pt x="9" y="192"/>
                            <a:pt x="8" y="191"/>
                            <a:pt x="8" y="190"/>
                          </a:cubicBezTo>
                          <a:cubicBezTo>
                            <a:pt x="8" y="10"/>
                            <a:pt x="8" y="10"/>
                            <a:pt x="8" y="10"/>
                          </a:cubicBezTo>
                          <a:cubicBezTo>
                            <a:pt x="8" y="9"/>
                            <a:pt x="9" y="8"/>
                            <a:pt x="10" y="8"/>
                          </a:cubicBezTo>
                          <a:cubicBezTo>
                            <a:pt x="137" y="8"/>
                            <a:pt x="137" y="8"/>
                            <a:pt x="137" y="8"/>
                          </a:cubicBezTo>
                          <a:cubicBezTo>
                            <a:pt x="138" y="8"/>
                            <a:pt x="139" y="9"/>
                            <a:pt x="139" y="10"/>
                          </a:cubicBezTo>
                          <a:lnTo>
                            <a:pt x="139" y="189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algun Gothic Semilight" panose="020B0503020000020004" pitchFamily="34" charset="-127"/>
                        <a:ea typeface="Malgun Gothic Semilight" panose="020B0503020000020004" pitchFamily="34" charset="-127"/>
                        <a:cs typeface="Arial"/>
                      </a:endParaRPr>
                    </a:p>
                  </p:txBody>
                </p:sp>
                <p:sp>
                  <p:nvSpPr>
                    <p:cNvPr id="575" name="Freeform 231">
                      <a:extLst>
                        <a:ext uri="{FF2B5EF4-FFF2-40B4-BE49-F238E27FC236}">
                          <a16:creationId xmlns:a16="http://schemas.microsoft.com/office/drawing/2014/main" id="{CDC16D97-A74B-FE32-32D1-ED223AC3BD5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4603413" y="-2403476"/>
                      <a:ext cx="315913" cy="30163"/>
                    </a:xfrm>
                    <a:custGeom>
                      <a:avLst/>
                      <a:gdLst>
                        <a:gd name="T0" fmla="*/ 80 w 84"/>
                        <a:gd name="T1" fmla="*/ 0 h 8"/>
                        <a:gd name="T2" fmla="*/ 4 w 84"/>
                        <a:gd name="T3" fmla="*/ 0 h 8"/>
                        <a:gd name="T4" fmla="*/ 0 w 84"/>
                        <a:gd name="T5" fmla="*/ 4 h 8"/>
                        <a:gd name="T6" fmla="*/ 4 w 84"/>
                        <a:gd name="T7" fmla="*/ 8 h 8"/>
                        <a:gd name="T8" fmla="*/ 80 w 84"/>
                        <a:gd name="T9" fmla="*/ 8 h 8"/>
                        <a:gd name="T10" fmla="*/ 84 w 84"/>
                        <a:gd name="T11" fmla="*/ 4 h 8"/>
                        <a:gd name="T12" fmla="*/ 80 w 84"/>
                        <a:gd name="T13" fmla="*/ 0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4" h="8">
                          <a:moveTo>
                            <a:pt x="80" y="0"/>
                          </a:moveTo>
                          <a:cubicBezTo>
                            <a:pt x="4" y="0"/>
                            <a:pt x="4" y="0"/>
                            <a:pt x="4" y="0"/>
                          </a:cubicBezTo>
                          <a:cubicBezTo>
                            <a:pt x="2" y="0"/>
                            <a:pt x="0" y="2"/>
                            <a:pt x="0" y="4"/>
                          </a:cubicBezTo>
                          <a:cubicBezTo>
                            <a:pt x="0" y="6"/>
                            <a:pt x="2" y="8"/>
                            <a:pt x="4" y="8"/>
                          </a:cubicBezTo>
                          <a:cubicBezTo>
                            <a:pt x="80" y="8"/>
                            <a:pt x="80" y="8"/>
                            <a:pt x="80" y="8"/>
                          </a:cubicBezTo>
                          <a:cubicBezTo>
                            <a:pt x="82" y="8"/>
                            <a:pt x="84" y="6"/>
                            <a:pt x="84" y="4"/>
                          </a:cubicBezTo>
                          <a:cubicBezTo>
                            <a:pt x="84" y="2"/>
                            <a:pt x="82" y="0"/>
                            <a:pt x="80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algun Gothic Semilight" panose="020B0503020000020004" pitchFamily="34" charset="-127"/>
                        <a:ea typeface="Malgun Gothic Semilight" panose="020B0503020000020004" pitchFamily="34" charset="-127"/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567" name="그룹 566">
                  <a:extLst>
                    <a:ext uri="{FF2B5EF4-FFF2-40B4-BE49-F238E27FC236}">
                      <a16:creationId xmlns:a16="http://schemas.microsoft.com/office/drawing/2014/main" id="{148A6FA6-59DA-F291-EB6E-348F99358D5A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-858234" y="5207925"/>
                  <a:ext cx="331998" cy="456614"/>
                  <a:chOff x="11921385" y="4267725"/>
                  <a:chExt cx="916126" cy="1260000"/>
                </a:xfrm>
              </p:grpSpPr>
              <p:sp>
                <p:nvSpPr>
                  <p:cNvPr id="568" name="사각형: 둥근 모서리 284">
                    <a:extLst>
                      <a:ext uri="{FF2B5EF4-FFF2-40B4-BE49-F238E27FC236}">
                        <a16:creationId xmlns:a16="http://schemas.microsoft.com/office/drawing/2014/main" id="{997E2852-1D1D-72C5-E69D-378C8F10BBE9}"/>
                      </a:ext>
                    </a:extLst>
                  </p:cNvPr>
                  <p:cNvSpPr/>
                  <p:nvPr/>
                </p:nvSpPr>
                <p:spPr>
                  <a:xfrm>
                    <a:off x="11923596" y="4271687"/>
                    <a:ext cx="911716" cy="1252078"/>
                  </a:xfrm>
                  <a:prstGeom prst="roundRect">
                    <a:avLst>
                      <a:gd name="adj" fmla="val 7097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-3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Arial"/>
                    </a:endParaRPr>
                  </a:p>
                </p:txBody>
              </p:sp>
              <p:grpSp>
                <p:nvGrpSpPr>
                  <p:cNvPr id="569" name="그룹 568">
                    <a:extLst>
                      <a:ext uri="{FF2B5EF4-FFF2-40B4-BE49-F238E27FC236}">
                        <a16:creationId xmlns:a16="http://schemas.microsoft.com/office/drawing/2014/main" id="{C315B4F9-4392-4D31-5346-A03FB430EB75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11921389" y="4267727"/>
                    <a:ext cx="916126" cy="1260000"/>
                    <a:chOff x="14485938" y="-2571751"/>
                    <a:chExt cx="554038" cy="762000"/>
                  </a:xfrm>
                  <a:solidFill>
                    <a:srgbClr val="262626"/>
                  </a:solidFill>
                </p:grpSpPr>
                <p:sp>
                  <p:nvSpPr>
                    <p:cNvPr id="570" name="Freeform 230">
                      <a:extLst>
                        <a:ext uri="{FF2B5EF4-FFF2-40B4-BE49-F238E27FC236}">
                          <a16:creationId xmlns:a16="http://schemas.microsoft.com/office/drawing/2014/main" id="{F500C11F-5BFA-6ABE-AFB6-FE0DF65B1A5E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4485938" y="-2571751"/>
                      <a:ext cx="554038" cy="762000"/>
                    </a:xfrm>
                    <a:custGeom>
                      <a:avLst/>
                      <a:gdLst>
                        <a:gd name="T0" fmla="*/ 137 w 147"/>
                        <a:gd name="T1" fmla="*/ 0 h 200"/>
                        <a:gd name="T2" fmla="*/ 10 w 147"/>
                        <a:gd name="T3" fmla="*/ 0 h 200"/>
                        <a:gd name="T4" fmla="*/ 0 w 147"/>
                        <a:gd name="T5" fmla="*/ 10 h 200"/>
                        <a:gd name="T6" fmla="*/ 0 w 147"/>
                        <a:gd name="T7" fmla="*/ 190 h 200"/>
                        <a:gd name="T8" fmla="*/ 10 w 147"/>
                        <a:gd name="T9" fmla="*/ 200 h 200"/>
                        <a:gd name="T10" fmla="*/ 137 w 147"/>
                        <a:gd name="T11" fmla="*/ 200 h 200"/>
                        <a:gd name="T12" fmla="*/ 140 w 147"/>
                        <a:gd name="T13" fmla="*/ 199 h 200"/>
                        <a:gd name="T14" fmla="*/ 146 w 147"/>
                        <a:gd name="T15" fmla="*/ 193 h 200"/>
                        <a:gd name="T16" fmla="*/ 147 w 147"/>
                        <a:gd name="T17" fmla="*/ 190 h 200"/>
                        <a:gd name="T18" fmla="*/ 147 w 147"/>
                        <a:gd name="T19" fmla="*/ 10 h 200"/>
                        <a:gd name="T20" fmla="*/ 137 w 147"/>
                        <a:gd name="T21" fmla="*/ 0 h 200"/>
                        <a:gd name="T22" fmla="*/ 139 w 147"/>
                        <a:gd name="T23" fmla="*/ 189 h 200"/>
                        <a:gd name="T24" fmla="*/ 135 w 147"/>
                        <a:gd name="T25" fmla="*/ 192 h 200"/>
                        <a:gd name="T26" fmla="*/ 10 w 147"/>
                        <a:gd name="T27" fmla="*/ 192 h 200"/>
                        <a:gd name="T28" fmla="*/ 8 w 147"/>
                        <a:gd name="T29" fmla="*/ 190 h 200"/>
                        <a:gd name="T30" fmla="*/ 8 w 147"/>
                        <a:gd name="T31" fmla="*/ 10 h 200"/>
                        <a:gd name="T32" fmla="*/ 10 w 147"/>
                        <a:gd name="T33" fmla="*/ 8 h 200"/>
                        <a:gd name="T34" fmla="*/ 137 w 147"/>
                        <a:gd name="T35" fmla="*/ 8 h 200"/>
                        <a:gd name="T36" fmla="*/ 139 w 147"/>
                        <a:gd name="T37" fmla="*/ 10 h 200"/>
                        <a:gd name="T38" fmla="*/ 139 w 147"/>
                        <a:gd name="T39" fmla="*/ 189 h 2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</a:cxnLst>
                      <a:rect l="0" t="0" r="r" b="b"/>
                      <a:pathLst>
                        <a:path w="147" h="200">
                          <a:moveTo>
                            <a:pt x="137" y="0"/>
                          </a:moveTo>
                          <a:cubicBezTo>
                            <a:pt x="10" y="0"/>
                            <a:pt x="10" y="0"/>
                            <a:pt x="10" y="0"/>
                          </a:cubicBezTo>
                          <a:cubicBezTo>
                            <a:pt x="4" y="0"/>
                            <a:pt x="0" y="5"/>
                            <a:pt x="0" y="10"/>
                          </a:cubicBezTo>
                          <a:cubicBezTo>
                            <a:pt x="0" y="190"/>
                            <a:pt x="0" y="190"/>
                            <a:pt x="0" y="190"/>
                          </a:cubicBezTo>
                          <a:cubicBezTo>
                            <a:pt x="0" y="196"/>
                            <a:pt x="4" y="200"/>
                            <a:pt x="10" y="200"/>
                          </a:cubicBezTo>
                          <a:cubicBezTo>
                            <a:pt x="137" y="200"/>
                            <a:pt x="137" y="200"/>
                            <a:pt x="137" y="200"/>
                          </a:cubicBezTo>
                          <a:cubicBezTo>
                            <a:pt x="138" y="200"/>
                            <a:pt x="139" y="200"/>
                            <a:pt x="140" y="199"/>
                          </a:cubicBezTo>
                          <a:cubicBezTo>
                            <a:pt x="146" y="193"/>
                            <a:pt x="146" y="193"/>
                            <a:pt x="146" y="193"/>
                          </a:cubicBezTo>
                          <a:cubicBezTo>
                            <a:pt x="146" y="192"/>
                            <a:pt x="147" y="191"/>
                            <a:pt x="147" y="190"/>
                          </a:cubicBezTo>
                          <a:cubicBezTo>
                            <a:pt x="147" y="10"/>
                            <a:pt x="147" y="10"/>
                            <a:pt x="147" y="10"/>
                          </a:cubicBezTo>
                          <a:cubicBezTo>
                            <a:pt x="147" y="5"/>
                            <a:pt x="142" y="0"/>
                            <a:pt x="137" y="0"/>
                          </a:cubicBezTo>
                          <a:close/>
                          <a:moveTo>
                            <a:pt x="139" y="189"/>
                          </a:moveTo>
                          <a:cubicBezTo>
                            <a:pt x="135" y="192"/>
                            <a:pt x="135" y="192"/>
                            <a:pt x="135" y="192"/>
                          </a:cubicBezTo>
                          <a:cubicBezTo>
                            <a:pt x="10" y="192"/>
                            <a:pt x="10" y="192"/>
                            <a:pt x="10" y="192"/>
                          </a:cubicBezTo>
                          <a:cubicBezTo>
                            <a:pt x="9" y="192"/>
                            <a:pt x="8" y="191"/>
                            <a:pt x="8" y="190"/>
                          </a:cubicBezTo>
                          <a:cubicBezTo>
                            <a:pt x="8" y="10"/>
                            <a:pt x="8" y="10"/>
                            <a:pt x="8" y="10"/>
                          </a:cubicBezTo>
                          <a:cubicBezTo>
                            <a:pt x="8" y="9"/>
                            <a:pt x="9" y="8"/>
                            <a:pt x="10" y="8"/>
                          </a:cubicBezTo>
                          <a:cubicBezTo>
                            <a:pt x="137" y="8"/>
                            <a:pt x="137" y="8"/>
                            <a:pt x="137" y="8"/>
                          </a:cubicBezTo>
                          <a:cubicBezTo>
                            <a:pt x="138" y="8"/>
                            <a:pt x="139" y="9"/>
                            <a:pt x="139" y="10"/>
                          </a:cubicBezTo>
                          <a:lnTo>
                            <a:pt x="139" y="189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algun Gothic Semilight" panose="020B0503020000020004" pitchFamily="34" charset="-127"/>
                        <a:ea typeface="Malgun Gothic Semilight" panose="020B0503020000020004" pitchFamily="34" charset="-127"/>
                        <a:cs typeface="Arial"/>
                      </a:endParaRPr>
                    </a:p>
                  </p:txBody>
                </p:sp>
                <p:sp>
                  <p:nvSpPr>
                    <p:cNvPr id="571" name="Freeform 231">
                      <a:extLst>
                        <a:ext uri="{FF2B5EF4-FFF2-40B4-BE49-F238E27FC236}">
                          <a16:creationId xmlns:a16="http://schemas.microsoft.com/office/drawing/2014/main" id="{450D8577-62C8-7D34-9EE9-1827BEA840F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4603413" y="-2403476"/>
                      <a:ext cx="315913" cy="30163"/>
                    </a:xfrm>
                    <a:custGeom>
                      <a:avLst/>
                      <a:gdLst>
                        <a:gd name="T0" fmla="*/ 80 w 84"/>
                        <a:gd name="T1" fmla="*/ 0 h 8"/>
                        <a:gd name="T2" fmla="*/ 4 w 84"/>
                        <a:gd name="T3" fmla="*/ 0 h 8"/>
                        <a:gd name="T4" fmla="*/ 0 w 84"/>
                        <a:gd name="T5" fmla="*/ 4 h 8"/>
                        <a:gd name="T6" fmla="*/ 4 w 84"/>
                        <a:gd name="T7" fmla="*/ 8 h 8"/>
                        <a:gd name="T8" fmla="*/ 80 w 84"/>
                        <a:gd name="T9" fmla="*/ 8 h 8"/>
                        <a:gd name="T10" fmla="*/ 84 w 84"/>
                        <a:gd name="T11" fmla="*/ 4 h 8"/>
                        <a:gd name="T12" fmla="*/ 80 w 84"/>
                        <a:gd name="T13" fmla="*/ 0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84" h="8">
                          <a:moveTo>
                            <a:pt x="80" y="0"/>
                          </a:moveTo>
                          <a:cubicBezTo>
                            <a:pt x="4" y="0"/>
                            <a:pt x="4" y="0"/>
                            <a:pt x="4" y="0"/>
                          </a:cubicBezTo>
                          <a:cubicBezTo>
                            <a:pt x="2" y="0"/>
                            <a:pt x="0" y="2"/>
                            <a:pt x="0" y="4"/>
                          </a:cubicBezTo>
                          <a:cubicBezTo>
                            <a:pt x="0" y="6"/>
                            <a:pt x="2" y="8"/>
                            <a:pt x="4" y="8"/>
                          </a:cubicBezTo>
                          <a:cubicBezTo>
                            <a:pt x="80" y="8"/>
                            <a:pt x="80" y="8"/>
                            <a:pt x="80" y="8"/>
                          </a:cubicBezTo>
                          <a:cubicBezTo>
                            <a:pt x="82" y="8"/>
                            <a:pt x="84" y="6"/>
                            <a:pt x="84" y="4"/>
                          </a:cubicBezTo>
                          <a:cubicBezTo>
                            <a:pt x="84" y="2"/>
                            <a:pt x="82" y="0"/>
                            <a:pt x="80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600" u="none" strike="noStrike" kern="1200" cap="none" spc="0" normalizeH="0" baseline="0" noProof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algun Gothic Semilight" panose="020B0503020000020004" pitchFamily="34" charset="-127"/>
                        <a:ea typeface="Malgun Gothic Semilight" panose="020B0503020000020004" pitchFamily="34" charset="-127"/>
                        <a:cs typeface="Arial"/>
                      </a:endParaRPr>
                    </a:p>
                  </p:txBody>
                </p:sp>
              </p:grpSp>
            </p:grpSp>
          </p:grpSp>
          <p:sp>
            <p:nvSpPr>
              <p:cNvPr id="559" name="직사각형 558">
                <a:extLst>
                  <a:ext uri="{FF2B5EF4-FFF2-40B4-BE49-F238E27FC236}">
                    <a16:creationId xmlns:a16="http://schemas.microsoft.com/office/drawing/2014/main" id="{6969DE3D-9C41-3EEB-5457-62A7EBC6AFE7}"/>
                  </a:ext>
                </a:extLst>
              </p:cNvPr>
              <p:cNvSpPr/>
              <p:nvPr/>
            </p:nvSpPr>
            <p:spPr>
              <a:xfrm>
                <a:off x="-1829069" y="4183706"/>
                <a:ext cx="111721" cy="202109"/>
              </a:xfrm>
              <a:prstGeom prst="rect">
                <a:avLst/>
              </a:prstGeom>
              <a:noFill/>
              <a:ln w="254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1" indent="0" algn="ctr" defTabSz="147490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prstClr val="black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0" lang="en-US" altLang="ko-KR" sz="1050" u="none" strike="noStrike" kern="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…</a:t>
                </a:r>
                <a:endParaRPr kumimoji="0" lang="ko-KR" altLang="en-US" sz="105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endParaRPr>
              </a:p>
            </p:txBody>
          </p:sp>
          <p:grpSp>
            <p:nvGrpSpPr>
              <p:cNvPr id="560" name="그룹 559">
                <a:extLst>
                  <a:ext uri="{FF2B5EF4-FFF2-40B4-BE49-F238E27FC236}">
                    <a16:creationId xmlns:a16="http://schemas.microsoft.com/office/drawing/2014/main" id="{A35C33C0-6C86-6EB3-3AAA-F47262B38102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-1735090" y="4620283"/>
                <a:ext cx="393412" cy="456614"/>
                <a:chOff x="11751920" y="4267727"/>
                <a:chExt cx="1085595" cy="1260000"/>
              </a:xfrm>
            </p:grpSpPr>
            <p:sp>
              <p:nvSpPr>
                <p:cNvPr id="562" name="사각형: 둥근 모서리 226">
                  <a:extLst>
                    <a:ext uri="{FF2B5EF4-FFF2-40B4-BE49-F238E27FC236}">
                      <a16:creationId xmlns:a16="http://schemas.microsoft.com/office/drawing/2014/main" id="{8EB4F2AD-8ED0-B089-8AF8-E32EEBAB9258}"/>
                    </a:ext>
                  </a:extLst>
                </p:cNvPr>
                <p:cNvSpPr/>
                <p:nvPr/>
              </p:nvSpPr>
              <p:spPr>
                <a:xfrm>
                  <a:off x="11751920" y="4271687"/>
                  <a:ext cx="911715" cy="1252078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u="none" strike="noStrike" kern="120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endParaRPr>
                </a:p>
              </p:txBody>
            </p:sp>
            <p:grpSp>
              <p:nvGrpSpPr>
                <p:cNvPr id="563" name="그룹 562">
                  <a:extLst>
                    <a:ext uri="{FF2B5EF4-FFF2-40B4-BE49-F238E27FC236}">
                      <a16:creationId xmlns:a16="http://schemas.microsoft.com/office/drawing/2014/main" id="{ADBF0FE8-4EC6-1D3A-D315-3087413C30AC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564" name="Freeform 230">
                    <a:extLst>
                      <a:ext uri="{FF2B5EF4-FFF2-40B4-BE49-F238E27FC236}">
                        <a16:creationId xmlns:a16="http://schemas.microsoft.com/office/drawing/2014/main" id="{9E7D8E2E-30A0-B965-3766-85CB88009AC9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Arial"/>
                    </a:endParaRPr>
                  </a:p>
                </p:txBody>
              </p:sp>
              <p:sp>
                <p:nvSpPr>
                  <p:cNvPr id="565" name="Freeform 231">
                    <a:extLst>
                      <a:ext uri="{FF2B5EF4-FFF2-40B4-BE49-F238E27FC236}">
                        <a16:creationId xmlns:a16="http://schemas.microsoft.com/office/drawing/2014/main" id="{491D2037-DF20-C370-D047-E46C82DCE42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Arial"/>
                    </a:endParaRPr>
                  </a:p>
                </p:txBody>
              </p:sp>
            </p:grpSp>
          </p:grpSp>
          <p:sp>
            <p:nvSpPr>
              <p:cNvPr id="561" name="직사각형 560">
                <a:extLst>
                  <a:ext uri="{FF2B5EF4-FFF2-40B4-BE49-F238E27FC236}">
                    <a16:creationId xmlns:a16="http://schemas.microsoft.com/office/drawing/2014/main" id="{E6DB0BAF-3748-1391-DD0B-9FE759A3C6AF}"/>
                  </a:ext>
                </a:extLst>
              </p:cNvPr>
              <p:cNvSpPr/>
              <p:nvPr/>
            </p:nvSpPr>
            <p:spPr>
              <a:xfrm>
                <a:off x="-1834579" y="4752100"/>
                <a:ext cx="111721" cy="202109"/>
              </a:xfrm>
              <a:prstGeom prst="rect">
                <a:avLst/>
              </a:prstGeom>
              <a:noFill/>
              <a:ln w="254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1" indent="0" algn="ctr" defTabSz="147490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prstClr val="black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0" lang="en-US" altLang="ko-KR" sz="1050" u="none" strike="noStrike" kern="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…</a:t>
                </a:r>
                <a:endParaRPr kumimoji="0" lang="ko-KR" altLang="en-US" sz="105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endParaRPr>
              </a:p>
            </p:txBody>
          </p:sp>
        </p:grpSp>
        <p:sp>
          <p:nvSpPr>
            <p:cNvPr id="590" name="타원형 설명선 150">
              <a:extLst>
                <a:ext uri="{FF2B5EF4-FFF2-40B4-BE49-F238E27FC236}">
                  <a16:creationId xmlns:a16="http://schemas.microsoft.com/office/drawing/2014/main" id="{A2F71855-9BFD-26BA-FFB9-89482E4C8ED3}"/>
                </a:ext>
              </a:extLst>
            </p:cNvPr>
            <p:cNvSpPr/>
            <p:nvPr/>
          </p:nvSpPr>
          <p:spPr>
            <a:xfrm>
              <a:off x="1868741" y="5019781"/>
              <a:ext cx="828000" cy="828000"/>
            </a:xfrm>
            <a:prstGeom prst="wedgeEllipseCallout">
              <a:avLst>
                <a:gd name="adj1" fmla="val 46773"/>
                <a:gd name="adj2" fmla="val -44315"/>
              </a:avLst>
            </a:prstGeom>
            <a:solidFill>
              <a:srgbClr val="434759"/>
            </a:solidFill>
            <a:ln w="635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lvl="0" indent="-99481" algn="ctr">
                <a:buClr>
                  <a:srgbClr val="0000FF"/>
                </a:buClr>
                <a:buSzPct val="140000"/>
                <a:tabLst>
                  <a:tab pos="5530506" algn="l"/>
                </a:tabLst>
                <a:defRPr/>
              </a:pPr>
              <a:r>
                <a:rPr lang="ko-KR" altLang="en-US" sz="800" spc="-3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  <a:sym typeface="KoPub돋움체 Bold" pitchFamily="2" charset="2"/>
                </a:rPr>
                <a:t>노후화된 서버 </a:t>
              </a:r>
              <a:endParaRPr lang="en-US" altLang="ko-KR" sz="800" spc="-3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latin typeface="Malgun Gothic Semilight" panose="020B0503020000020004" pitchFamily="34" charset="-127"/>
                <a:ea typeface="Malgun Gothic Semilight" panose="020B0503020000020004" pitchFamily="34" charset="-127"/>
                <a:cs typeface="Arial"/>
                <a:sym typeface="KoPub돋움체 Bold" pitchFamily="2" charset="2"/>
              </a:endParaRPr>
            </a:p>
            <a:p>
              <a:pPr lvl="0" indent="-99481" algn="ctr">
                <a:buClr>
                  <a:srgbClr val="0000FF"/>
                </a:buClr>
                <a:buSzPct val="140000"/>
                <a:tabLst>
                  <a:tab pos="5530506" algn="l"/>
                </a:tabLst>
                <a:defRPr/>
              </a:pPr>
              <a:r>
                <a:rPr lang="ko-KR" altLang="en-US" sz="800" spc="-3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  <a:sym typeface="KoPub돋움체 Bold" pitchFamily="2" charset="2"/>
                </a:rPr>
                <a:t>교체</a:t>
              </a:r>
              <a:endParaRPr lang="en-US" altLang="ko-KR" sz="800" spc="-3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latin typeface="Malgun Gothic Semilight" panose="020B0503020000020004" pitchFamily="34" charset="-127"/>
                <a:ea typeface="Malgun Gothic Semilight" panose="020B0503020000020004" pitchFamily="34" charset="-127"/>
                <a:cs typeface="Arial"/>
                <a:sym typeface="KoPub돋움체 Bold" pitchFamily="2" charset="2"/>
              </a:endParaRPr>
            </a:p>
          </p:txBody>
        </p:sp>
        <p:sp>
          <p:nvSpPr>
            <p:cNvPr id="591" name="TextBox 590">
              <a:extLst>
                <a:ext uri="{FF2B5EF4-FFF2-40B4-BE49-F238E27FC236}">
                  <a16:creationId xmlns:a16="http://schemas.microsoft.com/office/drawing/2014/main" id="{AB0C3C42-2B09-5BF7-4FEE-81C7FBB59584}"/>
                </a:ext>
              </a:extLst>
            </p:cNvPr>
            <p:cNvSpPr txBox="1"/>
            <p:nvPr/>
          </p:nvSpPr>
          <p:spPr>
            <a:xfrm>
              <a:off x="1463389" y="6552874"/>
              <a:ext cx="877090" cy="153988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 wrap="none" lIns="0" tIns="0" rIns="0" bIns="0" anchor="t">
              <a:spAutoFit/>
            </a:bodyPr>
            <a:lstStyle>
              <a:defPPr>
                <a:defRPr lang="en-US"/>
              </a:defPPr>
              <a:lvl2pPr marL="0" lvl="1" defTabSz="1474905">
                <a:spcAft>
                  <a:spcPts val="0"/>
                </a:spcAft>
                <a:buClr>
                  <a:prstClr val="black"/>
                </a:buClr>
                <a:buSzPct val="140000"/>
                <a:tabLst>
                  <a:tab pos="5648325" algn="l"/>
                </a:tabLst>
                <a:defRPr sz="1000" kern="0" spc="-3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defRPr>
              </a:lvl2pPr>
            </a:lstStyle>
            <a:p>
              <a:pPr lvl="1">
                <a:defRPr/>
              </a:pPr>
              <a:r>
                <a:rPr lang="en-US" altLang="ko-KR" sz="80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1G UTP</a:t>
              </a:r>
              <a:r>
                <a:rPr lang="ko-KR" altLang="en-US" sz="80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 </a:t>
              </a:r>
              <a:r>
                <a:rPr lang="en-US" altLang="ko-KR" sz="80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48Port x 1</a:t>
              </a:r>
            </a:p>
          </p:txBody>
        </p:sp>
        <p:grpSp>
          <p:nvGrpSpPr>
            <p:cNvPr id="592" name="그룹 591">
              <a:extLst>
                <a:ext uri="{FF2B5EF4-FFF2-40B4-BE49-F238E27FC236}">
                  <a16:creationId xmlns:a16="http://schemas.microsoft.com/office/drawing/2014/main" id="{0688BDEE-43DD-74BC-69C6-D9A626716341}"/>
                </a:ext>
              </a:extLst>
            </p:cNvPr>
            <p:cNvGrpSpPr/>
            <p:nvPr/>
          </p:nvGrpSpPr>
          <p:grpSpPr>
            <a:xfrm>
              <a:off x="4639600" y="5061625"/>
              <a:ext cx="72000" cy="592044"/>
              <a:chOff x="4286843" y="5071521"/>
              <a:chExt cx="72000" cy="637292"/>
            </a:xfrm>
          </p:grpSpPr>
          <p:sp>
            <p:nvSpPr>
              <p:cNvPr id="593" name="직사각형 592">
                <a:extLst>
                  <a:ext uri="{FF2B5EF4-FFF2-40B4-BE49-F238E27FC236}">
                    <a16:creationId xmlns:a16="http://schemas.microsoft.com/office/drawing/2014/main" id="{4E40D870-E5CC-3E12-CE59-C5928A86CC2E}"/>
                  </a:ext>
                </a:extLst>
              </p:cNvPr>
              <p:cNvSpPr/>
              <p:nvPr/>
            </p:nvSpPr>
            <p:spPr>
              <a:xfrm>
                <a:off x="4286843" y="5071521"/>
                <a:ext cx="72000" cy="72000"/>
              </a:xfrm>
              <a:prstGeom prst="rect">
                <a:avLst/>
              </a:prstGeom>
              <a:solidFill>
                <a:srgbClr val="9CA5A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marL="0" marR="0" lvl="0" indent="0" algn="ctr" defTabSz="1516258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271AA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endParaRPr kumimoji="0" lang="ko-KR" altLang="en-US" sz="900" u="none" strike="noStrike" kern="120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endParaRPr>
              </a:p>
            </p:txBody>
          </p:sp>
          <p:cxnSp>
            <p:nvCxnSpPr>
              <p:cNvPr id="594" name="직선 연결선 784">
                <a:extLst>
                  <a:ext uri="{FF2B5EF4-FFF2-40B4-BE49-F238E27FC236}">
                    <a16:creationId xmlns:a16="http://schemas.microsoft.com/office/drawing/2014/main" id="{F23808AC-2F30-ED2E-EB71-4F579C6D4B9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4322843" y="5127788"/>
                <a:ext cx="0" cy="581025"/>
              </a:xfrm>
              <a:prstGeom prst="line">
                <a:avLst/>
              </a:prstGeom>
              <a:ln w="19050">
                <a:solidFill>
                  <a:srgbClr val="9CA5AC"/>
                </a:solidFill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95" name="그룹 594">
              <a:extLst>
                <a:ext uri="{FF2B5EF4-FFF2-40B4-BE49-F238E27FC236}">
                  <a16:creationId xmlns:a16="http://schemas.microsoft.com/office/drawing/2014/main" id="{0F87611B-E81F-D9CA-B772-8CBE480E68D6}"/>
                </a:ext>
              </a:extLst>
            </p:cNvPr>
            <p:cNvGrpSpPr/>
            <p:nvPr/>
          </p:nvGrpSpPr>
          <p:grpSpPr>
            <a:xfrm>
              <a:off x="4819612" y="5061625"/>
              <a:ext cx="72000" cy="1240272"/>
              <a:chOff x="4286843" y="5071521"/>
              <a:chExt cx="72000" cy="1335055"/>
            </a:xfrm>
            <a:solidFill>
              <a:srgbClr val="5C6782"/>
            </a:solidFill>
          </p:grpSpPr>
          <p:sp>
            <p:nvSpPr>
              <p:cNvPr id="596" name="직사각형 595">
                <a:extLst>
                  <a:ext uri="{FF2B5EF4-FFF2-40B4-BE49-F238E27FC236}">
                    <a16:creationId xmlns:a16="http://schemas.microsoft.com/office/drawing/2014/main" id="{D1D2DE8A-9955-F2A6-DF0B-F180BCB87EB1}"/>
                  </a:ext>
                </a:extLst>
              </p:cNvPr>
              <p:cNvSpPr/>
              <p:nvPr/>
            </p:nvSpPr>
            <p:spPr>
              <a:xfrm>
                <a:off x="4286843" y="5071521"/>
                <a:ext cx="72000" cy="72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marL="0" marR="0" lvl="0" indent="0" algn="ctr" defTabSz="1516258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271AA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endParaRPr kumimoji="0" lang="ko-KR" altLang="en-US" sz="900" u="none" strike="noStrike" kern="120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endParaRPr>
              </a:p>
            </p:txBody>
          </p:sp>
          <p:cxnSp>
            <p:nvCxnSpPr>
              <p:cNvPr id="597" name="직선 연결선 787">
                <a:extLst>
                  <a:ext uri="{FF2B5EF4-FFF2-40B4-BE49-F238E27FC236}">
                    <a16:creationId xmlns:a16="http://schemas.microsoft.com/office/drawing/2014/main" id="{D47B14ED-B405-94F7-7B0B-A2671F9F256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4322843" y="5127788"/>
                <a:ext cx="0" cy="1278788"/>
              </a:xfrm>
              <a:prstGeom prst="line">
                <a:avLst/>
              </a:prstGeom>
              <a:grpFill/>
              <a:ln w="19050">
                <a:solidFill>
                  <a:srgbClr val="5C6782"/>
                </a:solidFill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98" name="그룹 597">
              <a:extLst>
                <a:ext uri="{FF2B5EF4-FFF2-40B4-BE49-F238E27FC236}">
                  <a16:creationId xmlns:a16="http://schemas.microsoft.com/office/drawing/2014/main" id="{8B84E675-9BF5-A16B-2B60-59A1F879D5DB}"/>
                </a:ext>
              </a:extLst>
            </p:cNvPr>
            <p:cNvGrpSpPr/>
            <p:nvPr/>
          </p:nvGrpSpPr>
          <p:grpSpPr>
            <a:xfrm>
              <a:off x="1284057" y="5057033"/>
              <a:ext cx="72000" cy="592044"/>
              <a:chOff x="4286843" y="5071521"/>
              <a:chExt cx="72000" cy="637292"/>
            </a:xfrm>
          </p:grpSpPr>
          <p:sp>
            <p:nvSpPr>
              <p:cNvPr id="599" name="직사각형 598">
                <a:extLst>
                  <a:ext uri="{FF2B5EF4-FFF2-40B4-BE49-F238E27FC236}">
                    <a16:creationId xmlns:a16="http://schemas.microsoft.com/office/drawing/2014/main" id="{324EA338-4EB3-369D-F19F-8524134CBEC0}"/>
                  </a:ext>
                </a:extLst>
              </p:cNvPr>
              <p:cNvSpPr/>
              <p:nvPr/>
            </p:nvSpPr>
            <p:spPr>
              <a:xfrm>
                <a:off x="4286843" y="5071521"/>
                <a:ext cx="72000" cy="72000"/>
              </a:xfrm>
              <a:prstGeom prst="rect">
                <a:avLst/>
              </a:prstGeom>
              <a:solidFill>
                <a:srgbClr val="9CA5A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marL="0" marR="0" lvl="0" indent="0" algn="ctr" defTabSz="1516258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271AA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endParaRPr kumimoji="0" lang="ko-KR" altLang="en-US" sz="900" u="none" strike="noStrike" kern="120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endParaRPr>
              </a:p>
            </p:txBody>
          </p:sp>
          <p:cxnSp>
            <p:nvCxnSpPr>
              <p:cNvPr id="600" name="직선 연결선 790">
                <a:extLst>
                  <a:ext uri="{FF2B5EF4-FFF2-40B4-BE49-F238E27FC236}">
                    <a16:creationId xmlns:a16="http://schemas.microsoft.com/office/drawing/2014/main" id="{CDB21040-8EBF-49BF-8628-B21AA052C68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4322843" y="5127788"/>
                <a:ext cx="0" cy="581025"/>
              </a:xfrm>
              <a:prstGeom prst="line">
                <a:avLst/>
              </a:prstGeom>
              <a:ln w="19050">
                <a:solidFill>
                  <a:srgbClr val="9CA5AC"/>
                </a:solidFill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01" name="그룹 600">
              <a:extLst>
                <a:ext uri="{FF2B5EF4-FFF2-40B4-BE49-F238E27FC236}">
                  <a16:creationId xmlns:a16="http://schemas.microsoft.com/office/drawing/2014/main" id="{8C7332EA-25F9-EAE4-16FD-69FE629BE4A3}"/>
                </a:ext>
              </a:extLst>
            </p:cNvPr>
            <p:cNvGrpSpPr/>
            <p:nvPr/>
          </p:nvGrpSpPr>
          <p:grpSpPr>
            <a:xfrm>
              <a:off x="1464069" y="5057033"/>
              <a:ext cx="72000" cy="1240272"/>
              <a:chOff x="4286843" y="5071521"/>
              <a:chExt cx="72000" cy="1335055"/>
            </a:xfrm>
            <a:solidFill>
              <a:srgbClr val="5C6782"/>
            </a:solidFill>
          </p:grpSpPr>
          <p:sp>
            <p:nvSpPr>
              <p:cNvPr id="602" name="직사각형 601">
                <a:extLst>
                  <a:ext uri="{FF2B5EF4-FFF2-40B4-BE49-F238E27FC236}">
                    <a16:creationId xmlns:a16="http://schemas.microsoft.com/office/drawing/2014/main" id="{3E972499-1809-48EB-4CEB-B1B9131F5658}"/>
                  </a:ext>
                </a:extLst>
              </p:cNvPr>
              <p:cNvSpPr/>
              <p:nvPr/>
            </p:nvSpPr>
            <p:spPr>
              <a:xfrm>
                <a:off x="4286843" y="5071521"/>
                <a:ext cx="72000" cy="72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marL="0" marR="0" lvl="0" indent="0" algn="ctr" defTabSz="1516258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271AA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endParaRPr kumimoji="0" lang="ko-KR" altLang="en-US" sz="900" u="none" strike="noStrike" kern="120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endParaRPr>
              </a:p>
            </p:txBody>
          </p:sp>
          <p:cxnSp>
            <p:nvCxnSpPr>
              <p:cNvPr id="603" name="직선 연결선 793">
                <a:extLst>
                  <a:ext uri="{FF2B5EF4-FFF2-40B4-BE49-F238E27FC236}">
                    <a16:creationId xmlns:a16="http://schemas.microsoft.com/office/drawing/2014/main" id="{057E1368-AD61-FAA8-9093-34159D1364A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4322843" y="5127788"/>
                <a:ext cx="0" cy="1278788"/>
              </a:xfrm>
              <a:prstGeom prst="line">
                <a:avLst/>
              </a:prstGeom>
              <a:grpFill/>
              <a:ln w="19050">
                <a:solidFill>
                  <a:srgbClr val="5C6782"/>
                </a:solidFill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04" name="그룹 603">
              <a:extLst>
                <a:ext uri="{FF2B5EF4-FFF2-40B4-BE49-F238E27FC236}">
                  <a16:creationId xmlns:a16="http://schemas.microsoft.com/office/drawing/2014/main" id="{3DA5A695-16FE-481C-25C6-5A0F463A24F3}"/>
                </a:ext>
              </a:extLst>
            </p:cNvPr>
            <p:cNvGrpSpPr/>
            <p:nvPr/>
          </p:nvGrpSpPr>
          <p:grpSpPr>
            <a:xfrm>
              <a:off x="2754362" y="5061625"/>
              <a:ext cx="72000" cy="592044"/>
              <a:chOff x="4286843" y="5071521"/>
              <a:chExt cx="72000" cy="637292"/>
            </a:xfrm>
          </p:grpSpPr>
          <p:sp>
            <p:nvSpPr>
              <p:cNvPr id="605" name="직사각형 604">
                <a:extLst>
                  <a:ext uri="{FF2B5EF4-FFF2-40B4-BE49-F238E27FC236}">
                    <a16:creationId xmlns:a16="http://schemas.microsoft.com/office/drawing/2014/main" id="{63401B33-8C52-D682-F5E7-2C06F4D516EF}"/>
                  </a:ext>
                </a:extLst>
              </p:cNvPr>
              <p:cNvSpPr/>
              <p:nvPr/>
            </p:nvSpPr>
            <p:spPr>
              <a:xfrm>
                <a:off x="4286843" y="5071521"/>
                <a:ext cx="72000" cy="72000"/>
              </a:xfrm>
              <a:prstGeom prst="rect">
                <a:avLst/>
              </a:prstGeom>
              <a:solidFill>
                <a:srgbClr val="9CA5A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marL="0" marR="0" lvl="0" indent="0" algn="ctr" defTabSz="1516258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271AA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endParaRPr kumimoji="0" lang="ko-KR" altLang="en-US" sz="900" u="none" strike="noStrike" kern="120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endParaRPr>
              </a:p>
            </p:txBody>
          </p:sp>
          <p:cxnSp>
            <p:nvCxnSpPr>
              <p:cNvPr id="606" name="직선 연결선 796">
                <a:extLst>
                  <a:ext uri="{FF2B5EF4-FFF2-40B4-BE49-F238E27FC236}">
                    <a16:creationId xmlns:a16="http://schemas.microsoft.com/office/drawing/2014/main" id="{8B6CB881-F13D-3303-0CB3-210EB0CB4E5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4322843" y="5127788"/>
                <a:ext cx="0" cy="581025"/>
              </a:xfrm>
              <a:prstGeom prst="line">
                <a:avLst/>
              </a:prstGeom>
              <a:ln w="19050">
                <a:solidFill>
                  <a:srgbClr val="9CA5AC"/>
                </a:solidFill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07" name="그룹 606">
              <a:extLst>
                <a:ext uri="{FF2B5EF4-FFF2-40B4-BE49-F238E27FC236}">
                  <a16:creationId xmlns:a16="http://schemas.microsoft.com/office/drawing/2014/main" id="{DCAA3A95-3139-3B68-3C21-E48047781727}"/>
                </a:ext>
              </a:extLst>
            </p:cNvPr>
            <p:cNvGrpSpPr/>
            <p:nvPr/>
          </p:nvGrpSpPr>
          <p:grpSpPr>
            <a:xfrm>
              <a:off x="2934374" y="5061625"/>
              <a:ext cx="72000" cy="1240272"/>
              <a:chOff x="4286843" y="5071521"/>
              <a:chExt cx="72000" cy="1335055"/>
            </a:xfrm>
            <a:solidFill>
              <a:srgbClr val="5C6782"/>
            </a:solidFill>
          </p:grpSpPr>
          <p:sp>
            <p:nvSpPr>
              <p:cNvPr id="608" name="직사각형 607">
                <a:extLst>
                  <a:ext uri="{FF2B5EF4-FFF2-40B4-BE49-F238E27FC236}">
                    <a16:creationId xmlns:a16="http://schemas.microsoft.com/office/drawing/2014/main" id="{0EE6D5C2-4B22-5A4D-2849-4F7FC7F51576}"/>
                  </a:ext>
                </a:extLst>
              </p:cNvPr>
              <p:cNvSpPr/>
              <p:nvPr/>
            </p:nvSpPr>
            <p:spPr>
              <a:xfrm>
                <a:off x="4286843" y="5071521"/>
                <a:ext cx="72000" cy="72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marL="0" marR="0" lvl="0" indent="0" algn="ctr" defTabSz="1516258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271AA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endParaRPr kumimoji="0" lang="ko-KR" altLang="en-US" sz="900" u="none" strike="noStrike" kern="120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endParaRPr>
              </a:p>
            </p:txBody>
          </p:sp>
          <p:cxnSp>
            <p:nvCxnSpPr>
              <p:cNvPr id="609" name="직선 연결선 799">
                <a:extLst>
                  <a:ext uri="{FF2B5EF4-FFF2-40B4-BE49-F238E27FC236}">
                    <a16:creationId xmlns:a16="http://schemas.microsoft.com/office/drawing/2014/main" id="{E020A060-7D42-52F6-E375-3E5029B57E8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4322843" y="5127788"/>
                <a:ext cx="0" cy="1278788"/>
              </a:xfrm>
              <a:prstGeom prst="line">
                <a:avLst/>
              </a:prstGeom>
              <a:grpFill/>
              <a:ln w="19050">
                <a:solidFill>
                  <a:srgbClr val="5C6782"/>
                </a:solidFill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10" name="그룹 609">
              <a:extLst>
                <a:ext uri="{FF2B5EF4-FFF2-40B4-BE49-F238E27FC236}">
                  <a16:creationId xmlns:a16="http://schemas.microsoft.com/office/drawing/2014/main" id="{CF75668D-71DB-BE70-BBE5-5424983BDC7A}"/>
                </a:ext>
              </a:extLst>
            </p:cNvPr>
            <p:cNvGrpSpPr/>
            <p:nvPr/>
          </p:nvGrpSpPr>
          <p:grpSpPr>
            <a:xfrm>
              <a:off x="4751703" y="2722245"/>
              <a:ext cx="72000" cy="657318"/>
              <a:chOff x="4409754" y="2722245"/>
              <a:chExt cx="72000" cy="657318"/>
            </a:xfrm>
          </p:grpSpPr>
          <p:sp>
            <p:nvSpPr>
              <p:cNvPr id="611" name="직사각형 610">
                <a:extLst>
                  <a:ext uri="{FF2B5EF4-FFF2-40B4-BE49-F238E27FC236}">
                    <a16:creationId xmlns:a16="http://schemas.microsoft.com/office/drawing/2014/main" id="{17B2D366-B294-0A82-7683-78519C9FE7EC}"/>
                  </a:ext>
                </a:extLst>
              </p:cNvPr>
              <p:cNvSpPr/>
              <p:nvPr/>
            </p:nvSpPr>
            <p:spPr>
              <a:xfrm flipV="1">
                <a:off x="4409754" y="3307563"/>
                <a:ext cx="72000" cy="72000"/>
              </a:xfrm>
              <a:prstGeom prst="rect">
                <a:avLst/>
              </a:prstGeom>
              <a:solidFill>
                <a:srgbClr val="4347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marL="0" marR="0" lvl="0" indent="0" algn="ctr" defTabSz="1516258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271AA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endParaRPr kumimoji="0" lang="ko-KR" altLang="en-US" sz="900" u="none" strike="noStrike" kern="120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endParaRPr>
              </a:p>
            </p:txBody>
          </p:sp>
          <p:cxnSp>
            <p:nvCxnSpPr>
              <p:cNvPr id="612" name="직선 연결선 802">
                <a:extLst>
                  <a:ext uri="{FF2B5EF4-FFF2-40B4-BE49-F238E27FC236}">
                    <a16:creationId xmlns:a16="http://schemas.microsoft.com/office/drawing/2014/main" id="{B9FC1499-52C5-6D1A-4E26-624C58F581F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4445754" y="2722245"/>
                <a:ext cx="0" cy="606362"/>
              </a:xfrm>
              <a:prstGeom prst="line">
                <a:avLst/>
              </a:prstGeom>
              <a:ln w="19050">
                <a:solidFill>
                  <a:srgbClr val="434759"/>
                </a:solidFill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13" name="그룹 612">
              <a:extLst>
                <a:ext uri="{FF2B5EF4-FFF2-40B4-BE49-F238E27FC236}">
                  <a16:creationId xmlns:a16="http://schemas.microsoft.com/office/drawing/2014/main" id="{7BCFD180-E8F2-7BDC-59CC-5BF730828D78}"/>
                </a:ext>
              </a:extLst>
            </p:cNvPr>
            <p:cNvGrpSpPr/>
            <p:nvPr/>
          </p:nvGrpSpPr>
          <p:grpSpPr>
            <a:xfrm>
              <a:off x="6275156" y="2718696"/>
              <a:ext cx="483358" cy="3579652"/>
              <a:chOff x="-1006104" y="2616430"/>
              <a:chExt cx="483358" cy="3579652"/>
            </a:xfrm>
          </p:grpSpPr>
          <p:grpSp>
            <p:nvGrpSpPr>
              <p:cNvPr id="614" name="그룹 613">
                <a:extLst>
                  <a:ext uri="{FF2B5EF4-FFF2-40B4-BE49-F238E27FC236}">
                    <a16:creationId xmlns:a16="http://schemas.microsoft.com/office/drawing/2014/main" id="{2BF06DB7-998E-5279-50E0-8FFC25282168}"/>
                  </a:ext>
                </a:extLst>
              </p:cNvPr>
              <p:cNvGrpSpPr/>
              <p:nvPr/>
            </p:nvGrpSpPr>
            <p:grpSpPr>
              <a:xfrm>
                <a:off x="-1006104" y="3270989"/>
                <a:ext cx="483358" cy="1692000"/>
                <a:chOff x="-2281081" y="4146452"/>
                <a:chExt cx="1260000" cy="1692000"/>
              </a:xfrm>
            </p:grpSpPr>
            <p:sp>
              <p:nvSpPr>
                <p:cNvPr id="629" name="모서리가 둥근 직사각형 16">
                  <a:extLst>
                    <a:ext uri="{FF2B5EF4-FFF2-40B4-BE49-F238E27FC236}">
                      <a16:creationId xmlns:a16="http://schemas.microsoft.com/office/drawing/2014/main" id="{CDA0E06A-EE85-1A66-A26E-5361AF4CB4C1}"/>
                    </a:ext>
                  </a:extLst>
                </p:cNvPr>
                <p:cNvSpPr/>
                <p:nvPr/>
              </p:nvSpPr>
              <p:spPr bwMode="auto">
                <a:xfrm>
                  <a:off x="-2281081" y="4146452"/>
                  <a:ext cx="1260000" cy="1692000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anchor="ctr"/>
                <a:lstStyle/>
                <a:p>
                  <a:pPr marL="457200" marR="0" lvl="1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ko-KR" sz="160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  <a:sym typeface="KoPub돋움체 Medium"/>
                  </a:endParaRPr>
                </a:p>
              </p:txBody>
            </p:sp>
            <p:sp>
              <p:nvSpPr>
                <p:cNvPr id="630" name="모서리가 둥근 직사각형 16">
                  <a:extLst>
                    <a:ext uri="{FF2B5EF4-FFF2-40B4-BE49-F238E27FC236}">
                      <a16:creationId xmlns:a16="http://schemas.microsoft.com/office/drawing/2014/main" id="{C30227C8-6540-4A06-53E5-FB587951F606}"/>
                    </a:ext>
                  </a:extLst>
                </p:cNvPr>
                <p:cNvSpPr/>
                <p:nvPr/>
              </p:nvSpPr>
              <p:spPr bwMode="auto">
                <a:xfrm flipH="1">
                  <a:off x="-2281081" y="5478452"/>
                  <a:ext cx="1260000" cy="360000"/>
                </a:xfrm>
                <a:prstGeom prst="rect">
                  <a:avLst/>
                </a:prstGeom>
                <a:solidFill>
                  <a:srgbClr val="C7CED2"/>
                </a:solidFill>
              </p:spPr>
              <p:txBody>
                <a:bodyPr wrap="square" lIns="0" tIns="0" rIns="0" bIns="0" anchor="ctr">
                  <a:noAutofit/>
                </a:bodyPr>
                <a:lstStyle/>
                <a:p>
                  <a:pPr marL="0" marR="0" lvl="1" indent="0" algn="ctr" defTabSz="914400" rtl="0" eaLnBrk="1" fontAlgn="base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ko-KR" altLang="en-US" sz="700" spc="-30" dirty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Arial"/>
                      <a:sym typeface="KoPub돋움체 Medium"/>
                    </a:rPr>
                    <a:t>모니터링</a:t>
                  </a:r>
                  <a:endParaRPr kumimoji="1" lang="en-US" altLang="ko-KR" sz="7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  <a:sym typeface="KoPub돋움체 Medium"/>
                  </a:endParaRPr>
                </a:p>
                <a:p>
                  <a:pPr marL="0" marR="0" lvl="1" indent="0" algn="ctr" defTabSz="914400" rtl="0" eaLnBrk="1" fontAlgn="base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700" spc="-30" dirty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Arial"/>
                      <a:sym typeface="KoPub돋움체 Medium"/>
                    </a:rPr>
                    <a:t>(1EA)</a:t>
                  </a:r>
                </a:p>
              </p:txBody>
            </p:sp>
          </p:grpSp>
          <p:grpSp>
            <p:nvGrpSpPr>
              <p:cNvPr id="615" name="그룹 614">
                <a:extLst>
                  <a:ext uri="{FF2B5EF4-FFF2-40B4-BE49-F238E27FC236}">
                    <a16:creationId xmlns:a16="http://schemas.microsoft.com/office/drawing/2014/main" id="{20E3E6C3-3D76-3DC8-CB8D-2E3983BA540A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-940384" y="3426757"/>
                <a:ext cx="331998" cy="456614"/>
                <a:chOff x="11921385" y="4267725"/>
                <a:chExt cx="916126" cy="1260000"/>
              </a:xfrm>
            </p:grpSpPr>
            <p:sp>
              <p:nvSpPr>
                <p:cNvPr id="625" name="사각형: 둥근 모서리 234">
                  <a:extLst>
                    <a:ext uri="{FF2B5EF4-FFF2-40B4-BE49-F238E27FC236}">
                      <a16:creationId xmlns:a16="http://schemas.microsoft.com/office/drawing/2014/main" id="{1916C657-EED2-8514-0418-8B7895CE3DF4}"/>
                    </a:ext>
                  </a:extLst>
                </p:cNvPr>
                <p:cNvSpPr/>
                <p:nvPr/>
              </p:nvSpPr>
              <p:spPr>
                <a:xfrm>
                  <a:off x="11923596" y="4271687"/>
                  <a:ext cx="911716" cy="1252078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u="none" strike="noStrike" kern="1200" cap="none" spc="-3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endParaRPr>
                </a:p>
              </p:txBody>
            </p:sp>
            <p:grpSp>
              <p:nvGrpSpPr>
                <p:cNvPr id="626" name="그룹 625">
                  <a:extLst>
                    <a:ext uri="{FF2B5EF4-FFF2-40B4-BE49-F238E27FC236}">
                      <a16:creationId xmlns:a16="http://schemas.microsoft.com/office/drawing/2014/main" id="{A91F43D1-387C-C169-E0FB-099060F4126D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627" name="Freeform 230">
                    <a:extLst>
                      <a:ext uri="{FF2B5EF4-FFF2-40B4-BE49-F238E27FC236}">
                        <a16:creationId xmlns:a16="http://schemas.microsoft.com/office/drawing/2014/main" id="{49B79B48-0EC1-7787-F9BA-69EE813788E6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Arial"/>
                    </a:endParaRPr>
                  </a:p>
                </p:txBody>
              </p:sp>
              <p:sp>
                <p:nvSpPr>
                  <p:cNvPr id="628" name="Freeform 231">
                    <a:extLst>
                      <a:ext uri="{FF2B5EF4-FFF2-40B4-BE49-F238E27FC236}">
                        <a16:creationId xmlns:a16="http://schemas.microsoft.com/office/drawing/2014/main" id="{6CA8B9FE-CBAA-EC21-D968-E1175B79212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Arial"/>
                    </a:endParaRPr>
                  </a:p>
                </p:txBody>
              </p:sp>
            </p:grpSp>
          </p:grpSp>
          <p:grpSp>
            <p:nvGrpSpPr>
              <p:cNvPr id="616" name="그룹 615">
                <a:extLst>
                  <a:ext uri="{FF2B5EF4-FFF2-40B4-BE49-F238E27FC236}">
                    <a16:creationId xmlns:a16="http://schemas.microsoft.com/office/drawing/2014/main" id="{E61E316F-E029-8617-4958-8425CD11BA34}"/>
                  </a:ext>
                </a:extLst>
              </p:cNvPr>
              <p:cNvGrpSpPr/>
              <p:nvPr/>
            </p:nvGrpSpPr>
            <p:grpSpPr>
              <a:xfrm>
                <a:off x="-887866" y="4955810"/>
                <a:ext cx="72000" cy="592044"/>
                <a:chOff x="4286843" y="5071521"/>
                <a:chExt cx="72000" cy="637292"/>
              </a:xfrm>
            </p:grpSpPr>
            <p:sp>
              <p:nvSpPr>
                <p:cNvPr id="623" name="직사각형 622">
                  <a:extLst>
                    <a:ext uri="{FF2B5EF4-FFF2-40B4-BE49-F238E27FC236}">
                      <a16:creationId xmlns:a16="http://schemas.microsoft.com/office/drawing/2014/main" id="{CE5A49D6-89FE-145C-C353-7E08AE11B5DF}"/>
                    </a:ext>
                  </a:extLst>
                </p:cNvPr>
                <p:cNvSpPr/>
                <p:nvPr/>
              </p:nvSpPr>
              <p:spPr>
                <a:xfrm>
                  <a:off x="4286843" y="5071521"/>
                  <a:ext cx="72000" cy="72000"/>
                </a:xfrm>
                <a:prstGeom prst="rect">
                  <a:avLst/>
                </a:prstGeom>
                <a:solidFill>
                  <a:srgbClr val="9CA5A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anchor="ctr"/>
                <a:lstStyle/>
                <a:p>
                  <a:pPr marL="0" marR="0" lvl="0" indent="0" algn="ctr" defTabSz="1516258" rtl="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271AA"/>
                    </a:buClr>
                    <a:buSzPct val="140000"/>
                    <a:buFontTx/>
                    <a:buNone/>
                    <a:tabLst>
                      <a:tab pos="5648325" algn="l"/>
                    </a:tabLst>
                    <a:defRPr/>
                  </a:pPr>
                  <a:endParaRPr kumimoji="0" lang="ko-KR" altLang="en-US" sz="900" u="none" strike="noStrike" kern="120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endParaRPr>
                </a:p>
              </p:txBody>
            </p:sp>
            <p:cxnSp>
              <p:nvCxnSpPr>
                <p:cNvPr id="624" name="직선 연결선 831">
                  <a:extLst>
                    <a:ext uri="{FF2B5EF4-FFF2-40B4-BE49-F238E27FC236}">
                      <a16:creationId xmlns:a16="http://schemas.microsoft.com/office/drawing/2014/main" id="{6B48701B-B1F5-418A-5128-5DE35164737E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4322843" y="5127788"/>
                  <a:ext cx="0" cy="581025"/>
                </a:xfrm>
                <a:prstGeom prst="line">
                  <a:avLst/>
                </a:prstGeom>
                <a:ln w="19050">
                  <a:solidFill>
                    <a:srgbClr val="9CA5AC"/>
                  </a:solidFill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17" name="그룹 616">
                <a:extLst>
                  <a:ext uri="{FF2B5EF4-FFF2-40B4-BE49-F238E27FC236}">
                    <a16:creationId xmlns:a16="http://schemas.microsoft.com/office/drawing/2014/main" id="{6C22974C-A587-3703-A84D-F5DE746601D2}"/>
                  </a:ext>
                </a:extLst>
              </p:cNvPr>
              <p:cNvGrpSpPr/>
              <p:nvPr/>
            </p:nvGrpSpPr>
            <p:grpSpPr>
              <a:xfrm>
                <a:off x="-707854" y="4955810"/>
                <a:ext cx="72000" cy="1240272"/>
                <a:chOff x="4286843" y="5071521"/>
                <a:chExt cx="72000" cy="1335055"/>
              </a:xfrm>
              <a:solidFill>
                <a:srgbClr val="5C6782"/>
              </a:solidFill>
            </p:grpSpPr>
            <p:sp>
              <p:nvSpPr>
                <p:cNvPr id="621" name="직사각형 620">
                  <a:extLst>
                    <a:ext uri="{FF2B5EF4-FFF2-40B4-BE49-F238E27FC236}">
                      <a16:creationId xmlns:a16="http://schemas.microsoft.com/office/drawing/2014/main" id="{D0D94AB5-17D6-D969-B333-744961CD0A7A}"/>
                    </a:ext>
                  </a:extLst>
                </p:cNvPr>
                <p:cNvSpPr/>
                <p:nvPr/>
              </p:nvSpPr>
              <p:spPr>
                <a:xfrm>
                  <a:off x="4286843" y="5071521"/>
                  <a:ext cx="72000" cy="72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anchor="ctr"/>
                <a:lstStyle/>
                <a:p>
                  <a:pPr marL="0" marR="0" lvl="0" indent="0" algn="ctr" defTabSz="1516258" rtl="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271AA"/>
                    </a:buClr>
                    <a:buSzPct val="140000"/>
                    <a:buFontTx/>
                    <a:buNone/>
                    <a:tabLst>
                      <a:tab pos="5648325" algn="l"/>
                    </a:tabLst>
                    <a:defRPr/>
                  </a:pPr>
                  <a:endParaRPr kumimoji="0" lang="ko-KR" altLang="en-US" sz="900" u="none" strike="noStrike" kern="120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endParaRPr>
                </a:p>
              </p:txBody>
            </p:sp>
            <p:cxnSp>
              <p:nvCxnSpPr>
                <p:cNvPr id="622" name="직선 연결선 834">
                  <a:extLst>
                    <a:ext uri="{FF2B5EF4-FFF2-40B4-BE49-F238E27FC236}">
                      <a16:creationId xmlns:a16="http://schemas.microsoft.com/office/drawing/2014/main" id="{C73318AF-CCD8-A77E-5D59-B578C652A5BB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4322843" y="5127788"/>
                  <a:ext cx="0" cy="1278788"/>
                </a:xfrm>
                <a:prstGeom prst="line">
                  <a:avLst/>
                </a:prstGeom>
                <a:grpFill/>
                <a:ln w="19050">
                  <a:solidFill>
                    <a:srgbClr val="5C6782"/>
                  </a:solidFill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18" name="그룹 617">
                <a:extLst>
                  <a:ext uri="{FF2B5EF4-FFF2-40B4-BE49-F238E27FC236}">
                    <a16:creationId xmlns:a16="http://schemas.microsoft.com/office/drawing/2014/main" id="{FE2859D5-4551-54EB-CC28-0A674A49E103}"/>
                  </a:ext>
                </a:extLst>
              </p:cNvPr>
              <p:cNvGrpSpPr/>
              <p:nvPr/>
            </p:nvGrpSpPr>
            <p:grpSpPr>
              <a:xfrm>
                <a:off x="-805254" y="2616430"/>
                <a:ext cx="72000" cy="657318"/>
                <a:chOff x="4409754" y="2722245"/>
                <a:chExt cx="72000" cy="657318"/>
              </a:xfrm>
            </p:grpSpPr>
            <p:sp>
              <p:nvSpPr>
                <p:cNvPr id="619" name="직사각형 618">
                  <a:extLst>
                    <a:ext uri="{FF2B5EF4-FFF2-40B4-BE49-F238E27FC236}">
                      <a16:creationId xmlns:a16="http://schemas.microsoft.com/office/drawing/2014/main" id="{1D742B99-45E9-A6FF-5110-530CFDB48300}"/>
                    </a:ext>
                  </a:extLst>
                </p:cNvPr>
                <p:cNvSpPr/>
                <p:nvPr/>
              </p:nvSpPr>
              <p:spPr>
                <a:xfrm flipV="1">
                  <a:off x="4409754" y="3307563"/>
                  <a:ext cx="72000" cy="72000"/>
                </a:xfrm>
                <a:prstGeom prst="rect">
                  <a:avLst/>
                </a:prstGeom>
                <a:solidFill>
                  <a:srgbClr val="43475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anchor="ctr"/>
                <a:lstStyle/>
                <a:p>
                  <a:pPr marL="0" marR="0" lvl="0" indent="0" algn="ctr" defTabSz="1516258" rtl="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271AA"/>
                    </a:buClr>
                    <a:buSzPct val="140000"/>
                    <a:buFontTx/>
                    <a:buNone/>
                    <a:tabLst>
                      <a:tab pos="5648325" algn="l"/>
                    </a:tabLst>
                    <a:defRPr/>
                  </a:pPr>
                  <a:endParaRPr kumimoji="0" lang="ko-KR" altLang="en-US" sz="900" u="none" strike="noStrike" kern="120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endParaRPr>
                </a:p>
              </p:txBody>
            </p:sp>
            <p:cxnSp>
              <p:nvCxnSpPr>
                <p:cNvPr id="620" name="직선 연결선 837">
                  <a:extLst>
                    <a:ext uri="{FF2B5EF4-FFF2-40B4-BE49-F238E27FC236}">
                      <a16:creationId xmlns:a16="http://schemas.microsoft.com/office/drawing/2014/main" id="{DE4AF672-DFDD-F80E-0571-17DD6FA9C9C8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4445754" y="2722245"/>
                  <a:ext cx="0" cy="606362"/>
                </a:xfrm>
                <a:prstGeom prst="line">
                  <a:avLst/>
                </a:prstGeom>
                <a:ln w="19050">
                  <a:solidFill>
                    <a:srgbClr val="434759"/>
                  </a:solidFill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631" name="그룹 630">
              <a:extLst>
                <a:ext uri="{FF2B5EF4-FFF2-40B4-BE49-F238E27FC236}">
                  <a16:creationId xmlns:a16="http://schemas.microsoft.com/office/drawing/2014/main" id="{674EC91A-67F5-ECC8-1A3A-C3B8A0C72B7A}"/>
                </a:ext>
              </a:extLst>
            </p:cNvPr>
            <p:cNvGrpSpPr/>
            <p:nvPr/>
          </p:nvGrpSpPr>
          <p:grpSpPr>
            <a:xfrm>
              <a:off x="5174086" y="2718163"/>
              <a:ext cx="483358" cy="3579652"/>
              <a:chOff x="-1006104" y="2616430"/>
              <a:chExt cx="483358" cy="3579652"/>
            </a:xfrm>
          </p:grpSpPr>
          <p:grpSp>
            <p:nvGrpSpPr>
              <p:cNvPr id="632" name="그룹 631">
                <a:extLst>
                  <a:ext uri="{FF2B5EF4-FFF2-40B4-BE49-F238E27FC236}">
                    <a16:creationId xmlns:a16="http://schemas.microsoft.com/office/drawing/2014/main" id="{A3531B53-BDF5-1B8D-24AF-5F020438E62C}"/>
                  </a:ext>
                </a:extLst>
              </p:cNvPr>
              <p:cNvGrpSpPr/>
              <p:nvPr/>
            </p:nvGrpSpPr>
            <p:grpSpPr>
              <a:xfrm>
                <a:off x="-1006104" y="3270989"/>
                <a:ext cx="483358" cy="1692000"/>
                <a:chOff x="-2281081" y="4146452"/>
                <a:chExt cx="1260000" cy="1692000"/>
              </a:xfrm>
            </p:grpSpPr>
            <p:sp>
              <p:nvSpPr>
                <p:cNvPr id="652" name="모서리가 둥근 직사각형 16">
                  <a:extLst>
                    <a:ext uri="{FF2B5EF4-FFF2-40B4-BE49-F238E27FC236}">
                      <a16:creationId xmlns:a16="http://schemas.microsoft.com/office/drawing/2014/main" id="{B68EDFA0-6C38-96ED-0AA1-401596B1F6F6}"/>
                    </a:ext>
                  </a:extLst>
                </p:cNvPr>
                <p:cNvSpPr/>
                <p:nvPr/>
              </p:nvSpPr>
              <p:spPr bwMode="auto">
                <a:xfrm>
                  <a:off x="-2281081" y="4146452"/>
                  <a:ext cx="1260000" cy="1692000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anchor="ctr"/>
                <a:lstStyle/>
                <a:p>
                  <a:pPr marL="457200" marR="0" lvl="1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ko-KR" sz="160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  <a:sym typeface="KoPub돋움체 Medium"/>
                  </a:endParaRPr>
                </a:p>
              </p:txBody>
            </p:sp>
            <p:sp>
              <p:nvSpPr>
                <p:cNvPr id="653" name="모서리가 둥근 직사각형 16">
                  <a:extLst>
                    <a:ext uri="{FF2B5EF4-FFF2-40B4-BE49-F238E27FC236}">
                      <a16:creationId xmlns:a16="http://schemas.microsoft.com/office/drawing/2014/main" id="{182D6282-03DA-D923-8499-867F125A40D9}"/>
                    </a:ext>
                  </a:extLst>
                </p:cNvPr>
                <p:cNvSpPr/>
                <p:nvPr/>
              </p:nvSpPr>
              <p:spPr bwMode="auto">
                <a:xfrm flipH="1">
                  <a:off x="-2281081" y="5478452"/>
                  <a:ext cx="1260000" cy="360000"/>
                </a:xfrm>
                <a:prstGeom prst="rect">
                  <a:avLst/>
                </a:prstGeom>
                <a:solidFill>
                  <a:srgbClr val="C7CED2"/>
                </a:solidFill>
              </p:spPr>
              <p:txBody>
                <a:bodyPr wrap="square" lIns="0" tIns="0" rIns="0" bIns="0" anchor="ctr">
                  <a:noAutofit/>
                </a:bodyPr>
                <a:lstStyle/>
                <a:p>
                  <a:pPr marL="0" marR="0" lvl="1" indent="0" algn="ctr" defTabSz="914400" rtl="0" eaLnBrk="1" fontAlgn="base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ko-KR" altLang="en-US" sz="700" spc="-30" dirty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Arial"/>
                      <a:sym typeface="KoPub돋움체 Medium"/>
                    </a:rPr>
                    <a:t>외부 </a:t>
                  </a:r>
                  <a:r>
                    <a:rPr kumimoji="1" lang="en-US" altLang="ko-KR" sz="700" spc="-30" dirty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Arial"/>
                      <a:sym typeface="KoPub돋움체 Medium"/>
                    </a:rPr>
                    <a:t>Edge</a:t>
                  </a:r>
                </a:p>
                <a:p>
                  <a:pPr marL="0" marR="0" lvl="1" indent="0" algn="ctr" defTabSz="914400" rtl="0" eaLnBrk="1" fontAlgn="base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700" spc="-30" dirty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Arial"/>
                      <a:sym typeface="KoPub돋움체 Medium"/>
                    </a:rPr>
                    <a:t>(2EA)</a:t>
                  </a:r>
                </a:p>
              </p:txBody>
            </p:sp>
          </p:grpSp>
          <p:grpSp>
            <p:nvGrpSpPr>
              <p:cNvPr id="633" name="그룹 632">
                <a:extLst>
                  <a:ext uri="{FF2B5EF4-FFF2-40B4-BE49-F238E27FC236}">
                    <a16:creationId xmlns:a16="http://schemas.microsoft.com/office/drawing/2014/main" id="{AFE781EF-D440-6CD4-250A-2A598327FED3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-940384" y="3426757"/>
                <a:ext cx="331998" cy="456614"/>
                <a:chOff x="11921385" y="4267725"/>
                <a:chExt cx="916126" cy="1260000"/>
              </a:xfrm>
            </p:grpSpPr>
            <p:sp>
              <p:nvSpPr>
                <p:cNvPr id="648" name="사각형: 둥근 모서리 234">
                  <a:extLst>
                    <a:ext uri="{FF2B5EF4-FFF2-40B4-BE49-F238E27FC236}">
                      <a16:creationId xmlns:a16="http://schemas.microsoft.com/office/drawing/2014/main" id="{016C9FEE-DE1D-A9F5-D418-F7539CBFC047}"/>
                    </a:ext>
                  </a:extLst>
                </p:cNvPr>
                <p:cNvSpPr/>
                <p:nvPr/>
              </p:nvSpPr>
              <p:spPr>
                <a:xfrm>
                  <a:off x="11923596" y="4271687"/>
                  <a:ext cx="911716" cy="1252078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u="none" strike="noStrike" kern="1200" cap="none" spc="-3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endParaRPr>
                </a:p>
              </p:txBody>
            </p:sp>
            <p:grpSp>
              <p:nvGrpSpPr>
                <p:cNvPr id="649" name="그룹 648">
                  <a:extLst>
                    <a:ext uri="{FF2B5EF4-FFF2-40B4-BE49-F238E27FC236}">
                      <a16:creationId xmlns:a16="http://schemas.microsoft.com/office/drawing/2014/main" id="{666496F9-433E-A658-A516-EAD4134BC53D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650" name="Freeform 230">
                    <a:extLst>
                      <a:ext uri="{FF2B5EF4-FFF2-40B4-BE49-F238E27FC236}">
                        <a16:creationId xmlns:a16="http://schemas.microsoft.com/office/drawing/2014/main" id="{27793E6E-0A67-13B2-811A-B05400563E2F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Arial"/>
                    </a:endParaRPr>
                  </a:p>
                </p:txBody>
              </p:sp>
              <p:sp>
                <p:nvSpPr>
                  <p:cNvPr id="651" name="Freeform 231">
                    <a:extLst>
                      <a:ext uri="{FF2B5EF4-FFF2-40B4-BE49-F238E27FC236}">
                        <a16:creationId xmlns:a16="http://schemas.microsoft.com/office/drawing/2014/main" id="{15CB8F89-A7CF-9098-0C8D-DE4CE52D87B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Arial"/>
                    </a:endParaRPr>
                  </a:p>
                </p:txBody>
              </p:sp>
            </p:grpSp>
          </p:grpSp>
          <p:grpSp>
            <p:nvGrpSpPr>
              <p:cNvPr id="634" name="그룹 633">
                <a:extLst>
                  <a:ext uri="{FF2B5EF4-FFF2-40B4-BE49-F238E27FC236}">
                    <a16:creationId xmlns:a16="http://schemas.microsoft.com/office/drawing/2014/main" id="{7FC5F6DA-54EA-E7E0-661E-F255291DCB3F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-940384" y="3993073"/>
                <a:ext cx="331998" cy="456614"/>
                <a:chOff x="11921385" y="4267725"/>
                <a:chExt cx="916126" cy="1260000"/>
              </a:xfrm>
            </p:grpSpPr>
            <p:sp>
              <p:nvSpPr>
                <p:cNvPr id="644" name="사각형: 둥근 모서리 288">
                  <a:extLst>
                    <a:ext uri="{FF2B5EF4-FFF2-40B4-BE49-F238E27FC236}">
                      <a16:creationId xmlns:a16="http://schemas.microsoft.com/office/drawing/2014/main" id="{A9BC5FAF-428F-6745-4536-CC44A7293469}"/>
                    </a:ext>
                  </a:extLst>
                </p:cNvPr>
                <p:cNvSpPr/>
                <p:nvPr/>
              </p:nvSpPr>
              <p:spPr>
                <a:xfrm>
                  <a:off x="11923596" y="4271687"/>
                  <a:ext cx="911716" cy="1252078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u="none" strike="noStrike" kern="1200" cap="none" spc="-3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endParaRPr>
                </a:p>
              </p:txBody>
            </p:sp>
            <p:grpSp>
              <p:nvGrpSpPr>
                <p:cNvPr id="645" name="그룹 644">
                  <a:extLst>
                    <a:ext uri="{FF2B5EF4-FFF2-40B4-BE49-F238E27FC236}">
                      <a16:creationId xmlns:a16="http://schemas.microsoft.com/office/drawing/2014/main" id="{79412D7F-7396-E615-E145-02FDF1234F3A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646" name="Freeform 230">
                    <a:extLst>
                      <a:ext uri="{FF2B5EF4-FFF2-40B4-BE49-F238E27FC236}">
                        <a16:creationId xmlns:a16="http://schemas.microsoft.com/office/drawing/2014/main" id="{737B7427-8E6A-B103-048D-28F061F6DAF2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Arial"/>
                    </a:endParaRPr>
                  </a:p>
                </p:txBody>
              </p:sp>
              <p:sp>
                <p:nvSpPr>
                  <p:cNvPr id="647" name="Freeform 231">
                    <a:extLst>
                      <a:ext uri="{FF2B5EF4-FFF2-40B4-BE49-F238E27FC236}">
                        <a16:creationId xmlns:a16="http://schemas.microsoft.com/office/drawing/2014/main" id="{563767D9-8D15-BC97-F772-B9C5BDFE671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Arial"/>
                    </a:endParaRPr>
                  </a:p>
                </p:txBody>
              </p:sp>
            </p:grpSp>
          </p:grpSp>
          <p:grpSp>
            <p:nvGrpSpPr>
              <p:cNvPr id="635" name="그룹 634">
                <a:extLst>
                  <a:ext uri="{FF2B5EF4-FFF2-40B4-BE49-F238E27FC236}">
                    <a16:creationId xmlns:a16="http://schemas.microsoft.com/office/drawing/2014/main" id="{F1A49C27-390C-B9D7-AB59-D467D728B5D2}"/>
                  </a:ext>
                </a:extLst>
              </p:cNvPr>
              <p:cNvGrpSpPr/>
              <p:nvPr/>
            </p:nvGrpSpPr>
            <p:grpSpPr>
              <a:xfrm>
                <a:off x="-887866" y="4955810"/>
                <a:ext cx="72000" cy="592044"/>
                <a:chOff x="4286843" y="5071521"/>
                <a:chExt cx="72000" cy="637292"/>
              </a:xfrm>
            </p:grpSpPr>
            <p:sp>
              <p:nvSpPr>
                <p:cNvPr id="642" name="직사각형 641">
                  <a:extLst>
                    <a:ext uri="{FF2B5EF4-FFF2-40B4-BE49-F238E27FC236}">
                      <a16:creationId xmlns:a16="http://schemas.microsoft.com/office/drawing/2014/main" id="{5372E417-10FE-627B-6268-0FB2AE288C6A}"/>
                    </a:ext>
                  </a:extLst>
                </p:cNvPr>
                <p:cNvSpPr/>
                <p:nvPr/>
              </p:nvSpPr>
              <p:spPr>
                <a:xfrm>
                  <a:off x="4286843" y="5071521"/>
                  <a:ext cx="72000" cy="72000"/>
                </a:xfrm>
                <a:prstGeom prst="rect">
                  <a:avLst/>
                </a:prstGeom>
                <a:solidFill>
                  <a:srgbClr val="9CA5A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anchor="ctr"/>
                <a:lstStyle/>
                <a:p>
                  <a:pPr marL="0" marR="0" lvl="0" indent="0" algn="ctr" defTabSz="1516258" rtl="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271AA"/>
                    </a:buClr>
                    <a:buSzPct val="140000"/>
                    <a:buFontTx/>
                    <a:buNone/>
                    <a:tabLst>
                      <a:tab pos="5648325" algn="l"/>
                    </a:tabLst>
                    <a:defRPr/>
                  </a:pPr>
                  <a:endParaRPr kumimoji="0" lang="ko-KR" altLang="en-US" sz="900" u="none" strike="noStrike" kern="120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endParaRPr>
                </a:p>
              </p:txBody>
            </p:sp>
            <p:cxnSp>
              <p:nvCxnSpPr>
                <p:cNvPr id="643" name="직선 연결선 851">
                  <a:extLst>
                    <a:ext uri="{FF2B5EF4-FFF2-40B4-BE49-F238E27FC236}">
                      <a16:creationId xmlns:a16="http://schemas.microsoft.com/office/drawing/2014/main" id="{F4115D4F-ABF6-2C4F-92A8-B92552F4123E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4322843" y="5127788"/>
                  <a:ext cx="0" cy="581025"/>
                </a:xfrm>
                <a:prstGeom prst="line">
                  <a:avLst/>
                </a:prstGeom>
                <a:ln w="19050">
                  <a:solidFill>
                    <a:srgbClr val="9CA5AC"/>
                  </a:solidFill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36" name="그룹 635">
                <a:extLst>
                  <a:ext uri="{FF2B5EF4-FFF2-40B4-BE49-F238E27FC236}">
                    <a16:creationId xmlns:a16="http://schemas.microsoft.com/office/drawing/2014/main" id="{564F6D39-BD33-BDF5-10EF-419E69D9C01F}"/>
                  </a:ext>
                </a:extLst>
              </p:cNvPr>
              <p:cNvGrpSpPr/>
              <p:nvPr/>
            </p:nvGrpSpPr>
            <p:grpSpPr>
              <a:xfrm>
                <a:off x="-707854" y="4955810"/>
                <a:ext cx="72000" cy="1240272"/>
                <a:chOff x="4286843" y="5071521"/>
                <a:chExt cx="72000" cy="1335055"/>
              </a:xfrm>
              <a:solidFill>
                <a:srgbClr val="5C6782"/>
              </a:solidFill>
            </p:grpSpPr>
            <p:sp>
              <p:nvSpPr>
                <p:cNvPr id="640" name="직사각형 639">
                  <a:extLst>
                    <a:ext uri="{FF2B5EF4-FFF2-40B4-BE49-F238E27FC236}">
                      <a16:creationId xmlns:a16="http://schemas.microsoft.com/office/drawing/2014/main" id="{DBD3E792-127F-0CD0-10D8-2B4E9A94F0C2}"/>
                    </a:ext>
                  </a:extLst>
                </p:cNvPr>
                <p:cNvSpPr/>
                <p:nvPr/>
              </p:nvSpPr>
              <p:spPr>
                <a:xfrm>
                  <a:off x="4286843" y="5071521"/>
                  <a:ext cx="72000" cy="72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anchor="ctr"/>
                <a:lstStyle/>
                <a:p>
                  <a:pPr marL="0" marR="0" lvl="0" indent="0" algn="ctr" defTabSz="1516258" rtl="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271AA"/>
                    </a:buClr>
                    <a:buSzPct val="140000"/>
                    <a:buFontTx/>
                    <a:buNone/>
                    <a:tabLst>
                      <a:tab pos="5648325" algn="l"/>
                    </a:tabLst>
                    <a:defRPr/>
                  </a:pPr>
                  <a:endParaRPr kumimoji="0" lang="ko-KR" altLang="en-US" sz="900" u="none" strike="noStrike" kern="120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endParaRPr>
                </a:p>
              </p:txBody>
            </p:sp>
            <p:cxnSp>
              <p:nvCxnSpPr>
                <p:cNvPr id="641" name="직선 연결선 849">
                  <a:extLst>
                    <a:ext uri="{FF2B5EF4-FFF2-40B4-BE49-F238E27FC236}">
                      <a16:creationId xmlns:a16="http://schemas.microsoft.com/office/drawing/2014/main" id="{8F3DCA02-9A11-AFAE-A87C-554FED40A56E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4322843" y="5127788"/>
                  <a:ext cx="0" cy="1278788"/>
                </a:xfrm>
                <a:prstGeom prst="line">
                  <a:avLst/>
                </a:prstGeom>
                <a:grpFill/>
                <a:ln w="19050">
                  <a:solidFill>
                    <a:srgbClr val="5C6782"/>
                  </a:solidFill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37" name="그룹 636">
                <a:extLst>
                  <a:ext uri="{FF2B5EF4-FFF2-40B4-BE49-F238E27FC236}">
                    <a16:creationId xmlns:a16="http://schemas.microsoft.com/office/drawing/2014/main" id="{7AB80446-D13C-0EDD-1A9B-5F8C7E0C37FC}"/>
                  </a:ext>
                </a:extLst>
              </p:cNvPr>
              <p:cNvGrpSpPr/>
              <p:nvPr/>
            </p:nvGrpSpPr>
            <p:grpSpPr>
              <a:xfrm>
                <a:off x="-805254" y="2616430"/>
                <a:ext cx="72000" cy="657318"/>
                <a:chOff x="4409754" y="2722245"/>
                <a:chExt cx="72000" cy="657318"/>
              </a:xfrm>
            </p:grpSpPr>
            <p:sp>
              <p:nvSpPr>
                <p:cNvPr id="638" name="직사각형 637">
                  <a:extLst>
                    <a:ext uri="{FF2B5EF4-FFF2-40B4-BE49-F238E27FC236}">
                      <a16:creationId xmlns:a16="http://schemas.microsoft.com/office/drawing/2014/main" id="{E0AA4DBD-D462-F8CD-0607-D62B881BEC21}"/>
                    </a:ext>
                  </a:extLst>
                </p:cNvPr>
                <p:cNvSpPr/>
                <p:nvPr/>
              </p:nvSpPr>
              <p:spPr>
                <a:xfrm flipV="1">
                  <a:off x="4409754" y="3307563"/>
                  <a:ext cx="72000" cy="72000"/>
                </a:xfrm>
                <a:prstGeom prst="rect">
                  <a:avLst/>
                </a:prstGeom>
                <a:solidFill>
                  <a:srgbClr val="43475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anchor="ctr"/>
                <a:lstStyle/>
                <a:p>
                  <a:pPr marL="0" marR="0" lvl="0" indent="0" algn="ctr" defTabSz="1516258" rtl="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271AA"/>
                    </a:buClr>
                    <a:buSzPct val="140000"/>
                    <a:buFontTx/>
                    <a:buNone/>
                    <a:tabLst>
                      <a:tab pos="5648325" algn="l"/>
                    </a:tabLst>
                    <a:defRPr/>
                  </a:pPr>
                  <a:endParaRPr kumimoji="0" lang="ko-KR" altLang="en-US" sz="900" u="none" strike="noStrike" kern="120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endParaRPr>
                </a:p>
              </p:txBody>
            </p:sp>
            <p:cxnSp>
              <p:nvCxnSpPr>
                <p:cNvPr id="639" name="직선 연결선 847">
                  <a:extLst>
                    <a:ext uri="{FF2B5EF4-FFF2-40B4-BE49-F238E27FC236}">
                      <a16:creationId xmlns:a16="http://schemas.microsoft.com/office/drawing/2014/main" id="{0E02EE68-3089-F1DA-3170-FDF20D91E679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4445754" y="2722245"/>
                  <a:ext cx="0" cy="606362"/>
                </a:xfrm>
                <a:prstGeom prst="line">
                  <a:avLst/>
                </a:prstGeom>
                <a:ln w="19050">
                  <a:solidFill>
                    <a:srgbClr val="434759"/>
                  </a:solidFill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654" name="그룹 653">
              <a:extLst>
                <a:ext uri="{FF2B5EF4-FFF2-40B4-BE49-F238E27FC236}">
                  <a16:creationId xmlns:a16="http://schemas.microsoft.com/office/drawing/2014/main" id="{C48205E4-2F76-6D93-0853-958BFA688ADE}"/>
                </a:ext>
              </a:extLst>
            </p:cNvPr>
            <p:cNvGrpSpPr/>
            <p:nvPr/>
          </p:nvGrpSpPr>
          <p:grpSpPr>
            <a:xfrm>
              <a:off x="5678873" y="2724907"/>
              <a:ext cx="483358" cy="3579652"/>
              <a:chOff x="-1006104" y="2616430"/>
              <a:chExt cx="483358" cy="3579652"/>
            </a:xfrm>
          </p:grpSpPr>
          <p:grpSp>
            <p:nvGrpSpPr>
              <p:cNvPr id="655" name="그룹 654">
                <a:extLst>
                  <a:ext uri="{FF2B5EF4-FFF2-40B4-BE49-F238E27FC236}">
                    <a16:creationId xmlns:a16="http://schemas.microsoft.com/office/drawing/2014/main" id="{29F28154-F751-27A4-FAB5-BAEE935F8FA5}"/>
                  </a:ext>
                </a:extLst>
              </p:cNvPr>
              <p:cNvGrpSpPr/>
              <p:nvPr/>
            </p:nvGrpSpPr>
            <p:grpSpPr>
              <a:xfrm>
                <a:off x="-1006104" y="3270989"/>
                <a:ext cx="483358" cy="1692000"/>
                <a:chOff x="-2281081" y="4146452"/>
                <a:chExt cx="1260000" cy="1692000"/>
              </a:xfrm>
            </p:grpSpPr>
            <p:sp>
              <p:nvSpPr>
                <p:cNvPr id="675" name="모서리가 둥근 직사각형 16">
                  <a:extLst>
                    <a:ext uri="{FF2B5EF4-FFF2-40B4-BE49-F238E27FC236}">
                      <a16:creationId xmlns:a16="http://schemas.microsoft.com/office/drawing/2014/main" id="{1A734831-D845-3961-D35B-8286D376C488}"/>
                    </a:ext>
                  </a:extLst>
                </p:cNvPr>
                <p:cNvSpPr/>
                <p:nvPr/>
              </p:nvSpPr>
              <p:spPr bwMode="auto">
                <a:xfrm>
                  <a:off x="-2281081" y="4146452"/>
                  <a:ext cx="1260000" cy="1692000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anchor="ctr"/>
                <a:lstStyle/>
                <a:p>
                  <a:pPr marL="457200" marR="0" lvl="1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ko-KR" sz="160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  <a:sym typeface="KoPub돋움체 Medium"/>
                  </a:endParaRPr>
                </a:p>
              </p:txBody>
            </p:sp>
            <p:sp>
              <p:nvSpPr>
                <p:cNvPr id="676" name="모서리가 둥근 직사각형 16">
                  <a:extLst>
                    <a:ext uri="{FF2B5EF4-FFF2-40B4-BE49-F238E27FC236}">
                      <a16:creationId xmlns:a16="http://schemas.microsoft.com/office/drawing/2014/main" id="{518984D8-C6D9-2452-281C-0CE880FEBE4E}"/>
                    </a:ext>
                  </a:extLst>
                </p:cNvPr>
                <p:cNvSpPr/>
                <p:nvPr/>
              </p:nvSpPr>
              <p:spPr bwMode="auto">
                <a:xfrm flipH="1">
                  <a:off x="-2281081" y="5478452"/>
                  <a:ext cx="1260000" cy="360000"/>
                </a:xfrm>
                <a:prstGeom prst="rect">
                  <a:avLst/>
                </a:prstGeom>
                <a:solidFill>
                  <a:srgbClr val="C7CED2"/>
                </a:solidFill>
              </p:spPr>
              <p:txBody>
                <a:bodyPr wrap="square" lIns="0" tIns="0" rIns="0" bIns="0" anchor="ctr">
                  <a:noAutofit/>
                </a:bodyPr>
                <a:lstStyle/>
                <a:p>
                  <a:pPr marL="0" marR="0" lvl="1" indent="0" algn="ctr" defTabSz="914400" rtl="0" eaLnBrk="1" fontAlgn="base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ko-KR" altLang="en-US" sz="700" spc="-30" dirty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Arial"/>
                      <a:sym typeface="KoPub돋움체 Medium"/>
                    </a:rPr>
                    <a:t>첨부파일</a:t>
                  </a:r>
                  <a:endParaRPr kumimoji="1" lang="en-US" altLang="ko-KR" sz="7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  <a:sym typeface="KoPub돋움체 Medium"/>
                  </a:endParaRPr>
                </a:p>
                <a:p>
                  <a:pPr marL="0" marR="0" lvl="1" indent="0" algn="ctr" defTabSz="914400" rtl="0" eaLnBrk="1" fontAlgn="base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700" spc="-30" dirty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Arial"/>
                      <a:sym typeface="KoPub돋움체 Medium"/>
                    </a:rPr>
                    <a:t>(2EA)</a:t>
                  </a:r>
                </a:p>
              </p:txBody>
            </p:sp>
          </p:grpSp>
          <p:grpSp>
            <p:nvGrpSpPr>
              <p:cNvPr id="656" name="그룹 655">
                <a:extLst>
                  <a:ext uri="{FF2B5EF4-FFF2-40B4-BE49-F238E27FC236}">
                    <a16:creationId xmlns:a16="http://schemas.microsoft.com/office/drawing/2014/main" id="{B71B4BB7-B59E-EAD4-015D-DCF2EF3D4D84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-940384" y="3426757"/>
                <a:ext cx="331998" cy="456614"/>
                <a:chOff x="11921385" y="4267725"/>
                <a:chExt cx="916126" cy="1260000"/>
              </a:xfrm>
            </p:grpSpPr>
            <p:sp>
              <p:nvSpPr>
                <p:cNvPr id="671" name="사각형: 둥근 모서리 234">
                  <a:extLst>
                    <a:ext uri="{FF2B5EF4-FFF2-40B4-BE49-F238E27FC236}">
                      <a16:creationId xmlns:a16="http://schemas.microsoft.com/office/drawing/2014/main" id="{C45E7232-9E65-8D11-57F7-7C2845235B86}"/>
                    </a:ext>
                  </a:extLst>
                </p:cNvPr>
                <p:cNvSpPr/>
                <p:nvPr/>
              </p:nvSpPr>
              <p:spPr>
                <a:xfrm>
                  <a:off x="11923596" y="4271687"/>
                  <a:ext cx="911716" cy="1252078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u="none" strike="noStrike" kern="1200" cap="none" spc="-3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endParaRPr>
                </a:p>
              </p:txBody>
            </p:sp>
            <p:grpSp>
              <p:nvGrpSpPr>
                <p:cNvPr id="672" name="그룹 671">
                  <a:extLst>
                    <a:ext uri="{FF2B5EF4-FFF2-40B4-BE49-F238E27FC236}">
                      <a16:creationId xmlns:a16="http://schemas.microsoft.com/office/drawing/2014/main" id="{426437A4-6440-13CA-9F86-C865CE0FA4B7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673" name="Freeform 230">
                    <a:extLst>
                      <a:ext uri="{FF2B5EF4-FFF2-40B4-BE49-F238E27FC236}">
                        <a16:creationId xmlns:a16="http://schemas.microsoft.com/office/drawing/2014/main" id="{A4DE797D-6EE4-E6C1-AA3F-2DE05DEC6B2E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Arial"/>
                    </a:endParaRPr>
                  </a:p>
                </p:txBody>
              </p:sp>
              <p:sp>
                <p:nvSpPr>
                  <p:cNvPr id="674" name="Freeform 231">
                    <a:extLst>
                      <a:ext uri="{FF2B5EF4-FFF2-40B4-BE49-F238E27FC236}">
                        <a16:creationId xmlns:a16="http://schemas.microsoft.com/office/drawing/2014/main" id="{F332BF2C-5BD8-FCA7-0521-A66D1AC3590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Arial"/>
                    </a:endParaRPr>
                  </a:p>
                </p:txBody>
              </p:sp>
            </p:grpSp>
          </p:grpSp>
          <p:grpSp>
            <p:nvGrpSpPr>
              <p:cNvPr id="657" name="그룹 656">
                <a:extLst>
                  <a:ext uri="{FF2B5EF4-FFF2-40B4-BE49-F238E27FC236}">
                    <a16:creationId xmlns:a16="http://schemas.microsoft.com/office/drawing/2014/main" id="{1F5259C2-19C1-EEB1-01B7-55204025A434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-940384" y="3993073"/>
                <a:ext cx="331998" cy="456614"/>
                <a:chOff x="11921385" y="4267725"/>
                <a:chExt cx="916126" cy="1260000"/>
              </a:xfrm>
            </p:grpSpPr>
            <p:sp>
              <p:nvSpPr>
                <p:cNvPr id="667" name="사각형: 둥근 모서리 288">
                  <a:extLst>
                    <a:ext uri="{FF2B5EF4-FFF2-40B4-BE49-F238E27FC236}">
                      <a16:creationId xmlns:a16="http://schemas.microsoft.com/office/drawing/2014/main" id="{F31F5A7A-8B14-3778-2C54-955A7538410C}"/>
                    </a:ext>
                  </a:extLst>
                </p:cNvPr>
                <p:cNvSpPr/>
                <p:nvPr/>
              </p:nvSpPr>
              <p:spPr>
                <a:xfrm>
                  <a:off x="11923596" y="4271687"/>
                  <a:ext cx="911716" cy="1252078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u="none" strike="noStrike" kern="1200" cap="none" spc="-3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endParaRPr>
                </a:p>
              </p:txBody>
            </p:sp>
            <p:grpSp>
              <p:nvGrpSpPr>
                <p:cNvPr id="668" name="그룹 667">
                  <a:extLst>
                    <a:ext uri="{FF2B5EF4-FFF2-40B4-BE49-F238E27FC236}">
                      <a16:creationId xmlns:a16="http://schemas.microsoft.com/office/drawing/2014/main" id="{0C1048BC-35BF-F4FD-5FE2-C96B9F270847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669" name="Freeform 230">
                    <a:extLst>
                      <a:ext uri="{FF2B5EF4-FFF2-40B4-BE49-F238E27FC236}">
                        <a16:creationId xmlns:a16="http://schemas.microsoft.com/office/drawing/2014/main" id="{1F70F3CB-2724-D400-CA34-649A77BBCACD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Arial"/>
                    </a:endParaRPr>
                  </a:p>
                </p:txBody>
              </p:sp>
              <p:sp>
                <p:nvSpPr>
                  <p:cNvPr id="670" name="Freeform 231">
                    <a:extLst>
                      <a:ext uri="{FF2B5EF4-FFF2-40B4-BE49-F238E27FC236}">
                        <a16:creationId xmlns:a16="http://schemas.microsoft.com/office/drawing/2014/main" id="{15B2D23A-65D0-C7DF-9346-D50F80516A9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 Semilight" panose="020B0503020000020004" pitchFamily="34" charset="-127"/>
                      <a:ea typeface="Malgun Gothic Semilight" panose="020B0503020000020004" pitchFamily="34" charset="-127"/>
                      <a:cs typeface="Arial"/>
                    </a:endParaRPr>
                  </a:p>
                </p:txBody>
              </p:sp>
            </p:grpSp>
          </p:grpSp>
          <p:grpSp>
            <p:nvGrpSpPr>
              <p:cNvPr id="658" name="그룹 657">
                <a:extLst>
                  <a:ext uri="{FF2B5EF4-FFF2-40B4-BE49-F238E27FC236}">
                    <a16:creationId xmlns:a16="http://schemas.microsoft.com/office/drawing/2014/main" id="{0C8620B6-3376-CCAE-0BD0-E8191D1D80B2}"/>
                  </a:ext>
                </a:extLst>
              </p:cNvPr>
              <p:cNvGrpSpPr/>
              <p:nvPr/>
            </p:nvGrpSpPr>
            <p:grpSpPr>
              <a:xfrm>
                <a:off x="-887866" y="4955810"/>
                <a:ext cx="72000" cy="592044"/>
                <a:chOff x="4286843" y="5071521"/>
                <a:chExt cx="72000" cy="637292"/>
              </a:xfrm>
            </p:grpSpPr>
            <p:sp>
              <p:nvSpPr>
                <p:cNvPr id="665" name="직사각형 664">
                  <a:extLst>
                    <a:ext uri="{FF2B5EF4-FFF2-40B4-BE49-F238E27FC236}">
                      <a16:creationId xmlns:a16="http://schemas.microsoft.com/office/drawing/2014/main" id="{1E950525-EBF7-01C6-DA1B-95333C62F5A0}"/>
                    </a:ext>
                  </a:extLst>
                </p:cNvPr>
                <p:cNvSpPr/>
                <p:nvPr/>
              </p:nvSpPr>
              <p:spPr>
                <a:xfrm>
                  <a:off x="4286843" y="5071521"/>
                  <a:ext cx="72000" cy="72000"/>
                </a:xfrm>
                <a:prstGeom prst="rect">
                  <a:avLst/>
                </a:prstGeom>
                <a:solidFill>
                  <a:srgbClr val="9CA5A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anchor="ctr"/>
                <a:lstStyle/>
                <a:p>
                  <a:pPr marL="0" marR="0" lvl="0" indent="0" algn="ctr" defTabSz="1516258" rtl="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271AA"/>
                    </a:buClr>
                    <a:buSzPct val="140000"/>
                    <a:buFontTx/>
                    <a:buNone/>
                    <a:tabLst>
                      <a:tab pos="5648325" algn="l"/>
                    </a:tabLst>
                    <a:defRPr/>
                  </a:pPr>
                  <a:endParaRPr kumimoji="0" lang="ko-KR" altLang="en-US" sz="900" u="none" strike="noStrike" kern="120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endParaRPr>
                </a:p>
              </p:txBody>
            </p:sp>
            <p:cxnSp>
              <p:nvCxnSpPr>
                <p:cNvPr id="666" name="직선 연결선 897">
                  <a:extLst>
                    <a:ext uri="{FF2B5EF4-FFF2-40B4-BE49-F238E27FC236}">
                      <a16:creationId xmlns:a16="http://schemas.microsoft.com/office/drawing/2014/main" id="{1CB31049-A9E5-E3E5-1A40-ECE6E1751796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4322843" y="5127788"/>
                  <a:ext cx="0" cy="581025"/>
                </a:xfrm>
                <a:prstGeom prst="line">
                  <a:avLst/>
                </a:prstGeom>
                <a:ln w="19050">
                  <a:solidFill>
                    <a:srgbClr val="9CA5AC"/>
                  </a:solidFill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59" name="그룹 658">
                <a:extLst>
                  <a:ext uri="{FF2B5EF4-FFF2-40B4-BE49-F238E27FC236}">
                    <a16:creationId xmlns:a16="http://schemas.microsoft.com/office/drawing/2014/main" id="{31AEBA94-3101-9044-6842-8C6E6725FBEC}"/>
                  </a:ext>
                </a:extLst>
              </p:cNvPr>
              <p:cNvGrpSpPr/>
              <p:nvPr/>
            </p:nvGrpSpPr>
            <p:grpSpPr>
              <a:xfrm>
                <a:off x="-707854" y="4955810"/>
                <a:ext cx="72000" cy="1240272"/>
                <a:chOff x="4286843" y="5071521"/>
                <a:chExt cx="72000" cy="1335055"/>
              </a:xfrm>
              <a:solidFill>
                <a:srgbClr val="5C6782"/>
              </a:solidFill>
            </p:grpSpPr>
            <p:sp>
              <p:nvSpPr>
                <p:cNvPr id="663" name="직사각형 662">
                  <a:extLst>
                    <a:ext uri="{FF2B5EF4-FFF2-40B4-BE49-F238E27FC236}">
                      <a16:creationId xmlns:a16="http://schemas.microsoft.com/office/drawing/2014/main" id="{B653833A-F3FB-3B01-9594-18271EA24F5B}"/>
                    </a:ext>
                  </a:extLst>
                </p:cNvPr>
                <p:cNvSpPr/>
                <p:nvPr/>
              </p:nvSpPr>
              <p:spPr>
                <a:xfrm>
                  <a:off x="4286843" y="5071521"/>
                  <a:ext cx="72000" cy="72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anchor="ctr"/>
                <a:lstStyle/>
                <a:p>
                  <a:pPr marL="0" marR="0" lvl="0" indent="0" algn="ctr" defTabSz="1516258" rtl="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271AA"/>
                    </a:buClr>
                    <a:buSzPct val="140000"/>
                    <a:buFontTx/>
                    <a:buNone/>
                    <a:tabLst>
                      <a:tab pos="5648325" algn="l"/>
                    </a:tabLst>
                    <a:defRPr/>
                  </a:pPr>
                  <a:endParaRPr kumimoji="0" lang="ko-KR" altLang="en-US" sz="900" u="none" strike="noStrike" kern="120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endParaRPr>
                </a:p>
              </p:txBody>
            </p:sp>
            <p:cxnSp>
              <p:nvCxnSpPr>
                <p:cNvPr id="664" name="직선 연결선 895">
                  <a:extLst>
                    <a:ext uri="{FF2B5EF4-FFF2-40B4-BE49-F238E27FC236}">
                      <a16:creationId xmlns:a16="http://schemas.microsoft.com/office/drawing/2014/main" id="{55E9FF1A-34F8-7460-5F30-81C0D49932E0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4322843" y="5127788"/>
                  <a:ext cx="0" cy="1278788"/>
                </a:xfrm>
                <a:prstGeom prst="line">
                  <a:avLst/>
                </a:prstGeom>
                <a:grpFill/>
                <a:ln w="19050">
                  <a:solidFill>
                    <a:srgbClr val="5C6782"/>
                  </a:solidFill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60" name="그룹 659">
                <a:extLst>
                  <a:ext uri="{FF2B5EF4-FFF2-40B4-BE49-F238E27FC236}">
                    <a16:creationId xmlns:a16="http://schemas.microsoft.com/office/drawing/2014/main" id="{4C701BF8-0A26-CBD2-4DBA-7AE7D5334B10}"/>
                  </a:ext>
                </a:extLst>
              </p:cNvPr>
              <p:cNvGrpSpPr/>
              <p:nvPr/>
            </p:nvGrpSpPr>
            <p:grpSpPr>
              <a:xfrm>
                <a:off x="-805254" y="2616430"/>
                <a:ext cx="72000" cy="657318"/>
                <a:chOff x="4409754" y="2722245"/>
                <a:chExt cx="72000" cy="657318"/>
              </a:xfrm>
            </p:grpSpPr>
            <p:sp>
              <p:nvSpPr>
                <p:cNvPr id="661" name="직사각형 660">
                  <a:extLst>
                    <a:ext uri="{FF2B5EF4-FFF2-40B4-BE49-F238E27FC236}">
                      <a16:creationId xmlns:a16="http://schemas.microsoft.com/office/drawing/2014/main" id="{1E01A715-197C-B483-F857-DE69C352D6C3}"/>
                    </a:ext>
                  </a:extLst>
                </p:cNvPr>
                <p:cNvSpPr/>
                <p:nvPr/>
              </p:nvSpPr>
              <p:spPr>
                <a:xfrm flipV="1">
                  <a:off x="4409754" y="3307563"/>
                  <a:ext cx="72000" cy="72000"/>
                </a:xfrm>
                <a:prstGeom prst="rect">
                  <a:avLst/>
                </a:prstGeom>
                <a:solidFill>
                  <a:srgbClr val="43475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anchor="ctr"/>
                <a:lstStyle/>
                <a:p>
                  <a:pPr marL="0" marR="0" lvl="0" indent="0" algn="ctr" defTabSz="1516258" rtl="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271AA"/>
                    </a:buClr>
                    <a:buSzPct val="140000"/>
                    <a:buFontTx/>
                    <a:buNone/>
                    <a:tabLst>
                      <a:tab pos="5648325" algn="l"/>
                    </a:tabLst>
                    <a:defRPr/>
                  </a:pPr>
                  <a:endParaRPr kumimoji="0" lang="ko-KR" altLang="en-US" sz="900" u="none" strike="noStrike" kern="120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endParaRPr>
                </a:p>
              </p:txBody>
            </p:sp>
            <p:cxnSp>
              <p:nvCxnSpPr>
                <p:cNvPr id="662" name="직선 연결선 893">
                  <a:extLst>
                    <a:ext uri="{FF2B5EF4-FFF2-40B4-BE49-F238E27FC236}">
                      <a16:creationId xmlns:a16="http://schemas.microsoft.com/office/drawing/2014/main" id="{E0D12A88-0BD5-3726-242D-7493669C8B4A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4445754" y="2722245"/>
                  <a:ext cx="0" cy="606362"/>
                </a:xfrm>
                <a:prstGeom prst="line">
                  <a:avLst/>
                </a:prstGeom>
                <a:ln w="19050">
                  <a:solidFill>
                    <a:srgbClr val="434759"/>
                  </a:solidFill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677" name="타원형 설명선 150">
              <a:extLst>
                <a:ext uri="{FF2B5EF4-FFF2-40B4-BE49-F238E27FC236}">
                  <a16:creationId xmlns:a16="http://schemas.microsoft.com/office/drawing/2014/main" id="{F03FFD34-03E0-B693-55E4-8E904E2D9A78}"/>
                </a:ext>
              </a:extLst>
            </p:cNvPr>
            <p:cNvSpPr/>
            <p:nvPr/>
          </p:nvSpPr>
          <p:spPr>
            <a:xfrm>
              <a:off x="4975309" y="5296559"/>
              <a:ext cx="828000" cy="828000"/>
            </a:xfrm>
            <a:prstGeom prst="wedgeEllipseCallout">
              <a:avLst>
                <a:gd name="adj1" fmla="val 35695"/>
                <a:gd name="adj2" fmla="val -61819"/>
              </a:avLst>
            </a:prstGeom>
            <a:solidFill>
              <a:srgbClr val="434759"/>
            </a:solidFill>
            <a:ln w="635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marL="0" marR="0" lvl="0" indent="-99481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5530506" algn="l"/>
                </a:tabLst>
                <a:defRPr/>
              </a:pPr>
              <a:r>
                <a:rPr lang="ko-KR" altLang="en-US" sz="800" spc="-3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  <a:sym typeface="KoPub돋움체 Bold" pitchFamily="2" charset="2"/>
                </a:rPr>
                <a:t>교체 및 </a:t>
              </a:r>
              <a:endParaRPr lang="en-US" altLang="ko-KR" sz="800" spc="-3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latin typeface="Malgun Gothic Semilight" panose="020B0503020000020004" pitchFamily="34" charset="-127"/>
                <a:ea typeface="Malgun Gothic Semilight" panose="020B0503020000020004" pitchFamily="34" charset="-127"/>
                <a:cs typeface="Arial"/>
                <a:sym typeface="KoPub돋움체 Bold" pitchFamily="2" charset="2"/>
              </a:endParaRPr>
            </a:p>
            <a:p>
              <a:pPr marL="0" marR="0" lvl="0" indent="-99481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5530506" algn="l"/>
                </a:tabLst>
                <a:defRPr/>
              </a:pPr>
              <a:r>
                <a:rPr lang="ko-KR" altLang="en-US" sz="800" spc="-3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  <a:sym typeface="KoPub돋움체 Bold" pitchFamily="2" charset="2"/>
                </a:rPr>
                <a:t>이중화</a:t>
              </a:r>
              <a:endParaRPr kumimoji="0" lang="ko-KR" altLang="en-US" sz="800" u="none" strike="noStrike" kern="1200" cap="none" spc="-3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Malgun Gothic Semilight" panose="020B0503020000020004" pitchFamily="34" charset="-127"/>
                <a:ea typeface="Malgun Gothic Semilight" panose="020B0503020000020004" pitchFamily="34" charset="-127"/>
                <a:cs typeface="Arial"/>
                <a:sym typeface="KoPub돋움체 Bold" pitchFamily="2" charset="2"/>
              </a:endParaRPr>
            </a:p>
          </p:txBody>
        </p:sp>
        <p:sp>
          <p:nvSpPr>
            <p:cNvPr id="678" name="타원형 설명선 150">
              <a:extLst>
                <a:ext uri="{FF2B5EF4-FFF2-40B4-BE49-F238E27FC236}">
                  <a16:creationId xmlns:a16="http://schemas.microsoft.com/office/drawing/2014/main" id="{FD69D57E-CA29-5055-9FA8-CD4DE3DD8969}"/>
                </a:ext>
              </a:extLst>
            </p:cNvPr>
            <p:cNvSpPr/>
            <p:nvPr/>
          </p:nvSpPr>
          <p:spPr>
            <a:xfrm>
              <a:off x="4277767" y="2591191"/>
              <a:ext cx="828000" cy="828000"/>
            </a:xfrm>
            <a:prstGeom prst="wedgeEllipseCallout">
              <a:avLst>
                <a:gd name="adj1" fmla="val -14503"/>
                <a:gd name="adj2" fmla="val 62838"/>
              </a:avLst>
            </a:prstGeom>
            <a:solidFill>
              <a:srgbClr val="434759"/>
            </a:solidFill>
            <a:ln w="635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marL="0" marR="0" lvl="0" indent="-99481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5530506" algn="l"/>
                </a:tabLst>
                <a:defRPr/>
              </a:pPr>
              <a:r>
                <a:rPr kumimoji="0" lang="ko-KR" altLang="en-US" sz="800" u="none" strike="noStrike" kern="1200" cap="none" spc="-30" normalizeH="0" baseline="0" noProof="0" dirty="0" err="1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  <a:sym typeface="KoPub돋움체 Bold" pitchFamily="2" charset="2"/>
                </a:rPr>
                <a:t>데이터레이크</a:t>
              </a:r>
              <a:endParaRPr lang="en-US" altLang="ko-KR" sz="800" spc="-3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latin typeface="Malgun Gothic Semilight" panose="020B0503020000020004" pitchFamily="34" charset="-127"/>
                <a:ea typeface="Malgun Gothic Semilight" panose="020B0503020000020004" pitchFamily="34" charset="-127"/>
                <a:cs typeface="Arial"/>
                <a:sym typeface="KoPub돋움체 Bold" pitchFamily="2" charset="2"/>
              </a:endParaRPr>
            </a:p>
            <a:p>
              <a:pPr marL="0" marR="0" lvl="0" indent="-99481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5530506" algn="l"/>
                </a:tabLst>
                <a:defRPr/>
              </a:pPr>
              <a:r>
                <a:rPr kumimoji="0" lang="en-US" altLang="ko-KR" sz="800" u="none" strike="noStrike" kern="120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  <a:sym typeface="KoPub돋움체 Bold" pitchFamily="2" charset="2"/>
                </a:rPr>
                <a:t>Node </a:t>
              </a:r>
              <a:r>
                <a:rPr kumimoji="0" lang="ko-KR" altLang="en-US" sz="800" u="none" strike="noStrike" kern="120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  <a:sym typeface="KoPub돋움체 Bold" pitchFamily="2" charset="2"/>
                </a:rPr>
                <a:t>증설</a:t>
              </a:r>
            </a:p>
          </p:txBody>
        </p:sp>
        <p:sp>
          <p:nvSpPr>
            <p:cNvPr id="679" name="모서리가 둥근 직사각형 676">
              <a:extLst>
                <a:ext uri="{FF2B5EF4-FFF2-40B4-BE49-F238E27FC236}">
                  <a16:creationId xmlns:a16="http://schemas.microsoft.com/office/drawing/2014/main" id="{1538D5C5-C23D-4459-3192-BEBB370C819B}"/>
                </a:ext>
              </a:extLst>
            </p:cNvPr>
            <p:cNvSpPr/>
            <p:nvPr/>
          </p:nvSpPr>
          <p:spPr bwMode="gray">
            <a:xfrm>
              <a:off x="6065986" y="5561145"/>
              <a:ext cx="828000" cy="216000"/>
            </a:xfrm>
            <a:prstGeom prst="rect">
              <a:avLst/>
            </a:prstGeom>
            <a:solidFill>
              <a:srgbClr val="9CA5A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marL="0" marR="0" lvl="0" indent="0" algn="ctr" defTabSz="1516258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271AA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r>
                <a:rPr kumimoji="0" lang="en-US" altLang="ko-KR" sz="800" u="none" strike="noStrike" kern="120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NAS</a:t>
              </a:r>
              <a:r>
                <a:rPr kumimoji="0" lang="ko-KR" altLang="en-US" sz="800" u="none" strike="noStrike" kern="120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망</a:t>
              </a:r>
            </a:p>
          </p:txBody>
        </p:sp>
        <p:sp>
          <p:nvSpPr>
            <p:cNvPr id="680" name="모서리가 둥근 직사각형 676">
              <a:extLst>
                <a:ext uri="{FF2B5EF4-FFF2-40B4-BE49-F238E27FC236}">
                  <a16:creationId xmlns:a16="http://schemas.microsoft.com/office/drawing/2014/main" id="{0BE0CBBC-5FFF-C476-B8B8-FEEE6393F422}"/>
                </a:ext>
              </a:extLst>
            </p:cNvPr>
            <p:cNvSpPr/>
            <p:nvPr/>
          </p:nvSpPr>
          <p:spPr bwMode="gray">
            <a:xfrm>
              <a:off x="6065986" y="6184045"/>
              <a:ext cx="828000" cy="216000"/>
            </a:xfrm>
            <a:prstGeom prst="rect">
              <a:avLst/>
            </a:prstGeom>
            <a:solidFill>
              <a:srgbClr val="5C6782"/>
            </a:solidFill>
          </p:spPr>
          <p:txBody>
            <a:bodyPr wrap="square" lIns="0" tIns="0" rIns="0" bIns="0" anchor="ctr">
              <a:noAutofit/>
            </a:bodyPr>
            <a:lstStyle/>
            <a:p>
              <a:pPr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  <a:defRPr/>
              </a:pPr>
              <a:r>
                <a:rPr lang="ko-KR" altLang="en-US" sz="800" spc="-3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백업</a:t>
              </a:r>
              <a:r>
                <a:rPr lang="en-US" altLang="ko-KR" sz="800" spc="-3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/</a:t>
              </a:r>
              <a:r>
                <a:rPr lang="ko-KR" altLang="en-US" sz="800" spc="-30" dirty="0" err="1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관리망</a:t>
              </a:r>
              <a:endParaRPr lang="ko-KR" altLang="en-US" sz="800" spc="-3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latin typeface="Malgun Gothic Semilight" panose="020B0503020000020004" pitchFamily="34" charset="-127"/>
                <a:ea typeface="Malgun Gothic Semilight" panose="020B0503020000020004" pitchFamily="34" charset="-127"/>
                <a:cs typeface="Arial"/>
              </a:endParaRPr>
            </a:p>
          </p:txBody>
        </p:sp>
        <p:sp>
          <p:nvSpPr>
            <p:cNvPr id="681" name="모서리가 둥근 직사각형 585">
              <a:extLst>
                <a:ext uri="{FF2B5EF4-FFF2-40B4-BE49-F238E27FC236}">
                  <a16:creationId xmlns:a16="http://schemas.microsoft.com/office/drawing/2014/main" id="{FC6C3666-A14F-D29A-D20A-7AB9A2866595}"/>
                </a:ext>
              </a:extLst>
            </p:cNvPr>
            <p:cNvSpPr/>
            <p:nvPr/>
          </p:nvSpPr>
          <p:spPr bwMode="gray">
            <a:xfrm>
              <a:off x="6065986" y="2613089"/>
              <a:ext cx="828000" cy="216000"/>
            </a:xfrm>
            <a:prstGeom prst="rect">
              <a:avLst/>
            </a:prstGeom>
            <a:solidFill>
              <a:srgbClr val="4347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marL="0" marR="0" lvl="0" indent="0" algn="ctr" defTabSz="1516258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271AA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r>
                <a:rPr kumimoji="0" lang="ko-KR" altLang="en-US" sz="800" u="none" strike="noStrike" kern="120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서비스망</a:t>
              </a:r>
            </a:p>
          </p:txBody>
        </p:sp>
        <p:sp>
          <p:nvSpPr>
            <p:cNvPr id="682" name="TextBox 681">
              <a:extLst>
                <a:ext uri="{FF2B5EF4-FFF2-40B4-BE49-F238E27FC236}">
                  <a16:creationId xmlns:a16="http://schemas.microsoft.com/office/drawing/2014/main" id="{BFB9878F-E42A-8946-7C2D-F4B78ADA1CED}"/>
                </a:ext>
              </a:extLst>
            </p:cNvPr>
            <p:cNvSpPr txBox="1"/>
            <p:nvPr/>
          </p:nvSpPr>
          <p:spPr>
            <a:xfrm>
              <a:off x="4495015" y="6620229"/>
              <a:ext cx="2748193" cy="3849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ko-KR" altLang="en-US" sz="7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</a:rPr>
                <a:t>※ 데이터품질 알림 발송을 위한 서버는 그룹공동 클라우드 내 탑재</a:t>
              </a:r>
            </a:p>
          </p:txBody>
        </p:sp>
        <p:sp>
          <p:nvSpPr>
            <p:cNvPr id="683" name="타원형 설명선 150">
              <a:extLst>
                <a:ext uri="{FF2B5EF4-FFF2-40B4-BE49-F238E27FC236}">
                  <a16:creationId xmlns:a16="http://schemas.microsoft.com/office/drawing/2014/main" id="{98A7E158-CE2C-7A60-DB3B-13C86B25ACF7}"/>
                </a:ext>
              </a:extLst>
            </p:cNvPr>
            <p:cNvSpPr/>
            <p:nvPr/>
          </p:nvSpPr>
          <p:spPr>
            <a:xfrm>
              <a:off x="5301978" y="2530300"/>
              <a:ext cx="828000" cy="828000"/>
            </a:xfrm>
            <a:prstGeom prst="wedgeEllipseCallout">
              <a:avLst>
                <a:gd name="adj1" fmla="val -42948"/>
                <a:gd name="adj2" fmla="val 56146"/>
              </a:avLst>
            </a:prstGeom>
            <a:solidFill>
              <a:srgbClr val="434759"/>
            </a:solidFill>
            <a:ln w="635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marL="0" marR="0" lvl="0" indent="-99481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5530506" algn="l"/>
                </a:tabLst>
                <a:defRPr/>
              </a:pPr>
              <a:r>
                <a:rPr kumimoji="0" lang="ko-KR" altLang="en-US" sz="800" u="none" strike="noStrike" kern="120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  <a:sym typeface="KoPub돋움체 Bold" pitchFamily="2" charset="2"/>
                </a:rPr>
                <a:t>신규 구성</a:t>
              </a:r>
            </a:p>
          </p:txBody>
        </p:sp>
      </p:grpSp>
      <p:sp>
        <p:nvSpPr>
          <p:cNvPr id="685" name="모서리가 둥근 사각형 설명선[R] 684">
            <a:extLst>
              <a:ext uri="{FF2B5EF4-FFF2-40B4-BE49-F238E27FC236}">
                <a16:creationId xmlns:a16="http://schemas.microsoft.com/office/drawing/2014/main" id="{6B100793-289A-672B-4248-3830BBF8A5DB}"/>
              </a:ext>
            </a:extLst>
          </p:cNvPr>
          <p:cNvSpPr/>
          <p:nvPr/>
        </p:nvSpPr>
        <p:spPr bwMode="auto">
          <a:xfrm>
            <a:off x="5996712" y="1603832"/>
            <a:ext cx="2556710" cy="809176"/>
          </a:xfrm>
          <a:prstGeom prst="wedgeRoundRectCallout">
            <a:avLst>
              <a:gd name="adj1" fmla="val -53617"/>
              <a:gd name="adj2" fmla="val 36404"/>
              <a:gd name="adj3" fmla="val 16667"/>
            </a:avLst>
          </a:prstGeom>
          <a:solidFill>
            <a:schemeClr val="bg2">
              <a:lumMod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95350" latinLnBrk="0">
              <a:spcAft>
                <a:spcPts val="600"/>
              </a:spcAft>
              <a:buSzPct val="120000"/>
            </a:pPr>
            <a:r>
              <a:rPr kumimoji="1" lang="ko-KR" altLang="en-US" sz="1300" b="1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물리적 상세 구성방안 작성</a:t>
            </a:r>
          </a:p>
        </p:txBody>
      </p:sp>
    </p:spTree>
    <p:extLst>
      <p:ext uri="{BB962C8B-B14F-4D97-AF65-F5344CB8AC3E}">
        <p14:creationId xmlns:p14="http://schemas.microsoft.com/office/powerpoint/2010/main" val="25156261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59B618-C2C2-5537-A41C-6C80F7051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2.4</a:t>
            </a:r>
            <a:r>
              <a:rPr kumimoji="1" lang="ko-KR" altLang="en-US" dirty="0"/>
              <a:t> 물리 구성방안 </a:t>
            </a:r>
            <a:r>
              <a:rPr kumimoji="1" lang="en-US" altLang="ko-KR" sz="1200" dirty="0"/>
              <a:t>&gt;</a:t>
            </a:r>
            <a:r>
              <a:rPr kumimoji="1" lang="ko-KR" altLang="en-US" sz="1200" dirty="0"/>
              <a:t> </a:t>
            </a:r>
            <a:r>
              <a:rPr kumimoji="1" lang="en-US" altLang="ko-KR" sz="1200" dirty="0"/>
              <a:t>AI Agent </a:t>
            </a:r>
            <a:r>
              <a:rPr kumimoji="1" lang="ko-KR" altLang="en-US" sz="1200" dirty="0"/>
              <a:t>플랫폼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B59475-945D-4749-A4A1-E0E92D1BE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047" y="504827"/>
            <a:ext cx="8639908" cy="294777"/>
          </a:xfrm>
        </p:spPr>
        <p:txBody>
          <a:bodyPr/>
          <a:lstStyle/>
          <a:p>
            <a:r>
              <a:rPr kumimoji="1" lang="ko-KR" altLang="en-US" dirty="0"/>
              <a:t>대내</a:t>
            </a:r>
            <a:r>
              <a:rPr kumimoji="1" lang="en-US" altLang="ko-KR" dirty="0"/>
              <a:t>/</a:t>
            </a:r>
            <a:r>
              <a:rPr kumimoji="1" lang="ko-KR" altLang="en-US" dirty="0"/>
              <a:t>외 정보 수집을 위해 인프라 교체 및 신규 시스템 구성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C979164-F009-9C00-17E3-3CEE9D304F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dirty="0"/>
              <a:t>2.</a:t>
            </a:r>
            <a:r>
              <a:rPr kumimoji="1" lang="ko-KR" altLang="en-US" dirty="0"/>
              <a:t> 시스템 아키텍처</a:t>
            </a:r>
          </a:p>
        </p:txBody>
      </p:sp>
      <p:grpSp>
        <p:nvGrpSpPr>
          <p:cNvPr id="905" name="그룹 904">
            <a:extLst>
              <a:ext uri="{FF2B5EF4-FFF2-40B4-BE49-F238E27FC236}">
                <a16:creationId xmlns:a16="http://schemas.microsoft.com/office/drawing/2014/main" id="{400D0171-8181-24E6-7030-6B389BC4289D}"/>
              </a:ext>
            </a:extLst>
          </p:cNvPr>
          <p:cNvGrpSpPr/>
          <p:nvPr/>
        </p:nvGrpSpPr>
        <p:grpSpPr>
          <a:xfrm>
            <a:off x="351653" y="899618"/>
            <a:ext cx="8304772" cy="4111614"/>
            <a:chOff x="305346" y="1943633"/>
            <a:chExt cx="10048774" cy="5138962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827756FA-36B1-8C52-D42E-43898CAEB983}"/>
                </a:ext>
              </a:extLst>
            </p:cNvPr>
            <p:cNvGrpSpPr/>
            <p:nvPr/>
          </p:nvGrpSpPr>
          <p:grpSpPr>
            <a:xfrm>
              <a:off x="7364857" y="1943633"/>
              <a:ext cx="2989263" cy="5113338"/>
              <a:chOff x="7399012" y="1943101"/>
              <a:chExt cx="3313113" cy="5113338"/>
            </a:xfrm>
          </p:grpSpPr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D734EECC-5823-0DBB-7F8B-21F9BDD7A760}"/>
                  </a:ext>
                </a:extLst>
              </p:cNvPr>
              <p:cNvSpPr/>
              <p:nvPr/>
            </p:nvSpPr>
            <p:spPr>
              <a:xfrm>
                <a:off x="7399012" y="1943101"/>
                <a:ext cx="3313113" cy="5113338"/>
              </a:xfrm>
              <a:prstGeom prst="rect">
                <a:avLst/>
              </a:prstGeom>
              <a:solidFill>
                <a:srgbClr val="F1F3F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spc="-30">
                  <a:ln>
                    <a:solidFill>
                      <a:srgbClr val="0099FF">
                        <a:alpha val="0"/>
                      </a:srgbClr>
                    </a:solidFill>
                  </a:ln>
                </a:endParaRPr>
              </a:p>
            </p:txBody>
          </p:sp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48B1457E-F831-5A1A-9F11-F9794CDA77AD}"/>
                  </a:ext>
                </a:extLst>
              </p:cNvPr>
              <p:cNvSpPr/>
              <p:nvPr/>
            </p:nvSpPr>
            <p:spPr>
              <a:xfrm>
                <a:off x="7399012" y="1943463"/>
                <a:ext cx="3313113" cy="360000"/>
              </a:xfrm>
              <a:prstGeom prst="rect">
                <a:avLst/>
              </a:prstGeom>
              <a:solidFill>
                <a:srgbClr val="43475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1400" b="1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구현 방안</a:t>
                </a:r>
                <a:endParaRPr lang="ko-KR" altLang="en-US" sz="1200" b="1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</p:grp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119BBBB7-C912-9339-5E87-FBE832042E0C}"/>
                </a:ext>
              </a:extLst>
            </p:cNvPr>
            <p:cNvGrpSpPr/>
            <p:nvPr/>
          </p:nvGrpSpPr>
          <p:grpSpPr>
            <a:xfrm>
              <a:off x="7433951" y="2421983"/>
              <a:ext cx="2845112" cy="4660612"/>
              <a:chOff x="7520780" y="2838138"/>
              <a:chExt cx="2845112" cy="4660612"/>
            </a:xfrm>
          </p:grpSpPr>
          <p:grpSp>
            <p:nvGrpSpPr>
              <p:cNvPr id="10" name="그룹 9">
                <a:extLst>
                  <a:ext uri="{FF2B5EF4-FFF2-40B4-BE49-F238E27FC236}">
                    <a16:creationId xmlns:a16="http://schemas.microsoft.com/office/drawing/2014/main" id="{C6B38C39-CBF4-7A01-9526-3FE167DE6B2B}"/>
                  </a:ext>
                </a:extLst>
              </p:cNvPr>
              <p:cNvGrpSpPr/>
              <p:nvPr/>
            </p:nvGrpSpPr>
            <p:grpSpPr>
              <a:xfrm>
                <a:off x="7520780" y="2838138"/>
                <a:ext cx="2845111" cy="307743"/>
                <a:chOff x="7520780" y="2838138"/>
                <a:chExt cx="2845111" cy="307743"/>
              </a:xfrm>
            </p:grpSpPr>
            <p:sp>
              <p:nvSpPr>
                <p:cNvPr id="12" name="모서리가 둥근 직사각형 16">
                  <a:extLst>
                    <a:ext uri="{FF2B5EF4-FFF2-40B4-BE49-F238E27FC236}">
                      <a16:creationId xmlns:a16="http://schemas.microsoft.com/office/drawing/2014/main" id="{D8BD1148-4290-B7E1-2B4E-9FD9AAC088CA}"/>
                    </a:ext>
                  </a:extLst>
                </p:cNvPr>
                <p:cNvSpPr/>
                <p:nvPr/>
              </p:nvSpPr>
              <p:spPr bwMode="auto">
                <a:xfrm flipH="1">
                  <a:off x="7520780" y="2838138"/>
                  <a:ext cx="2845111" cy="30774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t">
                  <a:spAutoFit/>
                </a:bodyPr>
                <a:lstStyle/>
                <a:p>
                  <a:pPr marL="180975" lvl="1" defTabSz="1042988">
                    <a:buClr>
                      <a:srgbClr val="3271AA"/>
                    </a:buClr>
                    <a:buSzPct val="140000"/>
                    <a:tabLst>
                      <a:tab pos="5648325" algn="l"/>
                    </a:tabLst>
                  </a:pPr>
                  <a:r>
                    <a:rPr lang="ko-KR" altLang="en-US" sz="1000" b="1" spc="-30" dirty="0">
                      <a:ln>
                        <a:solidFill>
                          <a:srgbClr val="0099FF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Malgun Gothic" panose="020B0503020000020004" pitchFamily="34" charset="-127"/>
                      <a:ea typeface="Malgun Gothic" panose="020B0503020000020004" pitchFamily="34" charset="-127"/>
                      <a:cs typeface="KoPub돋움체 Medium  Medium" panose="02000603000000020004" pitchFamily="50" charset="-127"/>
                      <a:sym typeface="KoPub돋움체 Medium "/>
                    </a:rPr>
                    <a:t>그룹공동 클라우드 자원 활용</a:t>
                  </a:r>
                  <a:endParaRPr lang="ko-KR" altLang="en-US" sz="1050" b="1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  <a:cs typeface="KoPub돋움체 Medium  Medium" panose="02000603000000020004" pitchFamily="50" charset="-127"/>
                    <a:sym typeface="KoPub돋움체 Medium "/>
                  </a:endParaRPr>
                </a:p>
              </p:txBody>
            </p:sp>
            <p:sp>
              <p:nvSpPr>
                <p:cNvPr id="13" name="Freeform 33">
                  <a:extLst>
                    <a:ext uri="{FF2B5EF4-FFF2-40B4-BE49-F238E27FC236}">
                      <a16:creationId xmlns:a16="http://schemas.microsoft.com/office/drawing/2014/main" id="{F1E67AEE-0018-0DBD-F7CE-274C47EB5EE3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7597466" y="2897108"/>
                  <a:ext cx="146360" cy="146360"/>
                </a:xfrm>
                <a:custGeom>
                  <a:avLst/>
                  <a:gdLst>
                    <a:gd name="T0" fmla="*/ 220 w 440"/>
                    <a:gd name="T1" fmla="*/ 0 h 441"/>
                    <a:gd name="T2" fmla="*/ 0 w 440"/>
                    <a:gd name="T3" fmla="*/ 220 h 441"/>
                    <a:gd name="T4" fmla="*/ 220 w 440"/>
                    <a:gd name="T5" fmla="*/ 441 h 441"/>
                    <a:gd name="T6" fmla="*/ 440 w 440"/>
                    <a:gd name="T7" fmla="*/ 220 h 441"/>
                    <a:gd name="T8" fmla="*/ 220 w 440"/>
                    <a:gd name="T9" fmla="*/ 0 h 441"/>
                    <a:gd name="T10" fmla="*/ 200 w 440"/>
                    <a:gd name="T11" fmla="*/ 330 h 441"/>
                    <a:gd name="T12" fmla="*/ 93 w 440"/>
                    <a:gd name="T13" fmla="*/ 222 h 441"/>
                    <a:gd name="T14" fmla="*/ 120 w 440"/>
                    <a:gd name="T15" fmla="*/ 200 h 441"/>
                    <a:gd name="T16" fmla="*/ 182 w 440"/>
                    <a:gd name="T17" fmla="*/ 248 h 441"/>
                    <a:gd name="T18" fmla="*/ 341 w 440"/>
                    <a:gd name="T19" fmla="*/ 111 h 441"/>
                    <a:gd name="T20" fmla="*/ 347 w 440"/>
                    <a:gd name="T21" fmla="*/ 126 h 441"/>
                    <a:gd name="T22" fmla="*/ 200 w 440"/>
                    <a:gd name="T23" fmla="*/ 330 h 4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440" h="441">
                      <a:moveTo>
                        <a:pt x="220" y="0"/>
                      </a:moveTo>
                      <a:cubicBezTo>
                        <a:pt x="98" y="0"/>
                        <a:pt x="0" y="99"/>
                        <a:pt x="0" y="220"/>
                      </a:cubicBezTo>
                      <a:cubicBezTo>
                        <a:pt x="0" y="342"/>
                        <a:pt x="98" y="441"/>
                        <a:pt x="220" y="441"/>
                      </a:cubicBezTo>
                      <a:cubicBezTo>
                        <a:pt x="342" y="441"/>
                        <a:pt x="440" y="342"/>
                        <a:pt x="440" y="220"/>
                      </a:cubicBezTo>
                      <a:cubicBezTo>
                        <a:pt x="440" y="99"/>
                        <a:pt x="342" y="0"/>
                        <a:pt x="220" y="0"/>
                      </a:cubicBezTo>
                      <a:close/>
                      <a:moveTo>
                        <a:pt x="200" y="330"/>
                      </a:moveTo>
                      <a:cubicBezTo>
                        <a:pt x="93" y="222"/>
                        <a:pt x="93" y="222"/>
                        <a:pt x="93" y="222"/>
                      </a:cubicBezTo>
                      <a:cubicBezTo>
                        <a:pt x="120" y="200"/>
                        <a:pt x="120" y="200"/>
                        <a:pt x="120" y="200"/>
                      </a:cubicBezTo>
                      <a:cubicBezTo>
                        <a:pt x="182" y="248"/>
                        <a:pt x="182" y="248"/>
                        <a:pt x="182" y="248"/>
                      </a:cubicBezTo>
                      <a:cubicBezTo>
                        <a:pt x="207" y="218"/>
                        <a:pt x="263" y="158"/>
                        <a:pt x="341" y="111"/>
                      </a:cubicBezTo>
                      <a:cubicBezTo>
                        <a:pt x="347" y="126"/>
                        <a:pt x="347" y="126"/>
                        <a:pt x="347" y="126"/>
                      </a:cubicBezTo>
                      <a:cubicBezTo>
                        <a:pt x="276" y="191"/>
                        <a:pt x="218" y="283"/>
                        <a:pt x="200" y="330"/>
                      </a:cubicBezTo>
                      <a:close/>
                    </a:path>
                  </a:pathLst>
                </a:custGeom>
                <a:solidFill>
                  <a:srgbClr val="98A1B7"/>
                </a:solidFill>
                <a:ln>
                  <a:noFill/>
                </a:ln>
              </p:spPr>
              <p:txBody>
                <a:bodyPr wrap="none" anchor="ctr"/>
                <a:lstStyle/>
                <a:p>
                  <a:pPr algn="ctr" defTabSz="1043056"/>
                  <a:endParaRPr lang="ko-KR" altLang="en-US" sz="1000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rgbClr val="B42658">
                        <a:alpha val="50000"/>
                      </a:srgb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endParaRPr>
                </a:p>
              </p:txBody>
            </p:sp>
          </p:grpSp>
          <p:sp>
            <p:nvSpPr>
              <p:cNvPr id="11" name="텍스트 개체 틀 16">
                <a:extLst>
                  <a:ext uri="{FF2B5EF4-FFF2-40B4-BE49-F238E27FC236}">
                    <a16:creationId xmlns:a16="http://schemas.microsoft.com/office/drawing/2014/main" id="{11FA2B33-8739-2261-7112-61D8D2B17B4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622225" y="3151877"/>
                <a:ext cx="2743667" cy="4346873"/>
              </a:xfrm>
              <a:prstGeom prst="rect">
                <a:avLst/>
              </a:prstGeom>
            </p:spPr>
            <p:txBody>
              <a:bodyPr wrap="square" lIns="72000" tIns="0" rIns="0" bIns="0" anchor="t">
                <a:sp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KoPub돋움체 Medium 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92075" indent="-92075" fontAlgn="base" latinLnBrk="0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SzPct val="80000"/>
                  <a:buFont typeface="Arial" panose="020B0604020202020204" pitchFamily="34" charset="0"/>
                  <a:buChar char="•"/>
                </a:pPr>
                <a:r>
                  <a:rPr kumimoji="1" lang="en-US" altLang="ko-KR" sz="900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</a:rPr>
                  <a:t>AI </a:t>
                </a:r>
                <a:r>
                  <a:rPr kumimoji="1" lang="ko-KR" altLang="en-US" sz="900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</a:rPr>
                  <a:t>서비스 플랫폼 영역 신규 서버</a:t>
                </a:r>
                <a:r>
                  <a:rPr kumimoji="1" lang="en-US" altLang="ko-KR" sz="900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</a:rPr>
                  <a:t>, </a:t>
                </a:r>
                <a:r>
                  <a:rPr kumimoji="1" lang="ko-KR" altLang="en-US" sz="900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</a:rPr>
                  <a:t>스토리지는 그룹 공동 클라우드 내 자원 활용</a:t>
                </a:r>
                <a:endParaRPr kumimoji="1" lang="en-US" altLang="ko-KR" sz="9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</a:endParaRPr>
              </a:p>
              <a:p>
                <a:pPr marL="92075" indent="-92075" fontAlgn="base" latinLnBrk="0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SzPct val="80000"/>
                  <a:buFont typeface="Arial" panose="020B0604020202020204" pitchFamily="34" charset="0"/>
                  <a:buChar char="•"/>
                </a:pPr>
                <a:r>
                  <a:rPr kumimoji="1" lang="en-US" altLang="ko-KR" sz="900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</a:rPr>
                  <a:t>CPU</a:t>
                </a:r>
                <a:r>
                  <a:rPr kumimoji="1" lang="ko-KR" altLang="en-US" sz="900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</a:rPr>
                  <a:t> </a:t>
                </a:r>
                <a:r>
                  <a:rPr kumimoji="1" lang="en-US" altLang="ko-KR" sz="900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</a:rPr>
                  <a:t>Worker </a:t>
                </a:r>
                <a:r>
                  <a:rPr kumimoji="1" lang="ko-KR" altLang="en-US" sz="900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</a:rPr>
                  <a:t>노드와  </a:t>
                </a:r>
                <a:r>
                  <a:rPr kumimoji="1" lang="en-US" altLang="ko-KR" sz="900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</a:rPr>
                  <a:t>GPU Worker </a:t>
                </a:r>
                <a:r>
                  <a:rPr kumimoji="1" lang="ko-KR" altLang="en-US" sz="900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</a:rPr>
                  <a:t>노드 증설하여 </a:t>
                </a:r>
                <a:r>
                  <a:rPr kumimoji="1" lang="en-US" altLang="ko-KR" sz="900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</a:rPr>
                  <a:t>IaaS VM</a:t>
                </a:r>
                <a:r>
                  <a:rPr kumimoji="1" lang="ko-KR" altLang="en-US" sz="900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</a:rPr>
                  <a:t>과 컨테이너 환경 구성</a:t>
                </a:r>
                <a:endParaRPr kumimoji="1" lang="en-US" altLang="ko-KR" sz="9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</a:endParaRPr>
              </a:p>
              <a:p>
                <a:pPr marL="92075" indent="-92075" fontAlgn="base" latinLnBrk="0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SzPct val="80000"/>
                  <a:buFont typeface="Arial" panose="020B0604020202020204" pitchFamily="34" charset="0"/>
                  <a:buChar char="•"/>
                </a:pPr>
                <a:endParaRPr kumimoji="1" lang="en-US" altLang="ko-KR" sz="9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</a:endParaRPr>
              </a:p>
              <a:p>
                <a:pPr marL="92075" lvl="0" indent="-92075" fontAlgn="base" latinLnBrk="0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SzPct val="80000"/>
                  <a:buFont typeface="Arial" panose="020B0604020202020204" pitchFamily="34" charset="0"/>
                  <a:buChar char="•"/>
                  <a:defRPr/>
                </a:pPr>
                <a:r>
                  <a:rPr kumimoji="1" lang="ko-KR" altLang="en-US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서버구성</a:t>
                </a:r>
              </a:p>
              <a:p>
                <a:pPr marL="180975" indent="-92075" fontAlgn="base" latinLnBrk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SzPct val="80000"/>
                  <a:buFont typeface="KoPub돋움체 Medium  Medium" panose="02000603000000020004" pitchFamily="50" charset="-127"/>
                  <a:buChar char="–"/>
                  <a:defRPr/>
                </a:pPr>
                <a:r>
                  <a:rPr kumimoji="1" lang="en-US" altLang="ko-KR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Vector DB, Graph DB, </a:t>
                </a:r>
                <a:r>
                  <a:rPr kumimoji="1" lang="ko-KR" altLang="en-US" sz="900" spc="-30" dirty="0" err="1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대직원</a:t>
                </a:r>
                <a:r>
                  <a:rPr kumimoji="1" lang="ko-KR" altLang="en-US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 신규 서비스는 </a:t>
                </a:r>
                <a:r>
                  <a:rPr kumimoji="1" lang="en-US" altLang="ko-KR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IaaS </a:t>
                </a:r>
                <a:r>
                  <a:rPr kumimoji="1" lang="ko-KR" altLang="en-US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영역의 </a:t>
                </a:r>
                <a:r>
                  <a:rPr kumimoji="1" lang="en-US" altLang="ko-KR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VM</a:t>
                </a:r>
                <a:r>
                  <a:rPr kumimoji="1" lang="ko-KR" altLang="en-US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으로 신규 구성</a:t>
                </a:r>
                <a:endParaRPr kumimoji="1" lang="en-US" altLang="ko-KR" sz="900" spc="-3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endParaRPr>
              </a:p>
              <a:p>
                <a:pPr marL="180975" indent="-92075" fontAlgn="base" latinLnBrk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SzPct val="80000"/>
                  <a:buFont typeface="KoPub돋움체 Medium  Medium" panose="02000603000000020004" pitchFamily="50" charset="-127"/>
                  <a:buChar char="–"/>
                  <a:defRPr/>
                </a:pPr>
                <a:r>
                  <a:rPr kumimoji="1" lang="en-US" altLang="ko-KR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AI Agent, MCP</a:t>
                </a:r>
                <a:r>
                  <a:rPr kumimoji="1" lang="ko-KR" altLang="en-US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서버</a:t>
                </a:r>
                <a:r>
                  <a:rPr kumimoji="1" lang="en-US" altLang="ko-KR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, </a:t>
                </a:r>
                <a:r>
                  <a:rPr kumimoji="1" lang="ko-KR" altLang="en-US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데이터 수집은 </a:t>
                </a:r>
                <a:r>
                  <a:rPr kumimoji="1" lang="en-US" altLang="ko-KR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Scale in/out </a:t>
                </a:r>
                <a:r>
                  <a:rPr kumimoji="1" lang="ko-KR" altLang="en-US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가능한 컨테이너 환경으로 구성</a:t>
                </a:r>
                <a:endParaRPr kumimoji="1" lang="en-US" altLang="ko-KR" sz="900" spc="-3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endParaRPr>
              </a:p>
              <a:p>
                <a:pPr marL="180975" indent="-92075" fontAlgn="base" latinLnBrk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SzPct val="80000"/>
                  <a:buFont typeface="KoPub돋움체 Medium  Medium" panose="02000603000000020004" pitchFamily="50" charset="-127"/>
                  <a:buChar char="–"/>
                  <a:defRPr/>
                </a:pPr>
                <a:r>
                  <a:rPr kumimoji="1" lang="ko-KR" altLang="en-US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 </a:t>
                </a:r>
                <a:r>
                  <a:rPr kumimoji="1" lang="en-US" altLang="ko-KR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AI OC </a:t>
                </a:r>
                <a:r>
                  <a:rPr kumimoji="1" lang="ko-KR" altLang="en-US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서버는 </a:t>
                </a:r>
                <a:r>
                  <a:rPr kumimoji="1" lang="en-US" altLang="ko-KR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VRAM</a:t>
                </a:r>
                <a:r>
                  <a:rPr kumimoji="1" lang="ko-KR" altLang="en-US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이 높은 </a:t>
                </a:r>
                <a:r>
                  <a:rPr kumimoji="1" lang="en-US" altLang="ko-KR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GPU</a:t>
                </a:r>
                <a:r>
                  <a:rPr kumimoji="1" lang="ko-KR" altLang="en-US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를 할당하여  처리하도록 구성 </a:t>
                </a:r>
                <a:r>
                  <a:rPr kumimoji="1" lang="en-US" altLang="ko-KR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(</a:t>
                </a:r>
                <a:r>
                  <a:rPr kumimoji="1" lang="ko-KR" altLang="en-US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그룹공동 클라우드에서 제공하는 </a:t>
                </a:r>
                <a:r>
                  <a:rPr kumimoji="1" lang="en-US" altLang="ko-KR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GPU</a:t>
                </a:r>
                <a:r>
                  <a:rPr kumimoji="1" lang="ko-KR" altLang="en-US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자원 활용</a:t>
                </a:r>
                <a:r>
                  <a:rPr kumimoji="1" lang="en-US" altLang="ko-KR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) </a:t>
                </a:r>
                <a:r>
                  <a:rPr kumimoji="1" lang="ko-KR" altLang="en-US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 </a:t>
                </a:r>
                <a:endParaRPr kumimoji="1" lang="en-US" altLang="ko-KR" sz="900" spc="-3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endParaRPr>
              </a:p>
              <a:p>
                <a:pPr marL="92075" lvl="0" indent="-92075" fontAlgn="base" latinLnBrk="0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SzPct val="80000"/>
                  <a:buFont typeface="Arial" panose="020B0604020202020204" pitchFamily="34" charset="0"/>
                  <a:buChar char="•"/>
                  <a:defRPr/>
                </a:pPr>
                <a:r>
                  <a:rPr kumimoji="1" lang="ko-KR" altLang="en-US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스토리지 할당</a:t>
                </a:r>
              </a:p>
              <a:p>
                <a:pPr marL="180975" lvl="0" indent="-92075" fontAlgn="base" latinLnBrk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SzPct val="80000"/>
                  <a:buFont typeface="KoPub돋움체 Medium  Medium" panose="02000603000000020004" pitchFamily="50" charset="-127"/>
                  <a:buChar char="–"/>
                  <a:defRPr/>
                </a:pPr>
                <a:r>
                  <a:rPr kumimoji="1" lang="en-US" altLang="ko-KR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SAN</a:t>
                </a:r>
                <a:r>
                  <a:rPr kumimoji="1" lang="ko-KR" altLang="en-US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스토리지 </a:t>
                </a:r>
                <a:r>
                  <a:rPr kumimoji="1" lang="en-US" altLang="ko-KR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: DB</a:t>
                </a:r>
                <a:r>
                  <a:rPr kumimoji="1" lang="ko-KR" altLang="en-US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데이터 또는 속도</a:t>
                </a:r>
                <a:r>
                  <a:rPr kumimoji="1" lang="en-US" altLang="ko-KR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/ </a:t>
                </a:r>
                <a:r>
                  <a:rPr kumimoji="1" lang="ko-KR" altLang="en-US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중요 데이터를 블록 스토리지용도</a:t>
                </a:r>
                <a:r>
                  <a:rPr kumimoji="1" lang="en-US" altLang="ko-KR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,</a:t>
                </a:r>
                <a:r>
                  <a:rPr kumimoji="1" lang="ko-KR" altLang="en-US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 </a:t>
                </a:r>
                <a:r>
                  <a:rPr kumimoji="1" lang="en-US" altLang="ko-KR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LUN</a:t>
                </a:r>
                <a:r>
                  <a:rPr kumimoji="1" lang="ko-KR" altLang="en-US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단위로 서버에 할당</a:t>
                </a:r>
                <a:endParaRPr kumimoji="1" lang="en-US" altLang="ko-KR" sz="900" spc="-3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endParaRPr>
              </a:p>
              <a:p>
                <a:pPr marL="180975" lvl="0" indent="-92075" fontAlgn="base" latinLnBrk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SzPct val="80000"/>
                  <a:buFont typeface="KoPub돋움체 Medium  Medium" panose="02000603000000020004" pitchFamily="50" charset="-127"/>
                  <a:buChar char="–"/>
                  <a:defRPr/>
                </a:pPr>
                <a:r>
                  <a:rPr kumimoji="1" lang="en-US" altLang="ko-KR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NAS</a:t>
                </a:r>
                <a:r>
                  <a:rPr kumimoji="1" lang="ko-KR" altLang="en-US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스토리지 </a:t>
                </a:r>
                <a:r>
                  <a:rPr kumimoji="1" lang="en-US" altLang="ko-KR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: </a:t>
                </a:r>
                <a:r>
                  <a:rPr kumimoji="1" lang="ko-KR" altLang="en-US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방대한 비정형 데이터</a:t>
                </a:r>
                <a:r>
                  <a:rPr kumimoji="1" lang="en-US" altLang="ko-KR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(</a:t>
                </a:r>
                <a:r>
                  <a:rPr kumimoji="1" lang="ko-KR" altLang="en-US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이미지</a:t>
                </a:r>
                <a:r>
                  <a:rPr kumimoji="1" lang="en-US" altLang="ko-KR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, </a:t>
                </a:r>
                <a:r>
                  <a:rPr kumimoji="1" lang="ko-KR" altLang="en-US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텍스트</a:t>
                </a:r>
                <a:r>
                  <a:rPr kumimoji="1" lang="en-US" altLang="ko-KR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, </a:t>
                </a:r>
                <a:r>
                  <a:rPr kumimoji="1" lang="ko-KR" altLang="en-US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오디오</a:t>
                </a:r>
                <a:r>
                  <a:rPr kumimoji="1" lang="en-US" altLang="ko-KR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)</a:t>
                </a:r>
                <a:r>
                  <a:rPr kumimoji="1" lang="ko-KR" altLang="en-US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의 </a:t>
                </a:r>
                <a:r>
                  <a:rPr kumimoji="1" lang="ko-KR" altLang="en-US" sz="900" spc="-30" dirty="0" err="1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임베딩</a:t>
                </a:r>
                <a:r>
                  <a:rPr kumimoji="1" lang="ko-KR" altLang="en-US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 값 대규모 저장</a:t>
                </a:r>
                <a:r>
                  <a:rPr kumimoji="1" lang="en-US" altLang="ko-KR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, </a:t>
                </a:r>
                <a:r>
                  <a:rPr kumimoji="1" lang="ko-KR" altLang="en-US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각 </a:t>
                </a:r>
                <a:r>
                  <a:rPr kumimoji="1" lang="en-US" altLang="ko-KR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IaaS VM</a:t>
                </a:r>
                <a:r>
                  <a:rPr kumimoji="1" lang="ko-KR" altLang="en-US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에 할당</a:t>
                </a:r>
                <a:endParaRPr kumimoji="1" lang="en-US" altLang="ko-KR" sz="900" spc="-3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endParaRPr>
              </a:p>
              <a:p>
                <a:pPr marL="180975" lvl="0" indent="-92075" fontAlgn="base" latinLnBrk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SzPct val="80000"/>
                  <a:buFont typeface="KoPub돋움체 Medium  Medium" panose="02000603000000020004" pitchFamily="50" charset="-127"/>
                  <a:buChar char="–"/>
                  <a:defRPr/>
                </a:pPr>
                <a:r>
                  <a:rPr kumimoji="1" lang="ko-KR" altLang="en-US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오브젝트 스토리지 </a:t>
                </a:r>
                <a:r>
                  <a:rPr kumimoji="1" lang="en-US" altLang="ko-KR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: </a:t>
                </a:r>
                <a:r>
                  <a:rPr kumimoji="1" lang="ko-KR" altLang="en-US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데이터 수집 및 사용자 업로드 데이터 저장</a:t>
                </a:r>
              </a:p>
              <a:p>
                <a:pPr marL="180975" indent="-92075" fontAlgn="base" latinLnBrk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SzPct val="80000"/>
                  <a:buFont typeface="KoPub돋움체 Medium  Medium" panose="02000603000000020004" pitchFamily="50" charset="-127"/>
                  <a:buChar char="–"/>
                  <a:defRPr/>
                </a:pPr>
                <a:endParaRPr kumimoji="1" lang="en-US" altLang="ko-KR" sz="900" spc="-3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Arial"/>
                </a:endParaRPr>
              </a:p>
            </p:txBody>
          </p:sp>
        </p:grp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E353269F-7CBA-7592-96B5-43D1DE46CC03}"/>
                </a:ext>
              </a:extLst>
            </p:cNvPr>
            <p:cNvGrpSpPr/>
            <p:nvPr/>
          </p:nvGrpSpPr>
          <p:grpSpPr>
            <a:xfrm>
              <a:off x="305346" y="1943633"/>
              <a:ext cx="6712431" cy="5112000"/>
              <a:chOff x="305347" y="1943633"/>
              <a:chExt cx="3348000" cy="5112000"/>
            </a:xfrm>
          </p:grpSpPr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B570E92B-6818-D296-ABF3-E385EE0DEBBF}"/>
                  </a:ext>
                </a:extLst>
              </p:cNvPr>
              <p:cNvSpPr/>
              <p:nvPr/>
            </p:nvSpPr>
            <p:spPr>
              <a:xfrm flipH="1">
                <a:off x="305347" y="1943633"/>
                <a:ext cx="3348000" cy="5112000"/>
              </a:xfrm>
              <a:prstGeom prst="rect">
                <a:avLst/>
              </a:prstGeom>
              <a:solidFill>
                <a:srgbClr val="F1F3F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1200" cap="none" spc="-30" normalizeH="0" baseline="0" noProof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KoPub돋움체 Bold"/>
                  <a:ea typeface="KoPub돋움체 Medium"/>
                  <a:cs typeface="Arial"/>
                </a:endParaRPr>
              </a:p>
            </p:txBody>
          </p:sp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17706DE6-8038-346E-FD4C-1EBFDE4440D0}"/>
                  </a:ext>
                </a:extLst>
              </p:cNvPr>
              <p:cNvSpPr/>
              <p:nvPr/>
            </p:nvSpPr>
            <p:spPr>
              <a:xfrm flipH="1">
                <a:off x="305347" y="1943633"/>
                <a:ext cx="3348000" cy="360000"/>
              </a:xfrm>
              <a:prstGeom prst="rect">
                <a:avLst/>
              </a:prstGeom>
              <a:solidFill>
                <a:srgbClr val="9CA5A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0" lang="en-US" altLang="ko-KR" sz="1400" b="1" u="none" strike="noStrike" kern="120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  <a:cs typeface="Arial"/>
                  </a:rPr>
                  <a:t>AI Agent </a:t>
                </a:r>
                <a:r>
                  <a:rPr kumimoji="0" lang="ko-KR" altLang="en-US" sz="1400" b="1" u="none" strike="noStrike" kern="120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  <a:cs typeface="Arial"/>
                  </a:rPr>
                  <a:t>플랫폼</a:t>
                </a:r>
                <a:endParaRPr kumimoji="0" lang="en-US" altLang="ko-KR" sz="1200" b="1" u="none" strike="noStrike" kern="120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Arial"/>
                </a:endParaRPr>
              </a:p>
            </p:txBody>
          </p:sp>
        </p:grp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C9C6AFE9-D774-1193-8E74-D35105ED6A5B}"/>
                </a:ext>
              </a:extLst>
            </p:cNvPr>
            <p:cNvGrpSpPr/>
            <p:nvPr/>
          </p:nvGrpSpPr>
          <p:grpSpPr>
            <a:xfrm>
              <a:off x="2285706" y="3383793"/>
              <a:ext cx="1440316" cy="1692000"/>
              <a:chOff x="2285706" y="3383793"/>
              <a:chExt cx="1260000" cy="1692000"/>
            </a:xfrm>
          </p:grpSpPr>
          <p:sp>
            <p:nvSpPr>
              <p:cNvPr id="18" name="모서리가 둥근 직사각형 16">
                <a:extLst>
                  <a:ext uri="{FF2B5EF4-FFF2-40B4-BE49-F238E27FC236}">
                    <a16:creationId xmlns:a16="http://schemas.microsoft.com/office/drawing/2014/main" id="{3B8E2B81-ABE1-0FA7-D9A6-5F6C21B16213}"/>
                  </a:ext>
                </a:extLst>
              </p:cNvPr>
              <p:cNvSpPr/>
              <p:nvPr/>
            </p:nvSpPr>
            <p:spPr bwMode="auto">
              <a:xfrm>
                <a:off x="2285706" y="3383793"/>
                <a:ext cx="1260000" cy="1692000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marL="457200" marR="0" lvl="1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KoPub돋움체 Bold"/>
                  <a:ea typeface="KoPub돋움체 Medium"/>
                  <a:cs typeface="Arial"/>
                  <a:sym typeface="KoPub돋움체 Medium"/>
                </a:endParaRPr>
              </a:p>
            </p:txBody>
          </p:sp>
          <p:sp>
            <p:nvSpPr>
              <p:cNvPr id="19" name="모서리가 둥근 직사각형 16">
                <a:extLst>
                  <a:ext uri="{FF2B5EF4-FFF2-40B4-BE49-F238E27FC236}">
                    <a16:creationId xmlns:a16="http://schemas.microsoft.com/office/drawing/2014/main" id="{9AA91C9F-DE72-B165-435F-35100283FA4E}"/>
                  </a:ext>
                </a:extLst>
              </p:cNvPr>
              <p:cNvSpPr/>
              <p:nvPr/>
            </p:nvSpPr>
            <p:spPr bwMode="auto">
              <a:xfrm flipH="1">
                <a:off x="2285706" y="4715793"/>
                <a:ext cx="1260000" cy="360000"/>
              </a:xfrm>
              <a:prstGeom prst="rect">
                <a:avLst/>
              </a:prstGeom>
              <a:solidFill>
                <a:srgbClr val="C7CED2"/>
              </a:solidFill>
            </p:spPr>
            <p:txBody>
              <a:bodyPr wrap="square" lIns="0" tIns="0" rIns="0" bIns="0" anchor="ctr">
                <a:noAutofit/>
              </a:bodyPr>
              <a:lstStyle/>
              <a:p>
                <a:pPr marL="0" marR="0" lvl="1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800" u="none" strike="noStrike" kern="120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  <a:cs typeface="Arial"/>
                    <a:sym typeface="KoPub돋움체 Medium"/>
                  </a:rPr>
                  <a:t>Worker </a:t>
                </a:r>
                <a:r>
                  <a:rPr kumimoji="1" lang="ko-KR" altLang="en-US" sz="800" u="none" strike="noStrike" kern="120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  <a:cs typeface="Arial"/>
                    <a:sym typeface="KoPub돋움체 Medium"/>
                  </a:rPr>
                  <a:t>노드</a:t>
                </a:r>
              </a:p>
            </p:txBody>
          </p:sp>
        </p:grpSp>
        <p:cxnSp>
          <p:nvCxnSpPr>
            <p:cNvPr id="20" name="직선 연결선 295">
              <a:extLst>
                <a:ext uri="{FF2B5EF4-FFF2-40B4-BE49-F238E27FC236}">
                  <a16:creationId xmlns:a16="http://schemas.microsoft.com/office/drawing/2014/main" id="{694D07A9-FB09-AE5D-879D-04299B71D5B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81950" y="5669145"/>
              <a:ext cx="5076000" cy="0"/>
            </a:xfrm>
            <a:prstGeom prst="line">
              <a:avLst/>
            </a:prstGeom>
            <a:ln w="19050">
              <a:solidFill>
                <a:srgbClr val="9CA5AC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96">
              <a:extLst>
                <a:ext uri="{FF2B5EF4-FFF2-40B4-BE49-F238E27FC236}">
                  <a16:creationId xmlns:a16="http://schemas.microsoft.com/office/drawing/2014/main" id="{578AF7B7-EB4C-FFAA-3515-C8AFBD11E95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39989" y="2721089"/>
              <a:ext cx="6012000" cy="0"/>
            </a:xfrm>
            <a:prstGeom prst="line">
              <a:avLst/>
            </a:prstGeom>
            <a:ln w="19050">
              <a:solidFill>
                <a:srgbClr val="434759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97">
              <a:extLst>
                <a:ext uri="{FF2B5EF4-FFF2-40B4-BE49-F238E27FC236}">
                  <a16:creationId xmlns:a16="http://schemas.microsoft.com/office/drawing/2014/main" id="{04AE65C2-5EF4-DD3D-BA5D-D71190C734B5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3201122" y="5661660"/>
              <a:ext cx="0" cy="674356"/>
            </a:xfrm>
            <a:prstGeom prst="line">
              <a:avLst/>
            </a:prstGeom>
            <a:ln w="19050">
              <a:solidFill>
                <a:srgbClr val="9CA5AC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80A6AB1-3297-2BD8-59AD-50D38878542F}"/>
                </a:ext>
              </a:extLst>
            </p:cNvPr>
            <p:cNvSpPr txBox="1"/>
            <p:nvPr/>
          </p:nvSpPr>
          <p:spPr>
            <a:xfrm>
              <a:off x="2166642" y="6509668"/>
              <a:ext cx="763053" cy="307743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>
              <a:defPPr>
                <a:defRPr lang="en-US"/>
              </a:defPPr>
              <a:lvl2pPr marL="0" lvl="1" algn="ctr" defTabSz="1474905">
                <a:spcAft>
                  <a:spcPts val="0"/>
                </a:spcAft>
                <a:buClr>
                  <a:prstClr val="black"/>
                </a:buClr>
                <a:buSzPct val="140000"/>
                <a:tabLst>
                  <a:tab pos="5648325" algn="l"/>
                </a:tabLst>
                <a:defRPr sz="1000" kern="0" spc="-3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defRPr>
              </a:lvl2pPr>
            </a:lstStyle>
            <a:p>
              <a:pPr marL="0" marR="0" lvl="1" indent="0" algn="ctr" defTabSz="14749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r>
                <a:rPr kumimoji="0" lang="ko-KR" altLang="en-US" sz="80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 </a:t>
              </a:r>
              <a:r>
                <a:rPr kumimoji="0" lang="en-US" altLang="ko-KR" sz="80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NAS </a:t>
              </a:r>
              <a:r>
                <a:rPr kumimoji="0" lang="ko-KR" altLang="en-US" sz="80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스토리지</a:t>
              </a:r>
            </a:p>
            <a:p>
              <a:pPr marL="0" marR="0" lvl="1" indent="0" algn="ctr" defTabSz="14749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r>
                <a:rPr kumimoji="0" lang="en-US" altLang="ko-KR" sz="80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(</a:t>
              </a:r>
              <a:r>
                <a:rPr kumimoji="0" lang="ko-KR" altLang="en-US" sz="80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기존</a:t>
              </a:r>
              <a:r>
                <a:rPr kumimoji="0" lang="en-US" altLang="ko-KR" sz="80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)</a:t>
              </a:r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5222211D-7AE8-CAED-2045-C5A4112FF4B7}"/>
                </a:ext>
              </a:extLst>
            </p:cNvPr>
            <p:cNvGrpSpPr/>
            <p:nvPr/>
          </p:nvGrpSpPr>
          <p:grpSpPr>
            <a:xfrm>
              <a:off x="3956444" y="3383793"/>
              <a:ext cx="1440316" cy="1692000"/>
              <a:chOff x="3951364" y="3383793"/>
              <a:chExt cx="2016000" cy="1692000"/>
            </a:xfrm>
          </p:grpSpPr>
          <p:sp>
            <p:nvSpPr>
              <p:cNvPr id="25" name="모서리가 둥근 직사각형 16">
                <a:extLst>
                  <a:ext uri="{FF2B5EF4-FFF2-40B4-BE49-F238E27FC236}">
                    <a16:creationId xmlns:a16="http://schemas.microsoft.com/office/drawing/2014/main" id="{07842299-720D-71DA-A20A-E6D5C3D33FA1}"/>
                  </a:ext>
                </a:extLst>
              </p:cNvPr>
              <p:cNvSpPr/>
              <p:nvPr/>
            </p:nvSpPr>
            <p:spPr bwMode="auto">
              <a:xfrm>
                <a:off x="3951364" y="3383793"/>
                <a:ext cx="2016000" cy="1692000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marL="457200" marR="0" lvl="1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KoPub돋움체 Bold"/>
                  <a:ea typeface="KoPub돋움체 Medium"/>
                  <a:cs typeface="Arial"/>
                  <a:sym typeface="KoPub돋움체 Medium"/>
                </a:endParaRPr>
              </a:p>
            </p:txBody>
          </p:sp>
          <p:sp>
            <p:nvSpPr>
              <p:cNvPr id="26" name="모서리가 둥근 직사각형 16">
                <a:extLst>
                  <a:ext uri="{FF2B5EF4-FFF2-40B4-BE49-F238E27FC236}">
                    <a16:creationId xmlns:a16="http://schemas.microsoft.com/office/drawing/2014/main" id="{BDEF4EAC-3241-A122-92D2-CB2920CDACCE}"/>
                  </a:ext>
                </a:extLst>
              </p:cNvPr>
              <p:cNvSpPr/>
              <p:nvPr/>
            </p:nvSpPr>
            <p:spPr bwMode="auto">
              <a:xfrm flipH="1">
                <a:off x="3951364" y="4715793"/>
                <a:ext cx="2015469" cy="360000"/>
              </a:xfrm>
              <a:prstGeom prst="rect">
                <a:avLst/>
              </a:prstGeom>
              <a:solidFill>
                <a:srgbClr val="C7CED2"/>
              </a:solidFill>
            </p:spPr>
            <p:txBody>
              <a:bodyPr wrap="square" lIns="0" tIns="0" rIns="0" bIns="0" anchor="ctr">
                <a:noAutofit/>
              </a:bodyPr>
              <a:lstStyle/>
              <a:p>
                <a:pPr marL="0" marR="0" lvl="1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800" u="none" strike="noStrike" kern="120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  <a:cs typeface="Arial"/>
                    <a:sym typeface="KoPub돋움체 Medium"/>
                  </a:rPr>
                  <a:t>GPU </a:t>
                </a:r>
                <a:r>
                  <a:rPr kumimoji="1" lang="ko-KR" altLang="en-US" sz="800" u="none" strike="noStrike" kern="120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  <a:cs typeface="Arial"/>
                    <a:sym typeface="KoPub돋움체 Medium"/>
                  </a:rPr>
                  <a:t>서버</a:t>
                </a:r>
              </a:p>
            </p:txBody>
          </p:sp>
        </p:grp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852D4383-EF89-305A-7945-288ADBDBE988}"/>
                </a:ext>
              </a:extLst>
            </p:cNvPr>
            <p:cNvGrpSpPr/>
            <p:nvPr/>
          </p:nvGrpSpPr>
          <p:grpSpPr>
            <a:xfrm>
              <a:off x="348082" y="2567704"/>
              <a:ext cx="866629" cy="591342"/>
              <a:chOff x="363322" y="2582944"/>
              <a:chExt cx="866629" cy="591342"/>
            </a:xfrm>
          </p:grpSpPr>
          <p:grpSp>
            <p:nvGrpSpPr>
              <p:cNvPr id="28" name="그룹 27">
                <a:extLst>
                  <a:ext uri="{FF2B5EF4-FFF2-40B4-BE49-F238E27FC236}">
                    <a16:creationId xmlns:a16="http://schemas.microsoft.com/office/drawing/2014/main" id="{CB743AA7-7739-BF9C-6706-29E787187C8E}"/>
                  </a:ext>
                </a:extLst>
              </p:cNvPr>
              <p:cNvGrpSpPr/>
              <p:nvPr/>
            </p:nvGrpSpPr>
            <p:grpSpPr>
              <a:xfrm>
                <a:off x="537395" y="2582944"/>
                <a:ext cx="518482" cy="267178"/>
                <a:chOff x="562610" y="2563652"/>
                <a:chExt cx="468052" cy="241191"/>
              </a:xfrm>
            </p:grpSpPr>
            <p:pic>
              <p:nvPicPr>
                <p:cNvPr id="30" name="그림 29">
                  <a:extLst>
                    <a:ext uri="{FF2B5EF4-FFF2-40B4-BE49-F238E27FC236}">
                      <a16:creationId xmlns:a16="http://schemas.microsoft.com/office/drawing/2014/main" id="{45698884-8912-09BB-DB1B-5A83F6896D3F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flipH="1">
                  <a:off x="562610" y="2563652"/>
                  <a:ext cx="396161" cy="144000"/>
                </a:xfrm>
                <a:prstGeom prst="rect">
                  <a:avLst/>
                </a:prstGeom>
              </p:spPr>
            </p:pic>
            <p:pic>
              <p:nvPicPr>
                <p:cNvPr id="31" name="그림 30">
                  <a:extLst>
                    <a:ext uri="{FF2B5EF4-FFF2-40B4-BE49-F238E27FC236}">
                      <a16:creationId xmlns:a16="http://schemas.microsoft.com/office/drawing/2014/main" id="{B0AAB541-C5A1-50FC-FD52-685F2C450F71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flipH="1">
                  <a:off x="634501" y="2660843"/>
                  <a:ext cx="396161" cy="144000"/>
                </a:xfrm>
                <a:prstGeom prst="rect">
                  <a:avLst/>
                </a:prstGeom>
              </p:spPr>
            </p:pic>
          </p:grp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7041F34-502F-FD66-A1F6-6874CFFB2F6F}"/>
                  </a:ext>
                </a:extLst>
              </p:cNvPr>
              <p:cNvSpPr txBox="1"/>
              <p:nvPr/>
            </p:nvSpPr>
            <p:spPr>
              <a:xfrm>
                <a:off x="363322" y="2866543"/>
                <a:ext cx="866629" cy="307743"/>
              </a:xfrm>
              <a:prstGeom prst="rect">
                <a:avLst/>
              </a:prstGeom>
              <a:noFill/>
              <a:ln w="254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t">
                <a:spAutoFit/>
              </a:bodyPr>
              <a:lstStyle>
                <a:defPPr>
                  <a:defRPr lang="en-US"/>
                </a:defPPr>
                <a:lvl2pPr marL="0" lvl="1" algn="ctr" defTabSz="1474905">
                  <a:spcAft>
                    <a:spcPts val="0"/>
                  </a:spcAft>
                  <a:buClr>
                    <a:prstClr val="black"/>
                  </a:buClr>
                  <a:buSzPct val="140000"/>
                  <a:tabLst>
                    <a:tab pos="5648325" algn="l"/>
                  </a:tabLst>
                  <a:defRPr sz="1100" kern="0" spc="-3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defRPr>
                </a:lvl2pPr>
              </a:lstStyle>
              <a:p>
                <a:pPr marL="0" marR="0" lvl="1" indent="0" algn="ctr" defTabSz="147490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prstClr val="black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lang="ko-KR" altLang="en-US" sz="80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서비스용 </a:t>
                </a:r>
                <a:r>
                  <a:rPr kumimoji="0" lang="ko-KR" altLang="en-US" sz="800" u="none" strike="noStrike" kern="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스위치</a:t>
                </a:r>
                <a:br>
                  <a:rPr kumimoji="0" lang="en-US" altLang="ko-KR" sz="800" u="none" strike="noStrike" kern="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</a:br>
                <a:r>
                  <a:rPr kumimoji="0" lang="en-US" altLang="ko-KR" sz="800" u="none" strike="noStrike" kern="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(</a:t>
                </a:r>
                <a:r>
                  <a:rPr kumimoji="0" lang="ko-KR" altLang="en-US" sz="800" u="none" strike="noStrike" kern="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기존</a:t>
                </a:r>
                <a:r>
                  <a:rPr kumimoji="0" lang="en-US" altLang="ko-KR" sz="800" u="none" strike="noStrike" kern="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)</a:t>
                </a:r>
                <a:endParaRPr kumimoji="0" lang="ko-KR" altLang="en-US" sz="80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endParaRPr>
              </a:p>
            </p:txBody>
          </p:sp>
        </p:grpSp>
        <p:sp>
          <p:nvSpPr>
            <p:cNvPr id="32" name="모서리가 둥근 직사각형 585">
              <a:extLst>
                <a:ext uri="{FF2B5EF4-FFF2-40B4-BE49-F238E27FC236}">
                  <a16:creationId xmlns:a16="http://schemas.microsoft.com/office/drawing/2014/main" id="{4EBFAE7C-950B-544A-553B-5F68B931FC73}"/>
                </a:ext>
              </a:extLst>
            </p:cNvPr>
            <p:cNvSpPr/>
            <p:nvPr/>
          </p:nvSpPr>
          <p:spPr bwMode="gray">
            <a:xfrm>
              <a:off x="6065986" y="2613089"/>
              <a:ext cx="828000" cy="216000"/>
            </a:xfrm>
            <a:prstGeom prst="rect">
              <a:avLst/>
            </a:prstGeom>
            <a:solidFill>
              <a:srgbClr val="4347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marL="0" marR="0" lvl="0" indent="0" algn="ctr" defTabSz="1516258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271AA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r>
                <a:rPr kumimoji="0" lang="ko-KR" altLang="en-US" sz="800" u="none" strike="noStrike" kern="120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Arial"/>
                </a:rPr>
                <a:t>서비스망</a:t>
              </a:r>
            </a:p>
          </p:txBody>
        </p:sp>
        <p:sp>
          <p:nvSpPr>
            <p:cNvPr id="33" name="모서리가 둥근 직사각형 676">
              <a:extLst>
                <a:ext uri="{FF2B5EF4-FFF2-40B4-BE49-F238E27FC236}">
                  <a16:creationId xmlns:a16="http://schemas.microsoft.com/office/drawing/2014/main" id="{8FEBA825-E729-C3AB-D763-EA95028F221E}"/>
                </a:ext>
              </a:extLst>
            </p:cNvPr>
            <p:cNvSpPr/>
            <p:nvPr/>
          </p:nvSpPr>
          <p:spPr bwMode="gray">
            <a:xfrm>
              <a:off x="5921970" y="5561145"/>
              <a:ext cx="828000" cy="216000"/>
            </a:xfrm>
            <a:prstGeom prst="rect">
              <a:avLst/>
            </a:prstGeom>
            <a:solidFill>
              <a:srgbClr val="9CA5A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marL="0" marR="0" lvl="0" indent="0" algn="ctr" defTabSz="1516258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271AA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r>
                <a:rPr kumimoji="0" lang="en-US" altLang="ko-KR" sz="800" u="none" strike="noStrike" kern="120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Arial"/>
                </a:rPr>
                <a:t>NAS</a:t>
              </a:r>
              <a:r>
                <a:rPr kumimoji="0" lang="ko-KR" altLang="en-US" sz="800" u="none" strike="noStrike" kern="120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Arial"/>
                </a:rPr>
                <a:t>망</a:t>
              </a: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1AE5CA93-0240-1D18-C683-3C9AB3A338E2}"/>
                </a:ext>
              </a:extLst>
            </p:cNvPr>
            <p:cNvSpPr/>
            <p:nvPr/>
          </p:nvSpPr>
          <p:spPr>
            <a:xfrm flipV="1">
              <a:off x="2879706" y="3307563"/>
              <a:ext cx="72000" cy="72000"/>
            </a:xfrm>
            <a:prstGeom prst="rect">
              <a:avLst/>
            </a:prstGeom>
            <a:solidFill>
              <a:srgbClr val="4347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marL="0" marR="0" lvl="0" indent="0" algn="ctr" defTabSz="1516258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271AA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endParaRPr kumimoji="0" lang="ko-KR" altLang="en-US" sz="800" b="0" i="0" u="none" strike="noStrike" kern="1200" cap="none" spc="-3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Arial"/>
              </a:endParaRP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C30ABB80-5D40-9449-A656-A6E3724A024E}"/>
                </a:ext>
              </a:extLst>
            </p:cNvPr>
            <p:cNvSpPr/>
            <p:nvPr/>
          </p:nvSpPr>
          <p:spPr>
            <a:xfrm flipV="1">
              <a:off x="1500449" y="3307563"/>
              <a:ext cx="72000" cy="72000"/>
            </a:xfrm>
            <a:prstGeom prst="rect">
              <a:avLst/>
            </a:prstGeom>
            <a:solidFill>
              <a:srgbClr val="4347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marL="0" marR="0" lvl="0" indent="0" algn="ctr" defTabSz="1516258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271AA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endParaRPr kumimoji="0" lang="ko-KR" altLang="en-US" sz="800" b="0" i="0" u="none" strike="noStrike" kern="1200" cap="none" spc="-3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Arial"/>
              </a:endParaRPr>
            </a:p>
          </p:txBody>
        </p:sp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974E1FED-F063-4755-48CA-E9A37DE466AC}"/>
                </a:ext>
              </a:extLst>
            </p:cNvPr>
            <p:cNvGrpSpPr/>
            <p:nvPr/>
          </p:nvGrpSpPr>
          <p:grpSpPr>
            <a:xfrm>
              <a:off x="355258" y="5554853"/>
              <a:ext cx="852275" cy="591342"/>
              <a:chOff x="370498" y="2447689"/>
              <a:chExt cx="852275" cy="591342"/>
            </a:xfrm>
          </p:grpSpPr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9238E6E8-7B0B-600A-54C9-26C722EDA8AB}"/>
                  </a:ext>
                </a:extLst>
              </p:cNvPr>
              <p:cNvGrpSpPr/>
              <p:nvPr/>
            </p:nvGrpSpPr>
            <p:grpSpPr>
              <a:xfrm>
                <a:off x="537395" y="2447689"/>
                <a:ext cx="518482" cy="267178"/>
                <a:chOff x="562610" y="2563652"/>
                <a:chExt cx="468052" cy="241191"/>
              </a:xfrm>
            </p:grpSpPr>
            <p:pic>
              <p:nvPicPr>
                <p:cNvPr id="39" name="그림 38">
                  <a:extLst>
                    <a:ext uri="{FF2B5EF4-FFF2-40B4-BE49-F238E27FC236}">
                      <a16:creationId xmlns:a16="http://schemas.microsoft.com/office/drawing/2014/main" id="{DABAC07F-AFAE-58A7-D1E1-B8B71C7F6919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flipH="1">
                  <a:off x="562610" y="2563652"/>
                  <a:ext cx="396161" cy="144000"/>
                </a:xfrm>
                <a:prstGeom prst="rect">
                  <a:avLst/>
                </a:prstGeom>
              </p:spPr>
            </p:pic>
            <p:pic>
              <p:nvPicPr>
                <p:cNvPr id="40" name="그림 39">
                  <a:extLst>
                    <a:ext uri="{FF2B5EF4-FFF2-40B4-BE49-F238E27FC236}">
                      <a16:creationId xmlns:a16="http://schemas.microsoft.com/office/drawing/2014/main" id="{663704ED-32D7-2DBF-3237-D5EF73F74E32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flipH="1">
                  <a:off x="634501" y="2660843"/>
                  <a:ext cx="396161" cy="144000"/>
                </a:xfrm>
                <a:prstGeom prst="rect">
                  <a:avLst/>
                </a:prstGeom>
              </p:spPr>
            </p:pic>
          </p:grp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1727894-558F-0D70-26B2-124B1C0DDD82}"/>
                  </a:ext>
                </a:extLst>
              </p:cNvPr>
              <p:cNvSpPr txBox="1"/>
              <p:nvPr/>
            </p:nvSpPr>
            <p:spPr>
              <a:xfrm>
                <a:off x="370498" y="2731288"/>
                <a:ext cx="852275" cy="307743"/>
              </a:xfrm>
              <a:prstGeom prst="rect">
                <a:avLst/>
              </a:prstGeom>
              <a:noFill/>
              <a:ln w="254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t">
                <a:spAutoFit/>
              </a:bodyPr>
              <a:lstStyle>
                <a:defPPr>
                  <a:defRPr lang="en-US"/>
                </a:defPPr>
                <a:lvl2pPr marL="0" lvl="1" algn="ctr" defTabSz="1474905">
                  <a:spcAft>
                    <a:spcPts val="0"/>
                  </a:spcAft>
                  <a:buClr>
                    <a:prstClr val="black"/>
                  </a:buClr>
                  <a:buSzPct val="140000"/>
                  <a:tabLst>
                    <a:tab pos="5648325" algn="l"/>
                  </a:tabLst>
                  <a:defRPr sz="1100" kern="0" spc="-3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defRPr>
                </a:lvl2pPr>
              </a:lstStyle>
              <a:p>
                <a:pPr marL="0" marR="0" lvl="1" indent="0" algn="ctr" defTabSz="147490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prstClr val="black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lang="en-US" altLang="ko-KR" sz="80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NAS</a:t>
                </a:r>
                <a:r>
                  <a:rPr lang="ko-KR" altLang="en-US" sz="80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망용</a:t>
                </a:r>
                <a:r>
                  <a:rPr kumimoji="0" lang="en-US" altLang="ko-KR" sz="800" u="none" strike="noStrike" kern="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 </a:t>
                </a:r>
                <a:r>
                  <a:rPr kumimoji="0" lang="ko-KR" altLang="en-US" sz="800" u="none" strike="noStrike" kern="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스위치</a:t>
                </a:r>
                <a:br>
                  <a:rPr kumimoji="0" lang="en-US" altLang="ko-KR" sz="800" u="none" strike="noStrike" kern="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</a:br>
                <a:r>
                  <a:rPr kumimoji="0" lang="en-US" altLang="ko-KR" sz="800" u="none" strike="noStrike" kern="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(</a:t>
                </a:r>
                <a:r>
                  <a:rPr kumimoji="0" lang="ko-KR" altLang="en-US" sz="800" u="none" strike="noStrike" kern="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기존</a:t>
                </a:r>
                <a:r>
                  <a:rPr kumimoji="0" lang="en-US" altLang="ko-KR" sz="800" u="none" strike="noStrike" kern="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)</a:t>
                </a:r>
              </a:p>
            </p:txBody>
          </p:sp>
        </p:grp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E9025220-74E5-6974-7EE5-073C6780A1AE}"/>
                </a:ext>
              </a:extLst>
            </p:cNvPr>
            <p:cNvGrpSpPr/>
            <p:nvPr/>
          </p:nvGrpSpPr>
          <p:grpSpPr>
            <a:xfrm>
              <a:off x="4697842" y="2722245"/>
              <a:ext cx="72000" cy="657318"/>
              <a:chOff x="4409754" y="2722245"/>
              <a:chExt cx="72000" cy="657318"/>
            </a:xfrm>
          </p:grpSpPr>
          <p:sp>
            <p:nvSpPr>
              <p:cNvPr id="42" name="직사각형 41">
                <a:extLst>
                  <a:ext uri="{FF2B5EF4-FFF2-40B4-BE49-F238E27FC236}">
                    <a16:creationId xmlns:a16="http://schemas.microsoft.com/office/drawing/2014/main" id="{939E588F-6959-B63E-E1D7-2DD5FBA014EB}"/>
                  </a:ext>
                </a:extLst>
              </p:cNvPr>
              <p:cNvSpPr/>
              <p:nvPr/>
            </p:nvSpPr>
            <p:spPr>
              <a:xfrm flipV="1">
                <a:off x="4409754" y="3307563"/>
                <a:ext cx="72000" cy="72000"/>
              </a:xfrm>
              <a:prstGeom prst="rect">
                <a:avLst/>
              </a:prstGeom>
              <a:solidFill>
                <a:srgbClr val="4347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marL="0" marR="0" lvl="0" indent="0" algn="ctr" defTabSz="1516258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271AA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endParaRPr kumimoji="0" lang="ko-KR" altLang="en-US" sz="800" b="0" i="0" u="none" strike="noStrike" kern="120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/>
                </a:endParaRPr>
              </a:p>
            </p:txBody>
          </p:sp>
          <p:cxnSp>
            <p:nvCxnSpPr>
              <p:cNvPr id="43" name="직선 연결선 320">
                <a:extLst>
                  <a:ext uri="{FF2B5EF4-FFF2-40B4-BE49-F238E27FC236}">
                    <a16:creationId xmlns:a16="http://schemas.microsoft.com/office/drawing/2014/main" id="{35C8C6DA-5647-1E06-E5AB-820E0D9AE3F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4445754" y="2722245"/>
                <a:ext cx="0" cy="606362"/>
              </a:xfrm>
              <a:prstGeom prst="line">
                <a:avLst/>
              </a:prstGeom>
              <a:ln w="19050">
                <a:solidFill>
                  <a:srgbClr val="434759"/>
                </a:solidFill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4" name="직선 연결선 321">
              <a:extLst>
                <a:ext uri="{FF2B5EF4-FFF2-40B4-BE49-F238E27FC236}">
                  <a16:creationId xmlns:a16="http://schemas.microsoft.com/office/drawing/2014/main" id="{8F19E13C-4BF5-0F9E-F9CD-BD19BE115082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2915706" y="2722245"/>
              <a:ext cx="0" cy="606362"/>
            </a:xfrm>
            <a:prstGeom prst="line">
              <a:avLst/>
            </a:prstGeom>
            <a:ln w="19050">
              <a:solidFill>
                <a:srgbClr val="434759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연결선 322">
              <a:extLst>
                <a:ext uri="{FF2B5EF4-FFF2-40B4-BE49-F238E27FC236}">
                  <a16:creationId xmlns:a16="http://schemas.microsoft.com/office/drawing/2014/main" id="{8C000E53-2C73-5176-1869-00D2CB3FECFF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536449" y="2722245"/>
              <a:ext cx="0" cy="606362"/>
            </a:xfrm>
            <a:prstGeom prst="line">
              <a:avLst/>
            </a:prstGeom>
            <a:ln w="19050">
              <a:solidFill>
                <a:srgbClr val="434759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0B613500-F1BE-65BE-2F5F-8D0B6E6B4873}"/>
                </a:ext>
              </a:extLst>
            </p:cNvPr>
            <p:cNvGrpSpPr/>
            <p:nvPr/>
          </p:nvGrpSpPr>
          <p:grpSpPr>
            <a:xfrm>
              <a:off x="4517718" y="5071521"/>
              <a:ext cx="72000" cy="592044"/>
              <a:chOff x="4286843" y="5071521"/>
              <a:chExt cx="72000" cy="637292"/>
            </a:xfrm>
          </p:grpSpPr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59B567D4-4635-6555-9233-88A4E7944ED5}"/>
                  </a:ext>
                </a:extLst>
              </p:cNvPr>
              <p:cNvSpPr/>
              <p:nvPr/>
            </p:nvSpPr>
            <p:spPr>
              <a:xfrm>
                <a:off x="4286843" y="5071521"/>
                <a:ext cx="72000" cy="72000"/>
              </a:xfrm>
              <a:prstGeom prst="rect">
                <a:avLst/>
              </a:prstGeom>
              <a:solidFill>
                <a:srgbClr val="9CA5A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marL="0" marR="0" lvl="0" indent="0" algn="ctr" defTabSz="1516258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271AA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endParaRPr kumimoji="0" lang="ko-KR" altLang="en-US" sz="800" b="0" i="0" u="none" strike="noStrike" kern="120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/>
                </a:endParaRPr>
              </a:p>
            </p:txBody>
          </p:sp>
          <p:cxnSp>
            <p:nvCxnSpPr>
              <p:cNvPr id="48" name="직선 연결선 326">
                <a:extLst>
                  <a:ext uri="{FF2B5EF4-FFF2-40B4-BE49-F238E27FC236}">
                    <a16:creationId xmlns:a16="http://schemas.microsoft.com/office/drawing/2014/main" id="{F209E024-CCA4-C251-19C6-E0ED44E50A24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4322843" y="5127788"/>
                <a:ext cx="0" cy="581025"/>
              </a:xfrm>
              <a:prstGeom prst="line">
                <a:avLst/>
              </a:prstGeom>
              <a:ln w="19050">
                <a:solidFill>
                  <a:srgbClr val="9CA5AC"/>
                </a:solidFill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49" name="Picture 2" descr="http://www.datanet.co.kr/news/photo/201010/40419_2733.jpg">
              <a:extLst>
                <a:ext uri="{FF2B5EF4-FFF2-40B4-BE49-F238E27FC236}">
                  <a16:creationId xmlns:a16="http://schemas.microsoft.com/office/drawing/2014/main" id="{29D0B13C-2F1C-CED7-278E-051B0E7832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hqprint">
              <a:clrChange>
                <a:clrFrom>
                  <a:srgbClr val="FFFDFE"/>
                </a:clrFrom>
                <a:clrTo>
                  <a:srgbClr val="FFFDFE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3002249" y="6156101"/>
              <a:ext cx="397747" cy="713315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48CAC992-1CAF-ED79-2BDD-1D9F7A2C44CB}"/>
                </a:ext>
              </a:extLst>
            </p:cNvPr>
            <p:cNvGrpSpPr/>
            <p:nvPr/>
          </p:nvGrpSpPr>
          <p:grpSpPr>
            <a:xfrm>
              <a:off x="978973" y="3548995"/>
              <a:ext cx="1114953" cy="456614"/>
              <a:chOff x="989422" y="3692272"/>
              <a:chExt cx="1114953" cy="456614"/>
            </a:xfrm>
          </p:grpSpPr>
          <p:grpSp>
            <p:nvGrpSpPr>
              <p:cNvPr id="51" name="그룹 50">
                <a:extLst>
                  <a:ext uri="{FF2B5EF4-FFF2-40B4-BE49-F238E27FC236}">
                    <a16:creationId xmlns:a16="http://schemas.microsoft.com/office/drawing/2014/main" id="{564CB4CB-A9D6-CB38-AF13-65059F99C0E7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989422" y="3692272"/>
                <a:ext cx="331998" cy="456614"/>
                <a:chOff x="11921385" y="4267725"/>
                <a:chExt cx="916126" cy="1260000"/>
              </a:xfrm>
            </p:grpSpPr>
            <p:sp>
              <p:nvSpPr>
                <p:cNvPr id="62" name="사각형: 둥근 모서리 256">
                  <a:extLst>
                    <a:ext uri="{FF2B5EF4-FFF2-40B4-BE49-F238E27FC236}">
                      <a16:creationId xmlns:a16="http://schemas.microsoft.com/office/drawing/2014/main" id="{9D023B9F-173A-5AAB-FFA5-98A92A5969AE}"/>
                    </a:ext>
                  </a:extLst>
                </p:cNvPr>
                <p:cNvSpPr/>
                <p:nvPr/>
              </p:nvSpPr>
              <p:spPr>
                <a:xfrm>
                  <a:off x="11923596" y="4271687"/>
                  <a:ext cx="911716" cy="1252078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b="0" i="0" u="none" strike="noStrike" kern="1200" cap="none" spc="-3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KoPub돋움체 Bold"/>
                    <a:ea typeface="KoPub돋움체 Medium"/>
                    <a:cs typeface="Arial"/>
                  </a:endParaRPr>
                </a:p>
              </p:txBody>
            </p:sp>
            <p:grpSp>
              <p:nvGrpSpPr>
                <p:cNvPr id="63" name="그룹 62">
                  <a:extLst>
                    <a:ext uri="{FF2B5EF4-FFF2-40B4-BE49-F238E27FC236}">
                      <a16:creationId xmlns:a16="http://schemas.microsoft.com/office/drawing/2014/main" id="{DDC03404-4051-3C57-29DD-2583304D068D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686" name="Freeform 230">
                    <a:extLst>
                      <a:ext uri="{FF2B5EF4-FFF2-40B4-BE49-F238E27FC236}">
                        <a16:creationId xmlns:a16="http://schemas.microsoft.com/office/drawing/2014/main" id="{8C2A580E-CCF7-8012-59F8-0F8FE41CBD85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KoPub돋움체 Bold"/>
                      <a:ea typeface="KoPub돋움체 Medium"/>
                      <a:cs typeface="Arial"/>
                    </a:endParaRPr>
                  </a:p>
                </p:txBody>
              </p:sp>
              <p:sp>
                <p:nvSpPr>
                  <p:cNvPr id="687" name="Freeform 231">
                    <a:extLst>
                      <a:ext uri="{FF2B5EF4-FFF2-40B4-BE49-F238E27FC236}">
                        <a16:creationId xmlns:a16="http://schemas.microsoft.com/office/drawing/2014/main" id="{8F1820D3-0757-9D6E-19F7-0CA2850EB27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KoPub돋움체 Bold"/>
                      <a:ea typeface="KoPub돋움체 Medium"/>
                      <a:cs typeface="Arial"/>
                    </a:endParaRPr>
                  </a:p>
                </p:txBody>
              </p:sp>
            </p:grpSp>
          </p:grpSp>
          <p:grpSp>
            <p:nvGrpSpPr>
              <p:cNvPr id="52" name="그룹 51">
                <a:extLst>
                  <a:ext uri="{FF2B5EF4-FFF2-40B4-BE49-F238E27FC236}">
                    <a16:creationId xmlns:a16="http://schemas.microsoft.com/office/drawing/2014/main" id="{E495C2A1-5122-33D0-A293-5FAE21AA9F41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380899" y="3692272"/>
                <a:ext cx="331998" cy="456614"/>
                <a:chOff x="11921385" y="4267725"/>
                <a:chExt cx="916126" cy="1260000"/>
              </a:xfrm>
            </p:grpSpPr>
            <p:sp>
              <p:nvSpPr>
                <p:cNvPr id="58" name="사각형: 둥근 모서리 252">
                  <a:extLst>
                    <a:ext uri="{FF2B5EF4-FFF2-40B4-BE49-F238E27FC236}">
                      <a16:creationId xmlns:a16="http://schemas.microsoft.com/office/drawing/2014/main" id="{8789A40E-F280-FA6E-18F4-7E17A303BEFC}"/>
                    </a:ext>
                  </a:extLst>
                </p:cNvPr>
                <p:cNvSpPr/>
                <p:nvPr/>
              </p:nvSpPr>
              <p:spPr>
                <a:xfrm>
                  <a:off x="11923596" y="4271687"/>
                  <a:ext cx="911716" cy="1252078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b="0" i="0" u="none" strike="noStrike" kern="1200" cap="none" spc="-3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KoPub돋움체 Bold"/>
                    <a:ea typeface="KoPub돋움체 Medium"/>
                    <a:cs typeface="Arial"/>
                  </a:endParaRPr>
                </a:p>
              </p:txBody>
            </p:sp>
            <p:grpSp>
              <p:nvGrpSpPr>
                <p:cNvPr id="59" name="그룹 58">
                  <a:extLst>
                    <a:ext uri="{FF2B5EF4-FFF2-40B4-BE49-F238E27FC236}">
                      <a16:creationId xmlns:a16="http://schemas.microsoft.com/office/drawing/2014/main" id="{F1B8B578-7F9B-12D8-FD17-E4335B2FBA23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60" name="Freeform 230">
                    <a:extLst>
                      <a:ext uri="{FF2B5EF4-FFF2-40B4-BE49-F238E27FC236}">
                        <a16:creationId xmlns:a16="http://schemas.microsoft.com/office/drawing/2014/main" id="{0E671935-196C-0E4D-AE45-9AF18DAF6AA1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KoPub돋움체 Bold"/>
                      <a:ea typeface="KoPub돋움체 Medium"/>
                      <a:cs typeface="Arial"/>
                    </a:endParaRPr>
                  </a:p>
                </p:txBody>
              </p:sp>
              <p:sp>
                <p:nvSpPr>
                  <p:cNvPr id="61" name="Freeform 231">
                    <a:extLst>
                      <a:ext uri="{FF2B5EF4-FFF2-40B4-BE49-F238E27FC236}">
                        <a16:creationId xmlns:a16="http://schemas.microsoft.com/office/drawing/2014/main" id="{E123A494-8C1C-6FEF-7712-6EB6059AB9C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KoPub돋움체 Bold"/>
                      <a:ea typeface="KoPub돋움체 Medium"/>
                      <a:cs typeface="Arial"/>
                    </a:endParaRPr>
                  </a:p>
                </p:txBody>
              </p:sp>
            </p:grpSp>
          </p:grpSp>
          <p:grpSp>
            <p:nvGrpSpPr>
              <p:cNvPr id="53" name="그룹 52">
                <a:extLst>
                  <a:ext uri="{FF2B5EF4-FFF2-40B4-BE49-F238E27FC236}">
                    <a16:creationId xmlns:a16="http://schemas.microsoft.com/office/drawing/2014/main" id="{A3425834-F4DB-9C39-0921-B7E9A20376AB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772377" y="3692272"/>
                <a:ext cx="331998" cy="456614"/>
                <a:chOff x="11921385" y="4267725"/>
                <a:chExt cx="916126" cy="1260000"/>
              </a:xfrm>
            </p:grpSpPr>
            <p:sp>
              <p:nvSpPr>
                <p:cNvPr id="54" name="사각형: 둥근 모서리 248">
                  <a:extLst>
                    <a:ext uri="{FF2B5EF4-FFF2-40B4-BE49-F238E27FC236}">
                      <a16:creationId xmlns:a16="http://schemas.microsoft.com/office/drawing/2014/main" id="{72323C58-2187-EDD7-B1BA-46DC64772FCC}"/>
                    </a:ext>
                  </a:extLst>
                </p:cNvPr>
                <p:cNvSpPr/>
                <p:nvPr/>
              </p:nvSpPr>
              <p:spPr>
                <a:xfrm>
                  <a:off x="11923596" y="4271687"/>
                  <a:ext cx="911716" cy="1252078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b="0" i="0" u="none" strike="noStrike" kern="1200" cap="none" spc="-3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KoPub돋움체 Bold"/>
                    <a:ea typeface="KoPub돋움체 Medium"/>
                    <a:cs typeface="Arial"/>
                  </a:endParaRPr>
                </a:p>
              </p:txBody>
            </p:sp>
            <p:grpSp>
              <p:nvGrpSpPr>
                <p:cNvPr id="55" name="그룹 54">
                  <a:extLst>
                    <a:ext uri="{FF2B5EF4-FFF2-40B4-BE49-F238E27FC236}">
                      <a16:creationId xmlns:a16="http://schemas.microsoft.com/office/drawing/2014/main" id="{2A826F3C-7F45-9E20-4D7D-A9A78F154A80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56" name="Freeform 230">
                    <a:extLst>
                      <a:ext uri="{FF2B5EF4-FFF2-40B4-BE49-F238E27FC236}">
                        <a16:creationId xmlns:a16="http://schemas.microsoft.com/office/drawing/2014/main" id="{A3FB441B-2958-C6F7-4470-48AD3B772C6D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KoPub돋움체 Bold"/>
                      <a:ea typeface="KoPub돋움체 Medium"/>
                      <a:cs typeface="Arial"/>
                    </a:endParaRPr>
                  </a:p>
                </p:txBody>
              </p:sp>
              <p:sp>
                <p:nvSpPr>
                  <p:cNvPr id="57" name="Freeform 231">
                    <a:extLst>
                      <a:ext uri="{FF2B5EF4-FFF2-40B4-BE49-F238E27FC236}">
                        <a16:creationId xmlns:a16="http://schemas.microsoft.com/office/drawing/2014/main" id="{3DAA86F8-F729-18D0-C6F6-591020FE807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KoPub돋움체 Bold"/>
                      <a:ea typeface="KoPub돋움체 Medium"/>
                      <a:cs typeface="Arial"/>
                    </a:endParaRPr>
                  </a:p>
                </p:txBody>
              </p:sp>
            </p:grpSp>
          </p:grpSp>
        </p:grpSp>
        <p:grpSp>
          <p:nvGrpSpPr>
            <p:cNvPr id="688" name="그룹 687">
              <a:extLst>
                <a:ext uri="{FF2B5EF4-FFF2-40B4-BE49-F238E27FC236}">
                  <a16:creationId xmlns:a16="http://schemas.microsoft.com/office/drawing/2014/main" id="{2A6ABF38-F255-4CA9-41AA-280383683B4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358230" y="3548995"/>
              <a:ext cx="331998" cy="456614"/>
              <a:chOff x="11921385" y="4267725"/>
              <a:chExt cx="916126" cy="1260000"/>
            </a:xfrm>
          </p:grpSpPr>
          <p:sp>
            <p:nvSpPr>
              <p:cNvPr id="689" name="사각형: 둥근 모서리 234">
                <a:extLst>
                  <a:ext uri="{FF2B5EF4-FFF2-40B4-BE49-F238E27FC236}">
                    <a16:creationId xmlns:a16="http://schemas.microsoft.com/office/drawing/2014/main" id="{312FC924-4713-82D1-327D-7DB3F827CF51}"/>
                  </a:ext>
                </a:extLst>
              </p:cNvPr>
              <p:cNvSpPr/>
              <p:nvPr/>
            </p:nvSpPr>
            <p:spPr>
              <a:xfrm>
                <a:off x="11923596" y="4271687"/>
                <a:ext cx="911716" cy="1252078"/>
              </a:xfrm>
              <a:prstGeom prst="roundRect">
                <a:avLst>
                  <a:gd name="adj" fmla="val 7097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1200" cap="none" spc="-30" normalizeH="0" baseline="0" noProof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KoPub돋움체 Bold"/>
                  <a:ea typeface="KoPub돋움체 Medium"/>
                  <a:cs typeface="Arial"/>
                </a:endParaRPr>
              </a:p>
            </p:txBody>
          </p:sp>
          <p:grpSp>
            <p:nvGrpSpPr>
              <p:cNvPr id="690" name="그룹 689">
                <a:extLst>
                  <a:ext uri="{FF2B5EF4-FFF2-40B4-BE49-F238E27FC236}">
                    <a16:creationId xmlns:a16="http://schemas.microsoft.com/office/drawing/2014/main" id="{699793CD-452D-78BD-8EAD-5711D55658A6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1921389" y="4267727"/>
                <a:ext cx="916126" cy="1260000"/>
                <a:chOff x="14485938" y="-2571751"/>
                <a:chExt cx="554038" cy="762000"/>
              </a:xfrm>
              <a:solidFill>
                <a:srgbClr val="262626"/>
              </a:solidFill>
            </p:grpSpPr>
            <p:sp>
              <p:nvSpPr>
                <p:cNvPr id="691" name="Freeform 230">
                  <a:extLst>
                    <a:ext uri="{FF2B5EF4-FFF2-40B4-BE49-F238E27FC236}">
                      <a16:creationId xmlns:a16="http://schemas.microsoft.com/office/drawing/2014/main" id="{EDD445F0-0CBD-E382-F14C-B80D7CA099A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4485938" y="-2571751"/>
                  <a:ext cx="554038" cy="762000"/>
                </a:xfrm>
                <a:custGeom>
                  <a:avLst/>
                  <a:gdLst>
                    <a:gd name="T0" fmla="*/ 137 w 147"/>
                    <a:gd name="T1" fmla="*/ 0 h 200"/>
                    <a:gd name="T2" fmla="*/ 10 w 147"/>
                    <a:gd name="T3" fmla="*/ 0 h 200"/>
                    <a:gd name="T4" fmla="*/ 0 w 147"/>
                    <a:gd name="T5" fmla="*/ 10 h 200"/>
                    <a:gd name="T6" fmla="*/ 0 w 147"/>
                    <a:gd name="T7" fmla="*/ 190 h 200"/>
                    <a:gd name="T8" fmla="*/ 10 w 147"/>
                    <a:gd name="T9" fmla="*/ 200 h 200"/>
                    <a:gd name="T10" fmla="*/ 137 w 147"/>
                    <a:gd name="T11" fmla="*/ 200 h 200"/>
                    <a:gd name="T12" fmla="*/ 140 w 147"/>
                    <a:gd name="T13" fmla="*/ 199 h 200"/>
                    <a:gd name="T14" fmla="*/ 146 w 147"/>
                    <a:gd name="T15" fmla="*/ 193 h 200"/>
                    <a:gd name="T16" fmla="*/ 147 w 147"/>
                    <a:gd name="T17" fmla="*/ 190 h 200"/>
                    <a:gd name="T18" fmla="*/ 147 w 147"/>
                    <a:gd name="T19" fmla="*/ 10 h 200"/>
                    <a:gd name="T20" fmla="*/ 137 w 147"/>
                    <a:gd name="T21" fmla="*/ 0 h 200"/>
                    <a:gd name="T22" fmla="*/ 139 w 147"/>
                    <a:gd name="T23" fmla="*/ 189 h 200"/>
                    <a:gd name="T24" fmla="*/ 135 w 147"/>
                    <a:gd name="T25" fmla="*/ 192 h 200"/>
                    <a:gd name="T26" fmla="*/ 10 w 147"/>
                    <a:gd name="T27" fmla="*/ 192 h 200"/>
                    <a:gd name="T28" fmla="*/ 8 w 147"/>
                    <a:gd name="T29" fmla="*/ 190 h 200"/>
                    <a:gd name="T30" fmla="*/ 8 w 147"/>
                    <a:gd name="T31" fmla="*/ 10 h 200"/>
                    <a:gd name="T32" fmla="*/ 10 w 147"/>
                    <a:gd name="T33" fmla="*/ 8 h 200"/>
                    <a:gd name="T34" fmla="*/ 137 w 147"/>
                    <a:gd name="T35" fmla="*/ 8 h 200"/>
                    <a:gd name="T36" fmla="*/ 139 w 147"/>
                    <a:gd name="T37" fmla="*/ 10 h 200"/>
                    <a:gd name="T38" fmla="*/ 139 w 147"/>
                    <a:gd name="T39" fmla="*/ 189 h 2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147" h="200">
                      <a:moveTo>
                        <a:pt x="137" y="0"/>
                      </a:moveTo>
                      <a:cubicBezTo>
                        <a:pt x="10" y="0"/>
                        <a:pt x="10" y="0"/>
                        <a:pt x="10" y="0"/>
                      </a:cubicBezTo>
                      <a:cubicBezTo>
                        <a:pt x="4" y="0"/>
                        <a:pt x="0" y="5"/>
                        <a:pt x="0" y="10"/>
                      </a:cubicBezTo>
                      <a:cubicBezTo>
                        <a:pt x="0" y="190"/>
                        <a:pt x="0" y="190"/>
                        <a:pt x="0" y="190"/>
                      </a:cubicBezTo>
                      <a:cubicBezTo>
                        <a:pt x="0" y="196"/>
                        <a:pt x="4" y="200"/>
                        <a:pt x="10" y="200"/>
                      </a:cubicBezTo>
                      <a:cubicBezTo>
                        <a:pt x="137" y="200"/>
                        <a:pt x="137" y="200"/>
                        <a:pt x="137" y="200"/>
                      </a:cubicBezTo>
                      <a:cubicBezTo>
                        <a:pt x="138" y="200"/>
                        <a:pt x="139" y="200"/>
                        <a:pt x="140" y="199"/>
                      </a:cubicBezTo>
                      <a:cubicBezTo>
                        <a:pt x="146" y="193"/>
                        <a:pt x="146" y="193"/>
                        <a:pt x="146" y="193"/>
                      </a:cubicBezTo>
                      <a:cubicBezTo>
                        <a:pt x="146" y="192"/>
                        <a:pt x="147" y="191"/>
                        <a:pt x="147" y="190"/>
                      </a:cubicBezTo>
                      <a:cubicBezTo>
                        <a:pt x="147" y="10"/>
                        <a:pt x="147" y="10"/>
                        <a:pt x="147" y="10"/>
                      </a:cubicBezTo>
                      <a:cubicBezTo>
                        <a:pt x="147" y="5"/>
                        <a:pt x="142" y="0"/>
                        <a:pt x="137" y="0"/>
                      </a:cubicBezTo>
                      <a:close/>
                      <a:moveTo>
                        <a:pt x="139" y="189"/>
                      </a:moveTo>
                      <a:cubicBezTo>
                        <a:pt x="135" y="192"/>
                        <a:pt x="135" y="192"/>
                        <a:pt x="135" y="192"/>
                      </a:cubicBezTo>
                      <a:cubicBezTo>
                        <a:pt x="10" y="192"/>
                        <a:pt x="10" y="192"/>
                        <a:pt x="10" y="192"/>
                      </a:cubicBezTo>
                      <a:cubicBezTo>
                        <a:pt x="9" y="192"/>
                        <a:pt x="8" y="191"/>
                        <a:pt x="8" y="190"/>
                      </a:cubicBezTo>
                      <a:cubicBezTo>
                        <a:pt x="8" y="10"/>
                        <a:pt x="8" y="10"/>
                        <a:pt x="8" y="10"/>
                      </a:cubicBezTo>
                      <a:cubicBezTo>
                        <a:pt x="8" y="9"/>
                        <a:pt x="9" y="8"/>
                        <a:pt x="10" y="8"/>
                      </a:cubicBezTo>
                      <a:cubicBezTo>
                        <a:pt x="137" y="8"/>
                        <a:pt x="137" y="8"/>
                        <a:pt x="137" y="8"/>
                      </a:cubicBezTo>
                      <a:cubicBezTo>
                        <a:pt x="138" y="8"/>
                        <a:pt x="139" y="9"/>
                        <a:pt x="139" y="10"/>
                      </a:cubicBezTo>
                      <a:lnTo>
                        <a:pt x="139" y="189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b="0" i="0" u="none" strike="noStrike" kern="1200" cap="none" spc="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돋움체 Bold"/>
                    <a:ea typeface="KoPub돋움체 Medium"/>
                    <a:cs typeface="Arial"/>
                  </a:endParaRPr>
                </a:p>
              </p:txBody>
            </p:sp>
            <p:sp>
              <p:nvSpPr>
                <p:cNvPr id="692" name="Freeform 231">
                  <a:extLst>
                    <a:ext uri="{FF2B5EF4-FFF2-40B4-BE49-F238E27FC236}">
                      <a16:creationId xmlns:a16="http://schemas.microsoft.com/office/drawing/2014/main" id="{D144D2F4-1588-F156-03C1-6F1E8E3ACAE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603413" y="-2403476"/>
                  <a:ext cx="315913" cy="30163"/>
                </a:xfrm>
                <a:custGeom>
                  <a:avLst/>
                  <a:gdLst>
                    <a:gd name="T0" fmla="*/ 80 w 84"/>
                    <a:gd name="T1" fmla="*/ 0 h 8"/>
                    <a:gd name="T2" fmla="*/ 4 w 84"/>
                    <a:gd name="T3" fmla="*/ 0 h 8"/>
                    <a:gd name="T4" fmla="*/ 0 w 84"/>
                    <a:gd name="T5" fmla="*/ 4 h 8"/>
                    <a:gd name="T6" fmla="*/ 4 w 84"/>
                    <a:gd name="T7" fmla="*/ 8 h 8"/>
                    <a:gd name="T8" fmla="*/ 80 w 84"/>
                    <a:gd name="T9" fmla="*/ 8 h 8"/>
                    <a:gd name="T10" fmla="*/ 84 w 84"/>
                    <a:gd name="T11" fmla="*/ 4 h 8"/>
                    <a:gd name="T12" fmla="*/ 80 w 84"/>
                    <a:gd name="T13" fmla="*/ 0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4" h="8">
                      <a:moveTo>
                        <a:pt x="80" y="0"/>
                      </a:move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2"/>
                        <a:pt x="0" y="4"/>
                      </a:cubicBezTo>
                      <a:cubicBezTo>
                        <a:pt x="0" y="6"/>
                        <a:pt x="2" y="8"/>
                        <a:pt x="4" y="8"/>
                      </a:cubicBezTo>
                      <a:cubicBezTo>
                        <a:pt x="80" y="8"/>
                        <a:pt x="80" y="8"/>
                        <a:pt x="80" y="8"/>
                      </a:cubicBezTo>
                      <a:cubicBezTo>
                        <a:pt x="82" y="8"/>
                        <a:pt x="84" y="6"/>
                        <a:pt x="84" y="4"/>
                      </a:cubicBezTo>
                      <a:cubicBezTo>
                        <a:pt x="84" y="2"/>
                        <a:pt x="82" y="0"/>
                        <a:pt x="8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b="0" i="0" u="none" strike="noStrike" kern="1200" cap="none" spc="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돋움체 Bold"/>
                    <a:ea typeface="KoPub돋움체 Medium"/>
                    <a:cs typeface="Arial"/>
                  </a:endParaRPr>
                </a:p>
              </p:txBody>
            </p:sp>
          </p:grpSp>
        </p:grpSp>
        <p:grpSp>
          <p:nvGrpSpPr>
            <p:cNvPr id="693" name="그룹 692">
              <a:extLst>
                <a:ext uri="{FF2B5EF4-FFF2-40B4-BE49-F238E27FC236}">
                  <a16:creationId xmlns:a16="http://schemas.microsoft.com/office/drawing/2014/main" id="{BC480005-B0C5-C423-1C7B-8A462607F1B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749707" y="3548995"/>
              <a:ext cx="331998" cy="456614"/>
              <a:chOff x="11921385" y="4267725"/>
              <a:chExt cx="916126" cy="1260000"/>
            </a:xfrm>
          </p:grpSpPr>
          <p:sp>
            <p:nvSpPr>
              <p:cNvPr id="694" name="사각형: 둥근 모서리 230">
                <a:extLst>
                  <a:ext uri="{FF2B5EF4-FFF2-40B4-BE49-F238E27FC236}">
                    <a16:creationId xmlns:a16="http://schemas.microsoft.com/office/drawing/2014/main" id="{3181E3AB-AEA0-51D5-F72A-369FA3950C45}"/>
                  </a:ext>
                </a:extLst>
              </p:cNvPr>
              <p:cNvSpPr/>
              <p:nvPr/>
            </p:nvSpPr>
            <p:spPr>
              <a:xfrm>
                <a:off x="11923596" y="4271687"/>
                <a:ext cx="911716" cy="1252078"/>
              </a:xfrm>
              <a:prstGeom prst="roundRect">
                <a:avLst>
                  <a:gd name="adj" fmla="val 7097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1200" cap="none" spc="-30" normalizeH="0" baseline="0" noProof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KoPub돋움체 Bold"/>
                  <a:ea typeface="KoPub돋움체 Medium"/>
                  <a:cs typeface="Arial"/>
                </a:endParaRPr>
              </a:p>
            </p:txBody>
          </p:sp>
          <p:grpSp>
            <p:nvGrpSpPr>
              <p:cNvPr id="695" name="그룹 694">
                <a:extLst>
                  <a:ext uri="{FF2B5EF4-FFF2-40B4-BE49-F238E27FC236}">
                    <a16:creationId xmlns:a16="http://schemas.microsoft.com/office/drawing/2014/main" id="{0C513042-D1CA-A960-E6EB-05E4D5A620B3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1921389" y="4267727"/>
                <a:ext cx="916126" cy="1260000"/>
                <a:chOff x="14485938" y="-2571751"/>
                <a:chExt cx="554038" cy="762000"/>
              </a:xfrm>
              <a:solidFill>
                <a:srgbClr val="262626"/>
              </a:solidFill>
            </p:grpSpPr>
            <p:sp>
              <p:nvSpPr>
                <p:cNvPr id="696" name="Freeform 230">
                  <a:extLst>
                    <a:ext uri="{FF2B5EF4-FFF2-40B4-BE49-F238E27FC236}">
                      <a16:creationId xmlns:a16="http://schemas.microsoft.com/office/drawing/2014/main" id="{D248A5E2-EAFC-E957-65F6-391874A49916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4485938" y="-2571751"/>
                  <a:ext cx="554038" cy="762000"/>
                </a:xfrm>
                <a:custGeom>
                  <a:avLst/>
                  <a:gdLst>
                    <a:gd name="T0" fmla="*/ 137 w 147"/>
                    <a:gd name="T1" fmla="*/ 0 h 200"/>
                    <a:gd name="T2" fmla="*/ 10 w 147"/>
                    <a:gd name="T3" fmla="*/ 0 h 200"/>
                    <a:gd name="T4" fmla="*/ 0 w 147"/>
                    <a:gd name="T5" fmla="*/ 10 h 200"/>
                    <a:gd name="T6" fmla="*/ 0 w 147"/>
                    <a:gd name="T7" fmla="*/ 190 h 200"/>
                    <a:gd name="T8" fmla="*/ 10 w 147"/>
                    <a:gd name="T9" fmla="*/ 200 h 200"/>
                    <a:gd name="T10" fmla="*/ 137 w 147"/>
                    <a:gd name="T11" fmla="*/ 200 h 200"/>
                    <a:gd name="T12" fmla="*/ 140 w 147"/>
                    <a:gd name="T13" fmla="*/ 199 h 200"/>
                    <a:gd name="T14" fmla="*/ 146 w 147"/>
                    <a:gd name="T15" fmla="*/ 193 h 200"/>
                    <a:gd name="T16" fmla="*/ 147 w 147"/>
                    <a:gd name="T17" fmla="*/ 190 h 200"/>
                    <a:gd name="T18" fmla="*/ 147 w 147"/>
                    <a:gd name="T19" fmla="*/ 10 h 200"/>
                    <a:gd name="T20" fmla="*/ 137 w 147"/>
                    <a:gd name="T21" fmla="*/ 0 h 200"/>
                    <a:gd name="T22" fmla="*/ 139 w 147"/>
                    <a:gd name="T23" fmla="*/ 189 h 200"/>
                    <a:gd name="T24" fmla="*/ 135 w 147"/>
                    <a:gd name="T25" fmla="*/ 192 h 200"/>
                    <a:gd name="T26" fmla="*/ 10 w 147"/>
                    <a:gd name="T27" fmla="*/ 192 h 200"/>
                    <a:gd name="T28" fmla="*/ 8 w 147"/>
                    <a:gd name="T29" fmla="*/ 190 h 200"/>
                    <a:gd name="T30" fmla="*/ 8 w 147"/>
                    <a:gd name="T31" fmla="*/ 10 h 200"/>
                    <a:gd name="T32" fmla="*/ 10 w 147"/>
                    <a:gd name="T33" fmla="*/ 8 h 200"/>
                    <a:gd name="T34" fmla="*/ 137 w 147"/>
                    <a:gd name="T35" fmla="*/ 8 h 200"/>
                    <a:gd name="T36" fmla="*/ 139 w 147"/>
                    <a:gd name="T37" fmla="*/ 10 h 200"/>
                    <a:gd name="T38" fmla="*/ 139 w 147"/>
                    <a:gd name="T39" fmla="*/ 189 h 2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147" h="200">
                      <a:moveTo>
                        <a:pt x="137" y="0"/>
                      </a:moveTo>
                      <a:cubicBezTo>
                        <a:pt x="10" y="0"/>
                        <a:pt x="10" y="0"/>
                        <a:pt x="10" y="0"/>
                      </a:cubicBezTo>
                      <a:cubicBezTo>
                        <a:pt x="4" y="0"/>
                        <a:pt x="0" y="5"/>
                        <a:pt x="0" y="10"/>
                      </a:cubicBezTo>
                      <a:cubicBezTo>
                        <a:pt x="0" y="190"/>
                        <a:pt x="0" y="190"/>
                        <a:pt x="0" y="190"/>
                      </a:cubicBezTo>
                      <a:cubicBezTo>
                        <a:pt x="0" y="196"/>
                        <a:pt x="4" y="200"/>
                        <a:pt x="10" y="200"/>
                      </a:cubicBezTo>
                      <a:cubicBezTo>
                        <a:pt x="137" y="200"/>
                        <a:pt x="137" y="200"/>
                        <a:pt x="137" y="200"/>
                      </a:cubicBezTo>
                      <a:cubicBezTo>
                        <a:pt x="138" y="200"/>
                        <a:pt x="139" y="200"/>
                        <a:pt x="140" y="199"/>
                      </a:cubicBezTo>
                      <a:cubicBezTo>
                        <a:pt x="146" y="193"/>
                        <a:pt x="146" y="193"/>
                        <a:pt x="146" y="193"/>
                      </a:cubicBezTo>
                      <a:cubicBezTo>
                        <a:pt x="146" y="192"/>
                        <a:pt x="147" y="191"/>
                        <a:pt x="147" y="190"/>
                      </a:cubicBezTo>
                      <a:cubicBezTo>
                        <a:pt x="147" y="10"/>
                        <a:pt x="147" y="10"/>
                        <a:pt x="147" y="10"/>
                      </a:cubicBezTo>
                      <a:cubicBezTo>
                        <a:pt x="147" y="5"/>
                        <a:pt x="142" y="0"/>
                        <a:pt x="137" y="0"/>
                      </a:cubicBezTo>
                      <a:close/>
                      <a:moveTo>
                        <a:pt x="139" y="189"/>
                      </a:moveTo>
                      <a:cubicBezTo>
                        <a:pt x="135" y="192"/>
                        <a:pt x="135" y="192"/>
                        <a:pt x="135" y="192"/>
                      </a:cubicBezTo>
                      <a:cubicBezTo>
                        <a:pt x="10" y="192"/>
                        <a:pt x="10" y="192"/>
                        <a:pt x="10" y="192"/>
                      </a:cubicBezTo>
                      <a:cubicBezTo>
                        <a:pt x="9" y="192"/>
                        <a:pt x="8" y="191"/>
                        <a:pt x="8" y="190"/>
                      </a:cubicBezTo>
                      <a:cubicBezTo>
                        <a:pt x="8" y="10"/>
                        <a:pt x="8" y="10"/>
                        <a:pt x="8" y="10"/>
                      </a:cubicBezTo>
                      <a:cubicBezTo>
                        <a:pt x="8" y="9"/>
                        <a:pt x="9" y="8"/>
                        <a:pt x="10" y="8"/>
                      </a:cubicBezTo>
                      <a:cubicBezTo>
                        <a:pt x="137" y="8"/>
                        <a:pt x="137" y="8"/>
                        <a:pt x="137" y="8"/>
                      </a:cubicBezTo>
                      <a:cubicBezTo>
                        <a:pt x="138" y="8"/>
                        <a:pt x="139" y="9"/>
                        <a:pt x="139" y="10"/>
                      </a:cubicBezTo>
                      <a:lnTo>
                        <a:pt x="139" y="189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b="0" i="0" u="none" strike="noStrike" kern="1200" cap="none" spc="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돋움체 Bold"/>
                    <a:ea typeface="KoPub돋움체 Medium"/>
                    <a:cs typeface="Arial"/>
                  </a:endParaRPr>
                </a:p>
              </p:txBody>
            </p:sp>
            <p:sp>
              <p:nvSpPr>
                <p:cNvPr id="697" name="Freeform 231">
                  <a:extLst>
                    <a:ext uri="{FF2B5EF4-FFF2-40B4-BE49-F238E27FC236}">
                      <a16:creationId xmlns:a16="http://schemas.microsoft.com/office/drawing/2014/main" id="{0F15C1D8-77DB-8548-EA69-5ABC6824EB4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603413" y="-2403476"/>
                  <a:ext cx="315913" cy="30163"/>
                </a:xfrm>
                <a:custGeom>
                  <a:avLst/>
                  <a:gdLst>
                    <a:gd name="T0" fmla="*/ 80 w 84"/>
                    <a:gd name="T1" fmla="*/ 0 h 8"/>
                    <a:gd name="T2" fmla="*/ 4 w 84"/>
                    <a:gd name="T3" fmla="*/ 0 h 8"/>
                    <a:gd name="T4" fmla="*/ 0 w 84"/>
                    <a:gd name="T5" fmla="*/ 4 h 8"/>
                    <a:gd name="T6" fmla="*/ 4 w 84"/>
                    <a:gd name="T7" fmla="*/ 8 h 8"/>
                    <a:gd name="T8" fmla="*/ 80 w 84"/>
                    <a:gd name="T9" fmla="*/ 8 h 8"/>
                    <a:gd name="T10" fmla="*/ 84 w 84"/>
                    <a:gd name="T11" fmla="*/ 4 h 8"/>
                    <a:gd name="T12" fmla="*/ 80 w 84"/>
                    <a:gd name="T13" fmla="*/ 0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4" h="8">
                      <a:moveTo>
                        <a:pt x="80" y="0"/>
                      </a:move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2"/>
                        <a:pt x="0" y="4"/>
                      </a:cubicBezTo>
                      <a:cubicBezTo>
                        <a:pt x="0" y="6"/>
                        <a:pt x="2" y="8"/>
                        <a:pt x="4" y="8"/>
                      </a:cubicBezTo>
                      <a:cubicBezTo>
                        <a:pt x="80" y="8"/>
                        <a:pt x="80" y="8"/>
                        <a:pt x="80" y="8"/>
                      </a:cubicBezTo>
                      <a:cubicBezTo>
                        <a:pt x="82" y="8"/>
                        <a:pt x="84" y="6"/>
                        <a:pt x="84" y="4"/>
                      </a:cubicBezTo>
                      <a:cubicBezTo>
                        <a:pt x="84" y="2"/>
                        <a:pt x="82" y="0"/>
                        <a:pt x="8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b="0" i="0" u="none" strike="noStrike" kern="1200" cap="none" spc="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돋움체 Bold"/>
                    <a:ea typeface="KoPub돋움체 Medium"/>
                    <a:cs typeface="Arial"/>
                  </a:endParaRPr>
                </a:p>
              </p:txBody>
            </p:sp>
          </p:grpSp>
        </p:grpSp>
        <p:grpSp>
          <p:nvGrpSpPr>
            <p:cNvPr id="698" name="그룹 697">
              <a:extLst>
                <a:ext uri="{FF2B5EF4-FFF2-40B4-BE49-F238E27FC236}">
                  <a16:creationId xmlns:a16="http://schemas.microsoft.com/office/drawing/2014/main" id="{67B0FB4F-2F03-CBC9-A7A5-66E10335B9B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327244" y="3548995"/>
              <a:ext cx="331998" cy="456614"/>
              <a:chOff x="11921385" y="4267725"/>
              <a:chExt cx="916126" cy="1260000"/>
            </a:xfrm>
          </p:grpSpPr>
          <p:sp>
            <p:nvSpPr>
              <p:cNvPr id="699" name="사각형: 둥근 모서리 226">
                <a:extLst>
                  <a:ext uri="{FF2B5EF4-FFF2-40B4-BE49-F238E27FC236}">
                    <a16:creationId xmlns:a16="http://schemas.microsoft.com/office/drawing/2014/main" id="{5C57A605-FE09-02A1-EF78-9A10018F5BF6}"/>
                  </a:ext>
                </a:extLst>
              </p:cNvPr>
              <p:cNvSpPr/>
              <p:nvPr/>
            </p:nvSpPr>
            <p:spPr>
              <a:xfrm>
                <a:off x="11923596" y="4271687"/>
                <a:ext cx="911716" cy="1252078"/>
              </a:xfrm>
              <a:prstGeom prst="roundRect">
                <a:avLst>
                  <a:gd name="adj" fmla="val 7097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1200" cap="none" spc="-30" normalizeH="0" baseline="0" noProof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KoPub돋움체 Bold"/>
                  <a:ea typeface="KoPub돋움체 Medium"/>
                  <a:cs typeface="Arial"/>
                </a:endParaRPr>
              </a:p>
            </p:txBody>
          </p:sp>
          <p:grpSp>
            <p:nvGrpSpPr>
              <p:cNvPr id="700" name="그룹 699">
                <a:extLst>
                  <a:ext uri="{FF2B5EF4-FFF2-40B4-BE49-F238E27FC236}">
                    <a16:creationId xmlns:a16="http://schemas.microsoft.com/office/drawing/2014/main" id="{CF41E48D-9EE4-7FDD-898B-874F4E351737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1921389" y="4267727"/>
                <a:ext cx="916126" cy="1260000"/>
                <a:chOff x="14485938" y="-2571751"/>
                <a:chExt cx="554038" cy="762000"/>
              </a:xfrm>
              <a:solidFill>
                <a:srgbClr val="262626"/>
              </a:solidFill>
            </p:grpSpPr>
            <p:sp>
              <p:nvSpPr>
                <p:cNvPr id="701" name="Freeform 230">
                  <a:extLst>
                    <a:ext uri="{FF2B5EF4-FFF2-40B4-BE49-F238E27FC236}">
                      <a16:creationId xmlns:a16="http://schemas.microsoft.com/office/drawing/2014/main" id="{C7BDD94C-5999-CC30-6A9B-788311928C8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4485938" y="-2571751"/>
                  <a:ext cx="554038" cy="762000"/>
                </a:xfrm>
                <a:custGeom>
                  <a:avLst/>
                  <a:gdLst>
                    <a:gd name="T0" fmla="*/ 137 w 147"/>
                    <a:gd name="T1" fmla="*/ 0 h 200"/>
                    <a:gd name="T2" fmla="*/ 10 w 147"/>
                    <a:gd name="T3" fmla="*/ 0 h 200"/>
                    <a:gd name="T4" fmla="*/ 0 w 147"/>
                    <a:gd name="T5" fmla="*/ 10 h 200"/>
                    <a:gd name="T6" fmla="*/ 0 w 147"/>
                    <a:gd name="T7" fmla="*/ 190 h 200"/>
                    <a:gd name="T8" fmla="*/ 10 w 147"/>
                    <a:gd name="T9" fmla="*/ 200 h 200"/>
                    <a:gd name="T10" fmla="*/ 137 w 147"/>
                    <a:gd name="T11" fmla="*/ 200 h 200"/>
                    <a:gd name="T12" fmla="*/ 140 w 147"/>
                    <a:gd name="T13" fmla="*/ 199 h 200"/>
                    <a:gd name="T14" fmla="*/ 146 w 147"/>
                    <a:gd name="T15" fmla="*/ 193 h 200"/>
                    <a:gd name="T16" fmla="*/ 147 w 147"/>
                    <a:gd name="T17" fmla="*/ 190 h 200"/>
                    <a:gd name="T18" fmla="*/ 147 w 147"/>
                    <a:gd name="T19" fmla="*/ 10 h 200"/>
                    <a:gd name="T20" fmla="*/ 137 w 147"/>
                    <a:gd name="T21" fmla="*/ 0 h 200"/>
                    <a:gd name="T22" fmla="*/ 139 w 147"/>
                    <a:gd name="T23" fmla="*/ 189 h 200"/>
                    <a:gd name="T24" fmla="*/ 135 w 147"/>
                    <a:gd name="T25" fmla="*/ 192 h 200"/>
                    <a:gd name="T26" fmla="*/ 10 w 147"/>
                    <a:gd name="T27" fmla="*/ 192 h 200"/>
                    <a:gd name="T28" fmla="*/ 8 w 147"/>
                    <a:gd name="T29" fmla="*/ 190 h 200"/>
                    <a:gd name="T30" fmla="*/ 8 w 147"/>
                    <a:gd name="T31" fmla="*/ 10 h 200"/>
                    <a:gd name="T32" fmla="*/ 10 w 147"/>
                    <a:gd name="T33" fmla="*/ 8 h 200"/>
                    <a:gd name="T34" fmla="*/ 137 w 147"/>
                    <a:gd name="T35" fmla="*/ 8 h 200"/>
                    <a:gd name="T36" fmla="*/ 139 w 147"/>
                    <a:gd name="T37" fmla="*/ 10 h 200"/>
                    <a:gd name="T38" fmla="*/ 139 w 147"/>
                    <a:gd name="T39" fmla="*/ 189 h 2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147" h="200">
                      <a:moveTo>
                        <a:pt x="137" y="0"/>
                      </a:moveTo>
                      <a:cubicBezTo>
                        <a:pt x="10" y="0"/>
                        <a:pt x="10" y="0"/>
                        <a:pt x="10" y="0"/>
                      </a:cubicBezTo>
                      <a:cubicBezTo>
                        <a:pt x="4" y="0"/>
                        <a:pt x="0" y="5"/>
                        <a:pt x="0" y="10"/>
                      </a:cubicBezTo>
                      <a:cubicBezTo>
                        <a:pt x="0" y="190"/>
                        <a:pt x="0" y="190"/>
                        <a:pt x="0" y="190"/>
                      </a:cubicBezTo>
                      <a:cubicBezTo>
                        <a:pt x="0" y="196"/>
                        <a:pt x="4" y="200"/>
                        <a:pt x="10" y="200"/>
                      </a:cubicBezTo>
                      <a:cubicBezTo>
                        <a:pt x="137" y="200"/>
                        <a:pt x="137" y="200"/>
                        <a:pt x="137" y="200"/>
                      </a:cubicBezTo>
                      <a:cubicBezTo>
                        <a:pt x="138" y="200"/>
                        <a:pt x="139" y="200"/>
                        <a:pt x="140" y="199"/>
                      </a:cubicBezTo>
                      <a:cubicBezTo>
                        <a:pt x="146" y="193"/>
                        <a:pt x="146" y="193"/>
                        <a:pt x="146" y="193"/>
                      </a:cubicBezTo>
                      <a:cubicBezTo>
                        <a:pt x="146" y="192"/>
                        <a:pt x="147" y="191"/>
                        <a:pt x="147" y="190"/>
                      </a:cubicBezTo>
                      <a:cubicBezTo>
                        <a:pt x="147" y="10"/>
                        <a:pt x="147" y="10"/>
                        <a:pt x="147" y="10"/>
                      </a:cubicBezTo>
                      <a:cubicBezTo>
                        <a:pt x="147" y="5"/>
                        <a:pt x="142" y="0"/>
                        <a:pt x="137" y="0"/>
                      </a:cubicBezTo>
                      <a:close/>
                      <a:moveTo>
                        <a:pt x="139" y="189"/>
                      </a:moveTo>
                      <a:cubicBezTo>
                        <a:pt x="135" y="192"/>
                        <a:pt x="135" y="192"/>
                        <a:pt x="135" y="192"/>
                      </a:cubicBezTo>
                      <a:cubicBezTo>
                        <a:pt x="10" y="192"/>
                        <a:pt x="10" y="192"/>
                        <a:pt x="10" y="192"/>
                      </a:cubicBezTo>
                      <a:cubicBezTo>
                        <a:pt x="9" y="192"/>
                        <a:pt x="8" y="191"/>
                        <a:pt x="8" y="190"/>
                      </a:cubicBezTo>
                      <a:cubicBezTo>
                        <a:pt x="8" y="10"/>
                        <a:pt x="8" y="10"/>
                        <a:pt x="8" y="10"/>
                      </a:cubicBezTo>
                      <a:cubicBezTo>
                        <a:pt x="8" y="9"/>
                        <a:pt x="9" y="8"/>
                        <a:pt x="10" y="8"/>
                      </a:cubicBezTo>
                      <a:cubicBezTo>
                        <a:pt x="137" y="8"/>
                        <a:pt x="137" y="8"/>
                        <a:pt x="137" y="8"/>
                      </a:cubicBezTo>
                      <a:cubicBezTo>
                        <a:pt x="138" y="8"/>
                        <a:pt x="139" y="9"/>
                        <a:pt x="139" y="10"/>
                      </a:cubicBezTo>
                      <a:lnTo>
                        <a:pt x="139" y="189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b="0" i="0" u="none" strike="noStrike" kern="1200" cap="none" spc="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돋움체 Bold"/>
                    <a:ea typeface="KoPub돋움체 Medium"/>
                    <a:cs typeface="Arial"/>
                  </a:endParaRPr>
                </a:p>
              </p:txBody>
            </p:sp>
            <p:sp>
              <p:nvSpPr>
                <p:cNvPr id="702" name="Freeform 231">
                  <a:extLst>
                    <a:ext uri="{FF2B5EF4-FFF2-40B4-BE49-F238E27FC236}">
                      <a16:creationId xmlns:a16="http://schemas.microsoft.com/office/drawing/2014/main" id="{17294FC0-8B48-8EA9-759B-192BA66A335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603413" y="-2403476"/>
                  <a:ext cx="315913" cy="30163"/>
                </a:xfrm>
                <a:custGeom>
                  <a:avLst/>
                  <a:gdLst>
                    <a:gd name="T0" fmla="*/ 80 w 84"/>
                    <a:gd name="T1" fmla="*/ 0 h 8"/>
                    <a:gd name="T2" fmla="*/ 4 w 84"/>
                    <a:gd name="T3" fmla="*/ 0 h 8"/>
                    <a:gd name="T4" fmla="*/ 0 w 84"/>
                    <a:gd name="T5" fmla="*/ 4 h 8"/>
                    <a:gd name="T6" fmla="*/ 4 w 84"/>
                    <a:gd name="T7" fmla="*/ 8 h 8"/>
                    <a:gd name="T8" fmla="*/ 80 w 84"/>
                    <a:gd name="T9" fmla="*/ 8 h 8"/>
                    <a:gd name="T10" fmla="*/ 84 w 84"/>
                    <a:gd name="T11" fmla="*/ 4 h 8"/>
                    <a:gd name="T12" fmla="*/ 80 w 84"/>
                    <a:gd name="T13" fmla="*/ 0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4" h="8">
                      <a:moveTo>
                        <a:pt x="80" y="0"/>
                      </a:move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2"/>
                        <a:pt x="0" y="4"/>
                      </a:cubicBezTo>
                      <a:cubicBezTo>
                        <a:pt x="0" y="6"/>
                        <a:pt x="2" y="8"/>
                        <a:pt x="4" y="8"/>
                      </a:cubicBezTo>
                      <a:cubicBezTo>
                        <a:pt x="80" y="8"/>
                        <a:pt x="80" y="8"/>
                        <a:pt x="80" y="8"/>
                      </a:cubicBezTo>
                      <a:cubicBezTo>
                        <a:pt x="82" y="8"/>
                        <a:pt x="84" y="6"/>
                        <a:pt x="84" y="4"/>
                      </a:cubicBezTo>
                      <a:cubicBezTo>
                        <a:pt x="84" y="2"/>
                        <a:pt x="82" y="0"/>
                        <a:pt x="8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b="0" i="0" u="none" strike="noStrike" kern="1200" cap="none" spc="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돋움체 Bold"/>
                    <a:ea typeface="KoPub돋움체 Medium"/>
                    <a:cs typeface="Arial"/>
                  </a:endParaRPr>
                </a:p>
              </p:txBody>
            </p:sp>
          </p:grpSp>
        </p:grpSp>
        <p:grpSp>
          <p:nvGrpSpPr>
            <p:cNvPr id="703" name="그룹 702">
              <a:extLst>
                <a:ext uri="{FF2B5EF4-FFF2-40B4-BE49-F238E27FC236}">
                  <a16:creationId xmlns:a16="http://schemas.microsoft.com/office/drawing/2014/main" id="{21039B3A-F066-1395-9A7C-17D504CF104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358230" y="4115311"/>
              <a:ext cx="331998" cy="456614"/>
              <a:chOff x="11921385" y="4267725"/>
              <a:chExt cx="916126" cy="1260000"/>
            </a:xfrm>
          </p:grpSpPr>
          <p:sp>
            <p:nvSpPr>
              <p:cNvPr id="704" name="사각형: 둥근 모서리 288">
                <a:extLst>
                  <a:ext uri="{FF2B5EF4-FFF2-40B4-BE49-F238E27FC236}">
                    <a16:creationId xmlns:a16="http://schemas.microsoft.com/office/drawing/2014/main" id="{29FB7414-AC44-128F-7228-46E787D3CAB8}"/>
                  </a:ext>
                </a:extLst>
              </p:cNvPr>
              <p:cNvSpPr/>
              <p:nvPr/>
            </p:nvSpPr>
            <p:spPr>
              <a:xfrm>
                <a:off x="11923596" y="4271687"/>
                <a:ext cx="911716" cy="1252078"/>
              </a:xfrm>
              <a:prstGeom prst="roundRect">
                <a:avLst>
                  <a:gd name="adj" fmla="val 7097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1200" cap="none" spc="-30" normalizeH="0" baseline="0" noProof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KoPub돋움체 Bold"/>
                  <a:ea typeface="KoPub돋움체 Medium"/>
                  <a:cs typeface="Arial"/>
                </a:endParaRPr>
              </a:p>
            </p:txBody>
          </p:sp>
          <p:grpSp>
            <p:nvGrpSpPr>
              <p:cNvPr id="705" name="그룹 704">
                <a:extLst>
                  <a:ext uri="{FF2B5EF4-FFF2-40B4-BE49-F238E27FC236}">
                    <a16:creationId xmlns:a16="http://schemas.microsoft.com/office/drawing/2014/main" id="{D893ACB7-D4C6-EF81-4FE1-BFA09FBA6920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1921389" y="4267727"/>
                <a:ext cx="916126" cy="1260000"/>
                <a:chOff x="14485938" y="-2571751"/>
                <a:chExt cx="554038" cy="762000"/>
              </a:xfrm>
              <a:solidFill>
                <a:srgbClr val="262626"/>
              </a:solidFill>
            </p:grpSpPr>
            <p:sp>
              <p:nvSpPr>
                <p:cNvPr id="706" name="Freeform 230">
                  <a:extLst>
                    <a:ext uri="{FF2B5EF4-FFF2-40B4-BE49-F238E27FC236}">
                      <a16:creationId xmlns:a16="http://schemas.microsoft.com/office/drawing/2014/main" id="{DF20537A-FE76-6276-8E70-DDDEF1DF3A1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4485938" y="-2571751"/>
                  <a:ext cx="554038" cy="762000"/>
                </a:xfrm>
                <a:custGeom>
                  <a:avLst/>
                  <a:gdLst>
                    <a:gd name="T0" fmla="*/ 137 w 147"/>
                    <a:gd name="T1" fmla="*/ 0 h 200"/>
                    <a:gd name="T2" fmla="*/ 10 w 147"/>
                    <a:gd name="T3" fmla="*/ 0 h 200"/>
                    <a:gd name="T4" fmla="*/ 0 w 147"/>
                    <a:gd name="T5" fmla="*/ 10 h 200"/>
                    <a:gd name="T6" fmla="*/ 0 w 147"/>
                    <a:gd name="T7" fmla="*/ 190 h 200"/>
                    <a:gd name="T8" fmla="*/ 10 w 147"/>
                    <a:gd name="T9" fmla="*/ 200 h 200"/>
                    <a:gd name="T10" fmla="*/ 137 w 147"/>
                    <a:gd name="T11" fmla="*/ 200 h 200"/>
                    <a:gd name="T12" fmla="*/ 140 w 147"/>
                    <a:gd name="T13" fmla="*/ 199 h 200"/>
                    <a:gd name="T14" fmla="*/ 146 w 147"/>
                    <a:gd name="T15" fmla="*/ 193 h 200"/>
                    <a:gd name="T16" fmla="*/ 147 w 147"/>
                    <a:gd name="T17" fmla="*/ 190 h 200"/>
                    <a:gd name="T18" fmla="*/ 147 w 147"/>
                    <a:gd name="T19" fmla="*/ 10 h 200"/>
                    <a:gd name="T20" fmla="*/ 137 w 147"/>
                    <a:gd name="T21" fmla="*/ 0 h 200"/>
                    <a:gd name="T22" fmla="*/ 139 w 147"/>
                    <a:gd name="T23" fmla="*/ 189 h 200"/>
                    <a:gd name="T24" fmla="*/ 135 w 147"/>
                    <a:gd name="T25" fmla="*/ 192 h 200"/>
                    <a:gd name="T26" fmla="*/ 10 w 147"/>
                    <a:gd name="T27" fmla="*/ 192 h 200"/>
                    <a:gd name="T28" fmla="*/ 8 w 147"/>
                    <a:gd name="T29" fmla="*/ 190 h 200"/>
                    <a:gd name="T30" fmla="*/ 8 w 147"/>
                    <a:gd name="T31" fmla="*/ 10 h 200"/>
                    <a:gd name="T32" fmla="*/ 10 w 147"/>
                    <a:gd name="T33" fmla="*/ 8 h 200"/>
                    <a:gd name="T34" fmla="*/ 137 w 147"/>
                    <a:gd name="T35" fmla="*/ 8 h 200"/>
                    <a:gd name="T36" fmla="*/ 139 w 147"/>
                    <a:gd name="T37" fmla="*/ 10 h 200"/>
                    <a:gd name="T38" fmla="*/ 139 w 147"/>
                    <a:gd name="T39" fmla="*/ 189 h 2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147" h="200">
                      <a:moveTo>
                        <a:pt x="137" y="0"/>
                      </a:moveTo>
                      <a:cubicBezTo>
                        <a:pt x="10" y="0"/>
                        <a:pt x="10" y="0"/>
                        <a:pt x="10" y="0"/>
                      </a:cubicBezTo>
                      <a:cubicBezTo>
                        <a:pt x="4" y="0"/>
                        <a:pt x="0" y="5"/>
                        <a:pt x="0" y="10"/>
                      </a:cubicBezTo>
                      <a:cubicBezTo>
                        <a:pt x="0" y="190"/>
                        <a:pt x="0" y="190"/>
                        <a:pt x="0" y="190"/>
                      </a:cubicBezTo>
                      <a:cubicBezTo>
                        <a:pt x="0" y="196"/>
                        <a:pt x="4" y="200"/>
                        <a:pt x="10" y="200"/>
                      </a:cubicBezTo>
                      <a:cubicBezTo>
                        <a:pt x="137" y="200"/>
                        <a:pt x="137" y="200"/>
                        <a:pt x="137" y="200"/>
                      </a:cubicBezTo>
                      <a:cubicBezTo>
                        <a:pt x="138" y="200"/>
                        <a:pt x="139" y="200"/>
                        <a:pt x="140" y="199"/>
                      </a:cubicBezTo>
                      <a:cubicBezTo>
                        <a:pt x="146" y="193"/>
                        <a:pt x="146" y="193"/>
                        <a:pt x="146" y="193"/>
                      </a:cubicBezTo>
                      <a:cubicBezTo>
                        <a:pt x="146" y="192"/>
                        <a:pt x="147" y="191"/>
                        <a:pt x="147" y="190"/>
                      </a:cubicBezTo>
                      <a:cubicBezTo>
                        <a:pt x="147" y="10"/>
                        <a:pt x="147" y="10"/>
                        <a:pt x="147" y="10"/>
                      </a:cubicBezTo>
                      <a:cubicBezTo>
                        <a:pt x="147" y="5"/>
                        <a:pt x="142" y="0"/>
                        <a:pt x="137" y="0"/>
                      </a:cubicBezTo>
                      <a:close/>
                      <a:moveTo>
                        <a:pt x="139" y="189"/>
                      </a:moveTo>
                      <a:cubicBezTo>
                        <a:pt x="135" y="192"/>
                        <a:pt x="135" y="192"/>
                        <a:pt x="135" y="192"/>
                      </a:cubicBezTo>
                      <a:cubicBezTo>
                        <a:pt x="10" y="192"/>
                        <a:pt x="10" y="192"/>
                        <a:pt x="10" y="192"/>
                      </a:cubicBezTo>
                      <a:cubicBezTo>
                        <a:pt x="9" y="192"/>
                        <a:pt x="8" y="191"/>
                        <a:pt x="8" y="190"/>
                      </a:cubicBezTo>
                      <a:cubicBezTo>
                        <a:pt x="8" y="10"/>
                        <a:pt x="8" y="10"/>
                        <a:pt x="8" y="10"/>
                      </a:cubicBezTo>
                      <a:cubicBezTo>
                        <a:pt x="8" y="9"/>
                        <a:pt x="9" y="8"/>
                        <a:pt x="10" y="8"/>
                      </a:cubicBezTo>
                      <a:cubicBezTo>
                        <a:pt x="137" y="8"/>
                        <a:pt x="137" y="8"/>
                        <a:pt x="137" y="8"/>
                      </a:cubicBezTo>
                      <a:cubicBezTo>
                        <a:pt x="138" y="8"/>
                        <a:pt x="139" y="9"/>
                        <a:pt x="139" y="10"/>
                      </a:cubicBezTo>
                      <a:lnTo>
                        <a:pt x="139" y="189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b="0" i="0" u="none" strike="noStrike" kern="1200" cap="none" spc="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돋움체 Bold"/>
                    <a:ea typeface="KoPub돋움체 Medium"/>
                    <a:cs typeface="Arial"/>
                  </a:endParaRPr>
                </a:p>
              </p:txBody>
            </p:sp>
            <p:sp>
              <p:nvSpPr>
                <p:cNvPr id="707" name="Freeform 231">
                  <a:extLst>
                    <a:ext uri="{FF2B5EF4-FFF2-40B4-BE49-F238E27FC236}">
                      <a16:creationId xmlns:a16="http://schemas.microsoft.com/office/drawing/2014/main" id="{D93F7840-7EB0-DAAF-9254-592D0777D50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603413" y="-2403476"/>
                  <a:ext cx="315913" cy="30163"/>
                </a:xfrm>
                <a:custGeom>
                  <a:avLst/>
                  <a:gdLst>
                    <a:gd name="T0" fmla="*/ 80 w 84"/>
                    <a:gd name="T1" fmla="*/ 0 h 8"/>
                    <a:gd name="T2" fmla="*/ 4 w 84"/>
                    <a:gd name="T3" fmla="*/ 0 h 8"/>
                    <a:gd name="T4" fmla="*/ 0 w 84"/>
                    <a:gd name="T5" fmla="*/ 4 h 8"/>
                    <a:gd name="T6" fmla="*/ 4 w 84"/>
                    <a:gd name="T7" fmla="*/ 8 h 8"/>
                    <a:gd name="T8" fmla="*/ 80 w 84"/>
                    <a:gd name="T9" fmla="*/ 8 h 8"/>
                    <a:gd name="T10" fmla="*/ 84 w 84"/>
                    <a:gd name="T11" fmla="*/ 4 h 8"/>
                    <a:gd name="T12" fmla="*/ 80 w 84"/>
                    <a:gd name="T13" fmla="*/ 0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4" h="8">
                      <a:moveTo>
                        <a:pt x="80" y="0"/>
                      </a:move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2"/>
                        <a:pt x="0" y="4"/>
                      </a:cubicBezTo>
                      <a:cubicBezTo>
                        <a:pt x="0" y="6"/>
                        <a:pt x="2" y="8"/>
                        <a:pt x="4" y="8"/>
                      </a:cubicBezTo>
                      <a:cubicBezTo>
                        <a:pt x="80" y="8"/>
                        <a:pt x="80" y="8"/>
                        <a:pt x="80" y="8"/>
                      </a:cubicBezTo>
                      <a:cubicBezTo>
                        <a:pt x="82" y="8"/>
                        <a:pt x="84" y="6"/>
                        <a:pt x="84" y="4"/>
                      </a:cubicBezTo>
                      <a:cubicBezTo>
                        <a:pt x="84" y="2"/>
                        <a:pt x="82" y="0"/>
                        <a:pt x="8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b="0" i="0" u="none" strike="noStrike" kern="1200" cap="none" spc="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돋움체 Bold"/>
                    <a:ea typeface="KoPub돋움체 Medium"/>
                    <a:cs typeface="Arial"/>
                  </a:endParaRPr>
                </a:p>
              </p:txBody>
            </p:sp>
          </p:grpSp>
        </p:grpSp>
        <p:grpSp>
          <p:nvGrpSpPr>
            <p:cNvPr id="708" name="그룹 707">
              <a:extLst>
                <a:ext uri="{FF2B5EF4-FFF2-40B4-BE49-F238E27FC236}">
                  <a16:creationId xmlns:a16="http://schemas.microsoft.com/office/drawing/2014/main" id="{AF819CE6-83EE-5662-E67F-AE70AB9A84B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749707" y="4115311"/>
              <a:ext cx="331998" cy="456614"/>
              <a:chOff x="11921385" y="4267725"/>
              <a:chExt cx="916126" cy="1260000"/>
            </a:xfrm>
          </p:grpSpPr>
          <p:sp>
            <p:nvSpPr>
              <p:cNvPr id="709" name="사각형: 둥근 모서리 284">
                <a:extLst>
                  <a:ext uri="{FF2B5EF4-FFF2-40B4-BE49-F238E27FC236}">
                    <a16:creationId xmlns:a16="http://schemas.microsoft.com/office/drawing/2014/main" id="{8762BCE5-DDC3-08D5-9F25-501BB29FFC7C}"/>
                  </a:ext>
                </a:extLst>
              </p:cNvPr>
              <p:cNvSpPr/>
              <p:nvPr/>
            </p:nvSpPr>
            <p:spPr>
              <a:xfrm>
                <a:off x="11923596" y="4271687"/>
                <a:ext cx="911716" cy="1252078"/>
              </a:xfrm>
              <a:prstGeom prst="roundRect">
                <a:avLst>
                  <a:gd name="adj" fmla="val 7097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1200" cap="none" spc="-30" normalizeH="0" baseline="0" noProof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KoPub돋움체 Bold"/>
                  <a:ea typeface="KoPub돋움체 Medium"/>
                  <a:cs typeface="Arial"/>
                </a:endParaRPr>
              </a:p>
            </p:txBody>
          </p:sp>
          <p:grpSp>
            <p:nvGrpSpPr>
              <p:cNvPr id="710" name="그룹 709">
                <a:extLst>
                  <a:ext uri="{FF2B5EF4-FFF2-40B4-BE49-F238E27FC236}">
                    <a16:creationId xmlns:a16="http://schemas.microsoft.com/office/drawing/2014/main" id="{1E57852A-DF68-1A8E-52A0-FCAE1B2DAC8B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1921389" y="4267727"/>
                <a:ext cx="916126" cy="1260000"/>
                <a:chOff x="14485938" y="-2571751"/>
                <a:chExt cx="554038" cy="762000"/>
              </a:xfrm>
              <a:solidFill>
                <a:srgbClr val="262626"/>
              </a:solidFill>
            </p:grpSpPr>
            <p:sp>
              <p:nvSpPr>
                <p:cNvPr id="711" name="Freeform 230">
                  <a:extLst>
                    <a:ext uri="{FF2B5EF4-FFF2-40B4-BE49-F238E27FC236}">
                      <a16:creationId xmlns:a16="http://schemas.microsoft.com/office/drawing/2014/main" id="{5EC6B65D-C3B9-ABD5-0393-052CA765600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4485938" y="-2571751"/>
                  <a:ext cx="554038" cy="762000"/>
                </a:xfrm>
                <a:custGeom>
                  <a:avLst/>
                  <a:gdLst>
                    <a:gd name="T0" fmla="*/ 137 w 147"/>
                    <a:gd name="T1" fmla="*/ 0 h 200"/>
                    <a:gd name="T2" fmla="*/ 10 w 147"/>
                    <a:gd name="T3" fmla="*/ 0 h 200"/>
                    <a:gd name="T4" fmla="*/ 0 w 147"/>
                    <a:gd name="T5" fmla="*/ 10 h 200"/>
                    <a:gd name="T6" fmla="*/ 0 w 147"/>
                    <a:gd name="T7" fmla="*/ 190 h 200"/>
                    <a:gd name="T8" fmla="*/ 10 w 147"/>
                    <a:gd name="T9" fmla="*/ 200 h 200"/>
                    <a:gd name="T10" fmla="*/ 137 w 147"/>
                    <a:gd name="T11" fmla="*/ 200 h 200"/>
                    <a:gd name="T12" fmla="*/ 140 w 147"/>
                    <a:gd name="T13" fmla="*/ 199 h 200"/>
                    <a:gd name="T14" fmla="*/ 146 w 147"/>
                    <a:gd name="T15" fmla="*/ 193 h 200"/>
                    <a:gd name="T16" fmla="*/ 147 w 147"/>
                    <a:gd name="T17" fmla="*/ 190 h 200"/>
                    <a:gd name="T18" fmla="*/ 147 w 147"/>
                    <a:gd name="T19" fmla="*/ 10 h 200"/>
                    <a:gd name="T20" fmla="*/ 137 w 147"/>
                    <a:gd name="T21" fmla="*/ 0 h 200"/>
                    <a:gd name="T22" fmla="*/ 139 w 147"/>
                    <a:gd name="T23" fmla="*/ 189 h 200"/>
                    <a:gd name="T24" fmla="*/ 135 w 147"/>
                    <a:gd name="T25" fmla="*/ 192 h 200"/>
                    <a:gd name="T26" fmla="*/ 10 w 147"/>
                    <a:gd name="T27" fmla="*/ 192 h 200"/>
                    <a:gd name="T28" fmla="*/ 8 w 147"/>
                    <a:gd name="T29" fmla="*/ 190 h 200"/>
                    <a:gd name="T30" fmla="*/ 8 w 147"/>
                    <a:gd name="T31" fmla="*/ 10 h 200"/>
                    <a:gd name="T32" fmla="*/ 10 w 147"/>
                    <a:gd name="T33" fmla="*/ 8 h 200"/>
                    <a:gd name="T34" fmla="*/ 137 w 147"/>
                    <a:gd name="T35" fmla="*/ 8 h 200"/>
                    <a:gd name="T36" fmla="*/ 139 w 147"/>
                    <a:gd name="T37" fmla="*/ 10 h 200"/>
                    <a:gd name="T38" fmla="*/ 139 w 147"/>
                    <a:gd name="T39" fmla="*/ 189 h 2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147" h="200">
                      <a:moveTo>
                        <a:pt x="137" y="0"/>
                      </a:moveTo>
                      <a:cubicBezTo>
                        <a:pt x="10" y="0"/>
                        <a:pt x="10" y="0"/>
                        <a:pt x="10" y="0"/>
                      </a:cubicBezTo>
                      <a:cubicBezTo>
                        <a:pt x="4" y="0"/>
                        <a:pt x="0" y="5"/>
                        <a:pt x="0" y="10"/>
                      </a:cubicBezTo>
                      <a:cubicBezTo>
                        <a:pt x="0" y="190"/>
                        <a:pt x="0" y="190"/>
                        <a:pt x="0" y="190"/>
                      </a:cubicBezTo>
                      <a:cubicBezTo>
                        <a:pt x="0" y="196"/>
                        <a:pt x="4" y="200"/>
                        <a:pt x="10" y="200"/>
                      </a:cubicBezTo>
                      <a:cubicBezTo>
                        <a:pt x="137" y="200"/>
                        <a:pt x="137" y="200"/>
                        <a:pt x="137" y="200"/>
                      </a:cubicBezTo>
                      <a:cubicBezTo>
                        <a:pt x="138" y="200"/>
                        <a:pt x="139" y="200"/>
                        <a:pt x="140" y="199"/>
                      </a:cubicBezTo>
                      <a:cubicBezTo>
                        <a:pt x="146" y="193"/>
                        <a:pt x="146" y="193"/>
                        <a:pt x="146" y="193"/>
                      </a:cubicBezTo>
                      <a:cubicBezTo>
                        <a:pt x="146" y="192"/>
                        <a:pt x="147" y="191"/>
                        <a:pt x="147" y="190"/>
                      </a:cubicBezTo>
                      <a:cubicBezTo>
                        <a:pt x="147" y="10"/>
                        <a:pt x="147" y="10"/>
                        <a:pt x="147" y="10"/>
                      </a:cubicBezTo>
                      <a:cubicBezTo>
                        <a:pt x="147" y="5"/>
                        <a:pt x="142" y="0"/>
                        <a:pt x="137" y="0"/>
                      </a:cubicBezTo>
                      <a:close/>
                      <a:moveTo>
                        <a:pt x="139" y="189"/>
                      </a:moveTo>
                      <a:cubicBezTo>
                        <a:pt x="135" y="192"/>
                        <a:pt x="135" y="192"/>
                        <a:pt x="135" y="192"/>
                      </a:cubicBezTo>
                      <a:cubicBezTo>
                        <a:pt x="10" y="192"/>
                        <a:pt x="10" y="192"/>
                        <a:pt x="10" y="192"/>
                      </a:cubicBezTo>
                      <a:cubicBezTo>
                        <a:pt x="9" y="192"/>
                        <a:pt x="8" y="191"/>
                        <a:pt x="8" y="190"/>
                      </a:cubicBezTo>
                      <a:cubicBezTo>
                        <a:pt x="8" y="10"/>
                        <a:pt x="8" y="10"/>
                        <a:pt x="8" y="10"/>
                      </a:cubicBezTo>
                      <a:cubicBezTo>
                        <a:pt x="8" y="9"/>
                        <a:pt x="9" y="8"/>
                        <a:pt x="10" y="8"/>
                      </a:cubicBezTo>
                      <a:cubicBezTo>
                        <a:pt x="137" y="8"/>
                        <a:pt x="137" y="8"/>
                        <a:pt x="137" y="8"/>
                      </a:cubicBezTo>
                      <a:cubicBezTo>
                        <a:pt x="138" y="8"/>
                        <a:pt x="139" y="9"/>
                        <a:pt x="139" y="10"/>
                      </a:cubicBezTo>
                      <a:lnTo>
                        <a:pt x="139" y="189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b="0" i="0" u="none" strike="noStrike" kern="1200" cap="none" spc="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돋움체 Bold"/>
                    <a:ea typeface="KoPub돋움체 Medium"/>
                    <a:cs typeface="Arial"/>
                  </a:endParaRPr>
                </a:p>
              </p:txBody>
            </p:sp>
            <p:sp>
              <p:nvSpPr>
                <p:cNvPr id="712" name="Freeform 231">
                  <a:extLst>
                    <a:ext uri="{FF2B5EF4-FFF2-40B4-BE49-F238E27FC236}">
                      <a16:creationId xmlns:a16="http://schemas.microsoft.com/office/drawing/2014/main" id="{D8465110-1035-715A-BB4E-53F36E0E111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603413" y="-2403476"/>
                  <a:ext cx="315913" cy="30163"/>
                </a:xfrm>
                <a:custGeom>
                  <a:avLst/>
                  <a:gdLst>
                    <a:gd name="T0" fmla="*/ 80 w 84"/>
                    <a:gd name="T1" fmla="*/ 0 h 8"/>
                    <a:gd name="T2" fmla="*/ 4 w 84"/>
                    <a:gd name="T3" fmla="*/ 0 h 8"/>
                    <a:gd name="T4" fmla="*/ 0 w 84"/>
                    <a:gd name="T5" fmla="*/ 4 h 8"/>
                    <a:gd name="T6" fmla="*/ 4 w 84"/>
                    <a:gd name="T7" fmla="*/ 8 h 8"/>
                    <a:gd name="T8" fmla="*/ 80 w 84"/>
                    <a:gd name="T9" fmla="*/ 8 h 8"/>
                    <a:gd name="T10" fmla="*/ 84 w 84"/>
                    <a:gd name="T11" fmla="*/ 4 h 8"/>
                    <a:gd name="T12" fmla="*/ 80 w 84"/>
                    <a:gd name="T13" fmla="*/ 0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4" h="8">
                      <a:moveTo>
                        <a:pt x="80" y="0"/>
                      </a:move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2"/>
                        <a:pt x="0" y="4"/>
                      </a:cubicBezTo>
                      <a:cubicBezTo>
                        <a:pt x="0" y="6"/>
                        <a:pt x="2" y="8"/>
                        <a:pt x="4" y="8"/>
                      </a:cubicBezTo>
                      <a:cubicBezTo>
                        <a:pt x="80" y="8"/>
                        <a:pt x="80" y="8"/>
                        <a:pt x="80" y="8"/>
                      </a:cubicBezTo>
                      <a:cubicBezTo>
                        <a:pt x="82" y="8"/>
                        <a:pt x="84" y="6"/>
                        <a:pt x="84" y="4"/>
                      </a:cubicBezTo>
                      <a:cubicBezTo>
                        <a:pt x="84" y="2"/>
                        <a:pt x="82" y="0"/>
                        <a:pt x="8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b="0" i="0" u="none" strike="noStrike" kern="1200" cap="none" spc="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돋움체 Bold"/>
                    <a:ea typeface="KoPub돋움체 Medium"/>
                    <a:cs typeface="Arial"/>
                  </a:endParaRPr>
                </a:p>
              </p:txBody>
            </p:sp>
          </p:grpSp>
        </p:grpSp>
        <p:grpSp>
          <p:nvGrpSpPr>
            <p:cNvPr id="713" name="그룹 712">
              <a:extLst>
                <a:ext uri="{FF2B5EF4-FFF2-40B4-BE49-F238E27FC236}">
                  <a16:creationId xmlns:a16="http://schemas.microsoft.com/office/drawing/2014/main" id="{13C45F2D-61C4-73ED-80D5-97F7BB563A8C}"/>
                </a:ext>
              </a:extLst>
            </p:cNvPr>
            <p:cNvGrpSpPr/>
            <p:nvPr/>
          </p:nvGrpSpPr>
          <p:grpSpPr>
            <a:xfrm>
              <a:off x="2879706" y="5071521"/>
              <a:ext cx="72000" cy="592044"/>
              <a:chOff x="4286843" y="5071521"/>
              <a:chExt cx="72000" cy="637292"/>
            </a:xfrm>
          </p:grpSpPr>
          <p:sp>
            <p:nvSpPr>
              <p:cNvPr id="714" name="직사각형 713">
                <a:extLst>
                  <a:ext uri="{FF2B5EF4-FFF2-40B4-BE49-F238E27FC236}">
                    <a16:creationId xmlns:a16="http://schemas.microsoft.com/office/drawing/2014/main" id="{24661D63-B7C6-668F-83E8-F7A4EAB6E496}"/>
                  </a:ext>
                </a:extLst>
              </p:cNvPr>
              <p:cNvSpPr/>
              <p:nvPr/>
            </p:nvSpPr>
            <p:spPr>
              <a:xfrm>
                <a:off x="4286843" y="5071521"/>
                <a:ext cx="72000" cy="72000"/>
              </a:xfrm>
              <a:prstGeom prst="rect">
                <a:avLst/>
              </a:prstGeom>
              <a:solidFill>
                <a:srgbClr val="9CA5A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marL="0" marR="0" lvl="0" indent="0" algn="ctr" defTabSz="1516258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271AA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endParaRPr kumimoji="0" lang="ko-KR" altLang="en-US" sz="800" b="0" i="0" u="none" strike="noStrike" kern="120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/>
                </a:endParaRPr>
              </a:p>
            </p:txBody>
          </p:sp>
          <p:cxnSp>
            <p:nvCxnSpPr>
              <p:cNvPr id="715" name="직선 연결선 379">
                <a:extLst>
                  <a:ext uri="{FF2B5EF4-FFF2-40B4-BE49-F238E27FC236}">
                    <a16:creationId xmlns:a16="http://schemas.microsoft.com/office/drawing/2014/main" id="{9CA5F6F2-6C83-618B-A363-EF41D127853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4322843" y="5127788"/>
                <a:ext cx="0" cy="581025"/>
              </a:xfrm>
              <a:prstGeom prst="line">
                <a:avLst/>
              </a:prstGeom>
              <a:ln w="19050">
                <a:solidFill>
                  <a:srgbClr val="9CA5AC"/>
                </a:solidFill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16" name="TextBox 715">
              <a:extLst>
                <a:ext uri="{FF2B5EF4-FFF2-40B4-BE49-F238E27FC236}">
                  <a16:creationId xmlns:a16="http://schemas.microsoft.com/office/drawing/2014/main" id="{A780DB55-4224-58E3-EA5E-B373890E6C37}"/>
                </a:ext>
              </a:extLst>
            </p:cNvPr>
            <p:cNvSpPr txBox="1"/>
            <p:nvPr/>
          </p:nvSpPr>
          <p:spPr>
            <a:xfrm>
              <a:off x="1275772" y="4104542"/>
              <a:ext cx="552020" cy="307743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 wrap="none" lIns="0" tIns="0" rIns="0" bIns="0" anchor="t">
              <a:spAutoFit/>
            </a:bodyPr>
            <a:lstStyle>
              <a:defPPr>
                <a:defRPr lang="en-US"/>
              </a:defPPr>
              <a:lvl2pPr marL="0" lvl="1" algn="ctr" defTabSz="1474905">
                <a:spcAft>
                  <a:spcPts val="0"/>
                </a:spcAft>
                <a:buClr>
                  <a:prstClr val="black"/>
                </a:buClr>
                <a:buSzPct val="140000"/>
                <a:tabLst>
                  <a:tab pos="5648325" algn="l"/>
                </a:tabLst>
                <a:defRPr sz="1000" kern="0" spc="-3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defRPr>
              </a:lvl2pPr>
            </a:lstStyle>
            <a:p>
              <a:pPr marL="0" marR="0" lvl="1" indent="0" algn="ctr" defTabSz="14749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r>
                <a:rPr lang="en-US" altLang="ko-KR" sz="80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CP</a:t>
              </a:r>
              <a:r>
                <a:rPr lang="ko-KR" altLang="en-US" sz="80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 </a:t>
              </a:r>
              <a:r>
                <a:rPr lang="en-US" altLang="ko-KR" sz="80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Master</a:t>
              </a:r>
            </a:p>
            <a:p>
              <a:pPr marL="0" marR="0" lvl="1" indent="0" algn="ctr" defTabSz="14749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r>
                <a:rPr lang="en-US" altLang="ko-KR" sz="80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(</a:t>
              </a:r>
              <a:r>
                <a:rPr lang="en-US" altLang="ko-KR" sz="800" dirty="0" err="1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Openshift</a:t>
              </a:r>
              <a:r>
                <a:rPr lang="en-US" altLang="ko-KR" sz="80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)</a:t>
              </a:r>
            </a:p>
          </p:txBody>
        </p:sp>
        <p:pic>
          <p:nvPicPr>
            <p:cNvPr id="717" name="Picture 2" descr="http://www.datanet.co.kr/news/photo/201010/40419_2733.jpg">
              <a:extLst>
                <a:ext uri="{FF2B5EF4-FFF2-40B4-BE49-F238E27FC236}">
                  <a16:creationId xmlns:a16="http://schemas.microsoft.com/office/drawing/2014/main" id="{2A4DB003-9082-5B23-740E-6D3296B7567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hqprint">
              <a:clrChange>
                <a:clrFrom>
                  <a:srgbClr val="FFFDFE"/>
                </a:clrFrom>
                <a:clrTo>
                  <a:srgbClr val="FFFDFE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5682880" y="3392778"/>
              <a:ext cx="397747" cy="713315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718" name="그룹 717">
              <a:extLst>
                <a:ext uri="{FF2B5EF4-FFF2-40B4-BE49-F238E27FC236}">
                  <a16:creationId xmlns:a16="http://schemas.microsoft.com/office/drawing/2014/main" id="{AF814EB7-CABC-328B-81B4-B5F407068A9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389160" y="3580148"/>
              <a:ext cx="332424" cy="457200"/>
              <a:chOff x="3493292" y="3693520"/>
              <a:chExt cx="897069" cy="1233786"/>
            </a:xfrm>
          </p:grpSpPr>
          <p:grpSp>
            <p:nvGrpSpPr>
              <p:cNvPr id="719" name="그룹 718">
                <a:extLst>
                  <a:ext uri="{FF2B5EF4-FFF2-40B4-BE49-F238E27FC236}">
                    <a16:creationId xmlns:a16="http://schemas.microsoft.com/office/drawing/2014/main" id="{FE66A191-ECF3-4D02-8FD4-4F63795B00F9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493292" y="3693520"/>
                <a:ext cx="897069" cy="1233786"/>
                <a:chOff x="11921389" y="4267727"/>
                <a:chExt cx="916126" cy="1260000"/>
              </a:xfrm>
            </p:grpSpPr>
            <p:sp>
              <p:nvSpPr>
                <p:cNvPr id="741" name="사각형: 둥근 모서리 222">
                  <a:extLst>
                    <a:ext uri="{FF2B5EF4-FFF2-40B4-BE49-F238E27FC236}">
                      <a16:creationId xmlns:a16="http://schemas.microsoft.com/office/drawing/2014/main" id="{703D7588-045D-94DB-542B-9D80610149E7}"/>
                    </a:ext>
                  </a:extLst>
                </p:cNvPr>
                <p:cNvSpPr/>
                <p:nvPr/>
              </p:nvSpPr>
              <p:spPr>
                <a:xfrm>
                  <a:off x="11923593" y="4271687"/>
                  <a:ext cx="911716" cy="1252078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b="0" i="0" u="none" strike="noStrike" kern="1200" cap="none" spc="-3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KoPub돋움체 Bold"/>
                    <a:ea typeface="KoPub돋움체 Medium"/>
                    <a:cs typeface="Arial"/>
                  </a:endParaRPr>
                </a:p>
              </p:txBody>
            </p:sp>
            <p:grpSp>
              <p:nvGrpSpPr>
                <p:cNvPr id="742" name="그룹 741">
                  <a:extLst>
                    <a:ext uri="{FF2B5EF4-FFF2-40B4-BE49-F238E27FC236}">
                      <a16:creationId xmlns:a16="http://schemas.microsoft.com/office/drawing/2014/main" id="{AAC886E9-28CF-3DD1-105E-44D87A7F4BAC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743" name="Freeform 230">
                    <a:extLst>
                      <a:ext uri="{FF2B5EF4-FFF2-40B4-BE49-F238E27FC236}">
                        <a16:creationId xmlns:a16="http://schemas.microsoft.com/office/drawing/2014/main" id="{0D80BCC3-7977-9E64-21AF-E1914042BE26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KoPub돋움체 Bold"/>
                      <a:ea typeface="KoPub돋움체 Medium"/>
                      <a:cs typeface="Arial"/>
                    </a:endParaRPr>
                  </a:p>
                </p:txBody>
              </p:sp>
              <p:sp>
                <p:nvSpPr>
                  <p:cNvPr id="744" name="Freeform 231">
                    <a:extLst>
                      <a:ext uri="{FF2B5EF4-FFF2-40B4-BE49-F238E27FC236}">
                        <a16:creationId xmlns:a16="http://schemas.microsoft.com/office/drawing/2014/main" id="{46463C16-D9A5-E361-950D-5FA5463B4CD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KoPub돋움체 Bold"/>
                      <a:ea typeface="KoPub돋움체 Medium"/>
                      <a:cs typeface="Arial"/>
                    </a:endParaRPr>
                  </a:p>
                </p:txBody>
              </p:sp>
            </p:grpSp>
          </p:grpSp>
          <p:grpSp>
            <p:nvGrpSpPr>
              <p:cNvPr id="720" name="그룹 719">
                <a:extLst>
                  <a:ext uri="{FF2B5EF4-FFF2-40B4-BE49-F238E27FC236}">
                    <a16:creationId xmlns:a16="http://schemas.microsoft.com/office/drawing/2014/main" id="{86716AE4-57E3-51D8-E7D0-36E3B85F341C}"/>
                  </a:ext>
                </a:extLst>
              </p:cNvPr>
              <p:cNvGrpSpPr/>
              <p:nvPr/>
            </p:nvGrpSpPr>
            <p:grpSpPr>
              <a:xfrm>
                <a:off x="3623554" y="4140320"/>
                <a:ext cx="636537" cy="634466"/>
                <a:chOff x="881898" y="5310642"/>
                <a:chExt cx="976313" cy="973138"/>
              </a:xfrm>
            </p:grpSpPr>
            <p:grpSp>
              <p:nvGrpSpPr>
                <p:cNvPr id="721" name="그룹 720">
                  <a:extLst>
                    <a:ext uri="{FF2B5EF4-FFF2-40B4-BE49-F238E27FC236}">
                      <a16:creationId xmlns:a16="http://schemas.microsoft.com/office/drawing/2014/main" id="{057A29EF-7284-347F-434E-4877DE68E6D9}"/>
                    </a:ext>
                  </a:extLst>
                </p:cNvPr>
                <p:cNvGrpSpPr/>
                <p:nvPr/>
              </p:nvGrpSpPr>
              <p:grpSpPr>
                <a:xfrm>
                  <a:off x="881898" y="5310642"/>
                  <a:ext cx="976313" cy="973138"/>
                  <a:chOff x="21240750" y="2320925"/>
                  <a:chExt cx="976313" cy="973138"/>
                </a:xfrm>
              </p:grpSpPr>
              <p:sp>
                <p:nvSpPr>
                  <p:cNvPr id="723" name="Freeform 113">
                    <a:extLst>
                      <a:ext uri="{FF2B5EF4-FFF2-40B4-BE49-F238E27FC236}">
                        <a16:creationId xmlns:a16="http://schemas.microsoft.com/office/drawing/2014/main" id="{7340DD4D-DA20-CA7B-0569-0D22F723EFC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410343" y="2487232"/>
                    <a:ext cx="637131" cy="640525"/>
                  </a:xfrm>
                  <a:custGeom>
                    <a:avLst/>
                    <a:gdLst>
                      <a:gd name="T0" fmla="*/ 1100 w 1100"/>
                      <a:gd name="T1" fmla="*/ 210 h 1107"/>
                      <a:gd name="T2" fmla="*/ 1100 w 1100"/>
                      <a:gd name="T3" fmla="*/ 264 h 1107"/>
                      <a:gd name="T4" fmla="*/ 1100 w 1100"/>
                      <a:gd name="T5" fmla="*/ 419 h 1107"/>
                      <a:gd name="T6" fmla="*/ 1100 w 1100"/>
                      <a:gd name="T7" fmla="*/ 473 h 1107"/>
                      <a:gd name="T8" fmla="*/ 1100 w 1100"/>
                      <a:gd name="T9" fmla="*/ 635 h 1107"/>
                      <a:gd name="T10" fmla="*/ 1100 w 1100"/>
                      <a:gd name="T11" fmla="*/ 689 h 1107"/>
                      <a:gd name="T12" fmla="*/ 1100 w 1100"/>
                      <a:gd name="T13" fmla="*/ 844 h 1107"/>
                      <a:gd name="T14" fmla="*/ 1100 w 1100"/>
                      <a:gd name="T15" fmla="*/ 898 h 1107"/>
                      <a:gd name="T16" fmla="*/ 1100 w 1100"/>
                      <a:gd name="T17" fmla="*/ 1033 h 1107"/>
                      <a:gd name="T18" fmla="*/ 1026 w 1100"/>
                      <a:gd name="T19" fmla="*/ 1107 h 1107"/>
                      <a:gd name="T20" fmla="*/ 898 w 1100"/>
                      <a:gd name="T21" fmla="*/ 1107 h 1107"/>
                      <a:gd name="T22" fmla="*/ 844 w 1100"/>
                      <a:gd name="T23" fmla="*/ 1107 h 1107"/>
                      <a:gd name="T24" fmla="*/ 682 w 1100"/>
                      <a:gd name="T25" fmla="*/ 1107 h 1107"/>
                      <a:gd name="T26" fmla="*/ 628 w 1100"/>
                      <a:gd name="T27" fmla="*/ 1107 h 1107"/>
                      <a:gd name="T28" fmla="*/ 472 w 1100"/>
                      <a:gd name="T29" fmla="*/ 1107 h 1107"/>
                      <a:gd name="T30" fmla="*/ 418 w 1100"/>
                      <a:gd name="T31" fmla="*/ 1107 h 1107"/>
                      <a:gd name="T32" fmla="*/ 256 w 1100"/>
                      <a:gd name="T33" fmla="*/ 1107 h 1107"/>
                      <a:gd name="T34" fmla="*/ 202 w 1100"/>
                      <a:gd name="T35" fmla="*/ 1107 h 1107"/>
                      <a:gd name="T36" fmla="*/ 74 w 1100"/>
                      <a:gd name="T37" fmla="*/ 1107 h 1107"/>
                      <a:gd name="T38" fmla="*/ 0 w 1100"/>
                      <a:gd name="T39" fmla="*/ 1033 h 1107"/>
                      <a:gd name="T40" fmla="*/ 0 w 1100"/>
                      <a:gd name="T41" fmla="*/ 898 h 1107"/>
                      <a:gd name="T42" fmla="*/ 0 w 1100"/>
                      <a:gd name="T43" fmla="*/ 844 h 1107"/>
                      <a:gd name="T44" fmla="*/ 0 w 1100"/>
                      <a:gd name="T45" fmla="*/ 689 h 1107"/>
                      <a:gd name="T46" fmla="*/ 0 w 1100"/>
                      <a:gd name="T47" fmla="*/ 635 h 1107"/>
                      <a:gd name="T48" fmla="*/ 0 w 1100"/>
                      <a:gd name="T49" fmla="*/ 473 h 1107"/>
                      <a:gd name="T50" fmla="*/ 0 w 1100"/>
                      <a:gd name="T51" fmla="*/ 419 h 1107"/>
                      <a:gd name="T52" fmla="*/ 0 w 1100"/>
                      <a:gd name="T53" fmla="*/ 264 h 1107"/>
                      <a:gd name="T54" fmla="*/ 0 w 1100"/>
                      <a:gd name="T55" fmla="*/ 210 h 1107"/>
                      <a:gd name="T56" fmla="*/ 0 w 1100"/>
                      <a:gd name="T57" fmla="*/ 75 h 1107"/>
                      <a:gd name="T58" fmla="*/ 74 w 1100"/>
                      <a:gd name="T59" fmla="*/ 0 h 1107"/>
                      <a:gd name="T60" fmla="*/ 202 w 1100"/>
                      <a:gd name="T61" fmla="*/ 0 h 1107"/>
                      <a:gd name="T62" fmla="*/ 256 w 1100"/>
                      <a:gd name="T63" fmla="*/ 0 h 1107"/>
                      <a:gd name="T64" fmla="*/ 418 w 1100"/>
                      <a:gd name="T65" fmla="*/ 0 h 1107"/>
                      <a:gd name="T66" fmla="*/ 472 w 1100"/>
                      <a:gd name="T67" fmla="*/ 0 h 1107"/>
                      <a:gd name="T68" fmla="*/ 628 w 1100"/>
                      <a:gd name="T69" fmla="*/ 0 h 1107"/>
                      <a:gd name="T70" fmla="*/ 682 w 1100"/>
                      <a:gd name="T71" fmla="*/ 0 h 1107"/>
                      <a:gd name="T72" fmla="*/ 844 w 1100"/>
                      <a:gd name="T73" fmla="*/ 0 h 1107"/>
                      <a:gd name="T74" fmla="*/ 898 w 1100"/>
                      <a:gd name="T75" fmla="*/ 0 h 1107"/>
                      <a:gd name="T76" fmla="*/ 1026 w 1100"/>
                      <a:gd name="T77" fmla="*/ 0 h 1107"/>
                      <a:gd name="T78" fmla="*/ 1100 w 1100"/>
                      <a:gd name="T79" fmla="*/ 75 h 1107"/>
                      <a:gd name="T80" fmla="*/ 1100 w 1100"/>
                      <a:gd name="T81" fmla="*/ 210 h 1107"/>
                      <a:gd name="T82" fmla="*/ 1100 w 1100"/>
                      <a:gd name="T83" fmla="*/ 210 h 110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1100" h="1107">
                        <a:moveTo>
                          <a:pt x="1100" y="210"/>
                        </a:moveTo>
                        <a:cubicBezTo>
                          <a:pt x="1100" y="264"/>
                          <a:pt x="1100" y="264"/>
                          <a:pt x="1100" y="264"/>
                        </a:cubicBezTo>
                        <a:cubicBezTo>
                          <a:pt x="1100" y="419"/>
                          <a:pt x="1100" y="419"/>
                          <a:pt x="1100" y="419"/>
                        </a:cubicBezTo>
                        <a:cubicBezTo>
                          <a:pt x="1100" y="473"/>
                          <a:pt x="1100" y="473"/>
                          <a:pt x="1100" y="473"/>
                        </a:cubicBezTo>
                        <a:cubicBezTo>
                          <a:pt x="1100" y="635"/>
                          <a:pt x="1100" y="635"/>
                          <a:pt x="1100" y="635"/>
                        </a:cubicBezTo>
                        <a:cubicBezTo>
                          <a:pt x="1100" y="689"/>
                          <a:pt x="1100" y="689"/>
                          <a:pt x="1100" y="689"/>
                        </a:cubicBezTo>
                        <a:cubicBezTo>
                          <a:pt x="1100" y="844"/>
                          <a:pt x="1100" y="844"/>
                          <a:pt x="1100" y="844"/>
                        </a:cubicBezTo>
                        <a:cubicBezTo>
                          <a:pt x="1100" y="898"/>
                          <a:pt x="1100" y="898"/>
                          <a:pt x="1100" y="898"/>
                        </a:cubicBezTo>
                        <a:cubicBezTo>
                          <a:pt x="1100" y="1033"/>
                          <a:pt x="1100" y="1033"/>
                          <a:pt x="1100" y="1033"/>
                        </a:cubicBezTo>
                        <a:cubicBezTo>
                          <a:pt x="1100" y="1073"/>
                          <a:pt x="1073" y="1107"/>
                          <a:pt x="1026" y="1107"/>
                        </a:cubicBezTo>
                        <a:cubicBezTo>
                          <a:pt x="898" y="1107"/>
                          <a:pt x="898" y="1107"/>
                          <a:pt x="898" y="1107"/>
                        </a:cubicBezTo>
                        <a:cubicBezTo>
                          <a:pt x="844" y="1107"/>
                          <a:pt x="844" y="1107"/>
                          <a:pt x="844" y="1107"/>
                        </a:cubicBezTo>
                        <a:cubicBezTo>
                          <a:pt x="682" y="1107"/>
                          <a:pt x="682" y="1107"/>
                          <a:pt x="682" y="1107"/>
                        </a:cubicBezTo>
                        <a:cubicBezTo>
                          <a:pt x="628" y="1107"/>
                          <a:pt x="628" y="1107"/>
                          <a:pt x="628" y="1107"/>
                        </a:cubicBezTo>
                        <a:cubicBezTo>
                          <a:pt x="472" y="1107"/>
                          <a:pt x="472" y="1107"/>
                          <a:pt x="472" y="1107"/>
                        </a:cubicBezTo>
                        <a:cubicBezTo>
                          <a:pt x="418" y="1107"/>
                          <a:pt x="418" y="1107"/>
                          <a:pt x="418" y="1107"/>
                        </a:cubicBezTo>
                        <a:cubicBezTo>
                          <a:pt x="256" y="1107"/>
                          <a:pt x="256" y="1107"/>
                          <a:pt x="256" y="1107"/>
                        </a:cubicBezTo>
                        <a:cubicBezTo>
                          <a:pt x="202" y="1107"/>
                          <a:pt x="202" y="1107"/>
                          <a:pt x="202" y="1107"/>
                        </a:cubicBezTo>
                        <a:cubicBezTo>
                          <a:pt x="74" y="1107"/>
                          <a:pt x="74" y="1107"/>
                          <a:pt x="74" y="1107"/>
                        </a:cubicBezTo>
                        <a:cubicBezTo>
                          <a:pt x="27" y="1107"/>
                          <a:pt x="0" y="1073"/>
                          <a:pt x="0" y="1033"/>
                        </a:cubicBezTo>
                        <a:cubicBezTo>
                          <a:pt x="0" y="898"/>
                          <a:pt x="0" y="898"/>
                          <a:pt x="0" y="898"/>
                        </a:cubicBezTo>
                        <a:cubicBezTo>
                          <a:pt x="0" y="844"/>
                          <a:pt x="0" y="844"/>
                          <a:pt x="0" y="844"/>
                        </a:cubicBezTo>
                        <a:cubicBezTo>
                          <a:pt x="0" y="689"/>
                          <a:pt x="0" y="689"/>
                          <a:pt x="0" y="689"/>
                        </a:cubicBezTo>
                        <a:cubicBezTo>
                          <a:pt x="0" y="635"/>
                          <a:pt x="0" y="635"/>
                          <a:pt x="0" y="635"/>
                        </a:cubicBezTo>
                        <a:cubicBezTo>
                          <a:pt x="0" y="473"/>
                          <a:pt x="0" y="473"/>
                          <a:pt x="0" y="473"/>
                        </a:cubicBezTo>
                        <a:cubicBezTo>
                          <a:pt x="0" y="419"/>
                          <a:pt x="0" y="419"/>
                          <a:pt x="0" y="419"/>
                        </a:cubicBezTo>
                        <a:cubicBezTo>
                          <a:pt x="0" y="264"/>
                          <a:pt x="0" y="264"/>
                          <a:pt x="0" y="264"/>
                        </a:cubicBezTo>
                        <a:cubicBezTo>
                          <a:pt x="0" y="210"/>
                          <a:pt x="0" y="210"/>
                          <a:pt x="0" y="210"/>
                        </a:cubicBezTo>
                        <a:cubicBezTo>
                          <a:pt x="0" y="75"/>
                          <a:pt x="0" y="75"/>
                          <a:pt x="0" y="75"/>
                        </a:cubicBezTo>
                        <a:cubicBezTo>
                          <a:pt x="0" y="34"/>
                          <a:pt x="27" y="0"/>
                          <a:pt x="74" y="0"/>
                        </a:cubicBezTo>
                        <a:cubicBezTo>
                          <a:pt x="202" y="0"/>
                          <a:pt x="202" y="0"/>
                          <a:pt x="202" y="0"/>
                        </a:cubicBezTo>
                        <a:cubicBezTo>
                          <a:pt x="256" y="0"/>
                          <a:pt x="256" y="0"/>
                          <a:pt x="256" y="0"/>
                        </a:cubicBezTo>
                        <a:cubicBezTo>
                          <a:pt x="418" y="0"/>
                          <a:pt x="418" y="0"/>
                          <a:pt x="418" y="0"/>
                        </a:cubicBezTo>
                        <a:cubicBezTo>
                          <a:pt x="472" y="0"/>
                          <a:pt x="472" y="0"/>
                          <a:pt x="472" y="0"/>
                        </a:cubicBezTo>
                        <a:cubicBezTo>
                          <a:pt x="628" y="0"/>
                          <a:pt x="628" y="0"/>
                          <a:pt x="628" y="0"/>
                        </a:cubicBezTo>
                        <a:cubicBezTo>
                          <a:pt x="682" y="0"/>
                          <a:pt x="682" y="0"/>
                          <a:pt x="682" y="0"/>
                        </a:cubicBezTo>
                        <a:cubicBezTo>
                          <a:pt x="844" y="0"/>
                          <a:pt x="844" y="0"/>
                          <a:pt x="844" y="0"/>
                        </a:cubicBezTo>
                        <a:cubicBezTo>
                          <a:pt x="898" y="0"/>
                          <a:pt x="898" y="0"/>
                          <a:pt x="898" y="0"/>
                        </a:cubicBezTo>
                        <a:cubicBezTo>
                          <a:pt x="1026" y="0"/>
                          <a:pt x="1026" y="0"/>
                          <a:pt x="1026" y="0"/>
                        </a:cubicBezTo>
                        <a:cubicBezTo>
                          <a:pt x="1073" y="0"/>
                          <a:pt x="1100" y="34"/>
                          <a:pt x="1100" y="75"/>
                        </a:cubicBezTo>
                        <a:cubicBezTo>
                          <a:pt x="1100" y="210"/>
                          <a:pt x="1100" y="210"/>
                          <a:pt x="1100" y="210"/>
                        </a:cubicBezTo>
                        <a:cubicBezTo>
                          <a:pt x="1100" y="210"/>
                          <a:pt x="1100" y="210"/>
                          <a:pt x="1100" y="210"/>
                        </a:cubicBezTo>
                        <a:close/>
                      </a:path>
                    </a:pathLst>
                  </a:custGeom>
                  <a:solidFill>
                    <a:schemeClr val="tx1">
                      <a:lumMod val="85000"/>
                      <a:lumOff val="15000"/>
                    </a:scheme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24" name="Freeform 96">
                    <a:extLst>
                      <a:ext uri="{FF2B5EF4-FFF2-40B4-BE49-F238E27FC236}">
                        <a16:creationId xmlns:a16="http://schemas.microsoft.com/office/drawing/2014/main" id="{3DEC006A-D5D6-3C96-5D66-34DAB0CB995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085300" y="2620963"/>
                    <a:ext cx="131763" cy="30163"/>
                  </a:xfrm>
                  <a:custGeom>
                    <a:avLst/>
                    <a:gdLst>
                      <a:gd name="T0" fmla="*/ 244 w 244"/>
                      <a:gd name="T1" fmla="*/ 28 h 55"/>
                      <a:gd name="T2" fmla="*/ 217 w 244"/>
                      <a:gd name="T3" fmla="*/ 0 h 55"/>
                      <a:gd name="T4" fmla="*/ 0 w 244"/>
                      <a:gd name="T5" fmla="*/ 0 h 55"/>
                      <a:gd name="T6" fmla="*/ 0 w 244"/>
                      <a:gd name="T7" fmla="*/ 55 h 55"/>
                      <a:gd name="T8" fmla="*/ 217 w 244"/>
                      <a:gd name="T9" fmla="*/ 55 h 55"/>
                      <a:gd name="T10" fmla="*/ 244 w 244"/>
                      <a:gd name="T11" fmla="*/ 28 h 5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4" h="55">
                        <a:moveTo>
                          <a:pt x="244" y="28"/>
                        </a:moveTo>
                        <a:cubicBezTo>
                          <a:pt x="244" y="14"/>
                          <a:pt x="230" y="0"/>
                          <a:pt x="217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55"/>
                          <a:pt x="0" y="55"/>
                          <a:pt x="0" y="55"/>
                        </a:cubicBezTo>
                        <a:cubicBezTo>
                          <a:pt x="217" y="55"/>
                          <a:pt x="217" y="55"/>
                          <a:pt x="217" y="55"/>
                        </a:cubicBezTo>
                        <a:cubicBezTo>
                          <a:pt x="230" y="55"/>
                          <a:pt x="244" y="41"/>
                          <a:pt x="244" y="28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25" name="Freeform 97">
                    <a:extLst>
                      <a:ext uri="{FF2B5EF4-FFF2-40B4-BE49-F238E27FC236}">
                        <a16:creationId xmlns:a16="http://schemas.microsoft.com/office/drawing/2014/main" id="{C692EAE1-6883-E7E9-8599-E1914B3ADAB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085300" y="2733675"/>
                    <a:ext cx="131763" cy="30163"/>
                  </a:xfrm>
                  <a:custGeom>
                    <a:avLst/>
                    <a:gdLst>
                      <a:gd name="T0" fmla="*/ 217 w 244"/>
                      <a:gd name="T1" fmla="*/ 0 h 54"/>
                      <a:gd name="T2" fmla="*/ 0 w 244"/>
                      <a:gd name="T3" fmla="*/ 0 h 54"/>
                      <a:gd name="T4" fmla="*/ 0 w 244"/>
                      <a:gd name="T5" fmla="*/ 54 h 54"/>
                      <a:gd name="T6" fmla="*/ 217 w 244"/>
                      <a:gd name="T7" fmla="*/ 54 h 54"/>
                      <a:gd name="T8" fmla="*/ 244 w 244"/>
                      <a:gd name="T9" fmla="*/ 27 h 54"/>
                      <a:gd name="T10" fmla="*/ 217 w 244"/>
                      <a:gd name="T11" fmla="*/ 0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4" h="54">
                        <a:moveTo>
                          <a:pt x="217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54"/>
                          <a:pt x="0" y="54"/>
                          <a:pt x="0" y="54"/>
                        </a:cubicBezTo>
                        <a:cubicBezTo>
                          <a:pt x="217" y="54"/>
                          <a:pt x="217" y="54"/>
                          <a:pt x="217" y="54"/>
                        </a:cubicBezTo>
                        <a:cubicBezTo>
                          <a:pt x="230" y="54"/>
                          <a:pt x="244" y="47"/>
                          <a:pt x="244" y="27"/>
                        </a:cubicBezTo>
                        <a:cubicBezTo>
                          <a:pt x="244" y="13"/>
                          <a:pt x="230" y="0"/>
                          <a:pt x="217" y="0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26" name="Freeform 98">
                    <a:extLst>
                      <a:ext uri="{FF2B5EF4-FFF2-40B4-BE49-F238E27FC236}">
                        <a16:creationId xmlns:a16="http://schemas.microsoft.com/office/drawing/2014/main" id="{1B1AB752-B710-0948-9CAE-B566FC10170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085300" y="2851150"/>
                    <a:ext cx="131763" cy="30163"/>
                  </a:xfrm>
                  <a:custGeom>
                    <a:avLst/>
                    <a:gdLst>
                      <a:gd name="T0" fmla="*/ 217 w 244"/>
                      <a:gd name="T1" fmla="*/ 0 h 54"/>
                      <a:gd name="T2" fmla="*/ 0 w 244"/>
                      <a:gd name="T3" fmla="*/ 0 h 54"/>
                      <a:gd name="T4" fmla="*/ 0 w 244"/>
                      <a:gd name="T5" fmla="*/ 54 h 54"/>
                      <a:gd name="T6" fmla="*/ 217 w 244"/>
                      <a:gd name="T7" fmla="*/ 54 h 54"/>
                      <a:gd name="T8" fmla="*/ 244 w 244"/>
                      <a:gd name="T9" fmla="*/ 27 h 54"/>
                      <a:gd name="T10" fmla="*/ 217 w 244"/>
                      <a:gd name="T11" fmla="*/ 0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4" h="54">
                        <a:moveTo>
                          <a:pt x="217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54"/>
                          <a:pt x="0" y="54"/>
                          <a:pt x="0" y="54"/>
                        </a:cubicBezTo>
                        <a:cubicBezTo>
                          <a:pt x="217" y="54"/>
                          <a:pt x="217" y="54"/>
                          <a:pt x="217" y="54"/>
                        </a:cubicBezTo>
                        <a:cubicBezTo>
                          <a:pt x="230" y="54"/>
                          <a:pt x="244" y="41"/>
                          <a:pt x="244" y="27"/>
                        </a:cubicBezTo>
                        <a:cubicBezTo>
                          <a:pt x="244" y="14"/>
                          <a:pt x="230" y="0"/>
                          <a:pt x="217" y="0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27" name="Freeform 99">
                    <a:extLst>
                      <a:ext uri="{FF2B5EF4-FFF2-40B4-BE49-F238E27FC236}">
                        <a16:creationId xmlns:a16="http://schemas.microsoft.com/office/drawing/2014/main" id="{61B05214-6FAC-EF05-AEC0-8DC459CC3D5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085300" y="2965450"/>
                    <a:ext cx="131763" cy="28575"/>
                  </a:xfrm>
                  <a:custGeom>
                    <a:avLst/>
                    <a:gdLst>
                      <a:gd name="T0" fmla="*/ 217 w 244"/>
                      <a:gd name="T1" fmla="*/ 0 h 54"/>
                      <a:gd name="T2" fmla="*/ 0 w 244"/>
                      <a:gd name="T3" fmla="*/ 0 h 54"/>
                      <a:gd name="T4" fmla="*/ 0 w 244"/>
                      <a:gd name="T5" fmla="*/ 54 h 54"/>
                      <a:gd name="T6" fmla="*/ 217 w 244"/>
                      <a:gd name="T7" fmla="*/ 54 h 54"/>
                      <a:gd name="T8" fmla="*/ 244 w 244"/>
                      <a:gd name="T9" fmla="*/ 27 h 54"/>
                      <a:gd name="T10" fmla="*/ 217 w 244"/>
                      <a:gd name="T11" fmla="*/ 0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4" h="54">
                        <a:moveTo>
                          <a:pt x="217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54"/>
                          <a:pt x="0" y="54"/>
                          <a:pt x="0" y="54"/>
                        </a:cubicBezTo>
                        <a:cubicBezTo>
                          <a:pt x="217" y="54"/>
                          <a:pt x="217" y="54"/>
                          <a:pt x="217" y="54"/>
                        </a:cubicBezTo>
                        <a:cubicBezTo>
                          <a:pt x="230" y="54"/>
                          <a:pt x="244" y="47"/>
                          <a:pt x="244" y="27"/>
                        </a:cubicBezTo>
                        <a:cubicBezTo>
                          <a:pt x="244" y="13"/>
                          <a:pt x="230" y="0"/>
                          <a:pt x="217" y="0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28" name="Freeform 100">
                    <a:extLst>
                      <a:ext uri="{FF2B5EF4-FFF2-40B4-BE49-F238E27FC236}">
                        <a16:creationId xmlns:a16="http://schemas.microsoft.com/office/drawing/2014/main" id="{52483C72-3E00-C906-DA48-0FE213120E0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240750" y="2620963"/>
                    <a:ext cx="131763" cy="30163"/>
                  </a:xfrm>
                  <a:custGeom>
                    <a:avLst/>
                    <a:gdLst>
                      <a:gd name="T0" fmla="*/ 0 w 243"/>
                      <a:gd name="T1" fmla="*/ 28 h 55"/>
                      <a:gd name="T2" fmla="*/ 27 w 243"/>
                      <a:gd name="T3" fmla="*/ 55 h 55"/>
                      <a:gd name="T4" fmla="*/ 243 w 243"/>
                      <a:gd name="T5" fmla="*/ 55 h 55"/>
                      <a:gd name="T6" fmla="*/ 243 w 243"/>
                      <a:gd name="T7" fmla="*/ 0 h 55"/>
                      <a:gd name="T8" fmla="*/ 27 w 243"/>
                      <a:gd name="T9" fmla="*/ 0 h 55"/>
                      <a:gd name="T10" fmla="*/ 0 w 243"/>
                      <a:gd name="T11" fmla="*/ 28 h 5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3" h="55">
                        <a:moveTo>
                          <a:pt x="0" y="28"/>
                        </a:moveTo>
                        <a:cubicBezTo>
                          <a:pt x="0" y="41"/>
                          <a:pt x="14" y="55"/>
                          <a:pt x="27" y="55"/>
                        </a:cubicBezTo>
                        <a:cubicBezTo>
                          <a:pt x="243" y="55"/>
                          <a:pt x="243" y="55"/>
                          <a:pt x="243" y="55"/>
                        </a:cubicBezTo>
                        <a:cubicBezTo>
                          <a:pt x="243" y="0"/>
                          <a:pt x="243" y="0"/>
                          <a:pt x="243" y="0"/>
                        </a:cubicBezTo>
                        <a:cubicBezTo>
                          <a:pt x="27" y="0"/>
                          <a:pt x="27" y="0"/>
                          <a:pt x="27" y="0"/>
                        </a:cubicBezTo>
                        <a:cubicBezTo>
                          <a:pt x="14" y="0"/>
                          <a:pt x="0" y="14"/>
                          <a:pt x="0" y="28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29" name="Freeform 101">
                    <a:extLst>
                      <a:ext uri="{FF2B5EF4-FFF2-40B4-BE49-F238E27FC236}">
                        <a16:creationId xmlns:a16="http://schemas.microsoft.com/office/drawing/2014/main" id="{F2AC44DE-981D-05BA-47D2-FD7AFF1CA76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240750" y="2733675"/>
                    <a:ext cx="131763" cy="30163"/>
                  </a:xfrm>
                  <a:custGeom>
                    <a:avLst/>
                    <a:gdLst>
                      <a:gd name="T0" fmla="*/ 0 w 243"/>
                      <a:gd name="T1" fmla="*/ 27 h 54"/>
                      <a:gd name="T2" fmla="*/ 27 w 243"/>
                      <a:gd name="T3" fmla="*/ 54 h 54"/>
                      <a:gd name="T4" fmla="*/ 243 w 243"/>
                      <a:gd name="T5" fmla="*/ 54 h 54"/>
                      <a:gd name="T6" fmla="*/ 243 w 243"/>
                      <a:gd name="T7" fmla="*/ 0 h 54"/>
                      <a:gd name="T8" fmla="*/ 27 w 243"/>
                      <a:gd name="T9" fmla="*/ 0 h 54"/>
                      <a:gd name="T10" fmla="*/ 0 w 243"/>
                      <a:gd name="T11" fmla="*/ 27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3" h="54">
                        <a:moveTo>
                          <a:pt x="0" y="27"/>
                        </a:moveTo>
                        <a:cubicBezTo>
                          <a:pt x="0" y="47"/>
                          <a:pt x="14" y="54"/>
                          <a:pt x="27" y="54"/>
                        </a:cubicBezTo>
                        <a:cubicBezTo>
                          <a:pt x="243" y="54"/>
                          <a:pt x="243" y="54"/>
                          <a:pt x="243" y="54"/>
                        </a:cubicBezTo>
                        <a:cubicBezTo>
                          <a:pt x="243" y="0"/>
                          <a:pt x="243" y="0"/>
                          <a:pt x="243" y="0"/>
                        </a:cubicBezTo>
                        <a:cubicBezTo>
                          <a:pt x="27" y="0"/>
                          <a:pt x="27" y="0"/>
                          <a:pt x="27" y="0"/>
                        </a:cubicBezTo>
                        <a:cubicBezTo>
                          <a:pt x="14" y="0"/>
                          <a:pt x="0" y="13"/>
                          <a:pt x="0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30" name="Freeform 102">
                    <a:extLst>
                      <a:ext uri="{FF2B5EF4-FFF2-40B4-BE49-F238E27FC236}">
                        <a16:creationId xmlns:a16="http://schemas.microsoft.com/office/drawing/2014/main" id="{2FD6B2AE-214E-841F-AF63-B028B46B220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240750" y="2851150"/>
                    <a:ext cx="131763" cy="30163"/>
                  </a:xfrm>
                  <a:custGeom>
                    <a:avLst/>
                    <a:gdLst>
                      <a:gd name="T0" fmla="*/ 0 w 243"/>
                      <a:gd name="T1" fmla="*/ 27 h 54"/>
                      <a:gd name="T2" fmla="*/ 27 w 243"/>
                      <a:gd name="T3" fmla="*/ 54 h 54"/>
                      <a:gd name="T4" fmla="*/ 243 w 243"/>
                      <a:gd name="T5" fmla="*/ 54 h 54"/>
                      <a:gd name="T6" fmla="*/ 243 w 243"/>
                      <a:gd name="T7" fmla="*/ 0 h 54"/>
                      <a:gd name="T8" fmla="*/ 27 w 243"/>
                      <a:gd name="T9" fmla="*/ 0 h 54"/>
                      <a:gd name="T10" fmla="*/ 0 w 243"/>
                      <a:gd name="T11" fmla="*/ 27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3" h="54">
                        <a:moveTo>
                          <a:pt x="0" y="27"/>
                        </a:moveTo>
                        <a:cubicBezTo>
                          <a:pt x="0" y="41"/>
                          <a:pt x="14" y="54"/>
                          <a:pt x="27" y="54"/>
                        </a:cubicBezTo>
                        <a:cubicBezTo>
                          <a:pt x="243" y="54"/>
                          <a:pt x="243" y="54"/>
                          <a:pt x="243" y="54"/>
                        </a:cubicBezTo>
                        <a:cubicBezTo>
                          <a:pt x="243" y="0"/>
                          <a:pt x="243" y="0"/>
                          <a:pt x="243" y="0"/>
                        </a:cubicBezTo>
                        <a:cubicBezTo>
                          <a:pt x="27" y="0"/>
                          <a:pt x="27" y="0"/>
                          <a:pt x="27" y="0"/>
                        </a:cubicBezTo>
                        <a:cubicBezTo>
                          <a:pt x="14" y="0"/>
                          <a:pt x="0" y="14"/>
                          <a:pt x="0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31" name="Freeform 103">
                    <a:extLst>
                      <a:ext uri="{FF2B5EF4-FFF2-40B4-BE49-F238E27FC236}">
                        <a16:creationId xmlns:a16="http://schemas.microsoft.com/office/drawing/2014/main" id="{CC04D077-CE49-2CC6-166E-6CB690909DB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240750" y="2965450"/>
                    <a:ext cx="131763" cy="28575"/>
                  </a:xfrm>
                  <a:custGeom>
                    <a:avLst/>
                    <a:gdLst>
                      <a:gd name="T0" fmla="*/ 0 w 243"/>
                      <a:gd name="T1" fmla="*/ 27 h 54"/>
                      <a:gd name="T2" fmla="*/ 27 w 243"/>
                      <a:gd name="T3" fmla="*/ 54 h 54"/>
                      <a:gd name="T4" fmla="*/ 243 w 243"/>
                      <a:gd name="T5" fmla="*/ 54 h 54"/>
                      <a:gd name="T6" fmla="*/ 243 w 243"/>
                      <a:gd name="T7" fmla="*/ 0 h 54"/>
                      <a:gd name="T8" fmla="*/ 27 w 243"/>
                      <a:gd name="T9" fmla="*/ 0 h 54"/>
                      <a:gd name="T10" fmla="*/ 0 w 243"/>
                      <a:gd name="T11" fmla="*/ 27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3" h="54">
                        <a:moveTo>
                          <a:pt x="0" y="27"/>
                        </a:moveTo>
                        <a:cubicBezTo>
                          <a:pt x="0" y="47"/>
                          <a:pt x="14" y="54"/>
                          <a:pt x="27" y="54"/>
                        </a:cubicBezTo>
                        <a:cubicBezTo>
                          <a:pt x="243" y="54"/>
                          <a:pt x="243" y="54"/>
                          <a:pt x="243" y="54"/>
                        </a:cubicBezTo>
                        <a:cubicBezTo>
                          <a:pt x="243" y="0"/>
                          <a:pt x="243" y="0"/>
                          <a:pt x="243" y="0"/>
                        </a:cubicBezTo>
                        <a:cubicBezTo>
                          <a:pt x="27" y="0"/>
                          <a:pt x="27" y="0"/>
                          <a:pt x="27" y="0"/>
                        </a:cubicBezTo>
                        <a:cubicBezTo>
                          <a:pt x="14" y="0"/>
                          <a:pt x="0" y="13"/>
                          <a:pt x="0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32" name="Freeform 104">
                    <a:extLst>
                      <a:ext uri="{FF2B5EF4-FFF2-40B4-BE49-F238E27FC236}">
                        <a16:creationId xmlns:a16="http://schemas.microsoft.com/office/drawing/2014/main" id="{458BF341-2AC1-6EF9-ECCC-D660B37DD92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540788" y="2320925"/>
                    <a:ext cx="28575" cy="128588"/>
                  </a:xfrm>
                  <a:custGeom>
                    <a:avLst/>
                    <a:gdLst>
                      <a:gd name="T0" fmla="*/ 54 w 54"/>
                      <a:gd name="T1" fmla="*/ 27 h 237"/>
                      <a:gd name="T2" fmla="*/ 27 w 54"/>
                      <a:gd name="T3" fmla="*/ 0 h 237"/>
                      <a:gd name="T4" fmla="*/ 0 w 54"/>
                      <a:gd name="T5" fmla="*/ 27 h 237"/>
                      <a:gd name="T6" fmla="*/ 0 w 54"/>
                      <a:gd name="T7" fmla="*/ 237 h 237"/>
                      <a:gd name="T8" fmla="*/ 54 w 54"/>
                      <a:gd name="T9" fmla="*/ 237 h 237"/>
                      <a:gd name="T10" fmla="*/ 54 w 54"/>
                      <a:gd name="T11" fmla="*/ 27 h 237"/>
                      <a:gd name="T12" fmla="*/ 54 w 54"/>
                      <a:gd name="T13" fmla="*/ 27 h 2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7">
                        <a:moveTo>
                          <a:pt x="54" y="27"/>
                        </a:moveTo>
                        <a:cubicBezTo>
                          <a:pt x="54" y="14"/>
                          <a:pt x="40" y="0"/>
                          <a:pt x="27" y="0"/>
                        </a:cubicBezTo>
                        <a:cubicBezTo>
                          <a:pt x="13" y="0"/>
                          <a:pt x="0" y="14"/>
                          <a:pt x="0" y="27"/>
                        </a:cubicBezTo>
                        <a:cubicBezTo>
                          <a:pt x="0" y="237"/>
                          <a:pt x="0" y="237"/>
                          <a:pt x="0" y="237"/>
                        </a:cubicBezTo>
                        <a:cubicBezTo>
                          <a:pt x="54" y="237"/>
                          <a:pt x="54" y="237"/>
                          <a:pt x="54" y="23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33" name="Freeform 105">
                    <a:extLst>
                      <a:ext uri="{FF2B5EF4-FFF2-40B4-BE49-F238E27FC236}">
                        <a16:creationId xmlns:a16="http://schemas.microsoft.com/office/drawing/2014/main" id="{594E6A5C-4D51-155C-5C47-DC037622EB7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658263" y="2320925"/>
                    <a:ext cx="28575" cy="128588"/>
                  </a:xfrm>
                  <a:custGeom>
                    <a:avLst/>
                    <a:gdLst>
                      <a:gd name="T0" fmla="*/ 54 w 54"/>
                      <a:gd name="T1" fmla="*/ 27 h 237"/>
                      <a:gd name="T2" fmla="*/ 27 w 54"/>
                      <a:gd name="T3" fmla="*/ 0 h 237"/>
                      <a:gd name="T4" fmla="*/ 0 w 54"/>
                      <a:gd name="T5" fmla="*/ 27 h 237"/>
                      <a:gd name="T6" fmla="*/ 0 w 54"/>
                      <a:gd name="T7" fmla="*/ 237 h 237"/>
                      <a:gd name="T8" fmla="*/ 54 w 54"/>
                      <a:gd name="T9" fmla="*/ 237 h 237"/>
                      <a:gd name="T10" fmla="*/ 54 w 54"/>
                      <a:gd name="T11" fmla="*/ 27 h 237"/>
                      <a:gd name="T12" fmla="*/ 54 w 54"/>
                      <a:gd name="T13" fmla="*/ 27 h 2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7">
                        <a:moveTo>
                          <a:pt x="54" y="27"/>
                        </a:moveTo>
                        <a:cubicBezTo>
                          <a:pt x="54" y="14"/>
                          <a:pt x="40" y="0"/>
                          <a:pt x="27" y="0"/>
                        </a:cubicBezTo>
                        <a:cubicBezTo>
                          <a:pt x="13" y="0"/>
                          <a:pt x="0" y="14"/>
                          <a:pt x="0" y="27"/>
                        </a:cubicBezTo>
                        <a:cubicBezTo>
                          <a:pt x="0" y="237"/>
                          <a:pt x="0" y="237"/>
                          <a:pt x="0" y="237"/>
                        </a:cubicBezTo>
                        <a:cubicBezTo>
                          <a:pt x="54" y="237"/>
                          <a:pt x="54" y="237"/>
                          <a:pt x="54" y="23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34" name="Freeform 106">
                    <a:extLst>
                      <a:ext uri="{FF2B5EF4-FFF2-40B4-BE49-F238E27FC236}">
                        <a16:creationId xmlns:a16="http://schemas.microsoft.com/office/drawing/2014/main" id="{9A9796CC-C1E4-B5E6-4AE4-1E721D8091C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770975" y="2320925"/>
                    <a:ext cx="30163" cy="128588"/>
                  </a:xfrm>
                  <a:custGeom>
                    <a:avLst/>
                    <a:gdLst>
                      <a:gd name="T0" fmla="*/ 54 w 54"/>
                      <a:gd name="T1" fmla="*/ 27 h 237"/>
                      <a:gd name="T2" fmla="*/ 27 w 54"/>
                      <a:gd name="T3" fmla="*/ 0 h 237"/>
                      <a:gd name="T4" fmla="*/ 0 w 54"/>
                      <a:gd name="T5" fmla="*/ 27 h 237"/>
                      <a:gd name="T6" fmla="*/ 0 w 54"/>
                      <a:gd name="T7" fmla="*/ 237 h 237"/>
                      <a:gd name="T8" fmla="*/ 54 w 54"/>
                      <a:gd name="T9" fmla="*/ 237 h 237"/>
                      <a:gd name="T10" fmla="*/ 54 w 54"/>
                      <a:gd name="T11" fmla="*/ 27 h 237"/>
                      <a:gd name="T12" fmla="*/ 54 w 54"/>
                      <a:gd name="T13" fmla="*/ 27 h 2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7">
                        <a:moveTo>
                          <a:pt x="54" y="27"/>
                        </a:moveTo>
                        <a:cubicBezTo>
                          <a:pt x="54" y="14"/>
                          <a:pt x="40" y="0"/>
                          <a:pt x="27" y="0"/>
                        </a:cubicBezTo>
                        <a:cubicBezTo>
                          <a:pt x="13" y="0"/>
                          <a:pt x="0" y="14"/>
                          <a:pt x="0" y="27"/>
                        </a:cubicBezTo>
                        <a:cubicBezTo>
                          <a:pt x="0" y="237"/>
                          <a:pt x="0" y="237"/>
                          <a:pt x="0" y="237"/>
                        </a:cubicBezTo>
                        <a:cubicBezTo>
                          <a:pt x="54" y="237"/>
                          <a:pt x="54" y="237"/>
                          <a:pt x="54" y="23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35" name="Freeform 107">
                    <a:extLst>
                      <a:ext uri="{FF2B5EF4-FFF2-40B4-BE49-F238E27FC236}">
                        <a16:creationId xmlns:a16="http://schemas.microsoft.com/office/drawing/2014/main" id="{233B0FC9-FBFF-8F37-BE22-A9956AE5DB9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886863" y="2320925"/>
                    <a:ext cx="30163" cy="128588"/>
                  </a:xfrm>
                  <a:custGeom>
                    <a:avLst/>
                    <a:gdLst>
                      <a:gd name="T0" fmla="*/ 54 w 54"/>
                      <a:gd name="T1" fmla="*/ 27 h 237"/>
                      <a:gd name="T2" fmla="*/ 27 w 54"/>
                      <a:gd name="T3" fmla="*/ 0 h 237"/>
                      <a:gd name="T4" fmla="*/ 0 w 54"/>
                      <a:gd name="T5" fmla="*/ 27 h 237"/>
                      <a:gd name="T6" fmla="*/ 0 w 54"/>
                      <a:gd name="T7" fmla="*/ 237 h 237"/>
                      <a:gd name="T8" fmla="*/ 54 w 54"/>
                      <a:gd name="T9" fmla="*/ 237 h 237"/>
                      <a:gd name="T10" fmla="*/ 54 w 54"/>
                      <a:gd name="T11" fmla="*/ 27 h 237"/>
                      <a:gd name="T12" fmla="*/ 54 w 54"/>
                      <a:gd name="T13" fmla="*/ 27 h 2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7">
                        <a:moveTo>
                          <a:pt x="54" y="27"/>
                        </a:moveTo>
                        <a:cubicBezTo>
                          <a:pt x="54" y="14"/>
                          <a:pt x="40" y="0"/>
                          <a:pt x="27" y="0"/>
                        </a:cubicBezTo>
                        <a:cubicBezTo>
                          <a:pt x="13" y="0"/>
                          <a:pt x="0" y="14"/>
                          <a:pt x="0" y="27"/>
                        </a:cubicBezTo>
                        <a:cubicBezTo>
                          <a:pt x="0" y="237"/>
                          <a:pt x="0" y="237"/>
                          <a:pt x="0" y="237"/>
                        </a:cubicBezTo>
                        <a:cubicBezTo>
                          <a:pt x="54" y="237"/>
                          <a:pt x="54" y="237"/>
                          <a:pt x="54" y="23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36" name="Freeform 108">
                    <a:extLst>
                      <a:ext uri="{FF2B5EF4-FFF2-40B4-BE49-F238E27FC236}">
                        <a16:creationId xmlns:a16="http://schemas.microsoft.com/office/drawing/2014/main" id="{0AB867EB-825B-086F-DCBF-721F7E057A5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540788" y="3165475"/>
                    <a:ext cx="28575" cy="128588"/>
                  </a:xfrm>
                  <a:custGeom>
                    <a:avLst/>
                    <a:gdLst>
                      <a:gd name="T0" fmla="*/ 0 w 54"/>
                      <a:gd name="T1" fmla="*/ 211 h 238"/>
                      <a:gd name="T2" fmla="*/ 27 w 54"/>
                      <a:gd name="T3" fmla="*/ 238 h 238"/>
                      <a:gd name="T4" fmla="*/ 54 w 54"/>
                      <a:gd name="T5" fmla="*/ 211 h 238"/>
                      <a:gd name="T6" fmla="*/ 54 w 54"/>
                      <a:gd name="T7" fmla="*/ 0 h 238"/>
                      <a:gd name="T8" fmla="*/ 0 w 54"/>
                      <a:gd name="T9" fmla="*/ 0 h 238"/>
                      <a:gd name="T10" fmla="*/ 0 w 54"/>
                      <a:gd name="T11" fmla="*/ 211 h 238"/>
                      <a:gd name="T12" fmla="*/ 0 w 54"/>
                      <a:gd name="T13" fmla="*/ 211 h 2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8">
                        <a:moveTo>
                          <a:pt x="0" y="211"/>
                        </a:moveTo>
                        <a:cubicBezTo>
                          <a:pt x="0" y="231"/>
                          <a:pt x="13" y="238"/>
                          <a:pt x="27" y="238"/>
                        </a:cubicBezTo>
                        <a:cubicBezTo>
                          <a:pt x="40" y="238"/>
                          <a:pt x="54" y="231"/>
                          <a:pt x="54" y="211"/>
                        </a:cubicBezTo>
                        <a:cubicBezTo>
                          <a:pt x="54" y="0"/>
                          <a:pt x="54" y="0"/>
                          <a:pt x="54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37" name="Freeform 109">
                    <a:extLst>
                      <a:ext uri="{FF2B5EF4-FFF2-40B4-BE49-F238E27FC236}">
                        <a16:creationId xmlns:a16="http://schemas.microsoft.com/office/drawing/2014/main" id="{181875A8-066C-32DA-D473-4A16C665DE6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658263" y="3165475"/>
                    <a:ext cx="28575" cy="128588"/>
                  </a:xfrm>
                  <a:custGeom>
                    <a:avLst/>
                    <a:gdLst>
                      <a:gd name="T0" fmla="*/ 0 w 54"/>
                      <a:gd name="T1" fmla="*/ 211 h 238"/>
                      <a:gd name="T2" fmla="*/ 27 w 54"/>
                      <a:gd name="T3" fmla="*/ 238 h 238"/>
                      <a:gd name="T4" fmla="*/ 54 w 54"/>
                      <a:gd name="T5" fmla="*/ 211 h 238"/>
                      <a:gd name="T6" fmla="*/ 54 w 54"/>
                      <a:gd name="T7" fmla="*/ 0 h 238"/>
                      <a:gd name="T8" fmla="*/ 0 w 54"/>
                      <a:gd name="T9" fmla="*/ 0 h 238"/>
                      <a:gd name="T10" fmla="*/ 0 w 54"/>
                      <a:gd name="T11" fmla="*/ 211 h 238"/>
                      <a:gd name="T12" fmla="*/ 0 w 54"/>
                      <a:gd name="T13" fmla="*/ 211 h 2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8">
                        <a:moveTo>
                          <a:pt x="0" y="211"/>
                        </a:moveTo>
                        <a:cubicBezTo>
                          <a:pt x="0" y="231"/>
                          <a:pt x="13" y="238"/>
                          <a:pt x="27" y="238"/>
                        </a:cubicBezTo>
                        <a:cubicBezTo>
                          <a:pt x="40" y="238"/>
                          <a:pt x="54" y="231"/>
                          <a:pt x="54" y="211"/>
                        </a:cubicBezTo>
                        <a:cubicBezTo>
                          <a:pt x="54" y="0"/>
                          <a:pt x="54" y="0"/>
                          <a:pt x="54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38" name="Freeform 110">
                    <a:extLst>
                      <a:ext uri="{FF2B5EF4-FFF2-40B4-BE49-F238E27FC236}">
                        <a16:creationId xmlns:a16="http://schemas.microsoft.com/office/drawing/2014/main" id="{788B1208-6A6B-020B-E62C-1C70C295680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770975" y="3165475"/>
                    <a:ext cx="30163" cy="128588"/>
                  </a:xfrm>
                  <a:custGeom>
                    <a:avLst/>
                    <a:gdLst>
                      <a:gd name="T0" fmla="*/ 0 w 54"/>
                      <a:gd name="T1" fmla="*/ 211 h 238"/>
                      <a:gd name="T2" fmla="*/ 27 w 54"/>
                      <a:gd name="T3" fmla="*/ 238 h 238"/>
                      <a:gd name="T4" fmla="*/ 54 w 54"/>
                      <a:gd name="T5" fmla="*/ 211 h 238"/>
                      <a:gd name="T6" fmla="*/ 54 w 54"/>
                      <a:gd name="T7" fmla="*/ 0 h 238"/>
                      <a:gd name="T8" fmla="*/ 0 w 54"/>
                      <a:gd name="T9" fmla="*/ 0 h 238"/>
                      <a:gd name="T10" fmla="*/ 0 w 54"/>
                      <a:gd name="T11" fmla="*/ 211 h 238"/>
                      <a:gd name="T12" fmla="*/ 0 w 54"/>
                      <a:gd name="T13" fmla="*/ 211 h 2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8">
                        <a:moveTo>
                          <a:pt x="0" y="211"/>
                        </a:moveTo>
                        <a:cubicBezTo>
                          <a:pt x="0" y="231"/>
                          <a:pt x="13" y="238"/>
                          <a:pt x="27" y="238"/>
                        </a:cubicBezTo>
                        <a:cubicBezTo>
                          <a:pt x="40" y="238"/>
                          <a:pt x="54" y="231"/>
                          <a:pt x="54" y="211"/>
                        </a:cubicBezTo>
                        <a:cubicBezTo>
                          <a:pt x="54" y="0"/>
                          <a:pt x="54" y="0"/>
                          <a:pt x="54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39" name="Freeform 111">
                    <a:extLst>
                      <a:ext uri="{FF2B5EF4-FFF2-40B4-BE49-F238E27FC236}">
                        <a16:creationId xmlns:a16="http://schemas.microsoft.com/office/drawing/2014/main" id="{14DC3749-01EC-1B2C-6B3D-B86116E20D0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886863" y="3165475"/>
                    <a:ext cx="30163" cy="128588"/>
                  </a:xfrm>
                  <a:custGeom>
                    <a:avLst/>
                    <a:gdLst>
                      <a:gd name="T0" fmla="*/ 0 w 54"/>
                      <a:gd name="T1" fmla="*/ 211 h 238"/>
                      <a:gd name="T2" fmla="*/ 27 w 54"/>
                      <a:gd name="T3" fmla="*/ 238 h 238"/>
                      <a:gd name="T4" fmla="*/ 54 w 54"/>
                      <a:gd name="T5" fmla="*/ 211 h 238"/>
                      <a:gd name="T6" fmla="*/ 54 w 54"/>
                      <a:gd name="T7" fmla="*/ 0 h 238"/>
                      <a:gd name="T8" fmla="*/ 0 w 54"/>
                      <a:gd name="T9" fmla="*/ 0 h 238"/>
                      <a:gd name="T10" fmla="*/ 0 w 54"/>
                      <a:gd name="T11" fmla="*/ 211 h 238"/>
                      <a:gd name="T12" fmla="*/ 0 w 54"/>
                      <a:gd name="T13" fmla="*/ 211 h 2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8">
                        <a:moveTo>
                          <a:pt x="0" y="211"/>
                        </a:moveTo>
                        <a:cubicBezTo>
                          <a:pt x="0" y="231"/>
                          <a:pt x="13" y="238"/>
                          <a:pt x="27" y="238"/>
                        </a:cubicBezTo>
                        <a:cubicBezTo>
                          <a:pt x="40" y="238"/>
                          <a:pt x="54" y="231"/>
                          <a:pt x="54" y="211"/>
                        </a:cubicBezTo>
                        <a:cubicBezTo>
                          <a:pt x="54" y="0"/>
                          <a:pt x="54" y="0"/>
                          <a:pt x="54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40" name="Freeform 112">
                    <a:extLst>
                      <a:ext uri="{FF2B5EF4-FFF2-40B4-BE49-F238E27FC236}">
                        <a16:creationId xmlns:a16="http://schemas.microsoft.com/office/drawing/2014/main" id="{62CFD31C-089A-5C95-FB26-BCA67447E452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21401088" y="2478088"/>
                    <a:ext cx="654050" cy="658813"/>
                  </a:xfrm>
                  <a:custGeom>
                    <a:avLst/>
                    <a:gdLst>
                      <a:gd name="T0" fmla="*/ 952 w 1208"/>
                      <a:gd name="T1" fmla="*/ 0 h 1215"/>
                      <a:gd name="T2" fmla="*/ 736 w 1208"/>
                      <a:gd name="T3" fmla="*/ 0 h 1215"/>
                      <a:gd name="T4" fmla="*/ 526 w 1208"/>
                      <a:gd name="T5" fmla="*/ 0 h 1215"/>
                      <a:gd name="T6" fmla="*/ 310 w 1208"/>
                      <a:gd name="T7" fmla="*/ 0 h 1215"/>
                      <a:gd name="T8" fmla="*/ 128 w 1208"/>
                      <a:gd name="T9" fmla="*/ 0 h 1215"/>
                      <a:gd name="T10" fmla="*/ 0 w 1208"/>
                      <a:gd name="T11" fmla="*/ 264 h 1215"/>
                      <a:gd name="T12" fmla="*/ 0 w 1208"/>
                      <a:gd name="T13" fmla="*/ 473 h 1215"/>
                      <a:gd name="T14" fmla="*/ 0 w 1208"/>
                      <a:gd name="T15" fmla="*/ 689 h 1215"/>
                      <a:gd name="T16" fmla="*/ 0 w 1208"/>
                      <a:gd name="T17" fmla="*/ 898 h 1215"/>
                      <a:gd name="T18" fmla="*/ 0 w 1208"/>
                      <a:gd name="T19" fmla="*/ 1087 h 1215"/>
                      <a:gd name="T20" fmla="*/ 256 w 1208"/>
                      <a:gd name="T21" fmla="*/ 1215 h 1215"/>
                      <a:gd name="T22" fmla="*/ 472 w 1208"/>
                      <a:gd name="T23" fmla="*/ 1215 h 1215"/>
                      <a:gd name="T24" fmla="*/ 682 w 1208"/>
                      <a:gd name="T25" fmla="*/ 1215 h 1215"/>
                      <a:gd name="T26" fmla="*/ 898 w 1208"/>
                      <a:gd name="T27" fmla="*/ 1215 h 1215"/>
                      <a:gd name="T28" fmla="*/ 1080 w 1208"/>
                      <a:gd name="T29" fmla="*/ 1215 h 1215"/>
                      <a:gd name="T30" fmla="*/ 1208 w 1208"/>
                      <a:gd name="T31" fmla="*/ 952 h 1215"/>
                      <a:gd name="T32" fmla="*/ 1208 w 1208"/>
                      <a:gd name="T33" fmla="*/ 743 h 1215"/>
                      <a:gd name="T34" fmla="*/ 1208 w 1208"/>
                      <a:gd name="T35" fmla="*/ 527 h 1215"/>
                      <a:gd name="T36" fmla="*/ 1208 w 1208"/>
                      <a:gd name="T37" fmla="*/ 318 h 1215"/>
                      <a:gd name="T38" fmla="*/ 1208 w 1208"/>
                      <a:gd name="T39" fmla="*/ 129 h 1215"/>
                      <a:gd name="T40" fmla="*/ 1154 w 1208"/>
                      <a:gd name="T41" fmla="*/ 264 h 1215"/>
                      <a:gd name="T42" fmla="*/ 1154 w 1208"/>
                      <a:gd name="T43" fmla="*/ 473 h 1215"/>
                      <a:gd name="T44" fmla="*/ 1154 w 1208"/>
                      <a:gd name="T45" fmla="*/ 689 h 1215"/>
                      <a:gd name="T46" fmla="*/ 1154 w 1208"/>
                      <a:gd name="T47" fmla="*/ 898 h 1215"/>
                      <a:gd name="T48" fmla="*/ 1154 w 1208"/>
                      <a:gd name="T49" fmla="*/ 1087 h 1215"/>
                      <a:gd name="T50" fmla="*/ 952 w 1208"/>
                      <a:gd name="T51" fmla="*/ 1161 h 1215"/>
                      <a:gd name="T52" fmla="*/ 736 w 1208"/>
                      <a:gd name="T53" fmla="*/ 1161 h 1215"/>
                      <a:gd name="T54" fmla="*/ 526 w 1208"/>
                      <a:gd name="T55" fmla="*/ 1161 h 1215"/>
                      <a:gd name="T56" fmla="*/ 310 w 1208"/>
                      <a:gd name="T57" fmla="*/ 1161 h 1215"/>
                      <a:gd name="T58" fmla="*/ 128 w 1208"/>
                      <a:gd name="T59" fmla="*/ 1161 h 1215"/>
                      <a:gd name="T60" fmla="*/ 54 w 1208"/>
                      <a:gd name="T61" fmla="*/ 952 h 1215"/>
                      <a:gd name="T62" fmla="*/ 54 w 1208"/>
                      <a:gd name="T63" fmla="*/ 743 h 1215"/>
                      <a:gd name="T64" fmla="*/ 54 w 1208"/>
                      <a:gd name="T65" fmla="*/ 527 h 1215"/>
                      <a:gd name="T66" fmla="*/ 54 w 1208"/>
                      <a:gd name="T67" fmla="*/ 318 h 1215"/>
                      <a:gd name="T68" fmla="*/ 54 w 1208"/>
                      <a:gd name="T69" fmla="*/ 129 h 1215"/>
                      <a:gd name="T70" fmla="*/ 256 w 1208"/>
                      <a:gd name="T71" fmla="*/ 54 h 1215"/>
                      <a:gd name="T72" fmla="*/ 472 w 1208"/>
                      <a:gd name="T73" fmla="*/ 54 h 1215"/>
                      <a:gd name="T74" fmla="*/ 682 w 1208"/>
                      <a:gd name="T75" fmla="*/ 54 h 1215"/>
                      <a:gd name="T76" fmla="*/ 898 w 1208"/>
                      <a:gd name="T77" fmla="*/ 54 h 1215"/>
                      <a:gd name="T78" fmla="*/ 1080 w 1208"/>
                      <a:gd name="T79" fmla="*/ 54 h 1215"/>
                      <a:gd name="T80" fmla="*/ 1154 w 1208"/>
                      <a:gd name="T81" fmla="*/ 264 h 121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</a:cxnLst>
                    <a:rect l="0" t="0" r="r" b="b"/>
                    <a:pathLst>
                      <a:path w="1208" h="1215">
                        <a:moveTo>
                          <a:pt x="1080" y="0"/>
                        </a:moveTo>
                        <a:cubicBezTo>
                          <a:pt x="952" y="0"/>
                          <a:pt x="952" y="0"/>
                          <a:pt x="952" y="0"/>
                        </a:cubicBezTo>
                        <a:cubicBezTo>
                          <a:pt x="898" y="0"/>
                          <a:pt x="898" y="0"/>
                          <a:pt x="898" y="0"/>
                        </a:cubicBezTo>
                        <a:cubicBezTo>
                          <a:pt x="736" y="0"/>
                          <a:pt x="736" y="0"/>
                          <a:pt x="736" y="0"/>
                        </a:cubicBezTo>
                        <a:cubicBezTo>
                          <a:pt x="682" y="0"/>
                          <a:pt x="682" y="0"/>
                          <a:pt x="682" y="0"/>
                        </a:cubicBezTo>
                        <a:cubicBezTo>
                          <a:pt x="526" y="0"/>
                          <a:pt x="526" y="0"/>
                          <a:pt x="526" y="0"/>
                        </a:cubicBezTo>
                        <a:cubicBezTo>
                          <a:pt x="472" y="0"/>
                          <a:pt x="472" y="0"/>
                          <a:pt x="472" y="0"/>
                        </a:cubicBezTo>
                        <a:cubicBezTo>
                          <a:pt x="310" y="0"/>
                          <a:pt x="310" y="0"/>
                          <a:pt x="310" y="0"/>
                        </a:cubicBezTo>
                        <a:cubicBezTo>
                          <a:pt x="256" y="0"/>
                          <a:pt x="256" y="0"/>
                          <a:pt x="256" y="0"/>
                        </a:cubicBezTo>
                        <a:cubicBezTo>
                          <a:pt x="128" y="0"/>
                          <a:pt x="128" y="0"/>
                          <a:pt x="128" y="0"/>
                        </a:cubicBezTo>
                        <a:cubicBezTo>
                          <a:pt x="54" y="0"/>
                          <a:pt x="0" y="61"/>
                          <a:pt x="0" y="129"/>
                        </a:cubicBezTo>
                        <a:cubicBezTo>
                          <a:pt x="0" y="264"/>
                          <a:pt x="0" y="264"/>
                          <a:pt x="0" y="264"/>
                        </a:cubicBezTo>
                        <a:cubicBezTo>
                          <a:pt x="0" y="318"/>
                          <a:pt x="0" y="318"/>
                          <a:pt x="0" y="318"/>
                        </a:cubicBezTo>
                        <a:cubicBezTo>
                          <a:pt x="0" y="473"/>
                          <a:pt x="0" y="473"/>
                          <a:pt x="0" y="473"/>
                        </a:cubicBezTo>
                        <a:cubicBezTo>
                          <a:pt x="0" y="527"/>
                          <a:pt x="0" y="527"/>
                          <a:pt x="0" y="527"/>
                        </a:cubicBezTo>
                        <a:cubicBezTo>
                          <a:pt x="0" y="689"/>
                          <a:pt x="0" y="689"/>
                          <a:pt x="0" y="689"/>
                        </a:cubicBezTo>
                        <a:cubicBezTo>
                          <a:pt x="0" y="743"/>
                          <a:pt x="0" y="743"/>
                          <a:pt x="0" y="743"/>
                        </a:cubicBezTo>
                        <a:cubicBezTo>
                          <a:pt x="0" y="898"/>
                          <a:pt x="0" y="898"/>
                          <a:pt x="0" y="898"/>
                        </a:cubicBezTo>
                        <a:cubicBezTo>
                          <a:pt x="0" y="952"/>
                          <a:pt x="0" y="952"/>
                          <a:pt x="0" y="952"/>
                        </a:cubicBezTo>
                        <a:cubicBezTo>
                          <a:pt x="0" y="1087"/>
                          <a:pt x="0" y="1087"/>
                          <a:pt x="0" y="1087"/>
                        </a:cubicBezTo>
                        <a:cubicBezTo>
                          <a:pt x="0" y="1161"/>
                          <a:pt x="54" y="1215"/>
                          <a:pt x="128" y="1215"/>
                        </a:cubicBezTo>
                        <a:cubicBezTo>
                          <a:pt x="256" y="1215"/>
                          <a:pt x="256" y="1215"/>
                          <a:pt x="256" y="1215"/>
                        </a:cubicBezTo>
                        <a:cubicBezTo>
                          <a:pt x="310" y="1215"/>
                          <a:pt x="310" y="1215"/>
                          <a:pt x="310" y="1215"/>
                        </a:cubicBezTo>
                        <a:cubicBezTo>
                          <a:pt x="472" y="1215"/>
                          <a:pt x="472" y="1215"/>
                          <a:pt x="472" y="1215"/>
                        </a:cubicBezTo>
                        <a:cubicBezTo>
                          <a:pt x="526" y="1215"/>
                          <a:pt x="526" y="1215"/>
                          <a:pt x="526" y="1215"/>
                        </a:cubicBezTo>
                        <a:cubicBezTo>
                          <a:pt x="682" y="1215"/>
                          <a:pt x="682" y="1215"/>
                          <a:pt x="682" y="1215"/>
                        </a:cubicBezTo>
                        <a:cubicBezTo>
                          <a:pt x="736" y="1215"/>
                          <a:pt x="736" y="1215"/>
                          <a:pt x="736" y="1215"/>
                        </a:cubicBezTo>
                        <a:cubicBezTo>
                          <a:pt x="898" y="1215"/>
                          <a:pt x="898" y="1215"/>
                          <a:pt x="898" y="1215"/>
                        </a:cubicBezTo>
                        <a:cubicBezTo>
                          <a:pt x="952" y="1215"/>
                          <a:pt x="952" y="1215"/>
                          <a:pt x="952" y="1215"/>
                        </a:cubicBezTo>
                        <a:cubicBezTo>
                          <a:pt x="1080" y="1215"/>
                          <a:pt x="1080" y="1215"/>
                          <a:pt x="1080" y="1215"/>
                        </a:cubicBezTo>
                        <a:cubicBezTo>
                          <a:pt x="1154" y="1215"/>
                          <a:pt x="1208" y="1161"/>
                          <a:pt x="1208" y="1087"/>
                        </a:cubicBezTo>
                        <a:cubicBezTo>
                          <a:pt x="1208" y="952"/>
                          <a:pt x="1208" y="952"/>
                          <a:pt x="1208" y="952"/>
                        </a:cubicBezTo>
                        <a:cubicBezTo>
                          <a:pt x="1208" y="898"/>
                          <a:pt x="1208" y="898"/>
                          <a:pt x="1208" y="898"/>
                        </a:cubicBezTo>
                        <a:cubicBezTo>
                          <a:pt x="1208" y="743"/>
                          <a:pt x="1208" y="743"/>
                          <a:pt x="1208" y="743"/>
                        </a:cubicBezTo>
                        <a:cubicBezTo>
                          <a:pt x="1208" y="689"/>
                          <a:pt x="1208" y="689"/>
                          <a:pt x="1208" y="689"/>
                        </a:cubicBezTo>
                        <a:cubicBezTo>
                          <a:pt x="1208" y="527"/>
                          <a:pt x="1208" y="527"/>
                          <a:pt x="1208" y="527"/>
                        </a:cubicBezTo>
                        <a:cubicBezTo>
                          <a:pt x="1208" y="473"/>
                          <a:pt x="1208" y="473"/>
                          <a:pt x="1208" y="473"/>
                        </a:cubicBezTo>
                        <a:cubicBezTo>
                          <a:pt x="1208" y="318"/>
                          <a:pt x="1208" y="318"/>
                          <a:pt x="1208" y="318"/>
                        </a:cubicBezTo>
                        <a:cubicBezTo>
                          <a:pt x="1208" y="264"/>
                          <a:pt x="1208" y="264"/>
                          <a:pt x="1208" y="264"/>
                        </a:cubicBezTo>
                        <a:cubicBezTo>
                          <a:pt x="1208" y="129"/>
                          <a:pt x="1208" y="129"/>
                          <a:pt x="1208" y="129"/>
                        </a:cubicBezTo>
                        <a:cubicBezTo>
                          <a:pt x="1208" y="61"/>
                          <a:pt x="1154" y="0"/>
                          <a:pt x="1080" y="0"/>
                        </a:cubicBezTo>
                        <a:close/>
                        <a:moveTo>
                          <a:pt x="1154" y="264"/>
                        </a:moveTo>
                        <a:cubicBezTo>
                          <a:pt x="1154" y="318"/>
                          <a:pt x="1154" y="318"/>
                          <a:pt x="1154" y="318"/>
                        </a:cubicBezTo>
                        <a:cubicBezTo>
                          <a:pt x="1154" y="473"/>
                          <a:pt x="1154" y="473"/>
                          <a:pt x="1154" y="473"/>
                        </a:cubicBezTo>
                        <a:cubicBezTo>
                          <a:pt x="1154" y="527"/>
                          <a:pt x="1154" y="527"/>
                          <a:pt x="1154" y="527"/>
                        </a:cubicBezTo>
                        <a:cubicBezTo>
                          <a:pt x="1154" y="689"/>
                          <a:pt x="1154" y="689"/>
                          <a:pt x="1154" y="689"/>
                        </a:cubicBezTo>
                        <a:cubicBezTo>
                          <a:pt x="1154" y="743"/>
                          <a:pt x="1154" y="743"/>
                          <a:pt x="1154" y="743"/>
                        </a:cubicBezTo>
                        <a:cubicBezTo>
                          <a:pt x="1154" y="898"/>
                          <a:pt x="1154" y="898"/>
                          <a:pt x="1154" y="898"/>
                        </a:cubicBezTo>
                        <a:cubicBezTo>
                          <a:pt x="1154" y="952"/>
                          <a:pt x="1154" y="952"/>
                          <a:pt x="1154" y="952"/>
                        </a:cubicBezTo>
                        <a:cubicBezTo>
                          <a:pt x="1154" y="1087"/>
                          <a:pt x="1154" y="1087"/>
                          <a:pt x="1154" y="1087"/>
                        </a:cubicBezTo>
                        <a:cubicBezTo>
                          <a:pt x="1154" y="1127"/>
                          <a:pt x="1127" y="1161"/>
                          <a:pt x="1080" y="1161"/>
                        </a:cubicBezTo>
                        <a:cubicBezTo>
                          <a:pt x="952" y="1161"/>
                          <a:pt x="952" y="1161"/>
                          <a:pt x="952" y="1161"/>
                        </a:cubicBezTo>
                        <a:cubicBezTo>
                          <a:pt x="898" y="1161"/>
                          <a:pt x="898" y="1161"/>
                          <a:pt x="898" y="1161"/>
                        </a:cubicBezTo>
                        <a:cubicBezTo>
                          <a:pt x="736" y="1161"/>
                          <a:pt x="736" y="1161"/>
                          <a:pt x="736" y="1161"/>
                        </a:cubicBezTo>
                        <a:cubicBezTo>
                          <a:pt x="682" y="1161"/>
                          <a:pt x="682" y="1161"/>
                          <a:pt x="682" y="1161"/>
                        </a:cubicBezTo>
                        <a:cubicBezTo>
                          <a:pt x="526" y="1161"/>
                          <a:pt x="526" y="1161"/>
                          <a:pt x="526" y="1161"/>
                        </a:cubicBezTo>
                        <a:cubicBezTo>
                          <a:pt x="472" y="1161"/>
                          <a:pt x="472" y="1161"/>
                          <a:pt x="472" y="1161"/>
                        </a:cubicBezTo>
                        <a:cubicBezTo>
                          <a:pt x="310" y="1161"/>
                          <a:pt x="310" y="1161"/>
                          <a:pt x="310" y="1161"/>
                        </a:cubicBezTo>
                        <a:cubicBezTo>
                          <a:pt x="256" y="1161"/>
                          <a:pt x="256" y="1161"/>
                          <a:pt x="256" y="1161"/>
                        </a:cubicBezTo>
                        <a:cubicBezTo>
                          <a:pt x="128" y="1161"/>
                          <a:pt x="128" y="1161"/>
                          <a:pt x="128" y="1161"/>
                        </a:cubicBezTo>
                        <a:cubicBezTo>
                          <a:pt x="81" y="1161"/>
                          <a:pt x="54" y="1127"/>
                          <a:pt x="54" y="1087"/>
                        </a:cubicBezTo>
                        <a:cubicBezTo>
                          <a:pt x="54" y="952"/>
                          <a:pt x="54" y="952"/>
                          <a:pt x="54" y="952"/>
                        </a:cubicBezTo>
                        <a:cubicBezTo>
                          <a:pt x="54" y="898"/>
                          <a:pt x="54" y="898"/>
                          <a:pt x="54" y="898"/>
                        </a:cubicBezTo>
                        <a:cubicBezTo>
                          <a:pt x="54" y="743"/>
                          <a:pt x="54" y="743"/>
                          <a:pt x="54" y="743"/>
                        </a:cubicBezTo>
                        <a:cubicBezTo>
                          <a:pt x="54" y="689"/>
                          <a:pt x="54" y="689"/>
                          <a:pt x="54" y="689"/>
                        </a:cubicBezTo>
                        <a:cubicBezTo>
                          <a:pt x="54" y="527"/>
                          <a:pt x="54" y="527"/>
                          <a:pt x="54" y="527"/>
                        </a:cubicBezTo>
                        <a:cubicBezTo>
                          <a:pt x="54" y="473"/>
                          <a:pt x="54" y="473"/>
                          <a:pt x="54" y="473"/>
                        </a:cubicBezTo>
                        <a:cubicBezTo>
                          <a:pt x="54" y="318"/>
                          <a:pt x="54" y="318"/>
                          <a:pt x="54" y="318"/>
                        </a:cubicBezTo>
                        <a:cubicBezTo>
                          <a:pt x="54" y="264"/>
                          <a:pt x="54" y="264"/>
                          <a:pt x="54" y="264"/>
                        </a:cubicBezTo>
                        <a:cubicBezTo>
                          <a:pt x="54" y="129"/>
                          <a:pt x="54" y="129"/>
                          <a:pt x="54" y="129"/>
                        </a:cubicBezTo>
                        <a:cubicBezTo>
                          <a:pt x="54" y="88"/>
                          <a:pt x="81" y="54"/>
                          <a:pt x="128" y="54"/>
                        </a:cubicBezTo>
                        <a:cubicBezTo>
                          <a:pt x="256" y="54"/>
                          <a:pt x="256" y="54"/>
                          <a:pt x="256" y="54"/>
                        </a:cubicBezTo>
                        <a:cubicBezTo>
                          <a:pt x="310" y="54"/>
                          <a:pt x="310" y="54"/>
                          <a:pt x="310" y="54"/>
                        </a:cubicBezTo>
                        <a:cubicBezTo>
                          <a:pt x="472" y="54"/>
                          <a:pt x="472" y="54"/>
                          <a:pt x="472" y="54"/>
                        </a:cubicBezTo>
                        <a:cubicBezTo>
                          <a:pt x="526" y="54"/>
                          <a:pt x="526" y="54"/>
                          <a:pt x="526" y="54"/>
                        </a:cubicBezTo>
                        <a:cubicBezTo>
                          <a:pt x="682" y="54"/>
                          <a:pt x="682" y="54"/>
                          <a:pt x="682" y="54"/>
                        </a:cubicBezTo>
                        <a:cubicBezTo>
                          <a:pt x="736" y="54"/>
                          <a:pt x="736" y="54"/>
                          <a:pt x="736" y="54"/>
                        </a:cubicBezTo>
                        <a:cubicBezTo>
                          <a:pt x="898" y="54"/>
                          <a:pt x="898" y="54"/>
                          <a:pt x="898" y="54"/>
                        </a:cubicBezTo>
                        <a:cubicBezTo>
                          <a:pt x="952" y="54"/>
                          <a:pt x="952" y="54"/>
                          <a:pt x="952" y="54"/>
                        </a:cubicBezTo>
                        <a:cubicBezTo>
                          <a:pt x="1080" y="54"/>
                          <a:pt x="1080" y="54"/>
                          <a:pt x="1080" y="54"/>
                        </a:cubicBezTo>
                        <a:cubicBezTo>
                          <a:pt x="1127" y="54"/>
                          <a:pt x="1154" y="88"/>
                          <a:pt x="1154" y="129"/>
                        </a:cubicBezTo>
                        <a:cubicBezTo>
                          <a:pt x="1154" y="264"/>
                          <a:pt x="1154" y="264"/>
                          <a:pt x="1154" y="264"/>
                        </a:cubicBezTo>
                        <a:cubicBezTo>
                          <a:pt x="1154" y="264"/>
                          <a:pt x="1154" y="264"/>
                          <a:pt x="1154" y="264"/>
                        </a:cubicBezTo>
                        <a:close/>
                      </a:path>
                    </a:pathLst>
                  </a:custGeom>
                  <a:solidFill>
                    <a:schemeClr val="tx1">
                      <a:lumMod val="85000"/>
                      <a:lumOff val="15000"/>
                    </a:scheme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</p:grpSp>
            <p:pic>
              <p:nvPicPr>
                <p:cNvPr id="722" name="그림 721">
                  <a:extLst>
                    <a:ext uri="{FF2B5EF4-FFF2-40B4-BE49-F238E27FC236}">
                      <a16:creationId xmlns:a16="http://schemas.microsoft.com/office/drawing/2014/main" id="{090F42AA-C15B-3286-F038-0702325CFAD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lum bright="100000"/>
                </a:blip>
                <a:stretch>
                  <a:fillRect/>
                </a:stretch>
              </p:blipFill>
              <p:spPr>
                <a:xfrm>
                  <a:off x="1124483" y="5707212"/>
                  <a:ext cx="491143" cy="179999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745" name="그룹 744">
              <a:extLst>
                <a:ext uri="{FF2B5EF4-FFF2-40B4-BE49-F238E27FC236}">
                  <a16:creationId xmlns:a16="http://schemas.microsoft.com/office/drawing/2014/main" id="{7FD5552D-90E0-2F8E-3939-BF460109588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002617" y="3580148"/>
              <a:ext cx="332424" cy="457200"/>
              <a:chOff x="3493292" y="3693520"/>
              <a:chExt cx="897069" cy="1233786"/>
            </a:xfrm>
          </p:grpSpPr>
          <p:grpSp>
            <p:nvGrpSpPr>
              <p:cNvPr id="746" name="그룹 745">
                <a:extLst>
                  <a:ext uri="{FF2B5EF4-FFF2-40B4-BE49-F238E27FC236}">
                    <a16:creationId xmlns:a16="http://schemas.microsoft.com/office/drawing/2014/main" id="{DA72DDD0-DE53-F5E8-B54F-584596C1EB74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493292" y="3693520"/>
                <a:ext cx="897069" cy="1233786"/>
                <a:chOff x="11921389" y="4267727"/>
                <a:chExt cx="916126" cy="1260000"/>
              </a:xfrm>
            </p:grpSpPr>
            <p:sp>
              <p:nvSpPr>
                <p:cNvPr id="768" name="사각형: 둥근 모서리 147">
                  <a:extLst>
                    <a:ext uri="{FF2B5EF4-FFF2-40B4-BE49-F238E27FC236}">
                      <a16:creationId xmlns:a16="http://schemas.microsoft.com/office/drawing/2014/main" id="{17FC6F20-8BE7-8068-B28F-2ECB3FE1F238}"/>
                    </a:ext>
                  </a:extLst>
                </p:cNvPr>
                <p:cNvSpPr/>
                <p:nvPr/>
              </p:nvSpPr>
              <p:spPr>
                <a:xfrm>
                  <a:off x="11923593" y="4271687"/>
                  <a:ext cx="911716" cy="1252078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b="0" i="0" u="none" strike="noStrike" kern="1200" cap="none" spc="-3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KoPub돋움체 Bold"/>
                    <a:ea typeface="KoPub돋움체 Medium"/>
                    <a:cs typeface="Arial"/>
                  </a:endParaRPr>
                </a:p>
              </p:txBody>
            </p:sp>
            <p:grpSp>
              <p:nvGrpSpPr>
                <p:cNvPr id="769" name="그룹 768">
                  <a:extLst>
                    <a:ext uri="{FF2B5EF4-FFF2-40B4-BE49-F238E27FC236}">
                      <a16:creationId xmlns:a16="http://schemas.microsoft.com/office/drawing/2014/main" id="{C1527FE1-0C6C-FAE4-89CD-C056CE45CCD0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770" name="Freeform 230">
                    <a:extLst>
                      <a:ext uri="{FF2B5EF4-FFF2-40B4-BE49-F238E27FC236}">
                        <a16:creationId xmlns:a16="http://schemas.microsoft.com/office/drawing/2014/main" id="{297FD3BB-3A98-3B21-8D7E-8683C74711F7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KoPub돋움체 Bold"/>
                      <a:ea typeface="KoPub돋움체 Medium"/>
                      <a:cs typeface="Arial"/>
                    </a:endParaRPr>
                  </a:p>
                </p:txBody>
              </p:sp>
              <p:sp>
                <p:nvSpPr>
                  <p:cNvPr id="771" name="Freeform 231">
                    <a:extLst>
                      <a:ext uri="{FF2B5EF4-FFF2-40B4-BE49-F238E27FC236}">
                        <a16:creationId xmlns:a16="http://schemas.microsoft.com/office/drawing/2014/main" id="{5D1FBD01-D096-871D-EE51-0ED4071D26B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KoPub돋움체 Bold"/>
                      <a:ea typeface="KoPub돋움체 Medium"/>
                      <a:cs typeface="Arial"/>
                    </a:endParaRPr>
                  </a:p>
                </p:txBody>
              </p:sp>
            </p:grpSp>
          </p:grpSp>
          <p:grpSp>
            <p:nvGrpSpPr>
              <p:cNvPr id="747" name="그룹 746">
                <a:extLst>
                  <a:ext uri="{FF2B5EF4-FFF2-40B4-BE49-F238E27FC236}">
                    <a16:creationId xmlns:a16="http://schemas.microsoft.com/office/drawing/2014/main" id="{1545C418-0D36-3B9E-C58B-9228ACF4CA33}"/>
                  </a:ext>
                </a:extLst>
              </p:cNvPr>
              <p:cNvGrpSpPr/>
              <p:nvPr/>
            </p:nvGrpSpPr>
            <p:grpSpPr>
              <a:xfrm>
                <a:off x="3623554" y="4140320"/>
                <a:ext cx="636537" cy="634466"/>
                <a:chOff x="881898" y="5310642"/>
                <a:chExt cx="976313" cy="973138"/>
              </a:xfrm>
            </p:grpSpPr>
            <p:grpSp>
              <p:nvGrpSpPr>
                <p:cNvPr id="748" name="그룹 747">
                  <a:extLst>
                    <a:ext uri="{FF2B5EF4-FFF2-40B4-BE49-F238E27FC236}">
                      <a16:creationId xmlns:a16="http://schemas.microsoft.com/office/drawing/2014/main" id="{B9B79027-3104-3D20-C67F-36787601163B}"/>
                    </a:ext>
                  </a:extLst>
                </p:cNvPr>
                <p:cNvGrpSpPr/>
                <p:nvPr/>
              </p:nvGrpSpPr>
              <p:grpSpPr>
                <a:xfrm>
                  <a:off x="881898" y="5310642"/>
                  <a:ext cx="976313" cy="973138"/>
                  <a:chOff x="21240750" y="2320925"/>
                  <a:chExt cx="976313" cy="973138"/>
                </a:xfrm>
              </p:grpSpPr>
              <p:sp>
                <p:nvSpPr>
                  <p:cNvPr id="750" name="Freeform 113">
                    <a:extLst>
                      <a:ext uri="{FF2B5EF4-FFF2-40B4-BE49-F238E27FC236}">
                        <a16:creationId xmlns:a16="http://schemas.microsoft.com/office/drawing/2014/main" id="{D9A775FF-EF6D-847E-C2BF-0471A93CB45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410343" y="2487232"/>
                    <a:ext cx="637131" cy="640525"/>
                  </a:xfrm>
                  <a:custGeom>
                    <a:avLst/>
                    <a:gdLst>
                      <a:gd name="T0" fmla="*/ 1100 w 1100"/>
                      <a:gd name="T1" fmla="*/ 210 h 1107"/>
                      <a:gd name="T2" fmla="*/ 1100 w 1100"/>
                      <a:gd name="T3" fmla="*/ 264 h 1107"/>
                      <a:gd name="T4" fmla="*/ 1100 w 1100"/>
                      <a:gd name="T5" fmla="*/ 419 h 1107"/>
                      <a:gd name="T6" fmla="*/ 1100 w 1100"/>
                      <a:gd name="T7" fmla="*/ 473 h 1107"/>
                      <a:gd name="T8" fmla="*/ 1100 w 1100"/>
                      <a:gd name="T9" fmla="*/ 635 h 1107"/>
                      <a:gd name="T10" fmla="*/ 1100 w 1100"/>
                      <a:gd name="T11" fmla="*/ 689 h 1107"/>
                      <a:gd name="T12" fmla="*/ 1100 w 1100"/>
                      <a:gd name="T13" fmla="*/ 844 h 1107"/>
                      <a:gd name="T14" fmla="*/ 1100 w 1100"/>
                      <a:gd name="T15" fmla="*/ 898 h 1107"/>
                      <a:gd name="T16" fmla="*/ 1100 w 1100"/>
                      <a:gd name="T17" fmla="*/ 1033 h 1107"/>
                      <a:gd name="T18" fmla="*/ 1026 w 1100"/>
                      <a:gd name="T19" fmla="*/ 1107 h 1107"/>
                      <a:gd name="T20" fmla="*/ 898 w 1100"/>
                      <a:gd name="T21" fmla="*/ 1107 h 1107"/>
                      <a:gd name="T22" fmla="*/ 844 w 1100"/>
                      <a:gd name="T23" fmla="*/ 1107 h 1107"/>
                      <a:gd name="T24" fmla="*/ 682 w 1100"/>
                      <a:gd name="T25" fmla="*/ 1107 h 1107"/>
                      <a:gd name="T26" fmla="*/ 628 w 1100"/>
                      <a:gd name="T27" fmla="*/ 1107 h 1107"/>
                      <a:gd name="T28" fmla="*/ 472 w 1100"/>
                      <a:gd name="T29" fmla="*/ 1107 h 1107"/>
                      <a:gd name="T30" fmla="*/ 418 w 1100"/>
                      <a:gd name="T31" fmla="*/ 1107 h 1107"/>
                      <a:gd name="T32" fmla="*/ 256 w 1100"/>
                      <a:gd name="T33" fmla="*/ 1107 h 1107"/>
                      <a:gd name="T34" fmla="*/ 202 w 1100"/>
                      <a:gd name="T35" fmla="*/ 1107 h 1107"/>
                      <a:gd name="T36" fmla="*/ 74 w 1100"/>
                      <a:gd name="T37" fmla="*/ 1107 h 1107"/>
                      <a:gd name="T38" fmla="*/ 0 w 1100"/>
                      <a:gd name="T39" fmla="*/ 1033 h 1107"/>
                      <a:gd name="T40" fmla="*/ 0 w 1100"/>
                      <a:gd name="T41" fmla="*/ 898 h 1107"/>
                      <a:gd name="T42" fmla="*/ 0 w 1100"/>
                      <a:gd name="T43" fmla="*/ 844 h 1107"/>
                      <a:gd name="T44" fmla="*/ 0 w 1100"/>
                      <a:gd name="T45" fmla="*/ 689 h 1107"/>
                      <a:gd name="T46" fmla="*/ 0 w 1100"/>
                      <a:gd name="T47" fmla="*/ 635 h 1107"/>
                      <a:gd name="T48" fmla="*/ 0 w 1100"/>
                      <a:gd name="T49" fmla="*/ 473 h 1107"/>
                      <a:gd name="T50" fmla="*/ 0 w 1100"/>
                      <a:gd name="T51" fmla="*/ 419 h 1107"/>
                      <a:gd name="T52" fmla="*/ 0 w 1100"/>
                      <a:gd name="T53" fmla="*/ 264 h 1107"/>
                      <a:gd name="T54" fmla="*/ 0 w 1100"/>
                      <a:gd name="T55" fmla="*/ 210 h 1107"/>
                      <a:gd name="T56" fmla="*/ 0 w 1100"/>
                      <a:gd name="T57" fmla="*/ 75 h 1107"/>
                      <a:gd name="T58" fmla="*/ 74 w 1100"/>
                      <a:gd name="T59" fmla="*/ 0 h 1107"/>
                      <a:gd name="T60" fmla="*/ 202 w 1100"/>
                      <a:gd name="T61" fmla="*/ 0 h 1107"/>
                      <a:gd name="T62" fmla="*/ 256 w 1100"/>
                      <a:gd name="T63" fmla="*/ 0 h 1107"/>
                      <a:gd name="T64" fmla="*/ 418 w 1100"/>
                      <a:gd name="T65" fmla="*/ 0 h 1107"/>
                      <a:gd name="T66" fmla="*/ 472 w 1100"/>
                      <a:gd name="T67" fmla="*/ 0 h 1107"/>
                      <a:gd name="T68" fmla="*/ 628 w 1100"/>
                      <a:gd name="T69" fmla="*/ 0 h 1107"/>
                      <a:gd name="T70" fmla="*/ 682 w 1100"/>
                      <a:gd name="T71" fmla="*/ 0 h 1107"/>
                      <a:gd name="T72" fmla="*/ 844 w 1100"/>
                      <a:gd name="T73" fmla="*/ 0 h 1107"/>
                      <a:gd name="T74" fmla="*/ 898 w 1100"/>
                      <a:gd name="T75" fmla="*/ 0 h 1107"/>
                      <a:gd name="T76" fmla="*/ 1026 w 1100"/>
                      <a:gd name="T77" fmla="*/ 0 h 1107"/>
                      <a:gd name="T78" fmla="*/ 1100 w 1100"/>
                      <a:gd name="T79" fmla="*/ 75 h 1107"/>
                      <a:gd name="T80" fmla="*/ 1100 w 1100"/>
                      <a:gd name="T81" fmla="*/ 210 h 1107"/>
                      <a:gd name="T82" fmla="*/ 1100 w 1100"/>
                      <a:gd name="T83" fmla="*/ 210 h 110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1100" h="1107">
                        <a:moveTo>
                          <a:pt x="1100" y="210"/>
                        </a:moveTo>
                        <a:cubicBezTo>
                          <a:pt x="1100" y="264"/>
                          <a:pt x="1100" y="264"/>
                          <a:pt x="1100" y="264"/>
                        </a:cubicBezTo>
                        <a:cubicBezTo>
                          <a:pt x="1100" y="419"/>
                          <a:pt x="1100" y="419"/>
                          <a:pt x="1100" y="419"/>
                        </a:cubicBezTo>
                        <a:cubicBezTo>
                          <a:pt x="1100" y="473"/>
                          <a:pt x="1100" y="473"/>
                          <a:pt x="1100" y="473"/>
                        </a:cubicBezTo>
                        <a:cubicBezTo>
                          <a:pt x="1100" y="635"/>
                          <a:pt x="1100" y="635"/>
                          <a:pt x="1100" y="635"/>
                        </a:cubicBezTo>
                        <a:cubicBezTo>
                          <a:pt x="1100" y="689"/>
                          <a:pt x="1100" y="689"/>
                          <a:pt x="1100" y="689"/>
                        </a:cubicBezTo>
                        <a:cubicBezTo>
                          <a:pt x="1100" y="844"/>
                          <a:pt x="1100" y="844"/>
                          <a:pt x="1100" y="844"/>
                        </a:cubicBezTo>
                        <a:cubicBezTo>
                          <a:pt x="1100" y="898"/>
                          <a:pt x="1100" y="898"/>
                          <a:pt x="1100" y="898"/>
                        </a:cubicBezTo>
                        <a:cubicBezTo>
                          <a:pt x="1100" y="1033"/>
                          <a:pt x="1100" y="1033"/>
                          <a:pt x="1100" y="1033"/>
                        </a:cubicBezTo>
                        <a:cubicBezTo>
                          <a:pt x="1100" y="1073"/>
                          <a:pt x="1073" y="1107"/>
                          <a:pt x="1026" y="1107"/>
                        </a:cubicBezTo>
                        <a:cubicBezTo>
                          <a:pt x="898" y="1107"/>
                          <a:pt x="898" y="1107"/>
                          <a:pt x="898" y="1107"/>
                        </a:cubicBezTo>
                        <a:cubicBezTo>
                          <a:pt x="844" y="1107"/>
                          <a:pt x="844" y="1107"/>
                          <a:pt x="844" y="1107"/>
                        </a:cubicBezTo>
                        <a:cubicBezTo>
                          <a:pt x="682" y="1107"/>
                          <a:pt x="682" y="1107"/>
                          <a:pt x="682" y="1107"/>
                        </a:cubicBezTo>
                        <a:cubicBezTo>
                          <a:pt x="628" y="1107"/>
                          <a:pt x="628" y="1107"/>
                          <a:pt x="628" y="1107"/>
                        </a:cubicBezTo>
                        <a:cubicBezTo>
                          <a:pt x="472" y="1107"/>
                          <a:pt x="472" y="1107"/>
                          <a:pt x="472" y="1107"/>
                        </a:cubicBezTo>
                        <a:cubicBezTo>
                          <a:pt x="418" y="1107"/>
                          <a:pt x="418" y="1107"/>
                          <a:pt x="418" y="1107"/>
                        </a:cubicBezTo>
                        <a:cubicBezTo>
                          <a:pt x="256" y="1107"/>
                          <a:pt x="256" y="1107"/>
                          <a:pt x="256" y="1107"/>
                        </a:cubicBezTo>
                        <a:cubicBezTo>
                          <a:pt x="202" y="1107"/>
                          <a:pt x="202" y="1107"/>
                          <a:pt x="202" y="1107"/>
                        </a:cubicBezTo>
                        <a:cubicBezTo>
                          <a:pt x="74" y="1107"/>
                          <a:pt x="74" y="1107"/>
                          <a:pt x="74" y="1107"/>
                        </a:cubicBezTo>
                        <a:cubicBezTo>
                          <a:pt x="27" y="1107"/>
                          <a:pt x="0" y="1073"/>
                          <a:pt x="0" y="1033"/>
                        </a:cubicBezTo>
                        <a:cubicBezTo>
                          <a:pt x="0" y="898"/>
                          <a:pt x="0" y="898"/>
                          <a:pt x="0" y="898"/>
                        </a:cubicBezTo>
                        <a:cubicBezTo>
                          <a:pt x="0" y="844"/>
                          <a:pt x="0" y="844"/>
                          <a:pt x="0" y="844"/>
                        </a:cubicBezTo>
                        <a:cubicBezTo>
                          <a:pt x="0" y="689"/>
                          <a:pt x="0" y="689"/>
                          <a:pt x="0" y="689"/>
                        </a:cubicBezTo>
                        <a:cubicBezTo>
                          <a:pt x="0" y="635"/>
                          <a:pt x="0" y="635"/>
                          <a:pt x="0" y="635"/>
                        </a:cubicBezTo>
                        <a:cubicBezTo>
                          <a:pt x="0" y="473"/>
                          <a:pt x="0" y="473"/>
                          <a:pt x="0" y="473"/>
                        </a:cubicBezTo>
                        <a:cubicBezTo>
                          <a:pt x="0" y="419"/>
                          <a:pt x="0" y="419"/>
                          <a:pt x="0" y="419"/>
                        </a:cubicBezTo>
                        <a:cubicBezTo>
                          <a:pt x="0" y="264"/>
                          <a:pt x="0" y="264"/>
                          <a:pt x="0" y="264"/>
                        </a:cubicBezTo>
                        <a:cubicBezTo>
                          <a:pt x="0" y="210"/>
                          <a:pt x="0" y="210"/>
                          <a:pt x="0" y="210"/>
                        </a:cubicBezTo>
                        <a:cubicBezTo>
                          <a:pt x="0" y="75"/>
                          <a:pt x="0" y="75"/>
                          <a:pt x="0" y="75"/>
                        </a:cubicBezTo>
                        <a:cubicBezTo>
                          <a:pt x="0" y="34"/>
                          <a:pt x="27" y="0"/>
                          <a:pt x="74" y="0"/>
                        </a:cubicBezTo>
                        <a:cubicBezTo>
                          <a:pt x="202" y="0"/>
                          <a:pt x="202" y="0"/>
                          <a:pt x="202" y="0"/>
                        </a:cubicBezTo>
                        <a:cubicBezTo>
                          <a:pt x="256" y="0"/>
                          <a:pt x="256" y="0"/>
                          <a:pt x="256" y="0"/>
                        </a:cubicBezTo>
                        <a:cubicBezTo>
                          <a:pt x="418" y="0"/>
                          <a:pt x="418" y="0"/>
                          <a:pt x="418" y="0"/>
                        </a:cubicBezTo>
                        <a:cubicBezTo>
                          <a:pt x="472" y="0"/>
                          <a:pt x="472" y="0"/>
                          <a:pt x="472" y="0"/>
                        </a:cubicBezTo>
                        <a:cubicBezTo>
                          <a:pt x="628" y="0"/>
                          <a:pt x="628" y="0"/>
                          <a:pt x="628" y="0"/>
                        </a:cubicBezTo>
                        <a:cubicBezTo>
                          <a:pt x="682" y="0"/>
                          <a:pt x="682" y="0"/>
                          <a:pt x="682" y="0"/>
                        </a:cubicBezTo>
                        <a:cubicBezTo>
                          <a:pt x="844" y="0"/>
                          <a:pt x="844" y="0"/>
                          <a:pt x="844" y="0"/>
                        </a:cubicBezTo>
                        <a:cubicBezTo>
                          <a:pt x="898" y="0"/>
                          <a:pt x="898" y="0"/>
                          <a:pt x="898" y="0"/>
                        </a:cubicBezTo>
                        <a:cubicBezTo>
                          <a:pt x="1026" y="0"/>
                          <a:pt x="1026" y="0"/>
                          <a:pt x="1026" y="0"/>
                        </a:cubicBezTo>
                        <a:cubicBezTo>
                          <a:pt x="1073" y="0"/>
                          <a:pt x="1100" y="34"/>
                          <a:pt x="1100" y="75"/>
                        </a:cubicBezTo>
                        <a:cubicBezTo>
                          <a:pt x="1100" y="210"/>
                          <a:pt x="1100" y="210"/>
                          <a:pt x="1100" y="210"/>
                        </a:cubicBezTo>
                        <a:cubicBezTo>
                          <a:pt x="1100" y="210"/>
                          <a:pt x="1100" y="210"/>
                          <a:pt x="1100" y="210"/>
                        </a:cubicBezTo>
                        <a:close/>
                      </a:path>
                    </a:pathLst>
                  </a:custGeom>
                  <a:solidFill>
                    <a:schemeClr val="tx1">
                      <a:lumMod val="85000"/>
                      <a:lumOff val="15000"/>
                    </a:scheme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51" name="Freeform 96">
                    <a:extLst>
                      <a:ext uri="{FF2B5EF4-FFF2-40B4-BE49-F238E27FC236}">
                        <a16:creationId xmlns:a16="http://schemas.microsoft.com/office/drawing/2014/main" id="{EFCBF6AB-817E-9BFD-49A2-6EF1B1C2FA3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085300" y="2620963"/>
                    <a:ext cx="131763" cy="30163"/>
                  </a:xfrm>
                  <a:custGeom>
                    <a:avLst/>
                    <a:gdLst>
                      <a:gd name="T0" fmla="*/ 244 w 244"/>
                      <a:gd name="T1" fmla="*/ 28 h 55"/>
                      <a:gd name="T2" fmla="*/ 217 w 244"/>
                      <a:gd name="T3" fmla="*/ 0 h 55"/>
                      <a:gd name="T4" fmla="*/ 0 w 244"/>
                      <a:gd name="T5" fmla="*/ 0 h 55"/>
                      <a:gd name="T6" fmla="*/ 0 w 244"/>
                      <a:gd name="T7" fmla="*/ 55 h 55"/>
                      <a:gd name="T8" fmla="*/ 217 w 244"/>
                      <a:gd name="T9" fmla="*/ 55 h 55"/>
                      <a:gd name="T10" fmla="*/ 244 w 244"/>
                      <a:gd name="T11" fmla="*/ 28 h 5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4" h="55">
                        <a:moveTo>
                          <a:pt x="244" y="28"/>
                        </a:moveTo>
                        <a:cubicBezTo>
                          <a:pt x="244" y="14"/>
                          <a:pt x="230" y="0"/>
                          <a:pt x="217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55"/>
                          <a:pt x="0" y="55"/>
                          <a:pt x="0" y="55"/>
                        </a:cubicBezTo>
                        <a:cubicBezTo>
                          <a:pt x="217" y="55"/>
                          <a:pt x="217" y="55"/>
                          <a:pt x="217" y="55"/>
                        </a:cubicBezTo>
                        <a:cubicBezTo>
                          <a:pt x="230" y="55"/>
                          <a:pt x="244" y="41"/>
                          <a:pt x="244" y="28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52" name="Freeform 97">
                    <a:extLst>
                      <a:ext uri="{FF2B5EF4-FFF2-40B4-BE49-F238E27FC236}">
                        <a16:creationId xmlns:a16="http://schemas.microsoft.com/office/drawing/2014/main" id="{82436412-BC90-F6CF-5D90-0B106A6FE26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085300" y="2733675"/>
                    <a:ext cx="131763" cy="30163"/>
                  </a:xfrm>
                  <a:custGeom>
                    <a:avLst/>
                    <a:gdLst>
                      <a:gd name="T0" fmla="*/ 217 w 244"/>
                      <a:gd name="T1" fmla="*/ 0 h 54"/>
                      <a:gd name="T2" fmla="*/ 0 w 244"/>
                      <a:gd name="T3" fmla="*/ 0 h 54"/>
                      <a:gd name="T4" fmla="*/ 0 w 244"/>
                      <a:gd name="T5" fmla="*/ 54 h 54"/>
                      <a:gd name="T6" fmla="*/ 217 w 244"/>
                      <a:gd name="T7" fmla="*/ 54 h 54"/>
                      <a:gd name="T8" fmla="*/ 244 w 244"/>
                      <a:gd name="T9" fmla="*/ 27 h 54"/>
                      <a:gd name="T10" fmla="*/ 217 w 244"/>
                      <a:gd name="T11" fmla="*/ 0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4" h="54">
                        <a:moveTo>
                          <a:pt x="217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54"/>
                          <a:pt x="0" y="54"/>
                          <a:pt x="0" y="54"/>
                        </a:cubicBezTo>
                        <a:cubicBezTo>
                          <a:pt x="217" y="54"/>
                          <a:pt x="217" y="54"/>
                          <a:pt x="217" y="54"/>
                        </a:cubicBezTo>
                        <a:cubicBezTo>
                          <a:pt x="230" y="54"/>
                          <a:pt x="244" y="47"/>
                          <a:pt x="244" y="27"/>
                        </a:cubicBezTo>
                        <a:cubicBezTo>
                          <a:pt x="244" y="13"/>
                          <a:pt x="230" y="0"/>
                          <a:pt x="217" y="0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53" name="Freeform 98">
                    <a:extLst>
                      <a:ext uri="{FF2B5EF4-FFF2-40B4-BE49-F238E27FC236}">
                        <a16:creationId xmlns:a16="http://schemas.microsoft.com/office/drawing/2014/main" id="{C13EE226-0B55-62EF-CA80-C28A8F1274F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085300" y="2851150"/>
                    <a:ext cx="131763" cy="30163"/>
                  </a:xfrm>
                  <a:custGeom>
                    <a:avLst/>
                    <a:gdLst>
                      <a:gd name="T0" fmla="*/ 217 w 244"/>
                      <a:gd name="T1" fmla="*/ 0 h 54"/>
                      <a:gd name="T2" fmla="*/ 0 w 244"/>
                      <a:gd name="T3" fmla="*/ 0 h 54"/>
                      <a:gd name="T4" fmla="*/ 0 w 244"/>
                      <a:gd name="T5" fmla="*/ 54 h 54"/>
                      <a:gd name="T6" fmla="*/ 217 w 244"/>
                      <a:gd name="T7" fmla="*/ 54 h 54"/>
                      <a:gd name="T8" fmla="*/ 244 w 244"/>
                      <a:gd name="T9" fmla="*/ 27 h 54"/>
                      <a:gd name="T10" fmla="*/ 217 w 244"/>
                      <a:gd name="T11" fmla="*/ 0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4" h="54">
                        <a:moveTo>
                          <a:pt x="217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54"/>
                          <a:pt x="0" y="54"/>
                          <a:pt x="0" y="54"/>
                        </a:cubicBezTo>
                        <a:cubicBezTo>
                          <a:pt x="217" y="54"/>
                          <a:pt x="217" y="54"/>
                          <a:pt x="217" y="54"/>
                        </a:cubicBezTo>
                        <a:cubicBezTo>
                          <a:pt x="230" y="54"/>
                          <a:pt x="244" y="41"/>
                          <a:pt x="244" y="27"/>
                        </a:cubicBezTo>
                        <a:cubicBezTo>
                          <a:pt x="244" y="14"/>
                          <a:pt x="230" y="0"/>
                          <a:pt x="217" y="0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54" name="Freeform 99">
                    <a:extLst>
                      <a:ext uri="{FF2B5EF4-FFF2-40B4-BE49-F238E27FC236}">
                        <a16:creationId xmlns:a16="http://schemas.microsoft.com/office/drawing/2014/main" id="{6B636166-330A-AC31-9E33-48CD48CF17E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085300" y="2965450"/>
                    <a:ext cx="131763" cy="28575"/>
                  </a:xfrm>
                  <a:custGeom>
                    <a:avLst/>
                    <a:gdLst>
                      <a:gd name="T0" fmla="*/ 217 w 244"/>
                      <a:gd name="T1" fmla="*/ 0 h 54"/>
                      <a:gd name="T2" fmla="*/ 0 w 244"/>
                      <a:gd name="T3" fmla="*/ 0 h 54"/>
                      <a:gd name="T4" fmla="*/ 0 w 244"/>
                      <a:gd name="T5" fmla="*/ 54 h 54"/>
                      <a:gd name="T6" fmla="*/ 217 w 244"/>
                      <a:gd name="T7" fmla="*/ 54 h 54"/>
                      <a:gd name="T8" fmla="*/ 244 w 244"/>
                      <a:gd name="T9" fmla="*/ 27 h 54"/>
                      <a:gd name="T10" fmla="*/ 217 w 244"/>
                      <a:gd name="T11" fmla="*/ 0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4" h="54">
                        <a:moveTo>
                          <a:pt x="217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54"/>
                          <a:pt x="0" y="54"/>
                          <a:pt x="0" y="54"/>
                        </a:cubicBezTo>
                        <a:cubicBezTo>
                          <a:pt x="217" y="54"/>
                          <a:pt x="217" y="54"/>
                          <a:pt x="217" y="54"/>
                        </a:cubicBezTo>
                        <a:cubicBezTo>
                          <a:pt x="230" y="54"/>
                          <a:pt x="244" y="47"/>
                          <a:pt x="244" y="27"/>
                        </a:cubicBezTo>
                        <a:cubicBezTo>
                          <a:pt x="244" y="13"/>
                          <a:pt x="230" y="0"/>
                          <a:pt x="217" y="0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55" name="Freeform 100">
                    <a:extLst>
                      <a:ext uri="{FF2B5EF4-FFF2-40B4-BE49-F238E27FC236}">
                        <a16:creationId xmlns:a16="http://schemas.microsoft.com/office/drawing/2014/main" id="{1BF3BDD0-EAF4-EB52-1A0A-99DDE456F0C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240750" y="2620963"/>
                    <a:ext cx="131763" cy="30163"/>
                  </a:xfrm>
                  <a:custGeom>
                    <a:avLst/>
                    <a:gdLst>
                      <a:gd name="T0" fmla="*/ 0 w 243"/>
                      <a:gd name="T1" fmla="*/ 28 h 55"/>
                      <a:gd name="T2" fmla="*/ 27 w 243"/>
                      <a:gd name="T3" fmla="*/ 55 h 55"/>
                      <a:gd name="T4" fmla="*/ 243 w 243"/>
                      <a:gd name="T5" fmla="*/ 55 h 55"/>
                      <a:gd name="T6" fmla="*/ 243 w 243"/>
                      <a:gd name="T7" fmla="*/ 0 h 55"/>
                      <a:gd name="T8" fmla="*/ 27 w 243"/>
                      <a:gd name="T9" fmla="*/ 0 h 55"/>
                      <a:gd name="T10" fmla="*/ 0 w 243"/>
                      <a:gd name="T11" fmla="*/ 28 h 5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3" h="55">
                        <a:moveTo>
                          <a:pt x="0" y="28"/>
                        </a:moveTo>
                        <a:cubicBezTo>
                          <a:pt x="0" y="41"/>
                          <a:pt x="14" y="55"/>
                          <a:pt x="27" y="55"/>
                        </a:cubicBezTo>
                        <a:cubicBezTo>
                          <a:pt x="243" y="55"/>
                          <a:pt x="243" y="55"/>
                          <a:pt x="243" y="55"/>
                        </a:cubicBezTo>
                        <a:cubicBezTo>
                          <a:pt x="243" y="0"/>
                          <a:pt x="243" y="0"/>
                          <a:pt x="243" y="0"/>
                        </a:cubicBezTo>
                        <a:cubicBezTo>
                          <a:pt x="27" y="0"/>
                          <a:pt x="27" y="0"/>
                          <a:pt x="27" y="0"/>
                        </a:cubicBezTo>
                        <a:cubicBezTo>
                          <a:pt x="14" y="0"/>
                          <a:pt x="0" y="14"/>
                          <a:pt x="0" y="28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56" name="Freeform 101">
                    <a:extLst>
                      <a:ext uri="{FF2B5EF4-FFF2-40B4-BE49-F238E27FC236}">
                        <a16:creationId xmlns:a16="http://schemas.microsoft.com/office/drawing/2014/main" id="{9FD60CA2-8453-46AE-965F-82712E8C3BD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240750" y="2733675"/>
                    <a:ext cx="131763" cy="30163"/>
                  </a:xfrm>
                  <a:custGeom>
                    <a:avLst/>
                    <a:gdLst>
                      <a:gd name="T0" fmla="*/ 0 w 243"/>
                      <a:gd name="T1" fmla="*/ 27 h 54"/>
                      <a:gd name="T2" fmla="*/ 27 w 243"/>
                      <a:gd name="T3" fmla="*/ 54 h 54"/>
                      <a:gd name="T4" fmla="*/ 243 w 243"/>
                      <a:gd name="T5" fmla="*/ 54 h 54"/>
                      <a:gd name="T6" fmla="*/ 243 w 243"/>
                      <a:gd name="T7" fmla="*/ 0 h 54"/>
                      <a:gd name="T8" fmla="*/ 27 w 243"/>
                      <a:gd name="T9" fmla="*/ 0 h 54"/>
                      <a:gd name="T10" fmla="*/ 0 w 243"/>
                      <a:gd name="T11" fmla="*/ 27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3" h="54">
                        <a:moveTo>
                          <a:pt x="0" y="27"/>
                        </a:moveTo>
                        <a:cubicBezTo>
                          <a:pt x="0" y="47"/>
                          <a:pt x="14" y="54"/>
                          <a:pt x="27" y="54"/>
                        </a:cubicBezTo>
                        <a:cubicBezTo>
                          <a:pt x="243" y="54"/>
                          <a:pt x="243" y="54"/>
                          <a:pt x="243" y="54"/>
                        </a:cubicBezTo>
                        <a:cubicBezTo>
                          <a:pt x="243" y="0"/>
                          <a:pt x="243" y="0"/>
                          <a:pt x="243" y="0"/>
                        </a:cubicBezTo>
                        <a:cubicBezTo>
                          <a:pt x="27" y="0"/>
                          <a:pt x="27" y="0"/>
                          <a:pt x="27" y="0"/>
                        </a:cubicBezTo>
                        <a:cubicBezTo>
                          <a:pt x="14" y="0"/>
                          <a:pt x="0" y="13"/>
                          <a:pt x="0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57" name="Freeform 102">
                    <a:extLst>
                      <a:ext uri="{FF2B5EF4-FFF2-40B4-BE49-F238E27FC236}">
                        <a16:creationId xmlns:a16="http://schemas.microsoft.com/office/drawing/2014/main" id="{85CDF8CD-5915-D574-9B4C-371FDF79815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240750" y="2851150"/>
                    <a:ext cx="131763" cy="30163"/>
                  </a:xfrm>
                  <a:custGeom>
                    <a:avLst/>
                    <a:gdLst>
                      <a:gd name="T0" fmla="*/ 0 w 243"/>
                      <a:gd name="T1" fmla="*/ 27 h 54"/>
                      <a:gd name="T2" fmla="*/ 27 w 243"/>
                      <a:gd name="T3" fmla="*/ 54 h 54"/>
                      <a:gd name="T4" fmla="*/ 243 w 243"/>
                      <a:gd name="T5" fmla="*/ 54 h 54"/>
                      <a:gd name="T6" fmla="*/ 243 w 243"/>
                      <a:gd name="T7" fmla="*/ 0 h 54"/>
                      <a:gd name="T8" fmla="*/ 27 w 243"/>
                      <a:gd name="T9" fmla="*/ 0 h 54"/>
                      <a:gd name="T10" fmla="*/ 0 w 243"/>
                      <a:gd name="T11" fmla="*/ 27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3" h="54">
                        <a:moveTo>
                          <a:pt x="0" y="27"/>
                        </a:moveTo>
                        <a:cubicBezTo>
                          <a:pt x="0" y="41"/>
                          <a:pt x="14" y="54"/>
                          <a:pt x="27" y="54"/>
                        </a:cubicBezTo>
                        <a:cubicBezTo>
                          <a:pt x="243" y="54"/>
                          <a:pt x="243" y="54"/>
                          <a:pt x="243" y="54"/>
                        </a:cubicBezTo>
                        <a:cubicBezTo>
                          <a:pt x="243" y="0"/>
                          <a:pt x="243" y="0"/>
                          <a:pt x="243" y="0"/>
                        </a:cubicBezTo>
                        <a:cubicBezTo>
                          <a:pt x="27" y="0"/>
                          <a:pt x="27" y="0"/>
                          <a:pt x="27" y="0"/>
                        </a:cubicBezTo>
                        <a:cubicBezTo>
                          <a:pt x="14" y="0"/>
                          <a:pt x="0" y="14"/>
                          <a:pt x="0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58" name="Freeform 103">
                    <a:extLst>
                      <a:ext uri="{FF2B5EF4-FFF2-40B4-BE49-F238E27FC236}">
                        <a16:creationId xmlns:a16="http://schemas.microsoft.com/office/drawing/2014/main" id="{17F31C19-0D3F-7347-59D4-4112BFF431A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240750" y="2965450"/>
                    <a:ext cx="131763" cy="28575"/>
                  </a:xfrm>
                  <a:custGeom>
                    <a:avLst/>
                    <a:gdLst>
                      <a:gd name="T0" fmla="*/ 0 w 243"/>
                      <a:gd name="T1" fmla="*/ 27 h 54"/>
                      <a:gd name="T2" fmla="*/ 27 w 243"/>
                      <a:gd name="T3" fmla="*/ 54 h 54"/>
                      <a:gd name="T4" fmla="*/ 243 w 243"/>
                      <a:gd name="T5" fmla="*/ 54 h 54"/>
                      <a:gd name="T6" fmla="*/ 243 w 243"/>
                      <a:gd name="T7" fmla="*/ 0 h 54"/>
                      <a:gd name="T8" fmla="*/ 27 w 243"/>
                      <a:gd name="T9" fmla="*/ 0 h 54"/>
                      <a:gd name="T10" fmla="*/ 0 w 243"/>
                      <a:gd name="T11" fmla="*/ 27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3" h="54">
                        <a:moveTo>
                          <a:pt x="0" y="27"/>
                        </a:moveTo>
                        <a:cubicBezTo>
                          <a:pt x="0" y="47"/>
                          <a:pt x="14" y="54"/>
                          <a:pt x="27" y="54"/>
                        </a:cubicBezTo>
                        <a:cubicBezTo>
                          <a:pt x="243" y="54"/>
                          <a:pt x="243" y="54"/>
                          <a:pt x="243" y="54"/>
                        </a:cubicBezTo>
                        <a:cubicBezTo>
                          <a:pt x="243" y="0"/>
                          <a:pt x="243" y="0"/>
                          <a:pt x="243" y="0"/>
                        </a:cubicBezTo>
                        <a:cubicBezTo>
                          <a:pt x="27" y="0"/>
                          <a:pt x="27" y="0"/>
                          <a:pt x="27" y="0"/>
                        </a:cubicBezTo>
                        <a:cubicBezTo>
                          <a:pt x="14" y="0"/>
                          <a:pt x="0" y="13"/>
                          <a:pt x="0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59" name="Freeform 104">
                    <a:extLst>
                      <a:ext uri="{FF2B5EF4-FFF2-40B4-BE49-F238E27FC236}">
                        <a16:creationId xmlns:a16="http://schemas.microsoft.com/office/drawing/2014/main" id="{182F2C7E-8411-ED12-746A-680FE85BD78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540788" y="2320925"/>
                    <a:ext cx="28575" cy="128588"/>
                  </a:xfrm>
                  <a:custGeom>
                    <a:avLst/>
                    <a:gdLst>
                      <a:gd name="T0" fmla="*/ 54 w 54"/>
                      <a:gd name="T1" fmla="*/ 27 h 237"/>
                      <a:gd name="T2" fmla="*/ 27 w 54"/>
                      <a:gd name="T3" fmla="*/ 0 h 237"/>
                      <a:gd name="T4" fmla="*/ 0 w 54"/>
                      <a:gd name="T5" fmla="*/ 27 h 237"/>
                      <a:gd name="T6" fmla="*/ 0 w 54"/>
                      <a:gd name="T7" fmla="*/ 237 h 237"/>
                      <a:gd name="T8" fmla="*/ 54 w 54"/>
                      <a:gd name="T9" fmla="*/ 237 h 237"/>
                      <a:gd name="T10" fmla="*/ 54 w 54"/>
                      <a:gd name="T11" fmla="*/ 27 h 237"/>
                      <a:gd name="T12" fmla="*/ 54 w 54"/>
                      <a:gd name="T13" fmla="*/ 27 h 2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7">
                        <a:moveTo>
                          <a:pt x="54" y="27"/>
                        </a:moveTo>
                        <a:cubicBezTo>
                          <a:pt x="54" y="14"/>
                          <a:pt x="40" y="0"/>
                          <a:pt x="27" y="0"/>
                        </a:cubicBezTo>
                        <a:cubicBezTo>
                          <a:pt x="13" y="0"/>
                          <a:pt x="0" y="14"/>
                          <a:pt x="0" y="27"/>
                        </a:cubicBezTo>
                        <a:cubicBezTo>
                          <a:pt x="0" y="237"/>
                          <a:pt x="0" y="237"/>
                          <a:pt x="0" y="237"/>
                        </a:cubicBezTo>
                        <a:cubicBezTo>
                          <a:pt x="54" y="237"/>
                          <a:pt x="54" y="237"/>
                          <a:pt x="54" y="23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60" name="Freeform 105">
                    <a:extLst>
                      <a:ext uri="{FF2B5EF4-FFF2-40B4-BE49-F238E27FC236}">
                        <a16:creationId xmlns:a16="http://schemas.microsoft.com/office/drawing/2014/main" id="{253E55A6-6B1E-EFD3-2AC8-3F820E5DA1B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658263" y="2320925"/>
                    <a:ext cx="28575" cy="128588"/>
                  </a:xfrm>
                  <a:custGeom>
                    <a:avLst/>
                    <a:gdLst>
                      <a:gd name="T0" fmla="*/ 54 w 54"/>
                      <a:gd name="T1" fmla="*/ 27 h 237"/>
                      <a:gd name="T2" fmla="*/ 27 w 54"/>
                      <a:gd name="T3" fmla="*/ 0 h 237"/>
                      <a:gd name="T4" fmla="*/ 0 w 54"/>
                      <a:gd name="T5" fmla="*/ 27 h 237"/>
                      <a:gd name="T6" fmla="*/ 0 w 54"/>
                      <a:gd name="T7" fmla="*/ 237 h 237"/>
                      <a:gd name="T8" fmla="*/ 54 w 54"/>
                      <a:gd name="T9" fmla="*/ 237 h 237"/>
                      <a:gd name="T10" fmla="*/ 54 w 54"/>
                      <a:gd name="T11" fmla="*/ 27 h 237"/>
                      <a:gd name="T12" fmla="*/ 54 w 54"/>
                      <a:gd name="T13" fmla="*/ 27 h 2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7">
                        <a:moveTo>
                          <a:pt x="54" y="27"/>
                        </a:moveTo>
                        <a:cubicBezTo>
                          <a:pt x="54" y="14"/>
                          <a:pt x="40" y="0"/>
                          <a:pt x="27" y="0"/>
                        </a:cubicBezTo>
                        <a:cubicBezTo>
                          <a:pt x="13" y="0"/>
                          <a:pt x="0" y="14"/>
                          <a:pt x="0" y="27"/>
                        </a:cubicBezTo>
                        <a:cubicBezTo>
                          <a:pt x="0" y="237"/>
                          <a:pt x="0" y="237"/>
                          <a:pt x="0" y="237"/>
                        </a:cubicBezTo>
                        <a:cubicBezTo>
                          <a:pt x="54" y="237"/>
                          <a:pt x="54" y="237"/>
                          <a:pt x="54" y="23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61" name="Freeform 106">
                    <a:extLst>
                      <a:ext uri="{FF2B5EF4-FFF2-40B4-BE49-F238E27FC236}">
                        <a16:creationId xmlns:a16="http://schemas.microsoft.com/office/drawing/2014/main" id="{C8E8432B-DA4E-98A0-9EAD-F96870A7108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770975" y="2320925"/>
                    <a:ext cx="30163" cy="128588"/>
                  </a:xfrm>
                  <a:custGeom>
                    <a:avLst/>
                    <a:gdLst>
                      <a:gd name="T0" fmla="*/ 54 w 54"/>
                      <a:gd name="T1" fmla="*/ 27 h 237"/>
                      <a:gd name="T2" fmla="*/ 27 w 54"/>
                      <a:gd name="T3" fmla="*/ 0 h 237"/>
                      <a:gd name="T4" fmla="*/ 0 w 54"/>
                      <a:gd name="T5" fmla="*/ 27 h 237"/>
                      <a:gd name="T6" fmla="*/ 0 w 54"/>
                      <a:gd name="T7" fmla="*/ 237 h 237"/>
                      <a:gd name="T8" fmla="*/ 54 w 54"/>
                      <a:gd name="T9" fmla="*/ 237 h 237"/>
                      <a:gd name="T10" fmla="*/ 54 w 54"/>
                      <a:gd name="T11" fmla="*/ 27 h 237"/>
                      <a:gd name="T12" fmla="*/ 54 w 54"/>
                      <a:gd name="T13" fmla="*/ 27 h 2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7">
                        <a:moveTo>
                          <a:pt x="54" y="27"/>
                        </a:moveTo>
                        <a:cubicBezTo>
                          <a:pt x="54" y="14"/>
                          <a:pt x="40" y="0"/>
                          <a:pt x="27" y="0"/>
                        </a:cubicBezTo>
                        <a:cubicBezTo>
                          <a:pt x="13" y="0"/>
                          <a:pt x="0" y="14"/>
                          <a:pt x="0" y="27"/>
                        </a:cubicBezTo>
                        <a:cubicBezTo>
                          <a:pt x="0" y="237"/>
                          <a:pt x="0" y="237"/>
                          <a:pt x="0" y="237"/>
                        </a:cubicBezTo>
                        <a:cubicBezTo>
                          <a:pt x="54" y="237"/>
                          <a:pt x="54" y="237"/>
                          <a:pt x="54" y="23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62" name="Freeform 107">
                    <a:extLst>
                      <a:ext uri="{FF2B5EF4-FFF2-40B4-BE49-F238E27FC236}">
                        <a16:creationId xmlns:a16="http://schemas.microsoft.com/office/drawing/2014/main" id="{39933AF8-817F-CD39-A58B-B3152E2906B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886863" y="2320925"/>
                    <a:ext cx="30163" cy="128588"/>
                  </a:xfrm>
                  <a:custGeom>
                    <a:avLst/>
                    <a:gdLst>
                      <a:gd name="T0" fmla="*/ 54 w 54"/>
                      <a:gd name="T1" fmla="*/ 27 h 237"/>
                      <a:gd name="T2" fmla="*/ 27 w 54"/>
                      <a:gd name="T3" fmla="*/ 0 h 237"/>
                      <a:gd name="T4" fmla="*/ 0 w 54"/>
                      <a:gd name="T5" fmla="*/ 27 h 237"/>
                      <a:gd name="T6" fmla="*/ 0 w 54"/>
                      <a:gd name="T7" fmla="*/ 237 h 237"/>
                      <a:gd name="T8" fmla="*/ 54 w 54"/>
                      <a:gd name="T9" fmla="*/ 237 h 237"/>
                      <a:gd name="T10" fmla="*/ 54 w 54"/>
                      <a:gd name="T11" fmla="*/ 27 h 237"/>
                      <a:gd name="T12" fmla="*/ 54 w 54"/>
                      <a:gd name="T13" fmla="*/ 27 h 2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7">
                        <a:moveTo>
                          <a:pt x="54" y="27"/>
                        </a:moveTo>
                        <a:cubicBezTo>
                          <a:pt x="54" y="14"/>
                          <a:pt x="40" y="0"/>
                          <a:pt x="27" y="0"/>
                        </a:cubicBezTo>
                        <a:cubicBezTo>
                          <a:pt x="13" y="0"/>
                          <a:pt x="0" y="14"/>
                          <a:pt x="0" y="27"/>
                        </a:cubicBezTo>
                        <a:cubicBezTo>
                          <a:pt x="0" y="237"/>
                          <a:pt x="0" y="237"/>
                          <a:pt x="0" y="237"/>
                        </a:cubicBezTo>
                        <a:cubicBezTo>
                          <a:pt x="54" y="237"/>
                          <a:pt x="54" y="237"/>
                          <a:pt x="54" y="23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63" name="Freeform 108">
                    <a:extLst>
                      <a:ext uri="{FF2B5EF4-FFF2-40B4-BE49-F238E27FC236}">
                        <a16:creationId xmlns:a16="http://schemas.microsoft.com/office/drawing/2014/main" id="{C8C2890A-1E1A-6FC5-740D-26930AC460F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540788" y="3165475"/>
                    <a:ext cx="28575" cy="128588"/>
                  </a:xfrm>
                  <a:custGeom>
                    <a:avLst/>
                    <a:gdLst>
                      <a:gd name="T0" fmla="*/ 0 w 54"/>
                      <a:gd name="T1" fmla="*/ 211 h 238"/>
                      <a:gd name="T2" fmla="*/ 27 w 54"/>
                      <a:gd name="T3" fmla="*/ 238 h 238"/>
                      <a:gd name="T4" fmla="*/ 54 w 54"/>
                      <a:gd name="T5" fmla="*/ 211 h 238"/>
                      <a:gd name="T6" fmla="*/ 54 w 54"/>
                      <a:gd name="T7" fmla="*/ 0 h 238"/>
                      <a:gd name="T8" fmla="*/ 0 w 54"/>
                      <a:gd name="T9" fmla="*/ 0 h 238"/>
                      <a:gd name="T10" fmla="*/ 0 w 54"/>
                      <a:gd name="T11" fmla="*/ 211 h 238"/>
                      <a:gd name="T12" fmla="*/ 0 w 54"/>
                      <a:gd name="T13" fmla="*/ 211 h 2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8">
                        <a:moveTo>
                          <a:pt x="0" y="211"/>
                        </a:moveTo>
                        <a:cubicBezTo>
                          <a:pt x="0" y="231"/>
                          <a:pt x="13" y="238"/>
                          <a:pt x="27" y="238"/>
                        </a:cubicBezTo>
                        <a:cubicBezTo>
                          <a:pt x="40" y="238"/>
                          <a:pt x="54" y="231"/>
                          <a:pt x="54" y="211"/>
                        </a:cubicBezTo>
                        <a:cubicBezTo>
                          <a:pt x="54" y="0"/>
                          <a:pt x="54" y="0"/>
                          <a:pt x="54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64" name="Freeform 109">
                    <a:extLst>
                      <a:ext uri="{FF2B5EF4-FFF2-40B4-BE49-F238E27FC236}">
                        <a16:creationId xmlns:a16="http://schemas.microsoft.com/office/drawing/2014/main" id="{1662FF79-48B7-8235-1E63-198823F48D7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658263" y="3165475"/>
                    <a:ext cx="28575" cy="128588"/>
                  </a:xfrm>
                  <a:custGeom>
                    <a:avLst/>
                    <a:gdLst>
                      <a:gd name="T0" fmla="*/ 0 w 54"/>
                      <a:gd name="T1" fmla="*/ 211 h 238"/>
                      <a:gd name="T2" fmla="*/ 27 w 54"/>
                      <a:gd name="T3" fmla="*/ 238 h 238"/>
                      <a:gd name="T4" fmla="*/ 54 w 54"/>
                      <a:gd name="T5" fmla="*/ 211 h 238"/>
                      <a:gd name="T6" fmla="*/ 54 w 54"/>
                      <a:gd name="T7" fmla="*/ 0 h 238"/>
                      <a:gd name="T8" fmla="*/ 0 w 54"/>
                      <a:gd name="T9" fmla="*/ 0 h 238"/>
                      <a:gd name="T10" fmla="*/ 0 w 54"/>
                      <a:gd name="T11" fmla="*/ 211 h 238"/>
                      <a:gd name="T12" fmla="*/ 0 w 54"/>
                      <a:gd name="T13" fmla="*/ 211 h 2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8">
                        <a:moveTo>
                          <a:pt x="0" y="211"/>
                        </a:moveTo>
                        <a:cubicBezTo>
                          <a:pt x="0" y="231"/>
                          <a:pt x="13" y="238"/>
                          <a:pt x="27" y="238"/>
                        </a:cubicBezTo>
                        <a:cubicBezTo>
                          <a:pt x="40" y="238"/>
                          <a:pt x="54" y="231"/>
                          <a:pt x="54" y="211"/>
                        </a:cubicBezTo>
                        <a:cubicBezTo>
                          <a:pt x="54" y="0"/>
                          <a:pt x="54" y="0"/>
                          <a:pt x="54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65" name="Freeform 110">
                    <a:extLst>
                      <a:ext uri="{FF2B5EF4-FFF2-40B4-BE49-F238E27FC236}">
                        <a16:creationId xmlns:a16="http://schemas.microsoft.com/office/drawing/2014/main" id="{44B3F66E-704C-2498-54CF-4958D02DFA7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770975" y="3165475"/>
                    <a:ext cx="30163" cy="128588"/>
                  </a:xfrm>
                  <a:custGeom>
                    <a:avLst/>
                    <a:gdLst>
                      <a:gd name="T0" fmla="*/ 0 w 54"/>
                      <a:gd name="T1" fmla="*/ 211 h 238"/>
                      <a:gd name="T2" fmla="*/ 27 w 54"/>
                      <a:gd name="T3" fmla="*/ 238 h 238"/>
                      <a:gd name="T4" fmla="*/ 54 w 54"/>
                      <a:gd name="T5" fmla="*/ 211 h 238"/>
                      <a:gd name="T6" fmla="*/ 54 w 54"/>
                      <a:gd name="T7" fmla="*/ 0 h 238"/>
                      <a:gd name="T8" fmla="*/ 0 w 54"/>
                      <a:gd name="T9" fmla="*/ 0 h 238"/>
                      <a:gd name="T10" fmla="*/ 0 w 54"/>
                      <a:gd name="T11" fmla="*/ 211 h 238"/>
                      <a:gd name="T12" fmla="*/ 0 w 54"/>
                      <a:gd name="T13" fmla="*/ 211 h 2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8">
                        <a:moveTo>
                          <a:pt x="0" y="211"/>
                        </a:moveTo>
                        <a:cubicBezTo>
                          <a:pt x="0" y="231"/>
                          <a:pt x="13" y="238"/>
                          <a:pt x="27" y="238"/>
                        </a:cubicBezTo>
                        <a:cubicBezTo>
                          <a:pt x="40" y="238"/>
                          <a:pt x="54" y="231"/>
                          <a:pt x="54" y="211"/>
                        </a:cubicBezTo>
                        <a:cubicBezTo>
                          <a:pt x="54" y="0"/>
                          <a:pt x="54" y="0"/>
                          <a:pt x="54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66" name="Freeform 111">
                    <a:extLst>
                      <a:ext uri="{FF2B5EF4-FFF2-40B4-BE49-F238E27FC236}">
                        <a16:creationId xmlns:a16="http://schemas.microsoft.com/office/drawing/2014/main" id="{4F3F4418-08B0-D19F-E39D-B77B1F896E4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886863" y="3165475"/>
                    <a:ext cx="30163" cy="128588"/>
                  </a:xfrm>
                  <a:custGeom>
                    <a:avLst/>
                    <a:gdLst>
                      <a:gd name="T0" fmla="*/ 0 w 54"/>
                      <a:gd name="T1" fmla="*/ 211 h 238"/>
                      <a:gd name="T2" fmla="*/ 27 w 54"/>
                      <a:gd name="T3" fmla="*/ 238 h 238"/>
                      <a:gd name="T4" fmla="*/ 54 w 54"/>
                      <a:gd name="T5" fmla="*/ 211 h 238"/>
                      <a:gd name="T6" fmla="*/ 54 w 54"/>
                      <a:gd name="T7" fmla="*/ 0 h 238"/>
                      <a:gd name="T8" fmla="*/ 0 w 54"/>
                      <a:gd name="T9" fmla="*/ 0 h 238"/>
                      <a:gd name="T10" fmla="*/ 0 w 54"/>
                      <a:gd name="T11" fmla="*/ 211 h 238"/>
                      <a:gd name="T12" fmla="*/ 0 w 54"/>
                      <a:gd name="T13" fmla="*/ 211 h 2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8">
                        <a:moveTo>
                          <a:pt x="0" y="211"/>
                        </a:moveTo>
                        <a:cubicBezTo>
                          <a:pt x="0" y="231"/>
                          <a:pt x="13" y="238"/>
                          <a:pt x="27" y="238"/>
                        </a:cubicBezTo>
                        <a:cubicBezTo>
                          <a:pt x="40" y="238"/>
                          <a:pt x="54" y="231"/>
                          <a:pt x="54" y="211"/>
                        </a:cubicBezTo>
                        <a:cubicBezTo>
                          <a:pt x="54" y="0"/>
                          <a:pt x="54" y="0"/>
                          <a:pt x="54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67" name="Freeform 112">
                    <a:extLst>
                      <a:ext uri="{FF2B5EF4-FFF2-40B4-BE49-F238E27FC236}">
                        <a16:creationId xmlns:a16="http://schemas.microsoft.com/office/drawing/2014/main" id="{1A86B7E4-9431-9B9D-D544-02EF56A7F0D9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21401088" y="2478088"/>
                    <a:ext cx="654050" cy="658813"/>
                  </a:xfrm>
                  <a:custGeom>
                    <a:avLst/>
                    <a:gdLst>
                      <a:gd name="T0" fmla="*/ 952 w 1208"/>
                      <a:gd name="T1" fmla="*/ 0 h 1215"/>
                      <a:gd name="T2" fmla="*/ 736 w 1208"/>
                      <a:gd name="T3" fmla="*/ 0 h 1215"/>
                      <a:gd name="T4" fmla="*/ 526 w 1208"/>
                      <a:gd name="T5" fmla="*/ 0 h 1215"/>
                      <a:gd name="T6" fmla="*/ 310 w 1208"/>
                      <a:gd name="T7" fmla="*/ 0 h 1215"/>
                      <a:gd name="T8" fmla="*/ 128 w 1208"/>
                      <a:gd name="T9" fmla="*/ 0 h 1215"/>
                      <a:gd name="T10" fmla="*/ 0 w 1208"/>
                      <a:gd name="T11" fmla="*/ 264 h 1215"/>
                      <a:gd name="T12" fmla="*/ 0 w 1208"/>
                      <a:gd name="T13" fmla="*/ 473 h 1215"/>
                      <a:gd name="T14" fmla="*/ 0 w 1208"/>
                      <a:gd name="T15" fmla="*/ 689 h 1215"/>
                      <a:gd name="T16" fmla="*/ 0 w 1208"/>
                      <a:gd name="T17" fmla="*/ 898 h 1215"/>
                      <a:gd name="T18" fmla="*/ 0 w 1208"/>
                      <a:gd name="T19" fmla="*/ 1087 h 1215"/>
                      <a:gd name="T20" fmla="*/ 256 w 1208"/>
                      <a:gd name="T21" fmla="*/ 1215 h 1215"/>
                      <a:gd name="T22" fmla="*/ 472 w 1208"/>
                      <a:gd name="T23" fmla="*/ 1215 h 1215"/>
                      <a:gd name="T24" fmla="*/ 682 w 1208"/>
                      <a:gd name="T25" fmla="*/ 1215 h 1215"/>
                      <a:gd name="T26" fmla="*/ 898 w 1208"/>
                      <a:gd name="T27" fmla="*/ 1215 h 1215"/>
                      <a:gd name="T28" fmla="*/ 1080 w 1208"/>
                      <a:gd name="T29" fmla="*/ 1215 h 1215"/>
                      <a:gd name="T30" fmla="*/ 1208 w 1208"/>
                      <a:gd name="T31" fmla="*/ 952 h 1215"/>
                      <a:gd name="T32" fmla="*/ 1208 w 1208"/>
                      <a:gd name="T33" fmla="*/ 743 h 1215"/>
                      <a:gd name="T34" fmla="*/ 1208 w 1208"/>
                      <a:gd name="T35" fmla="*/ 527 h 1215"/>
                      <a:gd name="T36" fmla="*/ 1208 w 1208"/>
                      <a:gd name="T37" fmla="*/ 318 h 1215"/>
                      <a:gd name="T38" fmla="*/ 1208 w 1208"/>
                      <a:gd name="T39" fmla="*/ 129 h 1215"/>
                      <a:gd name="T40" fmla="*/ 1154 w 1208"/>
                      <a:gd name="T41" fmla="*/ 264 h 1215"/>
                      <a:gd name="T42" fmla="*/ 1154 w 1208"/>
                      <a:gd name="T43" fmla="*/ 473 h 1215"/>
                      <a:gd name="T44" fmla="*/ 1154 w 1208"/>
                      <a:gd name="T45" fmla="*/ 689 h 1215"/>
                      <a:gd name="T46" fmla="*/ 1154 w 1208"/>
                      <a:gd name="T47" fmla="*/ 898 h 1215"/>
                      <a:gd name="T48" fmla="*/ 1154 w 1208"/>
                      <a:gd name="T49" fmla="*/ 1087 h 1215"/>
                      <a:gd name="T50" fmla="*/ 952 w 1208"/>
                      <a:gd name="T51" fmla="*/ 1161 h 1215"/>
                      <a:gd name="T52" fmla="*/ 736 w 1208"/>
                      <a:gd name="T53" fmla="*/ 1161 h 1215"/>
                      <a:gd name="T54" fmla="*/ 526 w 1208"/>
                      <a:gd name="T55" fmla="*/ 1161 h 1215"/>
                      <a:gd name="T56" fmla="*/ 310 w 1208"/>
                      <a:gd name="T57" fmla="*/ 1161 h 1215"/>
                      <a:gd name="T58" fmla="*/ 128 w 1208"/>
                      <a:gd name="T59" fmla="*/ 1161 h 1215"/>
                      <a:gd name="T60" fmla="*/ 54 w 1208"/>
                      <a:gd name="T61" fmla="*/ 952 h 1215"/>
                      <a:gd name="T62" fmla="*/ 54 w 1208"/>
                      <a:gd name="T63" fmla="*/ 743 h 1215"/>
                      <a:gd name="T64" fmla="*/ 54 w 1208"/>
                      <a:gd name="T65" fmla="*/ 527 h 1215"/>
                      <a:gd name="T66" fmla="*/ 54 w 1208"/>
                      <a:gd name="T67" fmla="*/ 318 h 1215"/>
                      <a:gd name="T68" fmla="*/ 54 w 1208"/>
                      <a:gd name="T69" fmla="*/ 129 h 1215"/>
                      <a:gd name="T70" fmla="*/ 256 w 1208"/>
                      <a:gd name="T71" fmla="*/ 54 h 1215"/>
                      <a:gd name="T72" fmla="*/ 472 w 1208"/>
                      <a:gd name="T73" fmla="*/ 54 h 1215"/>
                      <a:gd name="T74" fmla="*/ 682 w 1208"/>
                      <a:gd name="T75" fmla="*/ 54 h 1215"/>
                      <a:gd name="T76" fmla="*/ 898 w 1208"/>
                      <a:gd name="T77" fmla="*/ 54 h 1215"/>
                      <a:gd name="T78" fmla="*/ 1080 w 1208"/>
                      <a:gd name="T79" fmla="*/ 54 h 1215"/>
                      <a:gd name="T80" fmla="*/ 1154 w 1208"/>
                      <a:gd name="T81" fmla="*/ 264 h 121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</a:cxnLst>
                    <a:rect l="0" t="0" r="r" b="b"/>
                    <a:pathLst>
                      <a:path w="1208" h="1215">
                        <a:moveTo>
                          <a:pt x="1080" y="0"/>
                        </a:moveTo>
                        <a:cubicBezTo>
                          <a:pt x="952" y="0"/>
                          <a:pt x="952" y="0"/>
                          <a:pt x="952" y="0"/>
                        </a:cubicBezTo>
                        <a:cubicBezTo>
                          <a:pt x="898" y="0"/>
                          <a:pt x="898" y="0"/>
                          <a:pt x="898" y="0"/>
                        </a:cubicBezTo>
                        <a:cubicBezTo>
                          <a:pt x="736" y="0"/>
                          <a:pt x="736" y="0"/>
                          <a:pt x="736" y="0"/>
                        </a:cubicBezTo>
                        <a:cubicBezTo>
                          <a:pt x="682" y="0"/>
                          <a:pt x="682" y="0"/>
                          <a:pt x="682" y="0"/>
                        </a:cubicBezTo>
                        <a:cubicBezTo>
                          <a:pt x="526" y="0"/>
                          <a:pt x="526" y="0"/>
                          <a:pt x="526" y="0"/>
                        </a:cubicBezTo>
                        <a:cubicBezTo>
                          <a:pt x="472" y="0"/>
                          <a:pt x="472" y="0"/>
                          <a:pt x="472" y="0"/>
                        </a:cubicBezTo>
                        <a:cubicBezTo>
                          <a:pt x="310" y="0"/>
                          <a:pt x="310" y="0"/>
                          <a:pt x="310" y="0"/>
                        </a:cubicBezTo>
                        <a:cubicBezTo>
                          <a:pt x="256" y="0"/>
                          <a:pt x="256" y="0"/>
                          <a:pt x="256" y="0"/>
                        </a:cubicBezTo>
                        <a:cubicBezTo>
                          <a:pt x="128" y="0"/>
                          <a:pt x="128" y="0"/>
                          <a:pt x="128" y="0"/>
                        </a:cubicBezTo>
                        <a:cubicBezTo>
                          <a:pt x="54" y="0"/>
                          <a:pt x="0" y="61"/>
                          <a:pt x="0" y="129"/>
                        </a:cubicBezTo>
                        <a:cubicBezTo>
                          <a:pt x="0" y="264"/>
                          <a:pt x="0" y="264"/>
                          <a:pt x="0" y="264"/>
                        </a:cubicBezTo>
                        <a:cubicBezTo>
                          <a:pt x="0" y="318"/>
                          <a:pt x="0" y="318"/>
                          <a:pt x="0" y="318"/>
                        </a:cubicBezTo>
                        <a:cubicBezTo>
                          <a:pt x="0" y="473"/>
                          <a:pt x="0" y="473"/>
                          <a:pt x="0" y="473"/>
                        </a:cubicBezTo>
                        <a:cubicBezTo>
                          <a:pt x="0" y="527"/>
                          <a:pt x="0" y="527"/>
                          <a:pt x="0" y="527"/>
                        </a:cubicBezTo>
                        <a:cubicBezTo>
                          <a:pt x="0" y="689"/>
                          <a:pt x="0" y="689"/>
                          <a:pt x="0" y="689"/>
                        </a:cubicBezTo>
                        <a:cubicBezTo>
                          <a:pt x="0" y="743"/>
                          <a:pt x="0" y="743"/>
                          <a:pt x="0" y="743"/>
                        </a:cubicBezTo>
                        <a:cubicBezTo>
                          <a:pt x="0" y="898"/>
                          <a:pt x="0" y="898"/>
                          <a:pt x="0" y="898"/>
                        </a:cubicBezTo>
                        <a:cubicBezTo>
                          <a:pt x="0" y="952"/>
                          <a:pt x="0" y="952"/>
                          <a:pt x="0" y="952"/>
                        </a:cubicBezTo>
                        <a:cubicBezTo>
                          <a:pt x="0" y="1087"/>
                          <a:pt x="0" y="1087"/>
                          <a:pt x="0" y="1087"/>
                        </a:cubicBezTo>
                        <a:cubicBezTo>
                          <a:pt x="0" y="1161"/>
                          <a:pt x="54" y="1215"/>
                          <a:pt x="128" y="1215"/>
                        </a:cubicBezTo>
                        <a:cubicBezTo>
                          <a:pt x="256" y="1215"/>
                          <a:pt x="256" y="1215"/>
                          <a:pt x="256" y="1215"/>
                        </a:cubicBezTo>
                        <a:cubicBezTo>
                          <a:pt x="310" y="1215"/>
                          <a:pt x="310" y="1215"/>
                          <a:pt x="310" y="1215"/>
                        </a:cubicBezTo>
                        <a:cubicBezTo>
                          <a:pt x="472" y="1215"/>
                          <a:pt x="472" y="1215"/>
                          <a:pt x="472" y="1215"/>
                        </a:cubicBezTo>
                        <a:cubicBezTo>
                          <a:pt x="526" y="1215"/>
                          <a:pt x="526" y="1215"/>
                          <a:pt x="526" y="1215"/>
                        </a:cubicBezTo>
                        <a:cubicBezTo>
                          <a:pt x="682" y="1215"/>
                          <a:pt x="682" y="1215"/>
                          <a:pt x="682" y="1215"/>
                        </a:cubicBezTo>
                        <a:cubicBezTo>
                          <a:pt x="736" y="1215"/>
                          <a:pt x="736" y="1215"/>
                          <a:pt x="736" y="1215"/>
                        </a:cubicBezTo>
                        <a:cubicBezTo>
                          <a:pt x="898" y="1215"/>
                          <a:pt x="898" y="1215"/>
                          <a:pt x="898" y="1215"/>
                        </a:cubicBezTo>
                        <a:cubicBezTo>
                          <a:pt x="952" y="1215"/>
                          <a:pt x="952" y="1215"/>
                          <a:pt x="952" y="1215"/>
                        </a:cubicBezTo>
                        <a:cubicBezTo>
                          <a:pt x="1080" y="1215"/>
                          <a:pt x="1080" y="1215"/>
                          <a:pt x="1080" y="1215"/>
                        </a:cubicBezTo>
                        <a:cubicBezTo>
                          <a:pt x="1154" y="1215"/>
                          <a:pt x="1208" y="1161"/>
                          <a:pt x="1208" y="1087"/>
                        </a:cubicBezTo>
                        <a:cubicBezTo>
                          <a:pt x="1208" y="952"/>
                          <a:pt x="1208" y="952"/>
                          <a:pt x="1208" y="952"/>
                        </a:cubicBezTo>
                        <a:cubicBezTo>
                          <a:pt x="1208" y="898"/>
                          <a:pt x="1208" y="898"/>
                          <a:pt x="1208" y="898"/>
                        </a:cubicBezTo>
                        <a:cubicBezTo>
                          <a:pt x="1208" y="743"/>
                          <a:pt x="1208" y="743"/>
                          <a:pt x="1208" y="743"/>
                        </a:cubicBezTo>
                        <a:cubicBezTo>
                          <a:pt x="1208" y="689"/>
                          <a:pt x="1208" y="689"/>
                          <a:pt x="1208" y="689"/>
                        </a:cubicBezTo>
                        <a:cubicBezTo>
                          <a:pt x="1208" y="527"/>
                          <a:pt x="1208" y="527"/>
                          <a:pt x="1208" y="527"/>
                        </a:cubicBezTo>
                        <a:cubicBezTo>
                          <a:pt x="1208" y="473"/>
                          <a:pt x="1208" y="473"/>
                          <a:pt x="1208" y="473"/>
                        </a:cubicBezTo>
                        <a:cubicBezTo>
                          <a:pt x="1208" y="318"/>
                          <a:pt x="1208" y="318"/>
                          <a:pt x="1208" y="318"/>
                        </a:cubicBezTo>
                        <a:cubicBezTo>
                          <a:pt x="1208" y="264"/>
                          <a:pt x="1208" y="264"/>
                          <a:pt x="1208" y="264"/>
                        </a:cubicBezTo>
                        <a:cubicBezTo>
                          <a:pt x="1208" y="129"/>
                          <a:pt x="1208" y="129"/>
                          <a:pt x="1208" y="129"/>
                        </a:cubicBezTo>
                        <a:cubicBezTo>
                          <a:pt x="1208" y="61"/>
                          <a:pt x="1154" y="0"/>
                          <a:pt x="1080" y="0"/>
                        </a:cubicBezTo>
                        <a:close/>
                        <a:moveTo>
                          <a:pt x="1154" y="264"/>
                        </a:moveTo>
                        <a:cubicBezTo>
                          <a:pt x="1154" y="318"/>
                          <a:pt x="1154" y="318"/>
                          <a:pt x="1154" y="318"/>
                        </a:cubicBezTo>
                        <a:cubicBezTo>
                          <a:pt x="1154" y="473"/>
                          <a:pt x="1154" y="473"/>
                          <a:pt x="1154" y="473"/>
                        </a:cubicBezTo>
                        <a:cubicBezTo>
                          <a:pt x="1154" y="527"/>
                          <a:pt x="1154" y="527"/>
                          <a:pt x="1154" y="527"/>
                        </a:cubicBezTo>
                        <a:cubicBezTo>
                          <a:pt x="1154" y="689"/>
                          <a:pt x="1154" y="689"/>
                          <a:pt x="1154" y="689"/>
                        </a:cubicBezTo>
                        <a:cubicBezTo>
                          <a:pt x="1154" y="743"/>
                          <a:pt x="1154" y="743"/>
                          <a:pt x="1154" y="743"/>
                        </a:cubicBezTo>
                        <a:cubicBezTo>
                          <a:pt x="1154" y="898"/>
                          <a:pt x="1154" y="898"/>
                          <a:pt x="1154" y="898"/>
                        </a:cubicBezTo>
                        <a:cubicBezTo>
                          <a:pt x="1154" y="952"/>
                          <a:pt x="1154" y="952"/>
                          <a:pt x="1154" y="952"/>
                        </a:cubicBezTo>
                        <a:cubicBezTo>
                          <a:pt x="1154" y="1087"/>
                          <a:pt x="1154" y="1087"/>
                          <a:pt x="1154" y="1087"/>
                        </a:cubicBezTo>
                        <a:cubicBezTo>
                          <a:pt x="1154" y="1127"/>
                          <a:pt x="1127" y="1161"/>
                          <a:pt x="1080" y="1161"/>
                        </a:cubicBezTo>
                        <a:cubicBezTo>
                          <a:pt x="952" y="1161"/>
                          <a:pt x="952" y="1161"/>
                          <a:pt x="952" y="1161"/>
                        </a:cubicBezTo>
                        <a:cubicBezTo>
                          <a:pt x="898" y="1161"/>
                          <a:pt x="898" y="1161"/>
                          <a:pt x="898" y="1161"/>
                        </a:cubicBezTo>
                        <a:cubicBezTo>
                          <a:pt x="736" y="1161"/>
                          <a:pt x="736" y="1161"/>
                          <a:pt x="736" y="1161"/>
                        </a:cubicBezTo>
                        <a:cubicBezTo>
                          <a:pt x="682" y="1161"/>
                          <a:pt x="682" y="1161"/>
                          <a:pt x="682" y="1161"/>
                        </a:cubicBezTo>
                        <a:cubicBezTo>
                          <a:pt x="526" y="1161"/>
                          <a:pt x="526" y="1161"/>
                          <a:pt x="526" y="1161"/>
                        </a:cubicBezTo>
                        <a:cubicBezTo>
                          <a:pt x="472" y="1161"/>
                          <a:pt x="472" y="1161"/>
                          <a:pt x="472" y="1161"/>
                        </a:cubicBezTo>
                        <a:cubicBezTo>
                          <a:pt x="310" y="1161"/>
                          <a:pt x="310" y="1161"/>
                          <a:pt x="310" y="1161"/>
                        </a:cubicBezTo>
                        <a:cubicBezTo>
                          <a:pt x="256" y="1161"/>
                          <a:pt x="256" y="1161"/>
                          <a:pt x="256" y="1161"/>
                        </a:cubicBezTo>
                        <a:cubicBezTo>
                          <a:pt x="128" y="1161"/>
                          <a:pt x="128" y="1161"/>
                          <a:pt x="128" y="1161"/>
                        </a:cubicBezTo>
                        <a:cubicBezTo>
                          <a:pt x="81" y="1161"/>
                          <a:pt x="54" y="1127"/>
                          <a:pt x="54" y="1087"/>
                        </a:cubicBezTo>
                        <a:cubicBezTo>
                          <a:pt x="54" y="952"/>
                          <a:pt x="54" y="952"/>
                          <a:pt x="54" y="952"/>
                        </a:cubicBezTo>
                        <a:cubicBezTo>
                          <a:pt x="54" y="898"/>
                          <a:pt x="54" y="898"/>
                          <a:pt x="54" y="898"/>
                        </a:cubicBezTo>
                        <a:cubicBezTo>
                          <a:pt x="54" y="743"/>
                          <a:pt x="54" y="743"/>
                          <a:pt x="54" y="743"/>
                        </a:cubicBezTo>
                        <a:cubicBezTo>
                          <a:pt x="54" y="689"/>
                          <a:pt x="54" y="689"/>
                          <a:pt x="54" y="689"/>
                        </a:cubicBezTo>
                        <a:cubicBezTo>
                          <a:pt x="54" y="527"/>
                          <a:pt x="54" y="527"/>
                          <a:pt x="54" y="527"/>
                        </a:cubicBezTo>
                        <a:cubicBezTo>
                          <a:pt x="54" y="473"/>
                          <a:pt x="54" y="473"/>
                          <a:pt x="54" y="473"/>
                        </a:cubicBezTo>
                        <a:cubicBezTo>
                          <a:pt x="54" y="318"/>
                          <a:pt x="54" y="318"/>
                          <a:pt x="54" y="318"/>
                        </a:cubicBezTo>
                        <a:cubicBezTo>
                          <a:pt x="54" y="264"/>
                          <a:pt x="54" y="264"/>
                          <a:pt x="54" y="264"/>
                        </a:cubicBezTo>
                        <a:cubicBezTo>
                          <a:pt x="54" y="129"/>
                          <a:pt x="54" y="129"/>
                          <a:pt x="54" y="129"/>
                        </a:cubicBezTo>
                        <a:cubicBezTo>
                          <a:pt x="54" y="88"/>
                          <a:pt x="81" y="54"/>
                          <a:pt x="128" y="54"/>
                        </a:cubicBezTo>
                        <a:cubicBezTo>
                          <a:pt x="256" y="54"/>
                          <a:pt x="256" y="54"/>
                          <a:pt x="256" y="54"/>
                        </a:cubicBezTo>
                        <a:cubicBezTo>
                          <a:pt x="310" y="54"/>
                          <a:pt x="310" y="54"/>
                          <a:pt x="310" y="54"/>
                        </a:cubicBezTo>
                        <a:cubicBezTo>
                          <a:pt x="472" y="54"/>
                          <a:pt x="472" y="54"/>
                          <a:pt x="472" y="54"/>
                        </a:cubicBezTo>
                        <a:cubicBezTo>
                          <a:pt x="526" y="54"/>
                          <a:pt x="526" y="54"/>
                          <a:pt x="526" y="54"/>
                        </a:cubicBezTo>
                        <a:cubicBezTo>
                          <a:pt x="682" y="54"/>
                          <a:pt x="682" y="54"/>
                          <a:pt x="682" y="54"/>
                        </a:cubicBezTo>
                        <a:cubicBezTo>
                          <a:pt x="736" y="54"/>
                          <a:pt x="736" y="54"/>
                          <a:pt x="736" y="54"/>
                        </a:cubicBezTo>
                        <a:cubicBezTo>
                          <a:pt x="898" y="54"/>
                          <a:pt x="898" y="54"/>
                          <a:pt x="898" y="54"/>
                        </a:cubicBezTo>
                        <a:cubicBezTo>
                          <a:pt x="952" y="54"/>
                          <a:pt x="952" y="54"/>
                          <a:pt x="952" y="54"/>
                        </a:cubicBezTo>
                        <a:cubicBezTo>
                          <a:pt x="1080" y="54"/>
                          <a:pt x="1080" y="54"/>
                          <a:pt x="1080" y="54"/>
                        </a:cubicBezTo>
                        <a:cubicBezTo>
                          <a:pt x="1127" y="54"/>
                          <a:pt x="1154" y="88"/>
                          <a:pt x="1154" y="129"/>
                        </a:cubicBezTo>
                        <a:cubicBezTo>
                          <a:pt x="1154" y="264"/>
                          <a:pt x="1154" y="264"/>
                          <a:pt x="1154" y="264"/>
                        </a:cubicBezTo>
                        <a:cubicBezTo>
                          <a:pt x="1154" y="264"/>
                          <a:pt x="1154" y="264"/>
                          <a:pt x="1154" y="264"/>
                        </a:cubicBezTo>
                        <a:close/>
                      </a:path>
                    </a:pathLst>
                  </a:custGeom>
                  <a:solidFill>
                    <a:schemeClr val="tx1">
                      <a:lumMod val="85000"/>
                      <a:lumOff val="15000"/>
                    </a:scheme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</p:grpSp>
            <p:pic>
              <p:nvPicPr>
                <p:cNvPr id="749" name="그림 748">
                  <a:extLst>
                    <a:ext uri="{FF2B5EF4-FFF2-40B4-BE49-F238E27FC236}">
                      <a16:creationId xmlns:a16="http://schemas.microsoft.com/office/drawing/2014/main" id="{8928C668-6D02-1225-CDDF-FD38583637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lum bright="100000"/>
                </a:blip>
                <a:stretch>
                  <a:fillRect/>
                </a:stretch>
              </p:blipFill>
              <p:spPr>
                <a:xfrm>
                  <a:off x="1124483" y="5707212"/>
                  <a:ext cx="491143" cy="179999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772" name="그룹 771">
              <a:extLst>
                <a:ext uri="{FF2B5EF4-FFF2-40B4-BE49-F238E27FC236}">
                  <a16:creationId xmlns:a16="http://schemas.microsoft.com/office/drawing/2014/main" id="{E00E918C-93EE-B1DD-F654-FC9941C3E5D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021870" y="3580148"/>
              <a:ext cx="332424" cy="457200"/>
              <a:chOff x="3493292" y="3693520"/>
              <a:chExt cx="897069" cy="1233786"/>
            </a:xfrm>
          </p:grpSpPr>
          <p:grpSp>
            <p:nvGrpSpPr>
              <p:cNvPr id="773" name="그룹 772">
                <a:extLst>
                  <a:ext uri="{FF2B5EF4-FFF2-40B4-BE49-F238E27FC236}">
                    <a16:creationId xmlns:a16="http://schemas.microsoft.com/office/drawing/2014/main" id="{0A5C35E4-CFAC-0DD1-04A1-E8B9E2AEB4AE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493292" y="3693520"/>
                <a:ext cx="897069" cy="1233786"/>
                <a:chOff x="11921389" y="4267727"/>
                <a:chExt cx="916126" cy="1260000"/>
              </a:xfrm>
            </p:grpSpPr>
            <p:sp>
              <p:nvSpPr>
                <p:cNvPr id="795" name="사각형: 둥근 모서리 800">
                  <a:extLst>
                    <a:ext uri="{FF2B5EF4-FFF2-40B4-BE49-F238E27FC236}">
                      <a16:creationId xmlns:a16="http://schemas.microsoft.com/office/drawing/2014/main" id="{50E200C3-5EB0-BC92-9D13-F02DCAD9234C}"/>
                    </a:ext>
                  </a:extLst>
                </p:cNvPr>
                <p:cNvSpPr/>
                <p:nvPr/>
              </p:nvSpPr>
              <p:spPr>
                <a:xfrm>
                  <a:off x="11923593" y="4271687"/>
                  <a:ext cx="911716" cy="1252078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b="0" i="0" u="none" strike="noStrike" kern="1200" cap="none" spc="-3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KoPub돋움체 Bold"/>
                    <a:ea typeface="KoPub돋움체 Medium"/>
                    <a:cs typeface="Arial"/>
                  </a:endParaRPr>
                </a:p>
              </p:txBody>
            </p:sp>
            <p:grpSp>
              <p:nvGrpSpPr>
                <p:cNvPr id="796" name="그룹 795">
                  <a:extLst>
                    <a:ext uri="{FF2B5EF4-FFF2-40B4-BE49-F238E27FC236}">
                      <a16:creationId xmlns:a16="http://schemas.microsoft.com/office/drawing/2014/main" id="{0FB5D897-6D39-30A4-2323-1F08CE3FADF2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797" name="Freeform 230">
                    <a:extLst>
                      <a:ext uri="{FF2B5EF4-FFF2-40B4-BE49-F238E27FC236}">
                        <a16:creationId xmlns:a16="http://schemas.microsoft.com/office/drawing/2014/main" id="{C4AFF398-A07F-A5C4-B062-16AA767C6185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KoPub돋움체 Bold"/>
                      <a:ea typeface="KoPub돋움체 Medium"/>
                      <a:cs typeface="Arial"/>
                    </a:endParaRPr>
                  </a:p>
                </p:txBody>
              </p:sp>
              <p:sp>
                <p:nvSpPr>
                  <p:cNvPr id="798" name="Freeform 231">
                    <a:extLst>
                      <a:ext uri="{FF2B5EF4-FFF2-40B4-BE49-F238E27FC236}">
                        <a16:creationId xmlns:a16="http://schemas.microsoft.com/office/drawing/2014/main" id="{DE598EA0-CEA3-55ED-54FD-D15130A5C03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KoPub돋움체 Bold"/>
                      <a:ea typeface="KoPub돋움체 Medium"/>
                      <a:cs typeface="Arial"/>
                    </a:endParaRPr>
                  </a:p>
                </p:txBody>
              </p:sp>
            </p:grpSp>
          </p:grpSp>
          <p:grpSp>
            <p:nvGrpSpPr>
              <p:cNvPr id="774" name="그룹 773">
                <a:extLst>
                  <a:ext uri="{FF2B5EF4-FFF2-40B4-BE49-F238E27FC236}">
                    <a16:creationId xmlns:a16="http://schemas.microsoft.com/office/drawing/2014/main" id="{A0155E7B-4825-EAFD-AD26-08B33CE55A7F}"/>
                  </a:ext>
                </a:extLst>
              </p:cNvPr>
              <p:cNvGrpSpPr/>
              <p:nvPr/>
            </p:nvGrpSpPr>
            <p:grpSpPr>
              <a:xfrm>
                <a:off x="3623554" y="4140320"/>
                <a:ext cx="636537" cy="634466"/>
                <a:chOff x="881898" y="5310642"/>
                <a:chExt cx="976313" cy="973138"/>
              </a:xfrm>
            </p:grpSpPr>
            <p:grpSp>
              <p:nvGrpSpPr>
                <p:cNvPr id="775" name="그룹 774">
                  <a:extLst>
                    <a:ext uri="{FF2B5EF4-FFF2-40B4-BE49-F238E27FC236}">
                      <a16:creationId xmlns:a16="http://schemas.microsoft.com/office/drawing/2014/main" id="{80DEA110-F1DE-94E7-4D56-B8D922E7086C}"/>
                    </a:ext>
                  </a:extLst>
                </p:cNvPr>
                <p:cNvGrpSpPr/>
                <p:nvPr/>
              </p:nvGrpSpPr>
              <p:grpSpPr>
                <a:xfrm>
                  <a:off x="881898" y="5310642"/>
                  <a:ext cx="976313" cy="973138"/>
                  <a:chOff x="21240750" y="2320925"/>
                  <a:chExt cx="976313" cy="973138"/>
                </a:xfrm>
              </p:grpSpPr>
              <p:sp>
                <p:nvSpPr>
                  <p:cNvPr id="777" name="Freeform 113">
                    <a:extLst>
                      <a:ext uri="{FF2B5EF4-FFF2-40B4-BE49-F238E27FC236}">
                        <a16:creationId xmlns:a16="http://schemas.microsoft.com/office/drawing/2014/main" id="{0E695C6F-7A27-F175-8F7E-29EA927D063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410343" y="2487232"/>
                    <a:ext cx="637131" cy="640525"/>
                  </a:xfrm>
                  <a:custGeom>
                    <a:avLst/>
                    <a:gdLst>
                      <a:gd name="T0" fmla="*/ 1100 w 1100"/>
                      <a:gd name="T1" fmla="*/ 210 h 1107"/>
                      <a:gd name="T2" fmla="*/ 1100 w 1100"/>
                      <a:gd name="T3" fmla="*/ 264 h 1107"/>
                      <a:gd name="T4" fmla="*/ 1100 w 1100"/>
                      <a:gd name="T5" fmla="*/ 419 h 1107"/>
                      <a:gd name="T6" fmla="*/ 1100 w 1100"/>
                      <a:gd name="T7" fmla="*/ 473 h 1107"/>
                      <a:gd name="T8" fmla="*/ 1100 w 1100"/>
                      <a:gd name="T9" fmla="*/ 635 h 1107"/>
                      <a:gd name="T10" fmla="*/ 1100 w 1100"/>
                      <a:gd name="T11" fmla="*/ 689 h 1107"/>
                      <a:gd name="T12" fmla="*/ 1100 w 1100"/>
                      <a:gd name="T13" fmla="*/ 844 h 1107"/>
                      <a:gd name="T14" fmla="*/ 1100 w 1100"/>
                      <a:gd name="T15" fmla="*/ 898 h 1107"/>
                      <a:gd name="T16" fmla="*/ 1100 w 1100"/>
                      <a:gd name="T17" fmla="*/ 1033 h 1107"/>
                      <a:gd name="T18" fmla="*/ 1026 w 1100"/>
                      <a:gd name="T19" fmla="*/ 1107 h 1107"/>
                      <a:gd name="T20" fmla="*/ 898 w 1100"/>
                      <a:gd name="T21" fmla="*/ 1107 h 1107"/>
                      <a:gd name="T22" fmla="*/ 844 w 1100"/>
                      <a:gd name="T23" fmla="*/ 1107 h 1107"/>
                      <a:gd name="T24" fmla="*/ 682 w 1100"/>
                      <a:gd name="T25" fmla="*/ 1107 h 1107"/>
                      <a:gd name="T26" fmla="*/ 628 w 1100"/>
                      <a:gd name="T27" fmla="*/ 1107 h 1107"/>
                      <a:gd name="T28" fmla="*/ 472 w 1100"/>
                      <a:gd name="T29" fmla="*/ 1107 h 1107"/>
                      <a:gd name="T30" fmla="*/ 418 w 1100"/>
                      <a:gd name="T31" fmla="*/ 1107 h 1107"/>
                      <a:gd name="T32" fmla="*/ 256 w 1100"/>
                      <a:gd name="T33" fmla="*/ 1107 h 1107"/>
                      <a:gd name="T34" fmla="*/ 202 w 1100"/>
                      <a:gd name="T35" fmla="*/ 1107 h 1107"/>
                      <a:gd name="T36" fmla="*/ 74 w 1100"/>
                      <a:gd name="T37" fmla="*/ 1107 h 1107"/>
                      <a:gd name="T38" fmla="*/ 0 w 1100"/>
                      <a:gd name="T39" fmla="*/ 1033 h 1107"/>
                      <a:gd name="T40" fmla="*/ 0 w 1100"/>
                      <a:gd name="T41" fmla="*/ 898 h 1107"/>
                      <a:gd name="T42" fmla="*/ 0 w 1100"/>
                      <a:gd name="T43" fmla="*/ 844 h 1107"/>
                      <a:gd name="T44" fmla="*/ 0 w 1100"/>
                      <a:gd name="T45" fmla="*/ 689 h 1107"/>
                      <a:gd name="T46" fmla="*/ 0 w 1100"/>
                      <a:gd name="T47" fmla="*/ 635 h 1107"/>
                      <a:gd name="T48" fmla="*/ 0 w 1100"/>
                      <a:gd name="T49" fmla="*/ 473 h 1107"/>
                      <a:gd name="T50" fmla="*/ 0 w 1100"/>
                      <a:gd name="T51" fmla="*/ 419 h 1107"/>
                      <a:gd name="T52" fmla="*/ 0 w 1100"/>
                      <a:gd name="T53" fmla="*/ 264 h 1107"/>
                      <a:gd name="T54" fmla="*/ 0 w 1100"/>
                      <a:gd name="T55" fmla="*/ 210 h 1107"/>
                      <a:gd name="T56" fmla="*/ 0 w 1100"/>
                      <a:gd name="T57" fmla="*/ 75 h 1107"/>
                      <a:gd name="T58" fmla="*/ 74 w 1100"/>
                      <a:gd name="T59" fmla="*/ 0 h 1107"/>
                      <a:gd name="T60" fmla="*/ 202 w 1100"/>
                      <a:gd name="T61" fmla="*/ 0 h 1107"/>
                      <a:gd name="T62" fmla="*/ 256 w 1100"/>
                      <a:gd name="T63" fmla="*/ 0 h 1107"/>
                      <a:gd name="T64" fmla="*/ 418 w 1100"/>
                      <a:gd name="T65" fmla="*/ 0 h 1107"/>
                      <a:gd name="T66" fmla="*/ 472 w 1100"/>
                      <a:gd name="T67" fmla="*/ 0 h 1107"/>
                      <a:gd name="T68" fmla="*/ 628 w 1100"/>
                      <a:gd name="T69" fmla="*/ 0 h 1107"/>
                      <a:gd name="T70" fmla="*/ 682 w 1100"/>
                      <a:gd name="T71" fmla="*/ 0 h 1107"/>
                      <a:gd name="T72" fmla="*/ 844 w 1100"/>
                      <a:gd name="T73" fmla="*/ 0 h 1107"/>
                      <a:gd name="T74" fmla="*/ 898 w 1100"/>
                      <a:gd name="T75" fmla="*/ 0 h 1107"/>
                      <a:gd name="T76" fmla="*/ 1026 w 1100"/>
                      <a:gd name="T77" fmla="*/ 0 h 1107"/>
                      <a:gd name="T78" fmla="*/ 1100 w 1100"/>
                      <a:gd name="T79" fmla="*/ 75 h 1107"/>
                      <a:gd name="T80" fmla="*/ 1100 w 1100"/>
                      <a:gd name="T81" fmla="*/ 210 h 1107"/>
                      <a:gd name="T82" fmla="*/ 1100 w 1100"/>
                      <a:gd name="T83" fmla="*/ 210 h 110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1100" h="1107">
                        <a:moveTo>
                          <a:pt x="1100" y="210"/>
                        </a:moveTo>
                        <a:cubicBezTo>
                          <a:pt x="1100" y="264"/>
                          <a:pt x="1100" y="264"/>
                          <a:pt x="1100" y="264"/>
                        </a:cubicBezTo>
                        <a:cubicBezTo>
                          <a:pt x="1100" y="419"/>
                          <a:pt x="1100" y="419"/>
                          <a:pt x="1100" y="419"/>
                        </a:cubicBezTo>
                        <a:cubicBezTo>
                          <a:pt x="1100" y="473"/>
                          <a:pt x="1100" y="473"/>
                          <a:pt x="1100" y="473"/>
                        </a:cubicBezTo>
                        <a:cubicBezTo>
                          <a:pt x="1100" y="635"/>
                          <a:pt x="1100" y="635"/>
                          <a:pt x="1100" y="635"/>
                        </a:cubicBezTo>
                        <a:cubicBezTo>
                          <a:pt x="1100" y="689"/>
                          <a:pt x="1100" y="689"/>
                          <a:pt x="1100" y="689"/>
                        </a:cubicBezTo>
                        <a:cubicBezTo>
                          <a:pt x="1100" y="844"/>
                          <a:pt x="1100" y="844"/>
                          <a:pt x="1100" y="844"/>
                        </a:cubicBezTo>
                        <a:cubicBezTo>
                          <a:pt x="1100" y="898"/>
                          <a:pt x="1100" y="898"/>
                          <a:pt x="1100" y="898"/>
                        </a:cubicBezTo>
                        <a:cubicBezTo>
                          <a:pt x="1100" y="1033"/>
                          <a:pt x="1100" y="1033"/>
                          <a:pt x="1100" y="1033"/>
                        </a:cubicBezTo>
                        <a:cubicBezTo>
                          <a:pt x="1100" y="1073"/>
                          <a:pt x="1073" y="1107"/>
                          <a:pt x="1026" y="1107"/>
                        </a:cubicBezTo>
                        <a:cubicBezTo>
                          <a:pt x="898" y="1107"/>
                          <a:pt x="898" y="1107"/>
                          <a:pt x="898" y="1107"/>
                        </a:cubicBezTo>
                        <a:cubicBezTo>
                          <a:pt x="844" y="1107"/>
                          <a:pt x="844" y="1107"/>
                          <a:pt x="844" y="1107"/>
                        </a:cubicBezTo>
                        <a:cubicBezTo>
                          <a:pt x="682" y="1107"/>
                          <a:pt x="682" y="1107"/>
                          <a:pt x="682" y="1107"/>
                        </a:cubicBezTo>
                        <a:cubicBezTo>
                          <a:pt x="628" y="1107"/>
                          <a:pt x="628" y="1107"/>
                          <a:pt x="628" y="1107"/>
                        </a:cubicBezTo>
                        <a:cubicBezTo>
                          <a:pt x="472" y="1107"/>
                          <a:pt x="472" y="1107"/>
                          <a:pt x="472" y="1107"/>
                        </a:cubicBezTo>
                        <a:cubicBezTo>
                          <a:pt x="418" y="1107"/>
                          <a:pt x="418" y="1107"/>
                          <a:pt x="418" y="1107"/>
                        </a:cubicBezTo>
                        <a:cubicBezTo>
                          <a:pt x="256" y="1107"/>
                          <a:pt x="256" y="1107"/>
                          <a:pt x="256" y="1107"/>
                        </a:cubicBezTo>
                        <a:cubicBezTo>
                          <a:pt x="202" y="1107"/>
                          <a:pt x="202" y="1107"/>
                          <a:pt x="202" y="1107"/>
                        </a:cubicBezTo>
                        <a:cubicBezTo>
                          <a:pt x="74" y="1107"/>
                          <a:pt x="74" y="1107"/>
                          <a:pt x="74" y="1107"/>
                        </a:cubicBezTo>
                        <a:cubicBezTo>
                          <a:pt x="27" y="1107"/>
                          <a:pt x="0" y="1073"/>
                          <a:pt x="0" y="1033"/>
                        </a:cubicBezTo>
                        <a:cubicBezTo>
                          <a:pt x="0" y="898"/>
                          <a:pt x="0" y="898"/>
                          <a:pt x="0" y="898"/>
                        </a:cubicBezTo>
                        <a:cubicBezTo>
                          <a:pt x="0" y="844"/>
                          <a:pt x="0" y="844"/>
                          <a:pt x="0" y="844"/>
                        </a:cubicBezTo>
                        <a:cubicBezTo>
                          <a:pt x="0" y="689"/>
                          <a:pt x="0" y="689"/>
                          <a:pt x="0" y="689"/>
                        </a:cubicBezTo>
                        <a:cubicBezTo>
                          <a:pt x="0" y="635"/>
                          <a:pt x="0" y="635"/>
                          <a:pt x="0" y="635"/>
                        </a:cubicBezTo>
                        <a:cubicBezTo>
                          <a:pt x="0" y="473"/>
                          <a:pt x="0" y="473"/>
                          <a:pt x="0" y="473"/>
                        </a:cubicBezTo>
                        <a:cubicBezTo>
                          <a:pt x="0" y="419"/>
                          <a:pt x="0" y="419"/>
                          <a:pt x="0" y="419"/>
                        </a:cubicBezTo>
                        <a:cubicBezTo>
                          <a:pt x="0" y="264"/>
                          <a:pt x="0" y="264"/>
                          <a:pt x="0" y="264"/>
                        </a:cubicBezTo>
                        <a:cubicBezTo>
                          <a:pt x="0" y="210"/>
                          <a:pt x="0" y="210"/>
                          <a:pt x="0" y="210"/>
                        </a:cubicBezTo>
                        <a:cubicBezTo>
                          <a:pt x="0" y="75"/>
                          <a:pt x="0" y="75"/>
                          <a:pt x="0" y="75"/>
                        </a:cubicBezTo>
                        <a:cubicBezTo>
                          <a:pt x="0" y="34"/>
                          <a:pt x="27" y="0"/>
                          <a:pt x="74" y="0"/>
                        </a:cubicBezTo>
                        <a:cubicBezTo>
                          <a:pt x="202" y="0"/>
                          <a:pt x="202" y="0"/>
                          <a:pt x="202" y="0"/>
                        </a:cubicBezTo>
                        <a:cubicBezTo>
                          <a:pt x="256" y="0"/>
                          <a:pt x="256" y="0"/>
                          <a:pt x="256" y="0"/>
                        </a:cubicBezTo>
                        <a:cubicBezTo>
                          <a:pt x="418" y="0"/>
                          <a:pt x="418" y="0"/>
                          <a:pt x="418" y="0"/>
                        </a:cubicBezTo>
                        <a:cubicBezTo>
                          <a:pt x="472" y="0"/>
                          <a:pt x="472" y="0"/>
                          <a:pt x="472" y="0"/>
                        </a:cubicBezTo>
                        <a:cubicBezTo>
                          <a:pt x="628" y="0"/>
                          <a:pt x="628" y="0"/>
                          <a:pt x="628" y="0"/>
                        </a:cubicBezTo>
                        <a:cubicBezTo>
                          <a:pt x="682" y="0"/>
                          <a:pt x="682" y="0"/>
                          <a:pt x="682" y="0"/>
                        </a:cubicBezTo>
                        <a:cubicBezTo>
                          <a:pt x="844" y="0"/>
                          <a:pt x="844" y="0"/>
                          <a:pt x="844" y="0"/>
                        </a:cubicBezTo>
                        <a:cubicBezTo>
                          <a:pt x="898" y="0"/>
                          <a:pt x="898" y="0"/>
                          <a:pt x="898" y="0"/>
                        </a:cubicBezTo>
                        <a:cubicBezTo>
                          <a:pt x="1026" y="0"/>
                          <a:pt x="1026" y="0"/>
                          <a:pt x="1026" y="0"/>
                        </a:cubicBezTo>
                        <a:cubicBezTo>
                          <a:pt x="1073" y="0"/>
                          <a:pt x="1100" y="34"/>
                          <a:pt x="1100" y="75"/>
                        </a:cubicBezTo>
                        <a:cubicBezTo>
                          <a:pt x="1100" y="210"/>
                          <a:pt x="1100" y="210"/>
                          <a:pt x="1100" y="210"/>
                        </a:cubicBezTo>
                        <a:cubicBezTo>
                          <a:pt x="1100" y="210"/>
                          <a:pt x="1100" y="210"/>
                          <a:pt x="1100" y="210"/>
                        </a:cubicBezTo>
                        <a:close/>
                      </a:path>
                    </a:pathLst>
                  </a:custGeom>
                  <a:solidFill>
                    <a:schemeClr val="tx1">
                      <a:lumMod val="85000"/>
                      <a:lumOff val="15000"/>
                    </a:scheme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78" name="Freeform 96">
                    <a:extLst>
                      <a:ext uri="{FF2B5EF4-FFF2-40B4-BE49-F238E27FC236}">
                        <a16:creationId xmlns:a16="http://schemas.microsoft.com/office/drawing/2014/main" id="{52DF83E5-8E10-872B-95B9-AB066592BAE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085300" y="2620963"/>
                    <a:ext cx="131763" cy="30163"/>
                  </a:xfrm>
                  <a:custGeom>
                    <a:avLst/>
                    <a:gdLst>
                      <a:gd name="T0" fmla="*/ 244 w 244"/>
                      <a:gd name="T1" fmla="*/ 28 h 55"/>
                      <a:gd name="T2" fmla="*/ 217 w 244"/>
                      <a:gd name="T3" fmla="*/ 0 h 55"/>
                      <a:gd name="T4" fmla="*/ 0 w 244"/>
                      <a:gd name="T5" fmla="*/ 0 h 55"/>
                      <a:gd name="T6" fmla="*/ 0 w 244"/>
                      <a:gd name="T7" fmla="*/ 55 h 55"/>
                      <a:gd name="T8" fmla="*/ 217 w 244"/>
                      <a:gd name="T9" fmla="*/ 55 h 55"/>
                      <a:gd name="T10" fmla="*/ 244 w 244"/>
                      <a:gd name="T11" fmla="*/ 28 h 5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4" h="55">
                        <a:moveTo>
                          <a:pt x="244" y="28"/>
                        </a:moveTo>
                        <a:cubicBezTo>
                          <a:pt x="244" y="14"/>
                          <a:pt x="230" y="0"/>
                          <a:pt x="217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55"/>
                          <a:pt x="0" y="55"/>
                          <a:pt x="0" y="55"/>
                        </a:cubicBezTo>
                        <a:cubicBezTo>
                          <a:pt x="217" y="55"/>
                          <a:pt x="217" y="55"/>
                          <a:pt x="217" y="55"/>
                        </a:cubicBezTo>
                        <a:cubicBezTo>
                          <a:pt x="230" y="55"/>
                          <a:pt x="244" y="41"/>
                          <a:pt x="244" y="28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79" name="Freeform 97">
                    <a:extLst>
                      <a:ext uri="{FF2B5EF4-FFF2-40B4-BE49-F238E27FC236}">
                        <a16:creationId xmlns:a16="http://schemas.microsoft.com/office/drawing/2014/main" id="{A15121F7-9991-C8F1-4515-8434B9484B3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085300" y="2733675"/>
                    <a:ext cx="131763" cy="30163"/>
                  </a:xfrm>
                  <a:custGeom>
                    <a:avLst/>
                    <a:gdLst>
                      <a:gd name="T0" fmla="*/ 217 w 244"/>
                      <a:gd name="T1" fmla="*/ 0 h 54"/>
                      <a:gd name="T2" fmla="*/ 0 w 244"/>
                      <a:gd name="T3" fmla="*/ 0 h 54"/>
                      <a:gd name="T4" fmla="*/ 0 w 244"/>
                      <a:gd name="T5" fmla="*/ 54 h 54"/>
                      <a:gd name="T6" fmla="*/ 217 w 244"/>
                      <a:gd name="T7" fmla="*/ 54 h 54"/>
                      <a:gd name="T8" fmla="*/ 244 w 244"/>
                      <a:gd name="T9" fmla="*/ 27 h 54"/>
                      <a:gd name="T10" fmla="*/ 217 w 244"/>
                      <a:gd name="T11" fmla="*/ 0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4" h="54">
                        <a:moveTo>
                          <a:pt x="217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54"/>
                          <a:pt x="0" y="54"/>
                          <a:pt x="0" y="54"/>
                        </a:cubicBezTo>
                        <a:cubicBezTo>
                          <a:pt x="217" y="54"/>
                          <a:pt x="217" y="54"/>
                          <a:pt x="217" y="54"/>
                        </a:cubicBezTo>
                        <a:cubicBezTo>
                          <a:pt x="230" y="54"/>
                          <a:pt x="244" y="47"/>
                          <a:pt x="244" y="27"/>
                        </a:cubicBezTo>
                        <a:cubicBezTo>
                          <a:pt x="244" y="13"/>
                          <a:pt x="230" y="0"/>
                          <a:pt x="217" y="0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80" name="Freeform 98">
                    <a:extLst>
                      <a:ext uri="{FF2B5EF4-FFF2-40B4-BE49-F238E27FC236}">
                        <a16:creationId xmlns:a16="http://schemas.microsoft.com/office/drawing/2014/main" id="{5A4C9BB1-59BE-DBFA-DEE2-2DC4E34612D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085300" y="2851150"/>
                    <a:ext cx="131763" cy="30163"/>
                  </a:xfrm>
                  <a:custGeom>
                    <a:avLst/>
                    <a:gdLst>
                      <a:gd name="T0" fmla="*/ 217 w 244"/>
                      <a:gd name="T1" fmla="*/ 0 h 54"/>
                      <a:gd name="T2" fmla="*/ 0 w 244"/>
                      <a:gd name="T3" fmla="*/ 0 h 54"/>
                      <a:gd name="T4" fmla="*/ 0 w 244"/>
                      <a:gd name="T5" fmla="*/ 54 h 54"/>
                      <a:gd name="T6" fmla="*/ 217 w 244"/>
                      <a:gd name="T7" fmla="*/ 54 h 54"/>
                      <a:gd name="T8" fmla="*/ 244 w 244"/>
                      <a:gd name="T9" fmla="*/ 27 h 54"/>
                      <a:gd name="T10" fmla="*/ 217 w 244"/>
                      <a:gd name="T11" fmla="*/ 0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4" h="54">
                        <a:moveTo>
                          <a:pt x="217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54"/>
                          <a:pt x="0" y="54"/>
                          <a:pt x="0" y="54"/>
                        </a:cubicBezTo>
                        <a:cubicBezTo>
                          <a:pt x="217" y="54"/>
                          <a:pt x="217" y="54"/>
                          <a:pt x="217" y="54"/>
                        </a:cubicBezTo>
                        <a:cubicBezTo>
                          <a:pt x="230" y="54"/>
                          <a:pt x="244" y="41"/>
                          <a:pt x="244" y="27"/>
                        </a:cubicBezTo>
                        <a:cubicBezTo>
                          <a:pt x="244" y="14"/>
                          <a:pt x="230" y="0"/>
                          <a:pt x="217" y="0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81" name="Freeform 99">
                    <a:extLst>
                      <a:ext uri="{FF2B5EF4-FFF2-40B4-BE49-F238E27FC236}">
                        <a16:creationId xmlns:a16="http://schemas.microsoft.com/office/drawing/2014/main" id="{F931CB09-F650-DD27-AEFA-72CF4E7DB2E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085300" y="2965450"/>
                    <a:ext cx="131763" cy="28575"/>
                  </a:xfrm>
                  <a:custGeom>
                    <a:avLst/>
                    <a:gdLst>
                      <a:gd name="T0" fmla="*/ 217 w 244"/>
                      <a:gd name="T1" fmla="*/ 0 h 54"/>
                      <a:gd name="T2" fmla="*/ 0 w 244"/>
                      <a:gd name="T3" fmla="*/ 0 h 54"/>
                      <a:gd name="T4" fmla="*/ 0 w 244"/>
                      <a:gd name="T5" fmla="*/ 54 h 54"/>
                      <a:gd name="T6" fmla="*/ 217 w 244"/>
                      <a:gd name="T7" fmla="*/ 54 h 54"/>
                      <a:gd name="T8" fmla="*/ 244 w 244"/>
                      <a:gd name="T9" fmla="*/ 27 h 54"/>
                      <a:gd name="T10" fmla="*/ 217 w 244"/>
                      <a:gd name="T11" fmla="*/ 0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4" h="54">
                        <a:moveTo>
                          <a:pt x="217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54"/>
                          <a:pt x="0" y="54"/>
                          <a:pt x="0" y="54"/>
                        </a:cubicBezTo>
                        <a:cubicBezTo>
                          <a:pt x="217" y="54"/>
                          <a:pt x="217" y="54"/>
                          <a:pt x="217" y="54"/>
                        </a:cubicBezTo>
                        <a:cubicBezTo>
                          <a:pt x="230" y="54"/>
                          <a:pt x="244" y="47"/>
                          <a:pt x="244" y="27"/>
                        </a:cubicBezTo>
                        <a:cubicBezTo>
                          <a:pt x="244" y="13"/>
                          <a:pt x="230" y="0"/>
                          <a:pt x="217" y="0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82" name="Freeform 100">
                    <a:extLst>
                      <a:ext uri="{FF2B5EF4-FFF2-40B4-BE49-F238E27FC236}">
                        <a16:creationId xmlns:a16="http://schemas.microsoft.com/office/drawing/2014/main" id="{46983D86-F939-C0F1-A396-C3F2962F232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240750" y="2620963"/>
                    <a:ext cx="131763" cy="30163"/>
                  </a:xfrm>
                  <a:custGeom>
                    <a:avLst/>
                    <a:gdLst>
                      <a:gd name="T0" fmla="*/ 0 w 243"/>
                      <a:gd name="T1" fmla="*/ 28 h 55"/>
                      <a:gd name="T2" fmla="*/ 27 w 243"/>
                      <a:gd name="T3" fmla="*/ 55 h 55"/>
                      <a:gd name="T4" fmla="*/ 243 w 243"/>
                      <a:gd name="T5" fmla="*/ 55 h 55"/>
                      <a:gd name="T6" fmla="*/ 243 w 243"/>
                      <a:gd name="T7" fmla="*/ 0 h 55"/>
                      <a:gd name="T8" fmla="*/ 27 w 243"/>
                      <a:gd name="T9" fmla="*/ 0 h 55"/>
                      <a:gd name="T10" fmla="*/ 0 w 243"/>
                      <a:gd name="T11" fmla="*/ 28 h 5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3" h="55">
                        <a:moveTo>
                          <a:pt x="0" y="28"/>
                        </a:moveTo>
                        <a:cubicBezTo>
                          <a:pt x="0" y="41"/>
                          <a:pt x="14" y="55"/>
                          <a:pt x="27" y="55"/>
                        </a:cubicBezTo>
                        <a:cubicBezTo>
                          <a:pt x="243" y="55"/>
                          <a:pt x="243" y="55"/>
                          <a:pt x="243" y="55"/>
                        </a:cubicBezTo>
                        <a:cubicBezTo>
                          <a:pt x="243" y="0"/>
                          <a:pt x="243" y="0"/>
                          <a:pt x="243" y="0"/>
                        </a:cubicBezTo>
                        <a:cubicBezTo>
                          <a:pt x="27" y="0"/>
                          <a:pt x="27" y="0"/>
                          <a:pt x="27" y="0"/>
                        </a:cubicBezTo>
                        <a:cubicBezTo>
                          <a:pt x="14" y="0"/>
                          <a:pt x="0" y="14"/>
                          <a:pt x="0" y="28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83" name="Freeform 101">
                    <a:extLst>
                      <a:ext uri="{FF2B5EF4-FFF2-40B4-BE49-F238E27FC236}">
                        <a16:creationId xmlns:a16="http://schemas.microsoft.com/office/drawing/2014/main" id="{446F19F3-044D-EDA7-F157-BB1E7FEEDAE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240750" y="2733675"/>
                    <a:ext cx="131763" cy="30163"/>
                  </a:xfrm>
                  <a:custGeom>
                    <a:avLst/>
                    <a:gdLst>
                      <a:gd name="T0" fmla="*/ 0 w 243"/>
                      <a:gd name="T1" fmla="*/ 27 h 54"/>
                      <a:gd name="T2" fmla="*/ 27 w 243"/>
                      <a:gd name="T3" fmla="*/ 54 h 54"/>
                      <a:gd name="T4" fmla="*/ 243 w 243"/>
                      <a:gd name="T5" fmla="*/ 54 h 54"/>
                      <a:gd name="T6" fmla="*/ 243 w 243"/>
                      <a:gd name="T7" fmla="*/ 0 h 54"/>
                      <a:gd name="T8" fmla="*/ 27 w 243"/>
                      <a:gd name="T9" fmla="*/ 0 h 54"/>
                      <a:gd name="T10" fmla="*/ 0 w 243"/>
                      <a:gd name="T11" fmla="*/ 27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3" h="54">
                        <a:moveTo>
                          <a:pt x="0" y="27"/>
                        </a:moveTo>
                        <a:cubicBezTo>
                          <a:pt x="0" y="47"/>
                          <a:pt x="14" y="54"/>
                          <a:pt x="27" y="54"/>
                        </a:cubicBezTo>
                        <a:cubicBezTo>
                          <a:pt x="243" y="54"/>
                          <a:pt x="243" y="54"/>
                          <a:pt x="243" y="54"/>
                        </a:cubicBezTo>
                        <a:cubicBezTo>
                          <a:pt x="243" y="0"/>
                          <a:pt x="243" y="0"/>
                          <a:pt x="243" y="0"/>
                        </a:cubicBezTo>
                        <a:cubicBezTo>
                          <a:pt x="27" y="0"/>
                          <a:pt x="27" y="0"/>
                          <a:pt x="27" y="0"/>
                        </a:cubicBezTo>
                        <a:cubicBezTo>
                          <a:pt x="14" y="0"/>
                          <a:pt x="0" y="13"/>
                          <a:pt x="0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84" name="Freeform 102">
                    <a:extLst>
                      <a:ext uri="{FF2B5EF4-FFF2-40B4-BE49-F238E27FC236}">
                        <a16:creationId xmlns:a16="http://schemas.microsoft.com/office/drawing/2014/main" id="{7F1A4397-0CB1-EA9B-589C-4BC02B0DF4E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240750" y="2851150"/>
                    <a:ext cx="131763" cy="30163"/>
                  </a:xfrm>
                  <a:custGeom>
                    <a:avLst/>
                    <a:gdLst>
                      <a:gd name="T0" fmla="*/ 0 w 243"/>
                      <a:gd name="T1" fmla="*/ 27 h 54"/>
                      <a:gd name="T2" fmla="*/ 27 w 243"/>
                      <a:gd name="T3" fmla="*/ 54 h 54"/>
                      <a:gd name="T4" fmla="*/ 243 w 243"/>
                      <a:gd name="T5" fmla="*/ 54 h 54"/>
                      <a:gd name="T6" fmla="*/ 243 w 243"/>
                      <a:gd name="T7" fmla="*/ 0 h 54"/>
                      <a:gd name="T8" fmla="*/ 27 w 243"/>
                      <a:gd name="T9" fmla="*/ 0 h 54"/>
                      <a:gd name="T10" fmla="*/ 0 w 243"/>
                      <a:gd name="T11" fmla="*/ 27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3" h="54">
                        <a:moveTo>
                          <a:pt x="0" y="27"/>
                        </a:moveTo>
                        <a:cubicBezTo>
                          <a:pt x="0" y="41"/>
                          <a:pt x="14" y="54"/>
                          <a:pt x="27" y="54"/>
                        </a:cubicBezTo>
                        <a:cubicBezTo>
                          <a:pt x="243" y="54"/>
                          <a:pt x="243" y="54"/>
                          <a:pt x="243" y="54"/>
                        </a:cubicBezTo>
                        <a:cubicBezTo>
                          <a:pt x="243" y="0"/>
                          <a:pt x="243" y="0"/>
                          <a:pt x="243" y="0"/>
                        </a:cubicBezTo>
                        <a:cubicBezTo>
                          <a:pt x="27" y="0"/>
                          <a:pt x="27" y="0"/>
                          <a:pt x="27" y="0"/>
                        </a:cubicBezTo>
                        <a:cubicBezTo>
                          <a:pt x="14" y="0"/>
                          <a:pt x="0" y="14"/>
                          <a:pt x="0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85" name="Freeform 103">
                    <a:extLst>
                      <a:ext uri="{FF2B5EF4-FFF2-40B4-BE49-F238E27FC236}">
                        <a16:creationId xmlns:a16="http://schemas.microsoft.com/office/drawing/2014/main" id="{3F67E203-B65C-61FF-D447-C9D5A66B7E2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240750" y="2965450"/>
                    <a:ext cx="131763" cy="28575"/>
                  </a:xfrm>
                  <a:custGeom>
                    <a:avLst/>
                    <a:gdLst>
                      <a:gd name="T0" fmla="*/ 0 w 243"/>
                      <a:gd name="T1" fmla="*/ 27 h 54"/>
                      <a:gd name="T2" fmla="*/ 27 w 243"/>
                      <a:gd name="T3" fmla="*/ 54 h 54"/>
                      <a:gd name="T4" fmla="*/ 243 w 243"/>
                      <a:gd name="T5" fmla="*/ 54 h 54"/>
                      <a:gd name="T6" fmla="*/ 243 w 243"/>
                      <a:gd name="T7" fmla="*/ 0 h 54"/>
                      <a:gd name="T8" fmla="*/ 27 w 243"/>
                      <a:gd name="T9" fmla="*/ 0 h 54"/>
                      <a:gd name="T10" fmla="*/ 0 w 243"/>
                      <a:gd name="T11" fmla="*/ 27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3" h="54">
                        <a:moveTo>
                          <a:pt x="0" y="27"/>
                        </a:moveTo>
                        <a:cubicBezTo>
                          <a:pt x="0" y="47"/>
                          <a:pt x="14" y="54"/>
                          <a:pt x="27" y="54"/>
                        </a:cubicBezTo>
                        <a:cubicBezTo>
                          <a:pt x="243" y="54"/>
                          <a:pt x="243" y="54"/>
                          <a:pt x="243" y="54"/>
                        </a:cubicBezTo>
                        <a:cubicBezTo>
                          <a:pt x="243" y="0"/>
                          <a:pt x="243" y="0"/>
                          <a:pt x="243" y="0"/>
                        </a:cubicBezTo>
                        <a:cubicBezTo>
                          <a:pt x="27" y="0"/>
                          <a:pt x="27" y="0"/>
                          <a:pt x="27" y="0"/>
                        </a:cubicBezTo>
                        <a:cubicBezTo>
                          <a:pt x="14" y="0"/>
                          <a:pt x="0" y="13"/>
                          <a:pt x="0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86" name="Freeform 104">
                    <a:extLst>
                      <a:ext uri="{FF2B5EF4-FFF2-40B4-BE49-F238E27FC236}">
                        <a16:creationId xmlns:a16="http://schemas.microsoft.com/office/drawing/2014/main" id="{11F05A0B-8A43-432B-D0FC-528630C2390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540788" y="2320925"/>
                    <a:ext cx="28575" cy="128588"/>
                  </a:xfrm>
                  <a:custGeom>
                    <a:avLst/>
                    <a:gdLst>
                      <a:gd name="T0" fmla="*/ 54 w 54"/>
                      <a:gd name="T1" fmla="*/ 27 h 237"/>
                      <a:gd name="T2" fmla="*/ 27 w 54"/>
                      <a:gd name="T3" fmla="*/ 0 h 237"/>
                      <a:gd name="T4" fmla="*/ 0 w 54"/>
                      <a:gd name="T5" fmla="*/ 27 h 237"/>
                      <a:gd name="T6" fmla="*/ 0 w 54"/>
                      <a:gd name="T7" fmla="*/ 237 h 237"/>
                      <a:gd name="T8" fmla="*/ 54 w 54"/>
                      <a:gd name="T9" fmla="*/ 237 h 237"/>
                      <a:gd name="T10" fmla="*/ 54 w 54"/>
                      <a:gd name="T11" fmla="*/ 27 h 237"/>
                      <a:gd name="T12" fmla="*/ 54 w 54"/>
                      <a:gd name="T13" fmla="*/ 27 h 2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7">
                        <a:moveTo>
                          <a:pt x="54" y="27"/>
                        </a:moveTo>
                        <a:cubicBezTo>
                          <a:pt x="54" y="14"/>
                          <a:pt x="40" y="0"/>
                          <a:pt x="27" y="0"/>
                        </a:cubicBezTo>
                        <a:cubicBezTo>
                          <a:pt x="13" y="0"/>
                          <a:pt x="0" y="14"/>
                          <a:pt x="0" y="27"/>
                        </a:cubicBezTo>
                        <a:cubicBezTo>
                          <a:pt x="0" y="237"/>
                          <a:pt x="0" y="237"/>
                          <a:pt x="0" y="237"/>
                        </a:cubicBezTo>
                        <a:cubicBezTo>
                          <a:pt x="54" y="237"/>
                          <a:pt x="54" y="237"/>
                          <a:pt x="54" y="23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87" name="Freeform 105">
                    <a:extLst>
                      <a:ext uri="{FF2B5EF4-FFF2-40B4-BE49-F238E27FC236}">
                        <a16:creationId xmlns:a16="http://schemas.microsoft.com/office/drawing/2014/main" id="{88166F0B-972A-C2AC-0BAB-12A9BB9673D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658263" y="2320925"/>
                    <a:ext cx="28575" cy="128588"/>
                  </a:xfrm>
                  <a:custGeom>
                    <a:avLst/>
                    <a:gdLst>
                      <a:gd name="T0" fmla="*/ 54 w 54"/>
                      <a:gd name="T1" fmla="*/ 27 h 237"/>
                      <a:gd name="T2" fmla="*/ 27 w 54"/>
                      <a:gd name="T3" fmla="*/ 0 h 237"/>
                      <a:gd name="T4" fmla="*/ 0 w 54"/>
                      <a:gd name="T5" fmla="*/ 27 h 237"/>
                      <a:gd name="T6" fmla="*/ 0 w 54"/>
                      <a:gd name="T7" fmla="*/ 237 h 237"/>
                      <a:gd name="T8" fmla="*/ 54 w 54"/>
                      <a:gd name="T9" fmla="*/ 237 h 237"/>
                      <a:gd name="T10" fmla="*/ 54 w 54"/>
                      <a:gd name="T11" fmla="*/ 27 h 237"/>
                      <a:gd name="T12" fmla="*/ 54 w 54"/>
                      <a:gd name="T13" fmla="*/ 27 h 2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7">
                        <a:moveTo>
                          <a:pt x="54" y="27"/>
                        </a:moveTo>
                        <a:cubicBezTo>
                          <a:pt x="54" y="14"/>
                          <a:pt x="40" y="0"/>
                          <a:pt x="27" y="0"/>
                        </a:cubicBezTo>
                        <a:cubicBezTo>
                          <a:pt x="13" y="0"/>
                          <a:pt x="0" y="14"/>
                          <a:pt x="0" y="27"/>
                        </a:cubicBezTo>
                        <a:cubicBezTo>
                          <a:pt x="0" y="237"/>
                          <a:pt x="0" y="237"/>
                          <a:pt x="0" y="237"/>
                        </a:cubicBezTo>
                        <a:cubicBezTo>
                          <a:pt x="54" y="237"/>
                          <a:pt x="54" y="237"/>
                          <a:pt x="54" y="23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88" name="Freeform 106">
                    <a:extLst>
                      <a:ext uri="{FF2B5EF4-FFF2-40B4-BE49-F238E27FC236}">
                        <a16:creationId xmlns:a16="http://schemas.microsoft.com/office/drawing/2014/main" id="{D15256B6-B2E2-444A-1B66-6F893C18697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770975" y="2320925"/>
                    <a:ext cx="30163" cy="128588"/>
                  </a:xfrm>
                  <a:custGeom>
                    <a:avLst/>
                    <a:gdLst>
                      <a:gd name="T0" fmla="*/ 54 w 54"/>
                      <a:gd name="T1" fmla="*/ 27 h 237"/>
                      <a:gd name="T2" fmla="*/ 27 w 54"/>
                      <a:gd name="T3" fmla="*/ 0 h 237"/>
                      <a:gd name="T4" fmla="*/ 0 w 54"/>
                      <a:gd name="T5" fmla="*/ 27 h 237"/>
                      <a:gd name="T6" fmla="*/ 0 w 54"/>
                      <a:gd name="T7" fmla="*/ 237 h 237"/>
                      <a:gd name="T8" fmla="*/ 54 w 54"/>
                      <a:gd name="T9" fmla="*/ 237 h 237"/>
                      <a:gd name="T10" fmla="*/ 54 w 54"/>
                      <a:gd name="T11" fmla="*/ 27 h 237"/>
                      <a:gd name="T12" fmla="*/ 54 w 54"/>
                      <a:gd name="T13" fmla="*/ 27 h 2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7">
                        <a:moveTo>
                          <a:pt x="54" y="27"/>
                        </a:moveTo>
                        <a:cubicBezTo>
                          <a:pt x="54" y="14"/>
                          <a:pt x="40" y="0"/>
                          <a:pt x="27" y="0"/>
                        </a:cubicBezTo>
                        <a:cubicBezTo>
                          <a:pt x="13" y="0"/>
                          <a:pt x="0" y="14"/>
                          <a:pt x="0" y="27"/>
                        </a:cubicBezTo>
                        <a:cubicBezTo>
                          <a:pt x="0" y="237"/>
                          <a:pt x="0" y="237"/>
                          <a:pt x="0" y="237"/>
                        </a:cubicBezTo>
                        <a:cubicBezTo>
                          <a:pt x="54" y="237"/>
                          <a:pt x="54" y="237"/>
                          <a:pt x="54" y="23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89" name="Freeform 107">
                    <a:extLst>
                      <a:ext uri="{FF2B5EF4-FFF2-40B4-BE49-F238E27FC236}">
                        <a16:creationId xmlns:a16="http://schemas.microsoft.com/office/drawing/2014/main" id="{F209FC49-72DA-B070-C49D-35F5B826ACE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886863" y="2320925"/>
                    <a:ext cx="30163" cy="128588"/>
                  </a:xfrm>
                  <a:custGeom>
                    <a:avLst/>
                    <a:gdLst>
                      <a:gd name="T0" fmla="*/ 54 w 54"/>
                      <a:gd name="T1" fmla="*/ 27 h 237"/>
                      <a:gd name="T2" fmla="*/ 27 w 54"/>
                      <a:gd name="T3" fmla="*/ 0 h 237"/>
                      <a:gd name="T4" fmla="*/ 0 w 54"/>
                      <a:gd name="T5" fmla="*/ 27 h 237"/>
                      <a:gd name="T6" fmla="*/ 0 w 54"/>
                      <a:gd name="T7" fmla="*/ 237 h 237"/>
                      <a:gd name="T8" fmla="*/ 54 w 54"/>
                      <a:gd name="T9" fmla="*/ 237 h 237"/>
                      <a:gd name="T10" fmla="*/ 54 w 54"/>
                      <a:gd name="T11" fmla="*/ 27 h 237"/>
                      <a:gd name="T12" fmla="*/ 54 w 54"/>
                      <a:gd name="T13" fmla="*/ 27 h 2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7">
                        <a:moveTo>
                          <a:pt x="54" y="27"/>
                        </a:moveTo>
                        <a:cubicBezTo>
                          <a:pt x="54" y="14"/>
                          <a:pt x="40" y="0"/>
                          <a:pt x="27" y="0"/>
                        </a:cubicBezTo>
                        <a:cubicBezTo>
                          <a:pt x="13" y="0"/>
                          <a:pt x="0" y="14"/>
                          <a:pt x="0" y="27"/>
                        </a:cubicBezTo>
                        <a:cubicBezTo>
                          <a:pt x="0" y="237"/>
                          <a:pt x="0" y="237"/>
                          <a:pt x="0" y="237"/>
                        </a:cubicBezTo>
                        <a:cubicBezTo>
                          <a:pt x="54" y="237"/>
                          <a:pt x="54" y="237"/>
                          <a:pt x="54" y="23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90" name="Freeform 108">
                    <a:extLst>
                      <a:ext uri="{FF2B5EF4-FFF2-40B4-BE49-F238E27FC236}">
                        <a16:creationId xmlns:a16="http://schemas.microsoft.com/office/drawing/2014/main" id="{83E9FD7F-9C6D-A461-767C-5A22EF3BF16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540788" y="3165475"/>
                    <a:ext cx="28575" cy="128588"/>
                  </a:xfrm>
                  <a:custGeom>
                    <a:avLst/>
                    <a:gdLst>
                      <a:gd name="T0" fmla="*/ 0 w 54"/>
                      <a:gd name="T1" fmla="*/ 211 h 238"/>
                      <a:gd name="T2" fmla="*/ 27 w 54"/>
                      <a:gd name="T3" fmla="*/ 238 h 238"/>
                      <a:gd name="T4" fmla="*/ 54 w 54"/>
                      <a:gd name="T5" fmla="*/ 211 h 238"/>
                      <a:gd name="T6" fmla="*/ 54 w 54"/>
                      <a:gd name="T7" fmla="*/ 0 h 238"/>
                      <a:gd name="T8" fmla="*/ 0 w 54"/>
                      <a:gd name="T9" fmla="*/ 0 h 238"/>
                      <a:gd name="T10" fmla="*/ 0 w 54"/>
                      <a:gd name="T11" fmla="*/ 211 h 238"/>
                      <a:gd name="T12" fmla="*/ 0 w 54"/>
                      <a:gd name="T13" fmla="*/ 211 h 2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8">
                        <a:moveTo>
                          <a:pt x="0" y="211"/>
                        </a:moveTo>
                        <a:cubicBezTo>
                          <a:pt x="0" y="231"/>
                          <a:pt x="13" y="238"/>
                          <a:pt x="27" y="238"/>
                        </a:cubicBezTo>
                        <a:cubicBezTo>
                          <a:pt x="40" y="238"/>
                          <a:pt x="54" y="231"/>
                          <a:pt x="54" y="211"/>
                        </a:cubicBezTo>
                        <a:cubicBezTo>
                          <a:pt x="54" y="0"/>
                          <a:pt x="54" y="0"/>
                          <a:pt x="54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91" name="Freeform 109">
                    <a:extLst>
                      <a:ext uri="{FF2B5EF4-FFF2-40B4-BE49-F238E27FC236}">
                        <a16:creationId xmlns:a16="http://schemas.microsoft.com/office/drawing/2014/main" id="{58E9F3B0-0F27-76E3-8F69-F76A1D6AC7A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658263" y="3165475"/>
                    <a:ext cx="28575" cy="128588"/>
                  </a:xfrm>
                  <a:custGeom>
                    <a:avLst/>
                    <a:gdLst>
                      <a:gd name="T0" fmla="*/ 0 w 54"/>
                      <a:gd name="T1" fmla="*/ 211 h 238"/>
                      <a:gd name="T2" fmla="*/ 27 w 54"/>
                      <a:gd name="T3" fmla="*/ 238 h 238"/>
                      <a:gd name="T4" fmla="*/ 54 w 54"/>
                      <a:gd name="T5" fmla="*/ 211 h 238"/>
                      <a:gd name="T6" fmla="*/ 54 w 54"/>
                      <a:gd name="T7" fmla="*/ 0 h 238"/>
                      <a:gd name="T8" fmla="*/ 0 w 54"/>
                      <a:gd name="T9" fmla="*/ 0 h 238"/>
                      <a:gd name="T10" fmla="*/ 0 w 54"/>
                      <a:gd name="T11" fmla="*/ 211 h 238"/>
                      <a:gd name="T12" fmla="*/ 0 w 54"/>
                      <a:gd name="T13" fmla="*/ 211 h 2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8">
                        <a:moveTo>
                          <a:pt x="0" y="211"/>
                        </a:moveTo>
                        <a:cubicBezTo>
                          <a:pt x="0" y="231"/>
                          <a:pt x="13" y="238"/>
                          <a:pt x="27" y="238"/>
                        </a:cubicBezTo>
                        <a:cubicBezTo>
                          <a:pt x="40" y="238"/>
                          <a:pt x="54" y="231"/>
                          <a:pt x="54" y="211"/>
                        </a:cubicBezTo>
                        <a:cubicBezTo>
                          <a:pt x="54" y="0"/>
                          <a:pt x="54" y="0"/>
                          <a:pt x="54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92" name="Freeform 110">
                    <a:extLst>
                      <a:ext uri="{FF2B5EF4-FFF2-40B4-BE49-F238E27FC236}">
                        <a16:creationId xmlns:a16="http://schemas.microsoft.com/office/drawing/2014/main" id="{F04D8F4A-7A0B-F5C5-9446-F737EA2B171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770975" y="3165475"/>
                    <a:ext cx="30163" cy="128588"/>
                  </a:xfrm>
                  <a:custGeom>
                    <a:avLst/>
                    <a:gdLst>
                      <a:gd name="T0" fmla="*/ 0 w 54"/>
                      <a:gd name="T1" fmla="*/ 211 h 238"/>
                      <a:gd name="T2" fmla="*/ 27 w 54"/>
                      <a:gd name="T3" fmla="*/ 238 h 238"/>
                      <a:gd name="T4" fmla="*/ 54 w 54"/>
                      <a:gd name="T5" fmla="*/ 211 h 238"/>
                      <a:gd name="T6" fmla="*/ 54 w 54"/>
                      <a:gd name="T7" fmla="*/ 0 h 238"/>
                      <a:gd name="T8" fmla="*/ 0 w 54"/>
                      <a:gd name="T9" fmla="*/ 0 h 238"/>
                      <a:gd name="T10" fmla="*/ 0 w 54"/>
                      <a:gd name="T11" fmla="*/ 211 h 238"/>
                      <a:gd name="T12" fmla="*/ 0 w 54"/>
                      <a:gd name="T13" fmla="*/ 211 h 2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8">
                        <a:moveTo>
                          <a:pt x="0" y="211"/>
                        </a:moveTo>
                        <a:cubicBezTo>
                          <a:pt x="0" y="231"/>
                          <a:pt x="13" y="238"/>
                          <a:pt x="27" y="238"/>
                        </a:cubicBezTo>
                        <a:cubicBezTo>
                          <a:pt x="40" y="238"/>
                          <a:pt x="54" y="231"/>
                          <a:pt x="54" y="211"/>
                        </a:cubicBezTo>
                        <a:cubicBezTo>
                          <a:pt x="54" y="0"/>
                          <a:pt x="54" y="0"/>
                          <a:pt x="54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93" name="Freeform 111">
                    <a:extLst>
                      <a:ext uri="{FF2B5EF4-FFF2-40B4-BE49-F238E27FC236}">
                        <a16:creationId xmlns:a16="http://schemas.microsoft.com/office/drawing/2014/main" id="{1B29B1A2-8F65-26AE-94BB-2D92FFE318B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886863" y="3165475"/>
                    <a:ext cx="30163" cy="128588"/>
                  </a:xfrm>
                  <a:custGeom>
                    <a:avLst/>
                    <a:gdLst>
                      <a:gd name="T0" fmla="*/ 0 w 54"/>
                      <a:gd name="T1" fmla="*/ 211 h 238"/>
                      <a:gd name="T2" fmla="*/ 27 w 54"/>
                      <a:gd name="T3" fmla="*/ 238 h 238"/>
                      <a:gd name="T4" fmla="*/ 54 w 54"/>
                      <a:gd name="T5" fmla="*/ 211 h 238"/>
                      <a:gd name="T6" fmla="*/ 54 w 54"/>
                      <a:gd name="T7" fmla="*/ 0 h 238"/>
                      <a:gd name="T8" fmla="*/ 0 w 54"/>
                      <a:gd name="T9" fmla="*/ 0 h 238"/>
                      <a:gd name="T10" fmla="*/ 0 w 54"/>
                      <a:gd name="T11" fmla="*/ 211 h 238"/>
                      <a:gd name="T12" fmla="*/ 0 w 54"/>
                      <a:gd name="T13" fmla="*/ 211 h 2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8">
                        <a:moveTo>
                          <a:pt x="0" y="211"/>
                        </a:moveTo>
                        <a:cubicBezTo>
                          <a:pt x="0" y="231"/>
                          <a:pt x="13" y="238"/>
                          <a:pt x="27" y="238"/>
                        </a:cubicBezTo>
                        <a:cubicBezTo>
                          <a:pt x="40" y="238"/>
                          <a:pt x="54" y="231"/>
                          <a:pt x="54" y="211"/>
                        </a:cubicBezTo>
                        <a:cubicBezTo>
                          <a:pt x="54" y="0"/>
                          <a:pt x="54" y="0"/>
                          <a:pt x="54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94" name="Freeform 112">
                    <a:extLst>
                      <a:ext uri="{FF2B5EF4-FFF2-40B4-BE49-F238E27FC236}">
                        <a16:creationId xmlns:a16="http://schemas.microsoft.com/office/drawing/2014/main" id="{91E353CB-0C90-BD1A-D509-043796470422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21401088" y="2478088"/>
                    <a:ext cx="654050" cy="658813"/>
                  </a:xfrm>
                  <a:custGeom>
                    <a:avLst/>
                    <a:gdLst>
                      <a:gd name="T0" fmla="*/ 952 w 1208"/>
                      <a:gd name="T1" fmla="*/ 0 h 1215"/>
                      <a:gd name="T2" fmla="*/ 736 w 1208"/>
                      <a:gd name="T3" fmla="*/ 0 h 1215"/>
                      <a:gd name="T4" fmla="*/ 526 w 1208"/>
                      <a:gd name="T5" fmla="*/ 0 h 1215"/>
                      <a:gd name="T6" fmla="*/ 310 w 1208"/>
                      <a:gd name="T7" fmla="*/ 0 h 1215"/>
                      <a:gd name="T8" fmla="*/ 128 w 1208"/>
                      <a:gd name="T9" fmla="*/ 0 h 1215"/>
                      <a:gd name="T10" fmla="*/ 0 w 1208"/>
                      <a:gd name="T11" fmla="*/ 264 h 1215"/>
                      <a:gd name="T12" fmla="*/ 0 w 1208"/>
                      <a:gd name="T13" fmla="*/ 473 h 1215"/>
                      <a:gd name="T14" fmla="*/ 0 w 1208"/>
                      <a:gd name="T15" fmla="*/ 689 h 1215"/>
                      <a:gd name="T16" fmla="*/ 0 w 1208"/>
                      <a:gd name="T17" fmla="*/ 898 h 1215"/>
                      <a:gd name="T18" fmla="*/ 0 w 1208"/>
                      <a:gd name="T19" fmla="*/ 1087 h 1215"/>
                      <a:gd name="T20" fmla="*/ 256 w 1208"/>
                      <a:gd name="T21" fmla="*/ 1215 h 1215"/>
                      <a:gd name="T22" fmla="*/ 472 w 1208"/>
                      <a:gd name="T23" fmla="*/ 1215 h 1215"/>
                      <a:gd name="T24" fmla="*/ 682 w 1208"/>
                      <a:gd name="T25" fmla="*/ 1215 h 1215"/>
                      <a:gd name="T26" fmla="*/ 898 w 1208"/>
                      <a:gd name="T27" fmla="*/ 1215 h 1215"/>
                      <a:gd name="T28" fmla="*/ 1080 w 1208"/>
                      <a:gd name="T29" fmla="*/ 1215 h 1215"/>
                      <a:gd name="T30" fmla="*/ 1208 w 1208"/>
                      <a:gd name="T31" fmla="*/ 952 h 1215"/>
                      <a:gd name="T32" fmla="*/ 1208 w 1208"/>
                      <a:gd name="T33" fmla="*/ 743 h 1215"/>
                      <a:gd name="T34" fmla="*/ 1208 w 1208"/>
                      <a:gd name="T35" fmla="*/ 527 h 1215"/>
                      <a:gd name="T36" fmla="*/ 1208 w 1208"/>
                      <a:gd name="T37" fmla="*/ 318 h 1215"/>
                      <a:gd name="T38" fmla="*/ 1208 w 1208"/>
                      <a:gd name="T39" fmla="*/ 129 h 1215"/>
                      <a:gd name="T40" fmla="*/ 1154 w 1208"/>
                      <a:gd name="T41" fmla="*/ 264 h 1215"/>
                      <a:gd name="T42" fmla="*/ 1154 w 1208"/>
                      <a:gd name="T43" fmla="*/ 473 h 1215"/>
                      <a:gd name="T44" fmla="*/ 1154 w 1208"/>
                      <a:gd name="T45" fmla="*/ 689 h 1215"/>
                      <a:gd name="T46" fmla="*/ 1154 w 1208"/>
                      <a:gd name="T47" fmla="*/ 898 h 1215"/>
                      <a:gd name="T48" fmla="*/ 1154 w 1208"/>
                      <a:gd name="T49" fmla="*/ 1087 h 1215"/>
                      <a:gd name="T50" fmla="*/ 952 w 1208"/>
                      <a:gd name="T51" fmla="*/ 1161 h 1215"/>
                      <a:gd name="T52" fmla="*/ 736 w 1208"/>
                      <a:gd name="T53" fmla="*/ 1161 h 1215"/>
                      <a:gd name="T54" fmla="*/ 526 w 1208"/>
                      <a:gd name="T55" fmla="*/ 1161 h 1215"/>
                      <a:gd name="T56" fmla="*/ 310 w 1208"/>
                      <a:gd name="T57" fmla="*/ 1161 h 1215"/>
                      <a:gd name="T58" fmla="*/ 128 w 1208"/>
                      <a:gd name="T59" fmla="*/ 1161 h 1215"/>
                      <a:gd name="T60" fmla="*/ 54 w 1208"/>
                      <a:gd name="T61" fmla="*/ 952 h 1215"/>
                      <a:gd name="T62" fmla="*/ 54 w 1208"/>
                      <a:gd name="T63" fmla="*/ 743 h 1215"/>
                      <a:gd name="T64" fmla="*/ 54 w 1208"/>
                      <a:gd name="T65" fmla="*/ 527 h 1215"/>
                      <a:gd name="T66" fmla="*/ 54 w 1208"/>
                      <a:gd name="T67" fmla="*/ 318 h 1215"/>
                      <a:gd name="T68" fmla="*/ 54 w 1208"/>
                      <a:gd name="T69" fmla="*/ 129 h 1215"/>
                      <a:gd name="T70" fmla="*/ 256 w 1208"/>
                      <a:gd name="T71" fmla="*/ 54 h 1215"/>
                      <a:gd name="T72" fmla="*/ 472 w 1208"/>
                      <a:gd name="T73" fmla="*/ 54 h 1215"/>
                      <a:gd name="T74" fmla="*/ 682 w 1208"/>
                      <a:gd name="T75" fmla="*/ 54 h 1215"/>
                      <a:gd name="T76" fmla="*/ 898 w 1208"/>
                      <a:gd name="T77" fmla="*/ 54 h 1215"/>
                      <a:gd name="T78" fmla="*/ 1080 w 1208"/>
                      <a:gd name="T79" fmla="*/ 54 h 1215"/>
                      <a:gd name="T80" fmla="*/ 1154 w 1208"/>
                      <a:gd name="T81" fmla="*/ 264 h 121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</a:cxnLst>
                    <a:rect l="0" t="0" r="r" b="b"/>
                    <a:pathLst>
                      <a:path w="1208" h="1215">
                        <a:moveTo>
                          <a:pt x="1080" y="0"/>
                        </a:moveTo>
                        <a:cubicBezTo>
                          <a:pt x="952" y="0"/>
                          <a:pt x="952" y="0"/>
                          <a:pt x="952" y="0"/>
                        </a:cubicBezTo>
                        <a:cubicBezTo>
                          <a:pt x="898" y="0"/>
                          <a:pt x="898" y="0"/>
                          <a:pt x="898" y="0"/>
                        </a:cubicBezTo>
                        <a:cubicBezTo>
                          <a:pt x="736" y="0"/>
                          <a:pt x="736" y="0"/>
                          <a:pt x="736" y="0"/>
                        </a:cubicBezTo>
                        <a:cubicBezTo>
                          <a:pt x="682" y="0"/>
                          <a:pt x="682" y="0"/>
                          <a:pt x="682" y="0"/>
                        </a:cubicBezTo>
                        <a:cubicBezTo>
                          <a:pt x="526" y="0"/>
                          <a:pt x="526" y="0"/>
                          <a:pt x="526" y="0"/>
                        </a:cubicBezTo>
                        <a:cubicBezTo>
                          <a:pt x="472" y="0"/>
                          <a:pt x="472" y="0"/>
                          <a:pt x="472" y="0"/>
                        </a:cubicBezTo>
                        <a:cubicBezTo>
                          <a:pt x="310" y="0"/>
                          <a:pt x="310" y="0"/>
                          <a:pt x="310" y="0"/>
                        </a:cubicBezTo>
                        <a:cubicBezTo>
                          <a:pt x="256" y="0"/>
                          <a:pt x="256" y="0"/>
                          <a:pt x="256" y="0"/>
                        </a:cubicBezTo>
                        <a:cubicBezTo>
                          <a:pt x="128" y="0"/>
                          <a:pt x="128" y="0"/>
                          <a:pt x="128" y="0"/>
                        </a:cubicBezTo>
                        <a:cubicBezTo>
                          <a:pt x="54" y="0"/>
                          <a:pt x="0" y="61"/>
                          <a:pt x="0" y="129"/>
                        </a:cubicBezTo>
                        <a:cubicBezTo>
                          <a:pt x="0" y="264"/>
                          <a:pt x="0" y="264"/>
                          <a:pt x="0" y="264"/>
                        </a:cubicBezTo>
                        <a:cubicBezTo>
                          <a:pt x="0" y="318"/>
                          <a:pt x="0" y="318"/>
                          <a:pt x="0" y="318"/>
                        </a:cubicBezTo>
                        <a:cubicBezTo>
                          <a:pt x="0" y="473"/>
                          <a:pt x="0" y="473"/>
                          <a:pt x="0" y="473"/>
                        </a:cubicBezTo>
                        <a:cubicBezTo>
                          <a:pt x="0" y="527"/>
                          <a:pt x="0" y="527"/>
                          <a:pt x="0" y="527"/>
                        </a:cubicBezTo>
                        <a:cubicBezTo>
                          <a:pt x="0" y="689"/>
                          <a:pt x="0" y="689"/>
                          <a:pt x="0" y="689"/>
                        </a:cubicBezTo>
                        <a:cubicBezTo>
                          <a:pt x="0" y="743"/>
                          <a:pt x="0" y="743"/>
                          <a:pt x="0" y="743"/>
                        </a:cubicBezTo>
                        <a:cubicBezTo>
                          <a:pt x="0" y="898"/>
                          <a:pt x="0" y="898"/>
                          <a:pt x="0" y="898"/>
                        </a:cubicBezTo>
                        <a:cubicBezTo>
                          <a:pt x="0" y="952"/>
                          <a:pt x="0" y="952"/>
                          <a:pt x="0" y="952"/>
                        </a:cubicBezTo>
                        <a:cubicBezTo>
                          <a:pt x="0" y="1087"/>
                          <a:pt x="0" y="1087"/>
                          <a:pt x="0" y="1087"/>
                        </a:cubicBezTo>
                        <a:cubicBezTo>
                          <a:pt x="0" y="1161"/>
                          <a:pt x="54" y="1215"/>
                          <a:pt x="128" y="1215"/>
                        </a:cubicBezTo>
                        <a:cubicBezTo>
                          <a:pt x="256" y="1215"/>
                          <a:pt x="256" y="1215"/>
                          <a:pt x="256" y="1215"/>
                        </a:cubicBezTo>
                        <a:cubicBezTo>
                          <a:pt x="310" y="1215"/>
                          <a:pt x="310" y="1215"/>
                          <a:pt x="310" y="1215"/>
                        </a:cubicBezTo>
                        <a:cubicBezTo>
                          <a:pt x="472" y="1215"/>
                          <a:pt x="472" y="1215"/>
                          <a:pt x="472" y="1215"/>
                        </a:cubicBezTo>
                        <a:cubicBezTo>
                          <a:pt x="526" y="1215"/>
                          <a:pt x="526" y="1215"/>
                          <a:pt x="526" y="1215"/>
                        </a:cubicBezTo>
                        <a:cubicBezTo>
                          <a:pt x="682" y="1215"/>
                          <a:pt x="682" y="1215"/>
                          <a:pt x="682" y="1215"/>
                        </a:cubicBezTo>
                        <a:cubicBezTo>
                          <a:pt x="736" y="1215"/>
                          <a:pt x="736" y="1215"/>
                          <a:pt x="736" y="1215"/>
                        </a:cubicBezTo>
                        <a:cubicBezTo>
                          <a:pt x="898" y="1215"/>
                          <a:pt x="898" y="1215"/>
                          <a:pt x="898" y="1215"/>
                        </a:cubicBezTo>
                        <a:cubicBezTo>
                          <a:pt x="952" y="1215"/>
                          <a:pt x="952" y="1215"/>
                          <a:pt x="952" y="1215"/>
                        </a:cubicBezTo>
                        <a:cubicBezTo>
                          <a:pt x="1080" y="1215"/>
                          <a:pt x="1080" y="1215"/>
                          <a:pt x="1080" y="1215"/>
                        </a:cubicBezTo>
                        <a:cubicBezTo>
                          <a:pt x="1154" y="1215"/>
                          <a:pt x="1208" y="1161"/>
                          <a:pt x="1208" y="1087"/>
                        </a:cubicBezTo>
                        <a:cubicBezTo>
                          <a:pt x="1208" y="952"/>
                          <a:pt x="1208" y="952"/>
                          <a:pt x="1208" y="952"/>
                        </a:cubicBezTo>
                        <a:cubicBezTo>
                          <a:pt x="1208" y="898"/>
                          <a:pt x="1208" y="898"/>
                          <a:pt x="1208" y="898"/>
                        </a:cubicBezTo>
                        <a:cubicBezTo>
                          <a:pt x="1208" y="743"/>
                          <a:pt x="1208" y="743"/>
                          <a:pt x="1208" y="743"/>
                        </a:cubicBezTo>
                        <a:cubicBezTo>
                          <a:pt x="1208" y="689"/>
                          <a:pt x="1208" y="689"/>
                          <a:pt x="1208" y="689"/>
                        </a:cubicBezTo>
                        <a:cubicBezTo>
                          <a:pt x="1208" y="527"/>
                          <a:pt x="1208" y="527"/>
                          <a:pt x="1208" y="527"/>
                        </a:cubicBezTo>
                        <a:cubicBezTo>
                          <a:pt x="1208" y="473"/>
                          <a:pt x="1208" y="473"/>
                          <a:pt x="1208" y="473"/>
                        </a:cubicBezTo>
                        <a:cubicBezTo>
                          <a:pt x="1208" y="318"/>
                          <a:pt x="1208" y="318"/>
                          <a:pt x="1208" y="318"/>
                        </a:cubicBezTo>
                        <a:cubicBezTo>
                          <a:pt x="1208" y="264"/>
                          <a:pt x="1208" y="264"/>
                          <a:pt x="1208" y="264"/>
                        </a:cubicBezTo>
                        <a:cubicBezTo>
                          <a:pt x="1208" y="129"/>
                          <a:pt x="1208" y="129"/>
                          <a:pt x="1208" y="129"/>
                        </a:cubicBezTo>
                        <a:cubicBezTo>
                          <a:pt x="1208" y="61"/>
                          <a:pt x="1154" y="0"/>
                          <a:pt x="1080" y="0"/>
                        </a:cubicBezTo>
                        <a:close/>
                        <a:moveTo>
                          <a:pt x="1154" y="264"/>
                        </a:moveTo>
                        <a:cubicBezTo>
                          <a:pt x="1154" y="318"/>
                          <a:pt x="1154" y="318"/>
                          <a:pt x="1154" y="318"/>
                        </a:cubicBezTo>
                        <a:cubicBezTo>
                          <a:pt x="1154" y="473"/>
                          <a:pt x="1154" y="473"/>
                          <a:pt x="1154" y="473"/>
                        </a:cubicBezTo>
                        <a:cubicBezTo>
                          <a:pt x="1154" y="527"/>
                          <a:pt x="1154" y="527"/>
                          <a:pt x="1154" y="527"/>
                        </a:cubicBezTo>
                        <a:cubicBezTo>
                          <a:pt x="1154" y="689"/>
                          <a:pt x="1154" y="689"/>
                          <a:pt x="1154" y="689"/>
                        </a:cubicBezTo>
                        <a:cubicBezTo>
                          <a:pt x="1154" y="743"/>
                          <a:pt x="1154" y="743"/>
                          <a:pt x="1154" y="743"/>
                        </a:cubicBezTo>
                        <a:cubicBezTo>
                          <a:pt x="1154" y="898"/>
                          <a:pt x="1154" y="898"/>
                          <a:pt x="1154" y="898"/>
                        </a:cubicBezTo>
                        <a:cubicBezTo>
                          <a:pt x="1154" y="952"/>
                          <a:pt x="1154" y="952"/>
                          <a:pt x="1154" y="952"/>
                        </a:cubicBezTo>
                        <a:cubicBezTo>
                          <a:pt x="1154" y="1087"/>
                          <a:pt x="1154" y="1087"/>
                          <a:pt x="1154" y="1087"/>
                        </a:cubicBezTo>
                        <a:cubicBezTo>
                          <a:pt x="1154" y="1127"/>
                          <a:pt x="1127" y="1161"/>
                          <a:pt x="1080" y="1161"/>
                        </a:cubicBezTo>
                        <a:cubicBezTo>
                          <a:pt x="952" y="1161"/>
                          <a:pt x="952" y="1161"/>
                          <a:pt x="952" y="1161"/>
                        </a:cubicBezTo>
                        <a:cubicBezTo>
                          <a:pt x="898" y="1161"/>
                          <a:pt x="898" y="1161"/>
                          <a:pt x="898" y="1161"/>
                        </a:cubicBezTo>
                        <a:cubicBezTo>
                          <a:pt x="736" y="1161"/>
                          <a:pt x="736" y="1161"/>
                          <a:pt x="736" y="1161"/>
                        </a:cubicBezTo>
                        <a:cubicBezTo>
                          <a:pt x="682" y="1161"/>
                          <a:pt x="682" y="1161"/>
                          <a:pt x="682" y="1161"/>
                        </a:cubicBezTo>
                        <a:cubicBezTo>
                          <a:pt x="526" y="1161"/>
                          <a:pt x="526" y="1161"/>
                          <a:pt x="526" y="1161"/>
                        </a:cubicBezTo>
                        <a:cubicBezTo>
                          <a:pt x="472" y="1161"/>
                          <a:pt x="472" y="1161"/>
                          <a:pt x="472" y="1161"/>
                        </a:cubicBezTo>
                        <a:cubicBezTo>
                          <a:pt x="310" y="1161"/>
                          <a:pt x="310" y="1161"/>
                          <a:pt x="310" y="1161"/>
                        </a:cubicBezTo>
                        <a:cubicBezTo>
                          <a:pt x="256" y="1161"/>
                          <a:pt x="256" y="1161"/>
                          <a:pt x="256" y="1161"/>
                        </a:cubicBezTo>
                        <a:cubicBezTo>
                          <a:pt x="128" y="1161"/>
                          <a:pt x="128" y="1161"/>
                          <a:pt x="128" y="1161"/>
                        </a:cubicBezTo>
                        <a:cubicBezTo>
                          <a:pt x="81" y="1161"/>
                          <a:pt x="54" y="1127"/>
                          <a:pt x="54" y="1087"/>
                        </a:cubicBezTo>
                        <a:cubicBezTo>
                          <a:pt x="54" y="952"/>
                          <a:pt x="54" y="952"/>
                          <a:pt x="54" y="952"/>
                        </a:cubicBezTo>
                        <a:cubicBezTo>
                          <a:pt x="54" y="898"/>
                          <a:pt x="54" y="898"/>
                          <a:pt x="54" y="898"/>
                        </a:cubicBezTo>
                        <a:cubicBezTo>
                          <a:pt x="54" y="743"/>
                          <a:pt x="54" y="743"/>
                          <a:pt x="54" y="743"/>
                        </a:cubicBezTo>
                        <a:cubicBezTo>
                          <a:pt x="54" y="689"/>
                          <a:pt x="54" y="689"/>
                          <a:pt x="54" y="689"/>
                        </a:cubicBezTo>
                        <a:cubicBezTo>
                          <a:pt x="54" y="527"/>
                          <a:pt x="54" y="527"/>
                          <a:pt x="54" y="527"/>
                        </a:cubicBezTo>
                        <a:cubicBezTo>
                          <a:pt x="54" y="473"/>
                          <a:pt x="54" y="473"/>
                          <a:pt x="54" y="473"/>
                        </a:cubicBezTo>
                        <a:cubicBezTo>
                          <a:pt x="54" y="318"/>
                          <a:pt x="54" y="318"/>
                          <a:pt x="54" y="318"/>
                        </a:cubicBezTo>
                        <a:cubicBezTo>
                          <a:pt x="54" y="264"/>
                          <a:pt x="54" y="264"/>
                          <a:pt x="54" y="264"/>
                        </a:cubicBezTo>
                        <a:cubicBezTo>
                          <a:pt x="54" y="129"/>
                          <a:pt x="54" y="129"/>
                          <a:pt x="54" y="129"/>
                        </a:cubicBezTo>
                        <a:cubicBezTo>
                          <a:pt x="54" y="88"/>
                          <a:pt x="81" y="54"/>
                          <a:pt x="128" y="54"/>
                        </a:cubicBezTo>
                        <a:cubicBezTo>
                          <a:pt x="256" y="54"/>
                          <a:pt x="256" y="54"/>
                          <a:pt x="256" y="54"/>
                        </a:cubicBezTo>
                        <a:cubicBezTo>
                          <a:pt x="310" y="54"/>
                          <a:pt x="310" y="54"/>
                          <a:pt x="310" y="54"/>
                        </a:cubicBezTo>
                        <a:cubicBezTo>
                          <a:pt x="472" y="54"/>
                          <a:pt x="472" y="54"/>
                          <a:pt x="472" y="54"/>
                        </a:cubicBezTo>
                        <a:cubicBezTo>
                          <a:pt x="526" y="54"/>
                          <a:pt x="526" y="54"/>
                          <a:pt x="526" y="54"/>
                        </a:cubicBezTo>
                        <a:cubicBezTo>
                          <a:pt x="682" y="54"/>
                          <a:pt x="682" y="54"/>
                          <a:pt x="682" y="54"/>
                        </a:cubicBezTo>
                        <a:cubicBezTo>
                          <a:pt x="736" y="54"/>
                          <a:pt x="736" y="54"/>
                          <a:pt x="736" y="54"/>
                        </a:cubicBezTo>
                        <a:cubicBezTo>
                          <a:pt x="898" y="54"/>
                          <a:pt x="898" y="54"/>
                          <a:pt x="898" y="54"/>
                        </a:cubicBezTo>
                        <a:cubicBezTo>
                          <a:pt x="952" y="54"/>
                          <a:pt x="952" y="54"/>
                          <a:pt x="952" y="54"/>
                        </a:cubicBezTo>
                        <a:cubicBezTo>
                          <a:pt x="1080" y="54"/>
                          <a:pt x="1080" y="54"/>
                          <a:pt x="1080" y="54"/>
                        </a:cubicBezTo>
                        <a:cubicBezTo>
                          <a:pt x="1127" y="54"/>
                          <a:pt x="1154" y="88"/>
                          <a:pt x="1154" y="129"/>
                        </a:cubicBezTo>
                        <a:cubicBezTo>
                          <a:pt x="1154" y="264"/>
                          <a:pt x="1154" y="264"/>
                          <a:pt x="1154" y="264"/>
                        </a:cubicBezTo>
                        <a:cubicBezTo>
                          <a:pt x="1154" y="264"/>
                          <a:pt x="1154" y="264"/>
                          <a:pt x="1154" y="264"/>
                        </a:cubicBezTo>
                        <a:close/>
                      </a:path>
                    </a:pathLst>
                  </a:custGeom>
                  <a:solidFill>
                    <a:schemeClr val="tx1">
                      <a:lumMod val="85000"/>
                      <a:lumOff val="15000"/>
                    </a:scheme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</p:grpSp>
            <p:pic>
              <p:nvPicPr>
                <p:cNvPr id="776" name="그림 775">
                  <a:extLst>
                    <a:ext uri="{FF2B5EF4-FFF2-40B4-BE49-F238E27FC236}">
                      <a16:creationId xmlns:a16="http://schemas.microsoft.com/office/drawing/2014/main" id="{54471125-9EAB-91D5-CE4E-1CBB927E631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lum bright="100000"/>
                </a:blip>
                <a:stretch>
                  <a:fillRect/>
                </a:stretch>
              </p:blipFill>
              <p:spPr>
                <a:xfrm>
                  <a:off x="1124483" y="5707212"/>
                  <a:ext cx="491143" cy="179999"/>
                </a:xfrm>
                <a:prstGeom prst="rect">
                  <a:avLst/>
                </a:prstGeom>
              </p:spPr>
            </p:pic>
          </p:grpSp>
        </p:grpSp>
        <p:sp>
          <p:nvSpPr>
            <p:cNvPr id="799" name="직사각형 798">
              <a:extLst>
                <a:ext uri="{FF2B5EF4-FFF2-40B4-BE49-F238E27FC236}">
                  <a16:creationId xmlns:a16="http://schemas.microsoft.com/office/drawing/2014/main" id="{5583A918-8392-B0E6-8666-E90085381041}"/>
                </a:ext>
              </a:extLst>
            </p:cNvPr>
            <p:cNvSpPr/>
            <p:nvPr/>
          </p:nvSpPr>
          <p:spPr>
            <a:xfrm>
              <a:off x="4799673" y="3743045"/>
              <a:ext cx="134998" cy="1923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marL="0" marR="0" lvl="1" indent="0" algn="ctr" defTabSz="14749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r>
                <a:rPr kumimoji="0" lang="en-US" altLang="ko-KR" sz="1000" b="0" i="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/>
                </a:rPr>
                <a:t>…</a:t>
              </a:r>
              <a:endParaRPr kumimoji="0" lang="ko-KR" altLang="en-US" sz="1000" b="0" i="0" u="none" strike="noStrike" kern="0" cap="none" spc="-3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Arial"/>
              </a:endParaRPr>
            </a:p>
          </p:txBody>
        </p:sp>
        <p:sp>
          <p:nvSpPr>
            <p:cNvPr id="800" name="직사각형 799">
              <a:extLst>
                <a:ext uri="{FF2B5EF4-FFF2-40B4-BE49-F238E27FC236}">
                  <a16:creationId xmlns:a16="http://schemas.microsoft.com/office/drawing/2014/main" id="{C91D81D6-F881-A283-4B2B-9BD23B438BCE}"/>
                </a:ext>
              </a:extLst>
            </p:cNvPr>
            <p:cNvSpPr/>
            <p:nvPr/>
          </p:nvSpPr>
          <p:spPr>
            <a:xfrm>
              <a:off x="3143488" y="3727805"/>
              <a:ext cx="134998" cy="1923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marL="0" marR="0" lvl="1" indent="0" algn="ctr" defTabSz="14749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r>
                <a:rPr kumimoji="0" lang="en-US" altLang="ko-KR" sz="1000" b="0" i="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/>
                </a:rPr>
                <a:t>…</a:t>
              </a:r>
              <a:endParaRPr kumimoji="0" lang="ko-KR" altLang="en-US" sz="1000" b="0" i="0" u="none" strike="noStrike" kern="0" cap="none" spc="-3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Arial"/>
              </a:endParaRPr>
            </a:p>
          </p:txBody>
        </p:sp>
        <p:grpSp>
          <p:nvGrpSpPr>
            <p:cNvPr id="801" name="그룹 800">
              <a:extLst>
                <a:ext uri="{FF2B5EF4-FFF2-40B4-BE49-F238E27FC236}">
                  <a16:creationId xmlns:a16="http://schemas.microsoft.com/office/drawing/2014/main" id="{F27C1444-3276-307F-955C-898E272DEEA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318116" y="4113876"/>
              <a:ext cx="331998" cy="456614"/>
              <a:chOff x="11921385" y="4267725"/>
              <a:chExt cx="916126" cy="1260000"/>
            </a:xfrm>
          </p:grpSpPr>
          <p:sp>
            <p:nvSpPr>
              <p:cNvPr id="802" name="사각형: 둥근 모서리 226">
                <a:extLst>
                  <a:ext uri="{FF2B5EF4-FFF2-40B4-BE49-F238E27FC236}">
                    <a16:creationId xmlns:a16="http://schemas.microsoft.com/office/drawing/2014/main" id="{2D79681E-6F58-7338-A784-9DE55766142B}"/>
                  </a:ext>
                </a:extLst>
              </p:cNvPr>
              <p:cNvSpPr/>
              <p:nvPr/>
            </p:nvSpPr>
            <p:spPr>
              <a:xfrm>
                <a:off x="11923596" y="4271687"/>
                <a:ext cx="911716" cy="1252078"/>
              </a:xfrm>
              <a:prstGeom prst="roundRect">
                <a:avLst>
                  <a:gd name="adj" fmla="val 7097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1200" cap="none" spc="-30" normalizeH="0" baseline="0" noProof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KoPub돋움체 Bold"/>
                  <a:ea typeface="KoPub돋움체 Medium"/>
                  <a:cs typeface="Arial"/>
                </a:endParaRPr>
              </a:p>
            </p:txBody>
          </p:sp>
          <p:grpSp>
            <p:nvGrpSpPr>
              <p:cNvPr id="803" name="그룹 802">
                <a:extLst>
                  <a:ext uri="{FF2B5EF4-FFF2-40B4-BE49-F238E27FC236}">
                    <a16:creationId xmlns:a16="http://schemas.microsoft.com/office/drawing/2014/main" id="{81B2BEF4-F4D1-E4F9-DD7B-60FB023BDEEC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1921389" y="4267727"/>
                <a:ext cx="916126" cy="1260000"/>
                <a:chOff x="14485938" y="-2571751"/>
                <a:chExt cx="554038" cy="762000"/>
              </a:xfrm>
              <a:solidFill>
                <a:srgbClr val="262626"/>
              </a:solidFill>
            </p:grpSpPr>
            <p:sp>
              <p:nvSpPr>
                <p:cNvPr id="804" name="Freeform 230">
                  <a:extLst>
                    <a:ext uri="{FF2B5EF4-FFF2-40B4-BE49-F238E27FC236}">
                      <a16:creationId xmlns:a16="http://schemas.microsoft.com/office/drawing/2014/main" id="{361E6041-C19F-6A49-FCF0-27363C38EC9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4485938" y="-2571751"/>
                  <a:ext cx="554038" cy="762000"/>
                </a:xfrm>
                <a:custGeom>
                  <a:avLst/>
                  <a:gdLst>
                    <a:gd name="T0" fmla="*/ 137 w 147"/>
                    <a:gd name="T1" fmla="*/ 0 h 200"/>
                    <a:gd name="T2" fmla="*/ 10 w 147"/>
                    <a:gd name="T3" fmla="*/ 0 h 200"/>
                    <a:gd name="T4" fmla="*/ 0 w 147"/>
                    <a:gd name="T5" fmla="*/ 10 h 200"/>
                    <a:gd name="T6" fmla="*/ 0 w 147"/>
                    <a:gd name="T7" fmla="*/ 190 h 200"/>
                    <a:gd name="T8" fmla="*/ 10 w 147"/>
                    <a:gd name="T9" fmla="*/ 200 h 200"/>
                    <a:gd name="T10" fmla="*/ 137 w 147"/>
                    <a:gd name="T11" fmla="*/ 200 h 200"/>
                    <a:gd name="T12" fmla="*/ 140 w 147"/>
                    <a:gd name="T13" fmla="*/ 199 h 200"/>
                    <a:gd name="T14" fmla="*/ 146 w 147"/>
                    <a:gd name="T15" fmla="*/ 193 h 200"/>
                    <a:gd name="T16" fmla="*/ 147 w 147"/>
                    <a:gd name="T17" fmla="*/ 190 h 200"/>
                    <a:gd name="T18" fmla="*/ 147 w 147"/>
                    <a:gd name="T19" fmla="*/ 10 h 200"/>
                    <a:gd name="T20" fmla="*/ 137 w 147"/>
                    <a:gd name="T21" fmla="*/ 0 h 200"/>
                    <a:gd name="T22" fmla="*/ 139 w 147"/>
                    <a:gd name="T23" fmla="*/ 189 h 200"/>
                    <a:gd name="T24" fmla="*/ 135 w 147"/>
                    <a:gd name="T25" fmla="*/ 192 h 200"/>
                    <a:gd name="T26" fmla="*/ 10 w 147"/>
                    <a:gd name="T27" fmla="*/ 192 h 200"/>
                    <a:gd name="T28" fmla="*/ 8 w 147"/>
                    <a:gd name="T29" fmla="*/ 190 h 200"/>
                    <a:gd name="T30" fmla="*/ 8 w 147"/>
                    <a:gd name="T31" fmla="*/ 10 h 200"/>
                    <a:gd name="T32" fmla="*/ 10 w 147"/>
                    <a:gd name="T33" fmla="*/ 8 h 200"/>
                    <a:gd name="T34" fmla="*/ 137 w 147"/>
                    <a:gd name="T35" fmla="*/ 8 h 200"/>
                    <a:gd name="T36" fmla="*/ 139 w 147"/>
                    <a:gd name="T37" fmla="*/ 10 h 200"/>
                    <a:gd name="T38" fmla="*/ 139 w 147"/>
                    <a:gd name="T39" fmla="*/ 189 h 2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147" h="200">
                      <a:moveTo>
                        <a:pt x="137" y="0"/>
                      </a:moveTo>
                      <a:cubicBezTo>
                        <a:pt x="10" y="0"/>
                        <a:pt x="10" y="0"/>
                        <a:pt x="10" y="0"/>
                      </a:cubicBezTo>
                      <a:cubicBezTo>
                        <a:pt x="4" y="0"/>
                        <a:pt x="0" y="5"/>
                        <a:pt x="0" y="10"/>
                      </a:cubicBezTo>
                      <a:cubicBezTo>
                        <a:pt x="0" y="190"/>
                        <a:pt x="0" y="190"/>
                        <a:pt x="0" y="190"/>
                      </a:cubicBezTo>
                      <a:cubicBezTo>
                        <a:pt x="0" y="196"/>
                        <a:pt x="4" y="200"/>
                        <a:pt x="10" y="200"/>
                      </a:cubicBezTo>
                      <a:cubicBezTo>
                        <a:pt x="137" y="200"/>
                        <a:pt x="137" y="200"/>
                        <a:pt x="137" y="200"/>
                      </a:cubicBezTo>
                      <a:cubicBezTo>
                        <a:pt x="138" y="200"/>
                        <a:pt x="139" y="200"/>
                        <a:pt x="140" y="199"/>
                      </a:cubicBezTo>
                      <a:cubicBezTo>
                        <a:pt x="146" y="193"/>
                        <a:pt x="146" y="193"/>
                        <a:pt x="146" y="193"/>
                      </a:cubicBezTo>
                      <a:cubicBezTo>
                        <a:pt x="146" y="192"/>
                        <a:pt x="147" y="191"/>
                        <a:pt x="147" y="190"/>
                      </a:cubicBezTo>
                      <a:cubicBezTo>
                        <a:pt x="147" y="10"/>
                        <a:pt x="147" y="10"/>
                        <a:pt x="147" y="10"/>
                      </a:cubicBezTo>
                      <a:cubicBezTo>
                        <a:pt x="147" y="5"/>
                        <a:pt x="142" y="0"/>
                        <a:pt x="137" y="0"/>
                      </a:cubicBezTo>
                      <a:close/>
                      <a:moveTo>
                        <a:pt x="139" y="189"/>
                      </a:moveTo>
                      <a:cubicBezTo>
                        <a:pt x="135" y="192"/>
                        <a:pt x="135" y="192"/>
                        <a:pt x="135" y="192"/>
                      </a:cubicBezTo>
                      <a:cubicBezTo>
                        <a:pt x="10" y="192"/>
                        <a:pt x="10" y="192"/>
                        <a:pt x="10" y="192"/>
                      </a:cubicBezTo>
                      <a:cubicBezTo>
                        <a:pt x="9" y="192"/>
                        <a:pt x="8" y="191"/>
                        <a:pt x="8" y="190"/>
                      </a:cubicBezTo>
                      <a:cubicBezTo>
                        <a:pt x="8" y="10"/>
                        <a:pt x="8" y="10"/>
                        <a:pt x="8" y="10"/>
                      </a:cubicBezTo>
                      <a:cubicBezTo>
                        <a:pt x="8" y="9"/>
                        <a:pt x="9" y="8"/>
                        <a:pt x="10" y="8"/>
                      </a:cubicBezTo>
                      <a:cubicBezTo>
                        <a:pt x="137" y="8"/>
                        <a:pt x="137" y="8"/>
                        <a:pt x="137" y="8"/>
                      </a:cubicBezTo>
                      <a:cubicBezTo>
                        <a:pt x="138" y="8"/>
                        <a:pt x="139" y="9"/>
                        <a:pt x="139" y="10"/>
                      </a:cubicBezTo>
                      <a:lnTo>
                        <a:pt x="139" y="189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b="0" i="0" u="none" strike="noStrike" kern="1200" cap="none" spc="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돋움체 Bold"/>
                    <a:ea typeface="KoPub돋움체 Medium"/>
                    <a:cs typeface="Arial"/>
                  </a:endParaRPr>
                </a:p>
              </p:txBody>
            </p:sp>
            <p:sp>
              <p:nvSpPr>
                <p:cNvPr id="805" name="Freeform 231">
                  <a:extLst>
                    <a:ext uri="{FF2B5EF4-FFF2-40B4-BE49-F238E27FC236}">
                      <a16:creationId xmlns:a16="http://schemas.microsoft.com/office/drawing/2014/main" id="{1CDDD9F0-71C0-E075-4D69-CD193EA709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603413" y="-2403476"/>
                  <a:ext cx="315913" cy="30163"/>
                </a:xfrm>
                <a:custGeom>
                  <a:avLst/>
                  <a:gdLst>
                    <a:gd name="T0" fmla="*/ 80 w 84"/>
                    <a:gd name="T1" fmla="*/ 0 h 8"/>
                    <a:gd name="T2" fmla="*/ 4 w 84"/>
                    <a:gd name="T3" fmla="*/ 0 h 8"/>
                    <a:gd name="T4" fmla="*/ 0 w 84"/>
                    <a:gd name="T5" fmla="*/ 4 h 8"/>
                    <a:gd name="T6" fmla="*/ 4 w 84"/>
                    <a:gd name="T7" fmla="*/ 8 h 8"/>
                    <a:gd name="T8" fmla="*/ 80 w 84"/>
                    <a:gd name="T9" fmla="*/ 8 h 8"/>
                    <a:gd name="T10" fmla="*/ 84 w 84"/>
                    <a:gd name="T11" fmla="*/ 4 h 8"/>
                    <a:gd name="T12" fmla="*/ 80 w 84"/>
                    <a:gd name="T13" fmla="*/ 0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4" h="8">
                      <a:moveTo>
                        <a:pt x="80" y="0"/>
                      </a:move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2"/>
                        <a:pt x="0" y="4"/>
                      </a:cubicBezTo>
                      <a:cubicBezTo>
                        <a:pt x="0" y="6"/>
                        <a:pt x="2" y="8"/>
                        <a:pt x="4" y="8"/>
                      </a:cubicBezTo>
                      <a:cubicBezTo>
                        <a:pt x="80" y="8"/>
                        <a:pt x="80" y="8"/>
                        <a:pt x="80" y="8"/>
                      </a:cubicBezTo>
                      <a:cubicBezTo>
                        <a:pt x="82" y="8"/>
                        <a:pt x="84" y="6"/>
                        <a:pt x="84" y="4"/>
                      </a:cubicBezTo>
                      <a:cubicBezTo>
                        <a:pt x="84" y="2"/>
                        <a:pt x="82" y="0"/>
                        <a:pt x="8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b="0" i="0" u="none" strike="noStrike" kern="1200" cap="none" spc="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돋움체 Bold"/>
                    <a:ea typeface="KoPub돋움체 Medium"/>
                    <a:cs typeface="Arial"/>
                  </a:endParaRPr>
                </a:p>
              </p:txBody>
            </p:sp>
          </p:grpSp>
        </p:grpSp>
        <p:sp>
          <p:nvSpPr>
            <p:cNvPr id="806" name="직사각형 805">
              <a:extLst>
                <a:ext uri="{FF2B5EF4-FFF2-40B4-BE49-F238E27FC236}">
                  <a16:creationId xmlns:a16="http://schemas.microsoft.com/office/drawing/2014/main" id="{7AA11B74-D8E0-4AFA-9316-4A79C95E799E}"/>
                </a:ext>
              </a:extLst>
            </p:cNvPr>
            <p:cNvSpPr/>
            <p:nvPr/>
          </p:nvSpPr>
          <p:spPr>
            <a:xfrm>
              <a:off x="3137964" y="4257121"/>
              <a:ext cx="134998" cy="1923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marL="0" marR="0" lvl="1" indent="0" algn="ctr" defTabSz="14749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r>
                <a:rPr kumimoji="0" lang="en-US" altLang="ko-KR" sz="1000" b="0" i="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/>
                </a:rPr>
                <a:t>…</a:t>
              </a:r>
              <a:endParaRPr kumimoji="0" lang="ko-KR" altLang="en-US" sz="1000" b="0" i="0" u="none" strike="noStrike" kern="0" cap="none" spc="-3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Arial"/>
              </a:endParaRPr>
            </a:p>
          </p:txBody>
        </p:sp>
        <p:grpSp>
          <p:nvGrpSpPr>
            <p:cNvPr id="807" name="그룹 806">
              <a:extLst>
                <a:ext uri="{FF2B5EF4-FFF2-40B4-BE49-F238E27FC236}">
                  <a16:creationId xmlns:a16="http://schemas.microsoft.com/office/drawing/2014/main" id="{158DEA2E-65F0-0814-FEF3-FD38F4640D6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393203" y="4121333"/>
              <a:ext cx="332424" cy="457200"/>
              <a:chOff x="3493292" y="3693520"/>
              <a:chExt cx="897069" cy="1233786"/>
            </a:xfrm>
          </p:grpSpPr>
          <p:grpSp>
            <p:nvGrpSpPr>
              <p:cNvPr id="808" name="그룹 807">
                <a:extLst>
                  <a:ext uri="{FF2B5EF4-FFF2-40B4-BE49-F238E27FC236}">
                    <a16:creationId xmlns:a16="http://schemas.microsoft.com/office/drawing/2014/main" id="{A406B70C-2A5B-93F1-F005-1103C90FE03E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493292" y="3693520"/>
                <a:ext cx="897069" cy="1233786"/>
                <a:chOff x="11921389" y="4267727"/>
                <a:chExt cx="916126" cy="1260000"/>
              </a:xfrm>
            </p:grpSpPr>
            <p:sp>
              <p:nvSpPr>
                <p:cNvPr id="830" name="사각형: 둥근 모서리 222">
                  <a:extLst>
                    <a:ext uri="{FF2B5EF4-FFF2-40B4-BE49-F238E27FC236}">
                      <a16:creationId xmlns:a16="http://schemas.microsoft.com/office/drawing/2014/main" id="{00E973B3-0211-C206-B78C-E7E4DA22583D}"/>
                    </a:ext>
                  </a:extLst>
                </p:cNvPr>
                <p:cNvSpPr/>
                <p:nvPr/>
              </p:nvSpPr>
              <p:spPr>
                <a:xfrm>
                  <a:off x="11923593" y="4271687"/>
                  <a:ext cx="911716" cy="1252078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b="0" i="0" u="none" strike="noStrike" kern="1200" cap="none" spc="-3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KoPub돋움체 Bold"/>
                    <a:ea typeface="KoPub돋움체 Medium"/>
                    <a:cs typeface="Arial"/>
                  </a:endParaRPr>
                </a:p>
              </p:txBody>
            </p:sp>
            <p:grpSp>
              <p:nvGrpSpPr>
                <p:cNvPr id="831" name="그룹 830">
                  <a:extLst>
                    <a:ext uri="{FF2B5EF4-FFF2-40B4-BE49-F238E27FC236}">
                      <a16:creationId xmlns:a16="http://schemas.microsoft.com/office/drawing/2014/main" id="{944407B2-FE2B-A5CC-8E19-CA0032A2F6AE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832" name="Freeform 230">
                    <a:extLst>
                      <a:ext uri="{FF2B5EF4-FFF2-40B4-BE49-F238E27FC236}">
                        <a16:creationId xmlns:a16="http://schemas.microsoft.com/office/drawing/2014/main" id="{7C1EA084-1FBE-337E-14E5-7D1228A2D160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KoPub돋움체 Bold"/>
                      <a:ea typeface="KoPub돋움체 Medium"/>
                      <a:cs typeface="Arial"/>
                    </a:endParaRPr>
                  </a:p>
                </p:txBody>
              </p:sp>
              <p:sp>
                <p:nvSpPr>
                  <p:cNvPr id="833" name="Freeform 231">
                    <a:extLst>
                      <a:ext uri="{FF2B5EF4-FFF2-40B4-BE49-F238E27FC236}">
                        <a16:creationId xmlns:a16="http://schemas.microsoft.com/office/drawing/2014/main" id="{EE0618C7-C0CB-4387-F7F5-F3985CEA923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KoPub돋움체 Bold"/>
                      <a:ea typeface="KoPub돋움체 Medium"/>
                      <a:cs typeface="Arial"/>
                    </a:endParaRPr>
                  </a:p>
                </p:txBody>
              </p:sp>
            </p:grpSp>
          </p:grpSp>
          <p:grpSp>
            <p:nvGrpSpPr>
              <p:cNvPr id="809" name="그룹 808">
                <a:extLst>
                  <a:ext uri="{FF2B5EF4-FFF2-40B4-BE49-F238E27FC236}">
                    <a16:creationId xmlns:a16="http://schemas.microsoft.com/office/drawing/2014/main" id="{C3DD8DB9-1527-AAD6-6EF0-D5010B6A7D53}"/>
                  </a:ext>
                </a:extLst>
              </p:cNvPr>
              <p:cNvGrpSpPr/>
              <p:nvPr/>
            </p:nvGrpSpPr>
            <p:grpSpPr>
              <a:xfrm>
                <a:off x="3623554" y="4140320"/>
                <a:ext cx="636537" cy="634466"/>
                <a:chOff x="881898" y="5310642"/>
                <a:chExt cx="976313" cy="973138"/>
              </a:xfrm>
            </p:grpSpPr>
            <p:grpSp>
              <p:nvGrpSpPr>
                <p:cNvPr id="810" name="그룹 809">
                  <a:extLst>
                    <a:ext uri="{FF2B5EF4-FFF2-40B4-BE49-F238E27FC236}">
                      <a16:creationId xmlns:a16="http://schemas.microsoft.com/office/drawing/2014/main" id="{994ED14F-7486-0248-33F4-AEE7F14692FB}"/>
                    </a:ext>
                  </a:extLst>
                </p:cNvPr>
                <p:cNvGrpSpPr/>
                <p:nvPr/>
              </p:nvGrpSpPr>
              <p:grpSpPr>
                <a:xfrm>
                  <a:off x="881898" y="5310642"/>
                  <a:ext cx="976313" cy="973138"/>
                  <a:chOff x="21240750" y="2320925"/>
                  <a:chExt cx="976313" cy="973138"/>
                </a:xfrm>
              </p:grpSpPr>
              <p:sp>
                <p:nvSpPr>
                  <p:cNvPr id="812" name="Freeform 113">
                    <a:extLst>
                      <a:ext uri="{FF2B5EF4-FFF2-40B4-BE49-F238E27FC236}">
                        <a16:creationId xmlns:a16="http://schemas.microsoft.com/office/drawing/2014/main" id="{FEF5E6DD-C37E-AC32-3AC9-8F1A06874CF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410343" y="2487232"/>
                    <a:ext cx="637131" cy="640525"/>
                  </a:xfrm>
                  <a:custGeom>
                    <a:avLst/>
                    <a:gdLst>
                      <a:gd name="T0" fmla="*/ 1100 w 1100"/>
                      <a:gd name="T1" fmla="*/ 210 h 1107"/>
                      <a:gd name="T2" fmla="*/ 1100 w 1100"/>
                      <a:gd name="T3" fmla="*/ 264 h 1107"/>
                      <a:gd name="T4" fmla="*/ 1100 w 1100"/>
                      <a:gd name="T5" fmla="*/ 419 h 1107"/>
                      <a:gd name="T6" fmla="*/ 1100 w 1100"/>
                      <a:gd name="T7" fmla="*/ 473 h 1107"/>
                      <a:gd name="T8" fmla="*/ 1100 w 1100"/>
                      <a:gd name="T9" fmla="*/ 635 h 1107"/>
                      <a:gd name="T10" fmla="*/ 1100 w 1100"/>
                      <a:gd name="T11" fmla="*/ 689 h 1107"/>
                      <a:gd name="T12" fmla="*/ 1100 w 1100"/>
                      <a:gd name="T13" fmla="*/ 844 h 1107"/>
                      <a:gd name="T14" fmla="*/ 1100 w 1100"/>
                      <a:gd name="T15" fmla="*/ 898 h 1107"/>
                      <a:gd name="T16" fmla="*/ 1100 w 1100"/>
                      <a:gd name="T17" fmla="*/ 1033 h 1107"/>
                      <a:gd name="T18" fmla="*/ 1026 w 1100"/>
                      <a:gd name="T19" fmla="*/ 1107 h 1107"/>
                      <a:gd name="T20" fmla="*/ 898 w 1100"/>
                      <a:gd name="T21" fmla="*/ 1107 h 1107"/>
                      <a:gd name="T22" fmla="*/ 844 w 1100"/>
                      <a:gd name="T23" fmla="*/ 1107 h 1107"/>
                      <a:gd name="T24" fmla="*/ 682 w 1100"/>
                      <a:gd name="T25" fmla="*/ 1107 h 1107"/>
                      <a:gd name="T26" fmla="*/ 628 w 1100"/>
                      <a:gd name="T27" fmla="*/ 1107 h 1107"/>
                      <a:gd name="T28" fmla="*/ 472 w 1100"/>
                      <a:gd name="T29" fmla="*/ 1107 h 1107"/>
                      <a:gd name="T30" fmla="*/ 418 w 1100"/>
                      <a:gd name="T31" fmla="*/ 1107 h 1107"/>
                      <a:gd name="T32" fmla="*/ 256 w 1100"/>
                      <a:gd name="T33" fmla="*/ 1107 h 1107"/>
                      <a:gd name="T34" fmla="*/ 202 w 1100"/>
                      <a:gd name="T35" fmla="*/ 1107 h 1107"/>
                      <a:gd name="T36" fmla="*/ 74 w 1100"/>
                      <a:gd name="T37" fmla="*/ 1107 h 1107"/>
                      <a:gd name="T38" fmla="*/ 0 w 1100"/>
                      <a:gd name="T39" fmla="*/ 1033 h 1107"/>
                      <a:gd name="T40" fmla="*/ 0 w 1100"/>
                      <a:gd name="T41" fmla="*/ 898 h 1107"/>
                      <a:gd name="T42" fmla="*/ 0 w 1100"/>
                      <a:gd name="T43" fmla="*/ 844 h 1107"/>
                      <a:gd name="T44" fmla="*/ 0 w 1100"/>
                      <a:gd name="T45" fmla="*/ 689 h 1107"/>
                      <a:gd name="T46" fmla="*/ 0 w 1100"/>
                      <a:gd name="T47" fmla="*/ 635 h 1107"/>
                      <a:gd name="T48" fmla="*/ 0 w 1100"/>
                      <a:gd name="T49" fmla="*/ 473 h 1107"/>
                      <a:gd name="T50" fmla="*/ 0 w 1100"/>
                      <a:gd name="T51" fmla="*/ 419 h 1107"/>
                      <a:gd name="T52" fmla="*/ 0 w 1100"/>
                      <a:gd name="T53" fmla="*/ 264 h 1107"/>
                      <a:gd name="T54" fmla="*/ 0 w 1100"/>
                      <a:gd name="T55" fmla="*/ 210 h 1107"/>
                      <a:gd name="T56" fmla="*/ 0 w 1100"/>
                      <a:gd name="T57" fmla="*/ 75 h 1107"/>
                      <a:gd name="T58" fmla="*/ 74 w 1100"/>
                      <a:gd name="T59" fmla="*/ 0 h 1107"/>
                      <a:gd name="T60" fmla="*/ 202 w 1100"/>
                      <a:gd name="T61" fmla="*/ 0 h 1107"/>
                      <a:gd name="T62" fmla="*/ 256 w 1100"/>
                      <a:gd name="T63" fmla="*/ 0 h 1107"/>
                      <a:gd name="T64" fmla="*/ 418 w 1100"/>
                      <a:gd name="T65" fmla="*/ 0 h 1107"/>
                      <a:gd name="T66" fmla="*/ 472 w 1100"/>
                      <a:gd name="T67" fmla="*/ 0 h 1107"/>
                      <a:gd name="T68" fmla="*/ 628 w 1100"/>
                      <a:gd name="T69" fmla="*/ 0 h 1107"/>
                      <a:gd name="T70" fmla="*/ 682 w 1100"/>
                      <a:gd name="T71" fmla="*/ 0 h 1107"/>
                      <a:gd name="T72" fmla="*/ 844 w 1100"/>
                      <a:gd name="T73" fmla="*/ 0 h 1107"/>
                      <a:gd name="T74" fmla="*/ 898 w 1100"/>
                      <a:gd name="T75" fmla="*/ 0 h 1107"/>
                      <a:gd name="T76" fmla="*/ 1026 w 1100"/>
                      <a:gd name="T77" fmla="*/ 0 h 1107"/>
                      <a:gd name="T78" fmla="*/ 1100 w 1100"/>
                      <a:gd name="T79" fmla="*/ 75 h 1107"/>
                      <a:gd name="T80" fmla="*/ 1100 w 1100"/>
                      <a:gd name="T81" fmla="*/ 210 h 1107"/>
                      <a:gd name="T82" fmla="*/ 1100 w 1100"/>
                      <a:gd name="T83" fmla="*/ 210 h 110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1100" h="1107">
                        <a:moveTo>
                          <a:pt x="1100" y="210"/>
                        </a:moveTo>
                        <a:cubicBezTo>
                          <a:pt x="1100" y="264"/>
                          <a:pt x="1100" y="264"/>
                          <a:pt x="1100" y="264"/>
                        </a:cubicBezTo>
                        <a:cubicBezTo>
                          <a:pt x="1100" y="419"/>
                          <a:pt x="1100" y="419"/>
                          <a:pt x="1100" y="419"/>
                        </a:cubicBezTo>
                        <a:cubicBezTo>
                          <a:pt x="1100" y="473"/>
                          <a:pt x="1100" y="473"/>
                          <a:pt x="1100" y="473"/>
                        </a:cubicBezTo>
                        <a:cubicBezTo>
                          <a:pt x="1100" y="635"/>
                          <a:pt x="1100" y="635"/>
                          <a:pt x="1100" y="635"/>
                        </a:cubicBezTo>
                        <a:cubicBezTo>
                          <a:pt x="1100" y="689"/>
                          <a:pt x="1100" y="689"/>
                          <a:pt x="1100" y="689"/>
                        </a:cubicBezTo>
                        <a:cubicBezTo>
                          <a:pt x="1100" y="844"/>
                          <a:pt x="1100" y="844"/>
                          <a:pt x="1100" y="844"/>
                        </a:cubicBezTo>
                        <a:cubicBezTo>
                          <a:pt x="1100" y="898"/>
                          <a:pt x="1100" y="898"/>
                          <a:pt x="1100" y="898"/>
                        </a:cubicBezTo>
                        <a:cubicBezTo>
                          <a:pt x="1100" y="1033"/>
                          <a:pt x="1100" y="1033"/>
                          <a:pt x="1100" y="1033"/>
                        </a:cubicBezTo>
                        <a:cubicBezTo>
                          <a:pt x="1100" y="1073"/>
                          <a:pt x="1073" y="1107"/>
                          <a:pt x="1026" y="1107"/>
                        </a:cubicBezTo>
                        <a:cubicBezTo>
                          <a:pt x="898" y="1107"/>
                          <a:pt x="898" y="1107"/>
                          <a:pt x="898" y="1107"/>
                        </a:cubicBezTo>
                        <a:cubicBezTo>
                          <a:pt x="844" y="1107"/>
                          <a:pt x="844" y="1107"/>
                          <a:pt x="844" y="1107"/>
                        </a:cubicBezTo>
                        <a:cubicBezTo>
                          <a:pt x="682" y="1107"/>
                          <a:pt x="682" y="1107"/>
                          <a:pt x="682" y="1107"/>
                        </a:cubicBezTo>
                        <a:cubicBezTo>
                          <a:pt x="628" y="1107"/>
                          <a:pt x="628" y="1107"/>
                          <a:pt x="628" y="1107"/>
                        </a:cubicBezTo>
                        <a:cubicBezTo>
                          <a:pt x="472" y="1107"/>
                          <a:pt x="472" y="1107"/>
                          <a:pt x="472" y="1107"/>
                        </a:cubicBezTo>
                        <a:cubicBezTo>
                          <a:pt x="418" y="1107"/>
                          <a:pt x="418" y="1107"/>
                          <a:pt x="418" y="1107"/>
                        </a:cubicBezTo>
                        <a:cubicBezTo>
                          <a:pt x="256" y="1107"/>
                          <a:pt x="256" y="1107"/>
                          <a:pt x="256" y="1107"/>
                        </a:cubicBezTo>
                        <a:cubicBezTo>
                          <a:pt x="202" y="1107"/>
                          <a:pt x="202" y="1107"/>
                          <a:pt x="202" y="1107"/>
                        </a:cubicBezTo>
                        <a:cubicBezTo>
                          <a:pt x="74" y="1107"/>
                          <a:pt x="74" y="1107"/>
                          <a:pt x="74" y="1107"/>
                        </a:cubicBezTo>
                        <a:cubicBezTo>
                          <a:pt x="27" y="1107"/>
                          <a:pt x="0" y="1073"/>
                          <a:pt x="0" y="1033"/>
                        </a:cubicBezTo>
                        <a:cubicBezTo>
                          <a:pt x="0" y="898"/>
                          <a:pt x="0" y="898"/>
                          <a:pt x="0" y="898"/>
                        </a:cubicBezTo>
                        <a:cubicBezTo>
                          <a:pt x="0" y="844"/>
                          <a:pt x="0" y="844"/>
                          <a:pt x="0" y="844"/>
                        </a:cubicBezTo>
                        <a:cubicBezTo>
                          <a:pt x="0" y="689"/>
                          <a:pt x="0" y="689"/>
                          <a:pt x="0" y="689"/>
                        </a:cubicBezTo>
                        <a:cubicBezTo>
                          <a:pt x="0" y="635"/>
                          <a:pt x="0" y="635"/>
                          <a:pt x="0" y="635"/>
                        </a:cubicBezTo>
                        <a:cubicBezTo>
                          <a:pt x="0" y="473"/>
                          <a:pt x="0" y="473"/>
                          <a:pt x="0" y="473"/>
                        </a:cubicBezTo>
                        <a:cubicBezTo>
                          <a:pt x="0" y="419"/>
                          <a:pt x="0" y="419"/>
                          <a:pt x="0" y="419"/>
                        </a:cubicBezTo>
                        <a:cubicBezTo>
                          <a:pt x="0" y="264"/>
                          <a:pt x="0" y="264"/>
                          <a:pt x="0" y="264"/>
                        </a:cubicBezTo>
                        <a:cubicBezTo>
                          <a:pt x="0" y="210"/>
                          <a:pt x="0" y="210"/>
                          <a:pt x="0" y="210"/>
                        </a:cubicBezTo>
                        <a:cubicBezTo>
                          <a:pt x="0" y="75"/>
                          <a:pt x="0" y="75"/>
                          <a:pt x="0" y="75"/>
                        </a:cubicBezTo>
                        <a:cubicBezTo>
                          <a:pt x="0" y="34"/>
                          <a:pt x="27" y="0"/>
                          <a:pt x="74" y="0"/>
                        </a:cubicBezTo>
                        <a:cubicBezTo>
                          <a:pt x="202" y="0"/>
                          <a:pt x="202" y="0"/>
                          <a:pt x="202" y="0"/>
                        </a:cubicBezTo>
                        <a:cubicBezTo>
                          <a:pt x="256" y="0"/>
                          <a:pt x="256" y="0"/>
                          <a:pt x="256" y="0"/>
                        </a:cubicBezTo>
                        <a:cubicBezTo>
                          <a:pt x="418" y="0"/>
                          <a:pt x="418" y="0"/>
                          <a:pt x="418" y="0"/>
                        </a:cubicBezTo>
                        <a:cubicBezTo>
                          <a:pt x="472" y="0"/>
                          <a:pt x="472" y="0"/>
                          <a:pt x="472" y="0"/>
                        </a:cubicBezTo>
                        <a:cubicBezTo>
                          <a:pt x="628" y="0"/>
                          <a:pt x="628" y="0"/>
                          <a:pt x="628" y="0"/>
                        </a:cubicBezTo>
                        <a:cubicBezTo>
                          <a:pt x="682" y="0"/>
                          <a:pt x="682" y="0"/>
                          <a:pt x="682" y="0"/>
                        </a:cubicBezTo>
                        <a:cubicBezTo>
                          <a:pt x="844" y="0"/>
                          <a:pt x="844" y="0"/>
                          <a:pt x="844" y="0"/>
                        </a:cubicBezTo>
                        <a:cubicBezTo>
                          <a:pt x="898" y="0"/>
                          <a:pt x="898" y="0"/>
                          <a:pt x="898" y="0"/>
                        </a:cubicBezTo>
                        <a:cubicBezTo>
                          <a:pt x="1026" y="0"/>
                          <a:pt x="1026" y="0"/>
                          <a:pt x="1026" y="0"/>
                        </a:cubicBezTo>
                        <a:cubicBezTo>
                          <a:pt x="1073" y="0"/>
                          <a:pt x="1100" y="34"/>
                          <a:pt x="1100" y="75"/>
                        </a:cubicBezTo>
                        <a:cubicBezTo>
                          <a:pt x="1100" y="210"/>
                          <a:pt x="1100" y="210"/>
                          <a:pt x="1100" y="210"/>
                        </a:cubicBezTo>
                        <a:cubicBezTo>
                          <a:pt x="1100" y="210"/>
                          <a:pt x="1100" y="210"/>
                          <a:pt x="1100" y="210"/>
                        </a:cubicBezTo>
                        <a:close/>
                      </a:path>
                    </a:pathLst>
                  </a:custGeom>
                  <a:solidFill>
                    <a:schemeClr val="tx1">
                      <a:lumMod val="85000"/>
                      <a:lumOff val="15000"/>
                    </a:scheme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13" name="Freeform 96">
                    <a:extLst>
                      <a:ext uri="{FF2B5EF4-FFF2-40B4-BE49-F238E27FC236}">
                        <a16:creationId xmlns:a16="http://schemas.microsoft.com/office/drawing/2014/main" id="{4415839F-FCB0-BB5E-6C2F-2C158176626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085300" y="2620963"/>
                    <a:ext cx="131763" cy="30163"/>
                  </a:xfrm>
                  <a:custGeom>
                    <a:avLst/>
                    <a:gdLst>
                      <a:gd name="T0" fmla="*/ 244 w 244"/>
                      <a:gd name="T1" fmla="*/ 28 h 55"/>
                      <a:gd name="T2" fmla="*/ 217 w 244"/>
                      <a:gd name="T3" fmla="*/ 0 h 55"/>
                      <a:gd name="T4" fmla="*/ 0 w 244"/>
                      <a:gd name="T5" fmla="*/ 0 h 55"/>
                      <a:gd name="T6" fmla="*/ 0 w 244"/>
                      <a:gd name="T7" fmla="*/ 55 h 55"/>
                      <a:gd name="T8" fmla="*/ 217 w 244"/>
                      <a:gd name="T9" fmla="*/ 55 h 55"/>
                      <a:gd name="T10" fmla="*/ 244 w 244"/>
                      <a:gd name="T11" fmla="*/ 28 h 5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4" h="55">
                        <a:moveTo>
                          <a:pt x="244" y="28"/>
                        </a:moveTo>
                        <a:cubicBezTo>
                          <a:pt x="244" y="14"/>
                          <a:pt x="230" y="0"/>
                          <a:pt x="217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55"/>
                          <a:pt x="0" y="55"/>
                          <a:pt x="0" y="55"/>
                        </a:cubicBezTo>
                        <a:cubicBezTo>
                          <a:pt x="217" y="55"/>
                          <a:pt x="217" y="55"/>
                          <a:pt x="217" y="55"/>
                        </a:cubicBezTo>
                        <a:cubicBezTo>
                          <a:pt x="230" y="55"/>
                          <a:pt x="244" y="41"/>
                          <a:pt x="244" y="28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14" name="Freeform 97">
                    <a:extLst>
                      <a:ext uri="{FF2B5EF4-FFF2-40B4-BE49-F238E27FC236}">
                        <a16:creationId xmlns:a16="http://schemas.microsoft.com/office/drawing/2014/main" id="{DFF4EA61-B0CA-2144-025C-E8E15EE3337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085300" y="2733675"/>
                    <a:ext cx="131763" cy="30163"/>
                  </a:xfrm>
                  <a:custGeom>
                    <a:avLst/>
                    <a:gdLst>
                      <a:gd name="T0" fmla="*/ 217 w 244"/>
                      <a:gd name="T1" fmla="*/ 0 h 54"/>
                      <a:gd name="T2" fmla="*/ 0 w 244"/>
                      <a:gd name="T3" fmla="*/ 0 h 54"/>
                      <a:gd name="T4" fmla="*/ 0 w 244"/>
                      <a:gd name="T5" fmla="*/ 54 h 54"/>
                      <a:gd name="T6" fmla="*/ 217 w 244"/>
                      <a:gd name="T7" fmla="*/ 54 h 54"/>
                      <a:gd name="T8" fmla="*/ 244 w 244"/>
                      <a:gd name="T9" fmla="*/ 27 h 54"/>
                      <a:gd name="T10" fmla="*/ 217 w 244"/>
                      <a:gd name="T11" fmla="*/ 0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4" h="54">
                        <a:moveTo>
                          <a:pt x="217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54"/>
                          <a:pt x="0" y="54"/>
                          <a:pt x="0" y="54"/>
                        </a:cubicBezTo>
                        <a:cubicBezTo>
                          <a:pt x="217" y="54"/>
                          <a:pt x="217" y="54"/>
                          <a:pt x="217" y="54"/>
                        </a:cubicBezTo>
                        <a:cubicBezTo>
                          <a:pt x="230" y="54"/>
                          <a:pt x="244" y="47"/>
                          <a:pt x="244" y="27"/>
                        </a:cubicBezTo>
                        <a:cubicBezTo>
                          <a:pt x="244" y="13"/>
                          <a:pt x="230" y="0"/>
                          <a:pt x="217" y="0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15" name="Freeform 98">
                    <a:extLst>
                      <a:ext uri="{FF2B5EF4-FFF2-40B4-BE49-F238E27FC236}">
                        <a16:creationId xmlns:a16="http://schemas.microsoft.com/office/drawing/2014/main" id="{AF9EE7E4-884C-DEF9-0BA6-D24F633B8BC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085300" y="2851150"/>
                    <a:ext cx="131763" cy="30163"/>
                  </a:xfrm>
                  <a:custGeom>
                    <a:avLst/>
                    <a:gdLst>
                      <a:gd name="T0" fmla="*/ 217 w 244"/>
                      <a:gd name="T1" fmla="*/ 0 h 54"/>
                      <a:gd name="T2" fmla="*/ 0 w 244"/>
                      <a:gd name="T3" fmla="*/ 0 h 54"/>
                      <a:gd name="T4" fmla="*/ 0 w 244"/>
                      <a:gd name="T5" fmla="*/ 54 h 54"/>
                      <a:gd name="T6" fmla="*/ 217 w 244"/>
                      <a:gd name="T7" fmla="*/ 54 h 54"/>
                      <a:gd name="T8" fmla="*/ 244 w 244"/>
                      <a:gd name="T9" fmla="*/ 27 h 54"/>
                      <a:gd name="T10" fmla="*/ 217 w 244"/>
                      <a:gd name="T11" fmla="*/ 0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4" h="54">
                        <a:moveTo>
                          <a:pt x="217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54"/>
                          <a:pt x="0" y="54"/>
                          <a:pt x="0" y="54"/>
                        </a:cubicBezTo>
                        <a:cubicBezTo>
                          <a:pt x="217" y="54"/>
                          <a:pt x="217" y="54"/>
                          <a:pt x="217" y="54"/>
                        </a:cubicBezTo>
                        <a:cubicBezTo>
                          <a:pt x="230" y="54"/>
                          <a:pt x="244" y="41"/>
                          <a:pt x="244" y="27"/>
                        </a:cubicBezTo>
                        <a:cubicBezTo>
                          <a:pt x="244" y="14"/>
                          <a:pt x="230" y="0"/>
                          <a:pt x="217" y="0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16" name="Freeform 99">
                    <a:extLst>
                      <a:ext uri="{FF2B5EF4-FFF2-40B4-BE49-F238E27FC236}">
                        <a16:creationId xmlns:a16="http://schemas.microsoft.com/office/drawing/2014/main" id="{785214AB-4478-2E42-347C-0BFFB124F8E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085300" y="2965450"/>
                    <a:ext cx="131763" cy="28575"/>
                  </a:xfrm>
                  <a:custGeom>
                    <a:avLst/>
                    <a:gdLst>
                      <a:gd name="T0" fmla="*/ 217 w 244"/>
                      <a:gd name="T1" fmla="*/ 0 h 54"/>
                      <a:gd name="T2" fmla="*/ 0 w 244"/>
                      <a:gd name="T3" fmla="*/ 0 h 54"/>
                      <a:gd name="T4" fmla="*/ 0 w 244"/>
                      <a:gd name="T5" fmla="*/ 54 h 54"/>
                      <a:gd name="T6" fmla="*/ 217 w 244"/>
                      <a:gd name="T7" fmla="*/ 54 h 54"/>
                      <a:gd name="T8" fmla="*/ 244 w 244"/>
                      <a:gd name="T9" fmla="*/ 27 h 54"/>
                      <a:gd name="T10" fmla="*/ 217 w 244"/>
                      <a:gd name="T11" fmla="*/ 0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4" h="54">
                        <a:moveTo>
                          <a:pt x="217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54"/>
                          <a:pt x="0" y="54"/>
                          <a:pt x="0" y="54"/>
                        </a:cubicBezTo>
                        <a:cubicBezTo>
                          <a:pt x="217" y="54"/>
                          <a:pt x="217" y="54"/>
                          <a:pt x="217" y="54"/>
                        </a:cubicBezTo>
                        <a:cubicBezTo>
                          <a:pt x="230" y="54"/>
                          <a:pt x="244" y="47"/>
                          <a:pt x="244" y="27"/>
                        </a:cubicBezTo>
                        <a:cubicBezTo>
                          <a:pt x="244" y="13"/>
                          <a:pt x="230" y="0"/>
                          <a:pt x="217" y="0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17" name="Freeform 100">
                    <a:extLst>
                      <a:ext uri="{FF2B5EF4-FFF2-40B4-BE49-F238E27FC236}">
                        <a16:creationId xmlns:a16="http://schemas.microsoft.com/office/drawing/2014/main" id="{CB91F0CE-C18C-8147-8FA0-09919803B02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240750" y="2620963"/>
                    <a:ext cx="131763" cy="30163"/>
                  </a:xfrm>
                  <a:custGeom>
                    <a:avLst/>
                    <a:gdLst>
                      <a:gd name="T0" fmla="*/ 0 w 243"/>
                      <a:gd name="T1" fmla="*/ 28 h 55"/>
                      <a:gd name="T2" fmla="*/ 27 w 243"/>
                      <a:gd name="T3" fmla="*/ 55 h 55"/>
                      <a:gd name="T4" fmla="*/ 243 w 243"/>
                      <a:gd name="T5" fmla="*/ 55 h 55"/>
                      <a:gd name="T6" fmla="*/ 243 w 243"/>
                      <a:gd name="T7" fmla="*/ 0 h 55"/>
                      <a:gd name="T8" fmla="*/ 27 w 243"/>
                      <a:gd name="T9" fmla="*/ 0 h 55"/>
                      <a:gd name="T10" fmla="*/ 0 w 243"/>
                      <a:gd name="T11" fmla="*/ 28 h 5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3" h="55">
                        <a:moveTo>
                          <a:pt x="0" y="28"/>
                        </a:moveTo>
                        <a:cubicBezTo>
                          <a:pt x="0" y="41"/>
                          <a:pt x="14" y="55"/>
                          <a:pt x="27" y="55"/>
                        </a:cubicBezTo>
                        <a:cubicBezTo>
                          <a:pt x="243" y="55"/>
                          <a:pt x="243" y="55"/>
                          <a:pt x="243" y="55"/>
                        </a:cubicBezTo>
                        <a:cubicBezTo>
                          <a:pt x="243" y="0"/>
                          <a:pt x="243" y="0"/>
                          <a:pt x="243" y="0"/>
                        </a:cubicBezTo>
                        <a:cubicBezTo>
                          <a:pt x="27" y="0"/>
                          <a:pt x="27" y="0"/>
                          <a:pt x="27" y="0"/>
                        </a:cubicBezTo>
                        <a:cubicBezTo>
                          <a:pt x="14" y="0"/>
                          <a:pt x="0" y="14"/>
                          <a:pt x="0" y="28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18" name="Freeform 101">
                    <a:extLst>
                      <a:ext uri="{FF2B5EF4-FFF2-40B4-BE49-F238E27FC236}">
                        <a16:creationId xmlns:a16="http://schemas.microsoft.com/office/drawing/2014/main" id="{8FD37483-E7CC-9D0D-AF97-F8A35D8ACDC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240750" y="2733675"/>
                    <a:ext cx="131763" cy="30163"/>
                  </a:xfrm>
                  <a:custGeom>
                    <a:avLst/>
                    <a:gdLst>
                      <a:gd name="T0" fmla="*/ 0 w 243"/>
                      <a:gd name="T1" fmla="*/ 27 h 54"/>
                      <a:gd name="T2" fmla="*/ 27 w 243"/>
                      <a:gd name="T3" fmla="*/ 54 h 54"/>
                      <a:gd name="T4" fmla="*/ 243 w 243"/>
                      <a:gd name="T5" fmla="*/ 54 h 54"/>
                      <a:gd name="T6" fmla="*/ 243 w 243"/>
                      <a:gd name="T7" fmla="*/ 0 h 54"/>
                      <a:gd name="T8" fmla="*/ 27 w 243"/>
                      <a:gd name="T9" fmla="*/ 0 h 54"/>
                      <a:gd name="T10" fmla="*/ 0 w 243"/>
                      <a:gd name="T11" fmla="*/ 27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3" h="54">
                        <a:moveTo>
                          <a:pt x="0" y="27"/>
                        </a:moveTo>
                        <a:cubicBezTo>
                          <a:pt x="0" y="47"/>
                          <a:pt x="14" y="54"/>
                          <a:pt x="27" y="54"/>
                        </a:cubicBezTo>
                        <a:cubicBezTo>
                          <a:pt x="243" y="54"/>
                          <a:pt x="243" y="54"/>
                          <a:pt x="243" y="54"/>
                        </a:cubicBezTo>
                        <a:cubicBezTo>
                          <a:pt x="243" y="0"/>
                          <a:pt x="243" y="0"/>
                          <a:pt x="243" y="0"/>
                        </a:cubicBezTo>
                        <a:cubicBezTo>
                          <a:pt x="27" y="0"/>
                          <a:pt x="27" y="0"/>
                          <a:pt x="27" y="0"/>
                        </a:cubicBezTo>
                        <a:cubicBezTo>
                          <a:pt x="14" y="0"/>
                          <a:pt x="0" y="13"/>
                          <a:pt x="0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19" name="Freeform 102">
                    <a:extLst>
                      <a:ext uri="{FF2B5EF4-FFF2-40B4-BE49-F238E27FC236}">
                        <a16:creationId xmlns:a16="http://schemas.microsoft.com/office/drawing/2014/main" id="{70A449D9-987C-8030-2430-8A11B78E745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240750" y="2851150"/>
                    <a:ext cx="131763" cy="30163"/>
                  </a:xfrm>
                  <a:custGeom>
                    <a:avLst/>
                    <a:gdLst>
                      <a:gd name="T0" fmla="*/ 0 w 243"/>
                      <a:gd name="T1" fmla="*/ 27 h 54"/>
                      <a:gd name="T2" fmla="*/ 27 w 243"/>
                      <a:gd name="T3" fmla="*/ 54 h 54"/>
                      <a:gd name="T4" fmla="*/ 243 w 243"/>
                      <a:gd name="T5" fmla="*/ 54 h 54"/>
                      <a:gd name="T6" fmla="*/ 243 w 243"/>
                      <a:gd name="T7" fmla="*/ 0 h 54"/>
                      <a:gd name="T8" fmla="*/ 27 w 243"/>
                      <a:gd name="T9" fmla="*/ 0 h 54"/>
                      <a:gd name="T10" fmla="*/ 0 w 243"/>
                      <a:gd name="T11" fmla="*/ 27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3" h="54">
                        <a:moveTo>
                          <a:pt x="0" y="27"/>
                        </a:moveTo>
                        <a:cubicBezTo>
                          <a:pt x="0" y="41"/>
                          <a:pt x="14" y="54"/>
                          <a:pt x="27" y="54"/>
                        </a:cubicBezTo>
                        <a:cubicBezTo>
                          <a:pt x="243" y="54"/>
                          <a:pt x="243" y="54"/>
                          <a:pt x="243" y="54"/>
                        </a:cubicBezTo>
                        <a:cubicBezTo>
                          <a:pt x="243" y="0"/>
                          <a:pt x="243" y="0"/>
                          <a:pt x="243" y="0"/>
                        </a:cubicBezTo>
                        <a:cubicBezTo>
                          <a:pt x="27" y="0"/>
                          <a:pt x="27" y="0"/>
                          <a:pt x="27" y="0"/>
                        </a:cubicBezTo>
                        <a:cubicBezTo>
                          <a:pt x="14" y="0"/>
                          <a:pt x="0" y="14"/>
                          <a:pt x="0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20" name="Freeform 103">
                    <a:extLst>
                      <a:ext uri="{FF2B5EF4-FFF2-40B4-BE49-F238E27FC236}">
                        <a16:creationId xmlns:a16="http://schemas.microsoft.com/office/drawing/2014/main" id="{43D83CA3-9083-E089-6E70-1E08A6C43EB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240750" y="2965450"/>
                    <a:ext cx="131763" cy="28575"/>
                  </a:xfrm>
                  <a:custGeom>
                    <a:avLst/>
                    <a:gdLst>
                      <a:gd name="T0" fmla="*/ 0 w 243"/>
                      <a:gd name="T1" fmla="*/ 27 h 54"/>
                      <a:gd name="T2" fmla="*/ 27 w 243"/>
                      <a:gd name="T3" fmla="*/ 54 h 54"/>
                      <a:gd name="T4" fmla="*/ 243 w 243"/>
                      <a:gd name="T5" fmla="*/ 54 h 54"/>
                      <a:gd name="T6" fmla="*/ 243 w 243"/>
                      <a:gd name="T7" fmla="*/ 0 h 54"/>
                      <a:gd name="T8" fmla="*/ 27 w 243"/>
                      <a:gd name="T9" fmla="*/ 0 h 54"/>
                      <a:gd name="T10" fmla="*/ 0 w 243"/>
                      <a:gd name="T11" fmla="*/ 27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3" h="54">
                        <a:moveTo>
                          <a:pt x="0" y="27"/>
                        </a:moveTo>
                        <a:cubicBezTo>
                          <a:pt x="0" y="47"/>
                          <a:pt x="14" y="54"/>
                          <a:pt x="27" y="54"/>
                        </a:cubicBezTo>
                        <a:cubicBezTo>
                          <a:pt x="243" y="54"/>
                          <a:pt x="243" y="54"/>
                          <a:pt x="243" y="54"/>
                        </a:cubicBezTo>
                        <a:cubicBezTo>
                          <a:pt x="243" y="0"/>
                          <a:pt x="243" y="0"/>
                          <a:pt x="243" y="0"/>
                        </a:cubicBezTo>
                        <a:cubicBezTo>
                          <a:pt x="27" y="0"/>
                          <a:pt x="27" y="0"/>
                          <a:pt x="27" y="0"/>
                        </a:cubicBezTo>
                        <a:cubicBezTo>
                          <a:pt x="14" y="0"/>
                          <a:pt x="0" y="13"/>
                          <a:pt x="0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21" name="Freeform 104">
                    <a:extLst>
                      <a:ext uri="{FF2B5EF4-FFF2-40B4-BE49-F238E27FC236}">
                        <a16:creationId xmlns:a16="http://schemas.microsoft.com/office/drawing/2014/main" id="{93171B49-4BEE-7E34-FF0A-CEB078D0A5E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540788" y="2320925"/>
                    <a:ext cx="28575" cy="128588"/>
                  </a:xfrm>
                  <a:custGeom>
                    <a:avLst/>
                    <a:gdLst>
                      <a:gd name="T0" fmla="*/ 54 w 54"/>
                      <a:gd name="T1" fmla="*/ 27 h 237"/>
                      <a:gd name="T2" fmla="*/ 27 w 54"/>
                      <a:gd name="T3" fmla="*/ 0 h 237"/>
                      <a:gd name="T4" fmla="*/ 0 w 54"/>
                      <a:gd name="T5" fmla="*/ 27 h 237"/>
                      <a:gd name="T6" fmla="*/ 0 w 54"/>
                      <a:gd name="T7" fmla="*/ 237 h 237"/>
                      <a:gd name="T8" fmla="*/ 54 w 54"/>
                      <a:gd name="T9" fmla="*/ 237 h 237"/>
                      <a:gd name="T10" fmla="*/ 54 w 54"/>
                      <a:gd name="T11" fmla="*/ 27 h 237"/>
                      <a:gd name="T12" fmla="*/ 54 w 54"/>
                      <a:gd name="T13" fmla="*/ 27 h 2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7">
                        <a:moveTo>
                          <a:pt x="54" y="27"/>
                        </a:moveTo>
                        <a:cubicBezTo>
                          <a:pt x="54" y="14"/>
                          <a:pt x="40" y="0"/>
                          <a:pt x="27" y="0"/>
                        </a:cubicBezTo>
                        <a:cubicBezTo>
                          <a:pt x="13" y="0"/>
                          <a:pt x="0" y="14"/>
                          <a:pt x="0" y="27"/>
                        </a:cubicBezTo>
                        <a:cubicBezTo>
                          <a:pt x="0" y="237"/>
                          <a:pt x="0" y="237"/>
                          <a:pt x="0" y="237"/>
                        </a:cubicBezTo>
                        <a:cubicBezTo>
                          <a:pt x="54" y="237"/>
                          <a:pt x="54" y="237"/>
                          <a:pt x="54" y="23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22" name="Freeform 105">
                    <a:extLst>
                      <a:ext uri="{FF2B5EF4-FFF2-40B4-BE49-F238E27FC236}">
                        <a16:creationId xmlns:a16="http://schemas.microsoft.com/office/drawing/2014/main" id="{EFE9D159-014D-178E-3FFD-CF57BED08B2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658263" y="2320925"/>
                    <a:ext cx="28575" cy="128588"/>
                  </a:xfrm>
                  <a:custGeom>
                    <a:avLst/>
                    <a:gdLst>
                      <a:gd name="T0" fmla="*/ 54 w 54"/>
                      <a:gd name="T1" fmla="*/ 27 h 237"/>
                      <a:gd name="T2" fmla="*/ 27 w 54"/>
                      <a:gd name="T3" fmla="*/ 0 h 237"/>
                      <a:gd name="T4" fmla="*/ 0 w 54"/>
                      <a:gd name="T5" fmla="*/ 27 h 237"/>
                      <a:gd name="T6" fmla="*/ 0 w 54"/>
                      <a:gd name="T7" fmla="*/ 237 h 237"/>
                      <a:gd name="T8" fmla="*/ 54 w 54"/>
                      <a:gd name="T9" fmla="*/ 237 h 237"/>
                      <a:gd name="T10" fmla="*/ 54 w 54"/>
                      <a:gd name="T11" fmla="*/ 27 h 237"/>
                      <a:gd name="T12" fmla="*/ 54 w 54"/>
                      <a:gd name="T13" fmla="*/ 27 h 2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7">
                        <a:moveTo>
                          <a:pt x="54" y="27"/>
                        </a:moveTo>
                        <a:cubicBezTo>
                          <a:pt x="54" y="14"/>
                          <a:pt x="40" y="0"/>
                          <a:pt x="27" y="0"/>
                        </a:cubicBezTo>
                        <a:cubicBezTo>
                          <a:pt x="13" y="0"/>
                          <a:pt x="0" y="14"/>
                          <a:pt x="0" y="27"/>
                        </a:cubicBezTo>
                        <a:cubicBezTo>
                          <a:pt x="0" y="237"/>
                          <a:pt x="0" y="237"/>
                          <a:pt x="0" y="237"/>
                        </a:cubicBezTo>
                        <a:cubicBezTo>
                          <a:pt x="54" y="237"/>
                          <a:pt x="54" y="237"/>
                          <a:pt x="54" y="23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23" name="Freeform 106">
                    <a:extLst>
                      <a:ext uri="{FF2B5EF4-FFF2-40B4-BE49-F238E27FC236}">
                        <a16:creationId xmlns:a16="http://schemas.microsoft.com/office/drawing/2014/main" id="{F8F276FE-8074-1A2B-E151-DDDE4006AE8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770975" y="2320925"/>
                    <a:ext cx="30163" cy="128588"/>
                  </a:xfrm>
                  <a:custGeom>
                    <a:avLst/>
                    <a:gdLst>
                      <a:gd name="T0" fmla="*/ 54 w 54"/>
                      <a:gd name="T1" fmla="*/ 27 h 237"/>
                      <a:gd name="T2" fmla="*/ 27 w 54"/>
                      <a:gd name="T3" fmla="*/ 0 h 237"/>
                      <a:gd name="T4" fmla="*/ 0 w 54"/>
                      <a:gd name="T5" fmla="*/ 27 h 237"/>
                      <a:gd name="T6" fmla="*/ 0 w 54"/>
                      <a:gd name="T7" fmla="*/ 237 h 237"/>
                      <a:gd name="T8" fmla="*/ 54 w 54"/>
                      <a:gd name="T9" fmla="*/ 237 h 237"/>
                      <a:gd name="T10" fmla="*/ 54 w 54"/>
                      <a:gd name="T11" fmla="*/ 27 h 237"/>
                      <a:gd name="T12" fmla="*/ 54 w 54"/>
                      <a:gd name="T13" fmla="*/ 27 h 2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7">
                        <a:moveTo>
                          <a:pt x="54" y="27"/>
                        </a:moveTo>
                        <a:cubicBezTo>
                          <a:pt x="54" y="14"/>
                          <a:pt x="40" y="0"/>
                          <a:pt x="27" y="0"/>
                        </a:cubicBezTo>
                        <a:cubicBezTo>
                          <a:pt x="13" y="0"/>
                          <a:pt x="0" y="14"/>
                          <a:pt x="0" y="27"/>
                        </a:cubicBezTo>
                        <a:cubicBezTo>
                          <a:pt x="0" y="237"/>
                          <a:pt x="0" y="237"/>
                          <a:pt x="0" y="237"/>
                        </a:cubicBezTo>
                        <a:cubicBezTo>
                          <a:pt x="54" y="237"/>
                          <a:pt x="54" y="237"/>
                          <a:pt x="54" y="23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24" name="Freeform 107">
                    <a:extLst>
                      <a:ext uri="{FF2B5EF4-FFF2-40B4-BE49-F238E27FC236}">
                        <a16:creationId xmlns:a16="http://schemas.microsoft.com/office/drawing/2014/main" id="{5124C402-6E0C-3093-974A-EBB5F6FC65F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886863" y="2320925"/>
                    <a:ext cx="30163" cy="128588"/>
                  </a:xfrm>
                  <a:custGeom>
                    <a:avLst/>
                    <a:gdLst>
                      <a:gd name="T0" fmla="*/ 54 w 54"/>
                      <a:gd name="T1" fmla="*/ 27 h 237"/>
                      <a:gd name="T2" fmla="*/ 27 w 54"/>
                      <a:gd name="T3" fmla="*/ 0 h 237"/>
                      <a:gd name="T4" fmla="*/ 0 w 54"/>
                      <a:gd name="T5" fmla="*/ 27 h 237"/>
                      <a:gd name="T6" fmla="*/ 0 w 54"/>
                      <a:gd name="T7" fmla="*/ 237 h 237"/>
                      <a:gd name="T8" fmla="*/ 54 w 54"/>
                      <a:gd name="T9" fmla="*/ 237 h 237"/>
                      <a:gd name="T10" fmla="*/ 54 w 54"/>
                      <a:gd name="T11" fmla="*/ 27 h 237"/>
                      <a:gd name="T12" fmla="*/ 54 w 54"/>
                      <a:gd name="T13" fmla="*/ 27 h 2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7">
                        <a:moveTo>
                          <a:pt x="54" y="27"/>
                        </a:moveTo>
                        <a:cubicBezTo>
                          <a:pt x="54" y="14"/>
                          <a:pt x="40" y="0"/>
                          <a:pt x="27" y="0"/>
                        </a:cubicBezTo>
                        <a:cubicBezTo>
                          <a:pt x="13" y="0"/>
                          <a:pt x="0" y="14"/>
                          <a:pt x="0" y="27"/>
                        </a:cubicBezTo>
                        <a:cubicBezTo>
                          <a:pt x="0" y="237"/>
                          <a:pt x="0" y="237"/>
                          <a:pt x="0" y="237"/>
                        </a:cubicBezTo>
                        <a:cubicBezTo>
                          <a:pt x="54" y="237"/>
                          <a:pt x="54" y="237"/>
                          <a:pt x="54" y="23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25" name="Freeform 108">
                    <a:extLst>
                      <a:ext uri="{FF2B5EF4-FFF2-40B4-BE49-F238E27FC236}">
                        <a16:creationId xmlns:a16="http://schemas.microsoft.com/office/drawing/2014/main" id="{431B5C4E-6C21-7C81-95A4-991AE10C663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540788" y="3165475"/>
                    <a:ext cx="28575" cy="128588"/>
                  </a:xfrm>
                  <a:custGeom>
                    <a:avLst/>
                    <a:gdLst>
                      <a:gd name="T0" fmla="*/ 0 w 54"/>
                      <a:gd name="T1" fmla="*/ 211 h 238"/>
                      <a:gd name="T2" fmla="*/ 27 w 54"/>
                      <a:gd name="T3" fmla="*/ 238 h 238"/>
                      <a:gd name="T4" fmla="*/ 54 w 54"/>
                      <a:gd name="T5" fmla="*/ 211 h 238"/>
                      <a:gd name="T6" fmla="*/ 54 w 54"/>
                      <a:gd name="T7" fmla="*/ 0 h 238"/>
                      <a:gd name="T8" fmla="*/ 0 w 54"/>
                      <a:gd name="T9" fmla="*/ 0 h 238"/>
                      <a:gd name="T10" fmla="*/ 0 w 54"/>
                      <a:gd name="T11" fmla="*/ 211 h 238"/>
                      <a:gd name="T12" fmla="*/ 0 w 54"/>
                      <a:gd name="T13" fmla="*/ 211 h 2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8">
                        <a:moveTo>
                          <a:pt x="0" y="211"/>
                        </a:moveTo>
                        <a:cubicBezTo>
                          <a:pt x="0" y="231"/>
                          <a:pt x="13" y="238"/>
                          <a:pt x="27" y="238"/>
                        </a:cubicBezTo>
                        <a:cubicBezTo>
                          <a:pt x="40" y="238"/>
                          <a:pt x="54" y="231"/>
                          <a:pt x="54" y="211"/>
                        </a:cubicBezTo>
                        <a:cubicBezTo>
                          <a:pt x="54" y="0"/>
                          <a:pt x="54" y="0"/>
                          <a:pt x="54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26" name="Freeform 109">
                    <a:extLst>
                      <a:ext uri="{FF2B5EF4-FFF2-40B4-BE49-F238E27FC236}">
                        <a16:creationId xmlns:a16="http://schemas.microsoft.com/office/drawing/2014/main" id="{1BE3FC59-7A6F-A1B0-D2FB-6AFD9A28798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658263" y="3165475"/>
                    <a:ext cx="28575" cy="128588"/>
                  </a:xfrm>
                  <a:custGeom>
                    <a:avLst/>
                    <a:gdLst>
                      <a:gd name="T0" fmla="*/ 0 w 54"/>
                      <a:gd name="T1" fmla="*/ 211 h 238"/>
                      <a:gd name="T2" fmla="*/ 27 w 54"/>
                      <a:gd name="T3" fmla="*/ 238 h 238"/>
                      <a:gd name="T4" fmla="*/ 54 w 54"/>
                      <a:gd name="T5" fmla="*/ 211 h 238"/>
                      <a:gd name="T6" fmla="*/ 54 w 54"/>
                      <a:gd name="T7" fmla="*/ 0 h 238"/>
                      <a:gd name="T8" fmla="*/ 0 w 54"/>
                      <a:gd name="T9" fmla="*/ 0 h 238"/>
                      <a:gd name="T10" fmla="*/ 0 w 54"/>
                      <a:gd name="T11" fmla="*/ 211 h 238"/>
                      <a:gd name="T12" fmla="*/ 0 w 54"/>
                      <a:gd name="T13" fmla="*/ 211 h 2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8">
                        <a:moveTo>
                          <a:pt x="0" y="211"/>
                        </a:moveTo>
                        <a:cubicBezTo>
                          <a:pt x="0" y="231"/>
                          <a:pt x="13" y="238"/>
                          <a:pt x="27" y="238"/>
                        </a:cubicBezTo>
                        <a:cubicBezTo>
                          <a:pt x="40" y="238"/>
                          <a:pt x="54" y="231"/>
                          <a:pt x="54" y="211"/>
                        </a:cubicBezTo>
                        <a:cubicBezTo>
                          <a:pt x="54" y="0"/>
                          <a:pt x="54" y="0"/>
                          <a:pt x="54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27" name="Freeform 110">
                    <a:extLst>
                      <a:ext uri="{FF2B5EF4-FFF2-40B4-BE49-F238E27FC236}">
                        <a16:creationId xmlns:a16="http://schemas.microsoft.com/office/drawing/2014/main" id="{D9E4A605-06EB-59CA-A75E-49D11449010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770975" y="3165475"/>
                    <a:ext cx="30163" cy="128588"/>
                  </a:xfrm>
                  <a:custGeom>
                    <a:avLst/>
                    <a:gdLst>
                      <a:gd name="T0" fmla="*/ 0 w 54"/>
                      <a:gd name="T1" fmla="*/ 211 h 238"/>
                      <a:gd name="T2" fmla="*/ 27 w 54"/>
                      <a:gd name="T3" fmla="*/ 238 h 238"/>
                      <a:gd name="T4" fmla="*/ 54 w 54"/>
                      <a:gd name="T5" fmla="*/ 211 h 238"/>
                      <a:gd name="T6" fmla="*/ 54 w 54"/>
                      <a:gd name="T7" fmla="*/ 0 h 238"/>
                      <a:gd name="T8" fmla="*/ 0 w 54"/>
                      <a:gd name="T9" fmla="*/ 0 h 238"/>
                      <a:gd name="T10" fmla="*/ 0 w 54"/>
                      <a:gd name="T11" fmla="*/ 211 h 238"/>
                      <a:gd name="T12" fmla="*/ 0 w 54"/>
                      <a:gd name="T13" fmla="*/ 211 h 2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8">
                        <a:moveTo>
                          <a:pt x="0" y="211"/>
                        </a:moveTo>
                        <a:cubicBezTo>
                          <a:pt x="0" y="231"/>
                          <a:pt x="13" y="238"/>
                          <a:pt x="27" y="238"/>
                        </a:cubicBezTo>
                        <a:cubicBezTo>
                          <a:pt x="40" y="238"/>
                          <a:pt x="54" y="231"/>
                          <a:pt x="54" y="211"/>
                        </a:cubicBezTo>
                        <a:cubicBezTo>
                          <a:pt x="54" y="0"/>
                          <a:pt x="54" y="0"/>
                          <a:pt x="54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28" name="Freeform 111">
                    <a:extLst>
                      <a:ext uri="{FF2B5EF4-FFF2-40B4-BE49-F238E27FC236}">
                        <a16:creationId xmlns:a16="http://schemas.microsoft.com/office/drawing/2014/main" id="{0EC37250-DDC3-D1A0-0384-4040C23784A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886863" y="3165475"/>
                    <a:ext cx="30163" cy="128588"/>
                  </a:xfrm>
                  <a:custGeom>
                    <a:avLst/>
                    <a:gdLst>
                      <a:gd name="T0" fmla="*/ 0 w 54"/>
                      <a:gd name="T1" fmla="*/ 211 h 238"/>
                      <a:gd name="T2" fmla="*/ 27 w 54"/>
                      <a:gd name="T3" fmla="*/ 238 h 238"/>
                      <a:gd name="T4" fmla="*/ 54 w 54"/>
                      <a:gd name="T5" fmla="*/ 211 h 238"/>
                      <a:gd name="T6" fmla="*/ 54 w 54"/>
                      <a:gd name="T7" fmla="*/ 0 h 238"/>
                      <a:gd name="T8" fmla="*/ 0 w 54"/>
                      <a:gd name="T9" fmla="*/ 0 h 238"/>
                      <a:gd name="T10" fmla="*/ 0 w 54"/>
                      <a:gd name="T11" fmla="*/ 211 h 238"/>
                      <a:gd name="T12" fmla="*/ 0 w 54"/>
                      <a:gd name="T13" fmla="*/ 211 h 2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8">
                        <a:moveTo>
                          <a:pt x="0" y="211"/>
                        </a:moveTo>
                        <a:cubicBezTo>
                          <a:pt x="0" y="231"/>
                          <a:pt x="13" y="238"/>
                          <a:pt x="27" y="238"/>
                        </a:cubicBezTo>
                        <a:cubicBezTo>
                          <a:pt x="40" y="238"/>
                          <a:pt x="54" y="231"/>
                          <a:pt x="54" y="211"/>
                        </a:cubicBezTo>
                        <a:cubicBezTo>
                          <a:pt x="54" y="0"/>
                          <a:pt x="54" y="0"/>
                          <a:pt x="54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29" name="Freeform 112">
                    <a:extLst>
                      <a:ext uri="{FF2B5EF4-FFF2-40B4-BE49-F238E27FC236}">
                        <a16:creationId xmlns:a16="http://schemas.microsoft.com/office/drawing/2014/main" id="{6FB1F9DF-BA7B-BB45-F8E8-139C448CBDE5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21401088" y="2478088"/>
                    <a:ext cx="654050" cy="658813"/>
                  </a:xfrm>
                  <a:custGeom>
                    <a:avLst/>
                    <a:gdLst>
                      <a:gd name="T0" fmla="*/ 952 w 1208"/>
                      <a:gd name="T1" fmla="*/ 0 h 1215"/>
                      <a:gd name="T2" fmla="*/ 736 w 1208"/>
                      <a:gd name="T3" fmla="*/ 0 h 1215"/>
                      <a:gd name="T4" fmla="*/ 526 w 1208"/>
                      <a:gd name="T5" fmla="*/ 0 h 1215"/>
                      <a:gd name="T6" fmla="*/ 310 w 1208"/>
                      <a:gd name="T7" fmla="*/ 0 h 1215"/>
                      <a:gd name="T8" fmla="*/ 128 w 1208"/>
                      <a:gd name="T9" fmla="*/ 0 h 1215"/>
                      <a:gd name="T10" fmla="*/ 0 w 1208"/>
                      <a:gd name="T11" fmla="*/ 264 h 1215"/>
                      <a:gd name="T12" fmla="*/ 0 w 1208"/>
                      <a:gd name="T13" fmla="*/ 473 h 1215"/>
                      <a:gd name="T14" fmla="*/ 0 w 1208"/>
                      <a:gd name="T15" fmla="*/ 689 h 1215"/>
                      <a:gd name="T16" fmla="*/ 0 w 1208"/>
                      <a:gd name="T17" fmla="*/ 898 h 1215"/>
                      <a:gd name="T18" fmla="*/ 0 w 1208"/>
                      <a:gd name="T19" fmla="*/ 1087 h 1215"/>
                      <a:gd name="T20" fmla="*/ 256 w 1208"/>
                      <a:gd name="T21" fmla="*/ 1215 h 1215"/>
                      <a:gd name="T22" fmla="*/ 472 w 1208"/>
                      <a:gd name="T23" fmla="*/ 1215 h 1215"/>
                      <a:gd name="T24" fmla="*/ 682 w 1208"/>
                      <a:gd name="T25" fmla="*/ 1215 h 1215"/>
                      <a:gd name="T26" fmla="*/ 898 w 1208"/>
                      <a:gd name="T27" fmla="*/ 1215 h 1215"/>
                      <a:gd name="T28" fmla="*/ 1080 w 1208"/>
                      <a:gd name="T29" fmla="*/ 1215 h 1215"/>
                      <a:gd name="T30" fmla="*/ 1208 w 1208"/>
                      <a:gd name="T31" fmla="*/ 952 h 1215"/>
                      <a:gd name="T32" fmla="*/ 1208 w 1208"/>
                      <a:gd name="T33" fmla="*/ 743 h 1215"/>
                      <a:gd name="T34" fmla="*/ 1208 w 1208"/>
                      <a:gd name="T35" fmla="*/ 527 h 1215"/>
                      <a:gd name="T36" fmla="*/ 1208 w 1208"/>
                      <a:gd name="T37" fmla="*/ 318 h 1215"/>
                      <a:gd name="T38" fmla="*/ 1208 w 1208"/>
                      <a:gd name="T39" fmla="*/ 129 h 1215"/>
                      <a:gd name="T40" fmla="*/ 1154 w 1208"/>
                      <a:gd name="T41" fmla="*/ 264 h 1215"/>
                      <a:gd name="T42" fmla="*/ 1154 w 1208"/>
                      <a:gd name="T43" fmla="*/ 473 h 1215"/>
                      <a:gd name="T44" fmla="*/ 1154 w 1208"/>
                      <a:gd name="T45" fmla="*/ 689 h 1215"/>
                      <a:gd name="T46" fmla="*/ 1154 w 1208"/>
                      <a:gd name="T47" fmla="*/ 898 h 1215"/>
                      <a:gd name="T48" fmla="*/ 1154 w 1208"/>
                      <a:gd name="T49" fmla="*/ 1087 h 1215"/>
                      <a:gd name="T50" fmla="*/ 952 w 1208"/>
                      <a:gd name="T51" fmla="*/ 1161 h 1215"/>
                      <a:gd name="T52" fmla="*/ 736 w 1208"/>
                      <a:gd name="T53" fmla="*/ 1161 h 1215"/>
                      <a:gd name="T54" fmla="*/ 526 w 1208"/>
                      <a:gd name="T55" fmla="*/ 1161 h 1215"/>
                      <a:gd name="T56" fmla="*/ 310 w 1208"/>
                      <a:gd name="T57" fmla="*/ 1161 h 1215"/>
                      <a:gd name="T58" fmla="*/ 128 w 1208"/>
                      <a:gd name="T59" fmla="*/ 1161 h 1215"/>
                      <a:gd name="T60" fmla="*/ 54 w 1208"/>
                      <a:gd name="T61" fmla="*/ 952 h 1215"/>
                      <a:gd name="T62" fmla="*/ 54 w 1208"/>
                      <a:gd name="T63" fmla="*/ 743 h 1215"/>
                      <a:gd name="T64" fmla="*/ 54 w 1208"/>
                      <a:gd name="T65" fmla="*/ 527 h 1215"/>
                      <a:gd name="T66" fmla="*/ 54 w 1208"/>
                      <a:gd name="T67" fmla="*/ 318 h 1215"/>
                      <a:gd name="T68" fmla="*/ 54 w 1208"/>
                      <a:gd name="T69" fmla="*/ 129 h 1215"/>
                      <a:gd name="T70" fmla="*/ 256 w 1208"/>
                      <a:gd name="T71" fmla="*/ 54 h 1215"/>
                      <a:gd name="T72" fmla="*/ 472 w 1208"/>
                      <a:gd name="T73" fmla="*/ 54 h 1215"/>
                      <a:gd name="T74" fmla="*/ 682 w 1208"/>
                      <a:gd name="T75" fmla="*/ 54 h 1215"/>
                      <a:gd name="T76" fmla="*/ 898 w 1208"/>
                      <a:gd name="T77" fmla="*/ 54 h 1215"/>
                      <a:gd name="T78" fmla="*/ 1080 w 1208"/>
                      <a:gd name="T79" fmla="*/ 54 h 1215"/>
                      <a:gd name="T80" fmla="*/ 1154 w 1208"/>
                      <a:gd name="T81" fmla="*/ 264 h 121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</a:cxnLst>
                    <a:rect l="0" t="0" r="r" b="b"/>
                    <a:pathLst>
                      <a:path w="1208" h="1215">
                        <a:moveTo>
                          <a:pt x="1080" y="0"/>
                        </a:moveTo>
                        <a:cubicBezTo>
                          <a:pt x="952" y="0"/>
                          <a:pt x="952" y="0"/>
                          <a:pt x="952" y="0"/>
                        </a:cubicBezTo>
                        <a:cubicBezTo>
                          <a:pt x="898" y="0"/>
                          <a:pt x="898" y="0"/>
                          <a:pt x="898" y="0"/>
                        </a:cubicBezTo>
                        <a:cubicBezTo>
                          <a:pt x="736" y="0"/>
                          <a:pt x="736" y="0"/>
                          <a:pt x="736" y="0"/>
                        </a:cubicBezTo>
                        <a:cubicBezTo>
                          <a:pt x="682" y="0"/>
                          <a:pt x="682" y="0"/>
                          <a:pt x="682" y="0"/>
                        </a:cubicBezTo>
                        <a:cubicBezTo>
                          <a:pt x="526" y="0"/>
                          <a:pt x="526" y="0"/>
                          <a:pt x="526" y="0"/>
                        </a:cubicBezTo>
                        <a:cubicBezTo>
                          <a:pt x="472" y="0"/>
                          <a:pt x="472" y="0"/>
                          <a:pt x="472" y="0"/>
                        </a:cubicBezTo>
                        <a:cubicBezTo>
                          <a:pt x="310" y="0"/>
                          <a:pt x="310" y="0"/>
                          <a:pt x="310" y="0"/>
                        </a:cubicBezTo>
                        <a:cubicBezTo>
                          <a:pt x="256" y="0"/>
                          <a:pt x="256" y="0"/>
                          <a:pt x="256" y="0"/>
                        </a:cubicBezTo>
                        <a:cubicBezTo>
                          <a:pt x="128" y="0"/>
                          <a:pt x="128" y="0"/>
                          <a:pt x="128" y="0"/>
                        </a:cubicBezTo>
                        <a:cubicBezTo>
                          <a:pt x="54" y="0"/>
                          <a:pt x="0" y="61"/>
                          <a:pt x="0" y="129"/>
                        </a:cubicBezTo>
                        <a:cubicBezTo>
                          <a:pt x="0" y="264"/>
                          <a:pt x="0" y="264"/>
                          <a:pt x="0" y="264"/>
                        </a:cubicBezTo>
                        <a:cubicBezTo>
                          <a:pt x="0" y="318"/>
                          <a:pt x="0" y="318"/>
                          <a:pt x="0" y="318"/>
                        </a:cubicBezTo>
                        <a:cubicBezTo>
                          <a:pt x="0" y="473"/>
                          <a:pt x="0" y="473"/>
                          <a:pt x="0" y="473"/>
                        </a:cubicBezTo>
                        <a:cubicBezTo>
                          <a:pt x="0" y="527"/>
                          <a:pt x="0" y="527"/>
                          <a:pt x="0" y="527"/>
                        </a:cubicBezTo>
                        <a:cubicBezTo>
                          <a:pt x="0" y="689"/>
                          <a:pt x="0" y="689"/>
                          <a:pt x="0" y="689"/>
                        </a:cubicBezTo>
                        <a:cubicBezTo>
                          <a:pt x="0" y="743"/>
                          <a:pt x="0" y="743"/>
                          <a:pt x="0" y="743"/>
                        </a:cubicBezTo>
                        <a:cubicBezTo>
                          <a:pt x="0" y="898"/>
                          <a:pt x="0" y="898"/>
                          <a:pt x="0" y="898"/>
                        </a:cubicBezTo>
                        <a:cubicBezTo>
                          <a:pt x="0" y="952"/>
                          <a:pt x="0" y="952"/>
                          <a:pt x="0" y="952"/>
                        </a:cubicBezTo>
                        <a:cubicBezTo>
                          <a:pt x="0" y="1087"/>
                          <a:pt x="0" y="1087"/>
                          <a:pt x="0" y="1087"/>
                        </a:cubicBezTo>
                        <a:cubicBezTo>
                          <a:pt x="0" y="1161"/>
                          <a:pt x="54" y="1215"/>
                          <a:pt x="128" y="1215"/>
                        </a:cubicBezTo>
                        <a:cubicBezTo>
                          <a:pt x="256" y="1215"/>
                          <a:pt x="256" y="1215"/>
                          <a:pt x="256" y="1215"/>
                        </a:cubicBezTo>
                        <a:cubicBezTo>
                          <a:pt x="310" y="1215"/>
                          <a:pt x="310" y="1215"/>
                          <a:pt x="310" y="1215"/>
                        </a:cubicBezTo>
                        <a:cubicBezTo>
                          <a:pt x="472" y="1215"/>
                          <a:pt x="472" y="1215"/>
                          <a:pt x="472" y="1215"/>
                        </a:cubicBezTo>
                        <a:cubicBezTo>
                          <a:pt x="526" y="1215"/>
                          <a:pt x="526" y="1215"/>
                          <a:pt x="526" y="1215"/>
                        </a:cubicBezTo>
                        <a:cubicBezTo>
                          <a:pt x="682" y="1215"/>
                          <a:pt x="682" y="1215"/>
                          <a:pt x="682" y="1215"/>
                        </a:cubicBezTo>
                        <a:cubicBezTo>
                          <a:pt x="736" y="1215"/>
                          <a:pt x="736" y="1215"/>
                          <a:pt x="736" y="1215"/>
                        </a:cubicBezTo>
                        <a:cubicBezTo>
                          <a:pt x="898" y="1215"/>
                          <a:pt x="898" y="1215"/>
                          <a:pt x="898" y="1215"/>
                        </a:cubicBezTo>
                        <a:cubicBezTo>
                          <a:pt x="952" y="1215"/>
                          <a:pt x="952" y="1215"/>
                          <a:pt x="952" y="1215"/>
                        </a:cubicBezTo>
                        <a:cubicBezTo>
                          <a:pt x="1080" y="1215"/>
                          <a:pt x="1080" y="1215"/>
                          <a:pt x="1080" y="1215"/>
                        </a:cubicBezTo>
                        <a:cubicBezTo>
                          <a:pt x="1154" y="1215"/>
                          <a:pt x="1208" y="1161"/>
                          <a:pt x="1208" y="1087"/>
                        </a:cubicBezTo>
                        <a:cubicBezTo>
                          <a:pt x="1208" y="952"/>
                          <a:pt x="1208" y="952"/>
                          <a:pt x="1208" y="952"/>
                        </a:cubicBezTo>
                        <a:cubicBezTo>
                          <a:pt x="1208" y="898"/>
                          <a:pt x="1208" y="898"/>
                          <a:pt x="1208" y="898"/>
                        </a:cubicBezTo>
                        <a:cubicBezTo>
                          <a:pt x="1208" y="743"/>
                          <a:pt x="1208" y="743"/>
                          <a:pt x="1208" y="743"/>
                        </a:cubicBezTo>
                        <a:cubicBezTo>
                          <a:pt x="1208" y="689"/>
                          <a:pt x="1208" y="689"/>
                          <a:pt x="1208" y="689"/>
                        </a:cubicBezTo>
                        <a:cubicBezTo>
                          <a:pt x="1208" y="527"/>
                          <a:pt x="1208" y="527"/>
                          <a:pt x="1208" y="527"/>
                        </a:cubicBezTo>
                        <a:cubicBezTo>
                          <a:pt x="1208" y="473"/>
                          <a:pt x="1208" y="473"/>
                          <a:pt x="1208" y="473"/>
                        </a:cubicBezTo>
                        <a:cubicBezTo>
                          <a:pt x="1208" y="318"/>
                          <a:pt x="1208" y="318"/>
                          <a:pt x="1208" y="318"/>
                        </a:cubicBezTo>
                        <a:cubicBezTo>
                          <a:pt x="1208" y="264"/>
                          <a:pt x="1208" y="264"/>
                          <a:pt x="1208" y="264"/>
                        </a:cubicBezTo>
                        <a:cubicBezTo>
                          <a:pt x="1208" y="129"/>
                          <a:pt x="1208" y="129"/>
                          <a:pt x="1208" y="129"/>
                        </a:cubicBezTo>
                        <a:cubicBezTo>
                          <a:pt x="1208" y="61"/>
                          <a:pt x="1154" y="0"/>
                          <a:pt x="1080" y="0"/>
                        </a:cubicBezTo>
                        <a:close/>
                        <a:moveTo>
                          <a:pt x="1154" y="264"/>
                        </a:moveTo>
                        <a:cubicBezTo>
                          <a:pt x="1154" y="318"/>
                          <a:pt x="1154" y="318"/>
                          <a:pt x="1154" y="318"/>
                        </a:cubicBezTo>
                        <a:cubicBezTo>
                          <a:pt x="1154" y="473"/>
                          <a:pt x="1154" y="473"/>
                          <a:pt x="1154" y="473"/>
                        </a:cubicBezTo>
                        <a:cubicBezTo>
                          <a:pt x="1154" y="527"/>
                          <a:pt x="1154" y="527"/>
                          <a:pt x="1154" y="527"/>
                        </a:cubicBezTo>
                        <a:cubicBezTo>
                          <a:pt x="1154" y="689"/>
                          <a:pt x="1154" y="689"/>
                          <a:pt x="1154" y="689"/>
                        </a:cubicBezTo>
                        <a:cubicBezTo>
                          <a:pt x="1154" y="743"/>
                          <a:pt x="1154" y="743"/>
                          <a:pt x="1154" y="743"/>
                        </a:cubicBezTo>
                        <a:cubicBezTo>
                          <a:pt x="1154" y="898"/>
                          <a:pt x="1154" y="898"/>
                          <a:pt x="1154" y="898"/>
                        </a:cubicBezTo>
                        <a:cubicBezTo>
                          <a:pt x="1154" y="952"/>
                          <a:pt x="1154" y="952"/>
                          <a:pt x="1154" y="952"/>
                        </a:cubicBezTo>
                        <a:cubicBezTo>
                          <a:pt x="1154" y="1087"/>
                          <a:pt x="1154" y="1087"/>
                          <a:pt x="1154" y="1087"/>
                        </a:cubicBezTo>
                        <a:cubicBezTo>
                          <a:pt x="1154" y="1127"/>
                          <a:pt x="1127" y="1161"/>
                          <a:pt x="1080" y="1161"/>
                        </a:cubicBezTo>
                        <a:cubicBezTo>
                          <a:pt x="952" y="1161"/>
                          <a:pt x="952" y="1161"/>
                          <a:pt x="952" y="1161"/>
                        </a:cubicBezTo>
                        <a:cubicBezTo>
                          <a:pt x="898" y="1161"/>
                          <a:pt x="898" y="1161"/>
                          <a:pt x="898" y="1161"/>
                        </a:cubicBezTo>
                        <a:cubicBezTo>
                          <a:pt x="736" y="1161"/>
                          <a:pt x="736" y="1161"/>
                          <a:pt x="736" y="1161"/>
                        </a:cubicBezTo>
                        <a:cubicBezTo>
                          <a:pt x="682" y="1161"/>
                          <a:pt x="682" y="1161"/>
                          <a:pt x="682" y="1161"/>
                        </a:cubicBezTo>
                        <a:cubicBezTo>
                          <a:pt x="526" y="1161"/>
                          <a:pt x="526" y="1161"/>
                          <a:pt x="526" y="1161"/>
                        </a:cubicBezTo>
                        <a:cubicBezTo>
                          <a:pt x="472" y="1161"/>
                          <a:pt x="472" y="1161"/>
                          <a:pt x="472" y="1161"/>
                        </a:cubicBezTo>
                        <a:cubicBezTo>
                          <a:pt x="310" y="1161"/>
                          <a:pt x="310" y="1161"/>
                          <a:pt x="310" y="1161"/>
                        </a:cubicBezTo>
                        <a:cubicBezTo>
                          <a:pt x="256" y="1161"/>
                          <a:pt x="256" y="1161"/>
                          <a:pt x="256" y="1161"/>
                        </a:cubicBezTo>
                        <a:cubicBezTo>
                          <a:pt x="128" y="1161"/>
                          <a:pt x="128" y="1161"/>
                          <a:pt x="128" y="1161"/>
                        </a:cubicBezTo>
                        <a:cubicBezTo>
                          <a:pt x="81" y="1161"/>
                          <a:pt x="54" y="1127"/>
                          <a:pt x="54" y="1087"/>
                        </a:cubicBezTo>
                        <a:cubicBezTo>
                          <a:pt x="54" y="952"/>
                          <a:pt x="54" y="952"/>
                          <a:pt x="54" y="952"/>
                        </a:cubicBezTo>
                        <a:cubicBezTo>
                          <a:pt x="54" y="898"/>
                          <a:pt x="54" y="898"/>
                          <a:pt x="54" y="898"/>
                        </a:cubicBezTo>
                        <a:cubicBezTo>
                          <a:pt x="54" y="743"/>
                          <a:pt x="54" y="743"/>
                          <a:pt x="54" y="743"/>
                        </a:cubicBezTo>
                        <a:cubicBezTo>
                          <a:pt x="54" y="689"/>
                          <a:pt x="54" y="689"/>
                          <a:pt x="54" y="689"/>
                        </a:cubicBezTo>
                        <a:cubicBezTo>
                          <a:pt x="54" y="527"/>
                          <a:pt x="54" y="527"/>
                          <a:pt x="54" y="527"/>
                        </a:cubicBezTo>
                        <a:cubicBezTo>
                          <a:pt x="54" y="473"/>
                          <a:pt x="54" y="473"/>
                          <a:pt x="54" y="473"/>
                        </a:cubicBezTo>
                        <a:cubicBezTo>
                          <a:pt x="54" y="318"/>
                          <a:pt x="54" y="318"/>
                          <a:pt x="54" y="318"/>
                        </a:cubicBezTo>
                        <a:cubicBezTo>
                          <a:pt x="54" y="264"/>
                          <a:pt x="54" y="264"/>
                          <a:pt x="54" y="264"/>
                        </a:cubicBezTo>
                        <a:cubicBezTo>
                          <a:pt x="54" y="129"/>
                          <a:pt x="54" y="129"/>
                          <a:pt x="54" y="129"/>
                        </a:cubicBezTo>
                        <a:cubicBezTo>
                          <a:pt x="54" y="88"/>
                          <a:pt x="81" y="54"/>
                          <a:pt x="128" y="54"/>
                        </a:cubicBezTo>
                        <a:cubicBezTo>
                          <a:pt x="256" y="54"/>
                          <a:pt x="256" y="54"/>
                          <a:pt x="256" y="54"/>
                        </a:cubicBezTo>
                        <a:cubicBezTo>
                          <a:pt x="310" y="54"/>
                          <a:pt x="310" y="54"/>
                          <a:pt x="310" y="54"/>
                        </a:cubicBezTo>
                        <a:cubicBezTo>
                          <a:pt x="472" y="54"/>
                          <a:pt x="472" y="54"/>
                          <a:pt x="472" y="54"/>
                        </a:cubicBezTo>
                        <a:cubicBezTo>
                          <a:pt x="526" y="54"/>
                          <a:pt x="526" y="54"/>
                          <a:pt x="526" y="54"/>
                        </a:cubicBezTo>
                        <a:cubicBezTo>
                          <a:pt x="682" y="54"/>
                          <a:pt x="682" y="54"/>
                          <a:pt x="682" y="54"/>
                        </a:cubicBezTo>
                        <a:cubicBezTo>
                          <a:pt x="736" y="54"/>
                          <a:pt x="736" y="54"/>
                          <a:pt x="736" y="54"/>
                        </a:cubicBezTo>
                        <a:cubicBezTo>
                          <a:pt x="898" y="54"/>
                          <a:pt x="898" y="54"/>
                          <a:pt x="898" y="54"/>
                        </a:cubicBezTo>
                        <a:cubicBezTo>
                          <a:pt x="952" y="54"/>
                          <a:pt x="952" y="54"/>
                          <a:pt x="952" y="54"/>
                        </a:cubicBezTo>
                        <a:cubicBezTo>
                          <a:pt x="1080" y="54"/>
                          <a:pt x="1080" y="54"/>
                          <a:pt x="1080" y="54"/>
                        </a:cubicBezTo>
                        <a:cubicBezTo>
                          <a:pt x="1127" y="54"/>
                          <a:pt x="1154" y="88"/>
                          <a:pt x="1154" y="129"/>
                        </a:cubicBezTo>
                        <a:cubicBezTo>
                          <a:pt x="1154" y="264"/>
                          <a:pt x="1154" y="264"/>
                          <a:pt x="1154" y="264"/>
                        </a:cubicBezTo>
                        <a:cubicBezTo>
                          <a:pt x="1154" y="264"/>
                          <a:pt x="1154" y="264"/>
                          <a:pt x="1154" y="264"/>
                        </a:cubicBezTo>
                        <a:close/>
                      </a:path>
                    </a:pathLst>
                  </a:custGeom>
                  <a:solidFill>
                    <a:schemeClr val="tx1">
                      <a:lumMod val="85000"/>
                      <a:lumOff val="15000"/>
                    </a:scheme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</p:grpSp>
            <p:pic>
              <p:nvPicPr>
                <p:cNvPr id="811" name="그림 810">
                  <a:extLst>
                    <a:ext uri="{FF2B5EF4-FFF2-40B4-BE49-F238E27FC236}">
                      <a16:creationId xmlns:a16="http://schemas.microsoft.com/office/drawing/2014/main" id="{F9365550-2D68-91F8-C875-B6CAB75CE01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lum bright="100000"/>
                </a:blip>
                <a:stretch>
                  <a:fillRect/>
                </a:stretch>
              </p:blipFill>
              <p:spPr>
                <a:xfrm>
                  <a:off x="1124483" y="5707212"/>
                  <a:ext cx="491143" cy="179999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834" name="그룹 833">
              <a:extLst>
                <a:ext uri="{FF2B5EF4-FFF2-40B4-BE49-F238E27FC236}">
                  <a16:creationId xmlns:a16="http://schemas.microsoft.com/office/drawing/2014/main" id="{BD3AD97B-A344-D4F2-DC62-2355217ADA2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006660" y="4121333"/>
              <a:ext cx="332424" cy="457200"/>
              <a:chOff x="3493292" y="3693520"/>
              <a:chExt cx="897069" cy="1233786"/>
            </a:xfrm>
          </p:grpSpPr>
          <p:grpSp>
            <p:nvGrpSpPr>
              <p:cNvPr id="835" name="그룹 834">
                <a:extLst>
                  <a:ext uri="{FF2B5EF4-FFF2-40B4-BE49-F238E27FC236}">
                    <a16:creationId xmlns:a16="http://schemas.microsoft.com/office/drawing/2014/main" id="{ADCBA79F-7EC9-5AF7-185A-702DF54C03DD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493292" y="3693520"/>
                <a:ext cx="897069" cy="1233786"/>
                <a:chOff x="11921389" y="4267727"/>
                <a:chExt cx="916126" cy="1260000"/>
              </a:xfrm>
            </p:grpSpPr>
            <p:sp>
              <p:nvSpPr>
                <p:cNvPr id="857" name="사각형: 둥근 모서리 147">
                  <a:extLst>
                    <a:ext uri="{FF2B5EF4-FFF2-40B4-BE49-F238E27FC236}">
                      <a16:creationId xmlns:a16="http://schemas.microsoft.com/office/drawing/2014/main" id="{A8519CDB-AEE0-F90D-CFA0-15F4E63C6D67}"/>
                    </a:ext>
                  </a:extLst>
                </p:cNvPr>
                <p:cNvSpPr/>
                <p:nvPr/>
              </p:nvSpPr>
              <p:spPr>
                <a:xfrm>
                  <a:off x="11923593" y="4271687"/>
                  <a:ext cx="911716" cy="1252078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b="0" i="0" u="none" strike="noStrike" kern="1200" cap="none" spc="-3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KoPub돋움체 Bold"/>
                    <a:ea typeface="KoPub돋움체 Medium"/>
                    <a:cs typeface="Arial"/>
                  </a:endParaRPr>
                </a:p>
              </p:txBody>
            </p:sp>
            <p:grpSp>
              <p:nvGrpSpPr>
                <p:cNvPr id="858" name="그룹 857">
                  <a:extLst>
                    <a:ext uri="{FF2B5EF4-FFF2-40B4-BE49-F238E27FC236}">
                      <a16:creationId xmlns:a16="http://schemas.microsoft.com/office/drawing/2014/main" id="{6187DEBA-6991-6022-CCDF-E22F670E7B09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859" name="Freeform 230">
                    <a:extLst>
                      <a:ext uri="{FF2B5EF4-FFF2-40B4-BE49-F238E27FC236}">
                        <a16:creationId xmlns:a16="http://schemas.microsoft.com/office/drawing/2014/main" id="{EC655303-B075-AC0D-534A-F8F27B192A69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KoPub돋움체 Bold"/>
                      <a:ea typeface="KoPub돋움체 Medium"/>
                      <a:cs typeface="Arial"/>
                    </a:endParaRPr>
                  </a:p>
                </p:txBody>
              </p:sp>
              <p:sp>
                <p:nvSpPr>
                  <p:cNvPr id="860" name="Freeform 231">
                    <a:extLst>
                      <a:ext uri="{FF2B5EF4-FFF2-40B4-BE49-F238E27FC236}">
                        <a16:creationId xmlns:a16="http://schemas.microsoft.com/office/drawing/2014/main" id="{8FED741F-4647-77DE-4A69-68400E92190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KoPub돋움체 Bold"/>
                      <a:ea typeface="KoPub돋움체 Medium"/>
                      <a:cs typeface="Arial"/>
                    </a:endParaRPr>
                  </a:p>
                </p:txBody>
              </p:sp>
            </p:grpSp>
          </p:grpSp>
          <p:grpSp>
            <p:nvGrpSpPr>
              <p:cNvPr id="836" name="그룹 835">
                <a:extLst>
                  <a:ext uri="{FF2B5EF4-FFF2-40B4-BE49-F238E27FC236}">
                    <a16:creationId xmlns:a16="http://schemas.microsoft.com/office/drawing/2014/main" id="{AE2E866D-ED8A-9891-F414-732DFBC4537A}"/>
                  </a:ext>
                </a:extLst>
              </p:cNvPr>
              <p:cNvGrpSpPr/>
              <p:nvPr/>
            </p:nvGrpSpPr>
            <p:grpSpPr>
              <a:xfrm>
                <a:off x="3623554" y="4140320"/>
                <a:ext cx="636537" cy="634466"/>
                <a:chOff x="881898" y="5310642"/>
                <a:chExt cx="976313" cy="973138"/>
              </a:xfrm>
            </p:grpSpPr>
            <p:grpSp>
              <p:nvGrpSpPr>
                <p:cNvPr id="837" name="그룹 836">
                  <a:extLst>
                    <a:ext uri="{FF2B5EF4-FFF2-40B4-BE49-F238E27FC236}">
                      <a16:creationId xmlns:a16="http://schemas.microsoft.com/office/drawing/2014/main" id="{8A94E9CB-9EDA-75E0-42E1-6B462CD79D48}"/>
                    </a:ext>
                  </a:extLst>
                </p:cNvPr>
                <p:cNvGrpSpPr/>
                <p:nvPr/>
              </p:nvGrpSpPr>
              <p:grpSpPr>
                <a:xfrm>
                  <a:off x="881898" y="5310642"/>
                  <a:ext cx="976313" cy="973138"/>
                  <a:chOff x="21240750" y="2320925"/>
                  <a:chExt cx="976313" cy="973138"/>
                </a:xfrm>
              </p:grpSpPr>
              <p:sp>
                <p:nvSpPr>
                  <p:cNvPr id="839" name="Freeform 113">
                    <a:extLst>
                      <a:ext uri="{FF2B5EF4-FFF2-40B4-BE49-F238E27FC236}">
                        <a16:creationId xmlns:a16="http://schemas.microsoft.com/office/drawing/2014/main" id="{C9085A2B-5110-14D4-F408-51894C608EB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410343" y="2487232"/>
                    <a:ext cx="637131" cy="640525"/>
                  </a:xfrm>
                  <a:custGeom>
                    <a:avLst/>
                    <a:gdLst>
                      <a:gd name="T0" fmla="*/ 1100 w 1100"/>
                      <a:gd name="T1" fmla="*/ 210 h 1107"/>
                      <a:gd name="T2" fmla="*/ 1100 w 1100"/>
                      <a:gd name="T3" fmla="*/ 264 h 1107"/>
                      <a:gd name="T4" fmla="*/ 1100 w 1100"/>
                      <a:gd name="T5" fmla="*/ 419 h 1107"/>
                      <a:gd name="T6" fmla="*/ 1100 w 1100"/>
                      <a:gd name="T7" fmla="*/ 473 h 1107"/>
                      <a:gd name="T8" fmla="*/ 1100 w 1100"/>
                      <a:gd name="T9" fmla="*/ 635 h 1107"/>
                      <a:gd name="T10" fmla="*/ 1100 w 1100"/>
                      <a:gd name="T11" fmla="*/ 689 h 1107"/>
                      <a:gd name="T12" fmla="*/ 1100 w 1100"/>
                      <a:gd name="T13" fmla="*/ 844 h 1107"/>
                      <a:gd name="T14" fmla="*/ 1100 w 1100"/>
                      <a:gd name="T15" fmla="*/ 898 h 1107"/>
                      <a:gd name="T16" fmla="*/ 1100 w 1100"/>
                      <a:gd name="T17" fmla="*/ 1033 h 1107"/>
                      <a:gd name="T18" fmla="*/ 1026 w 1100"/>
                      <a:gd name="T19" fmla="*/ 1107 h 1107"/>
                      <a:gd name="T20" fmla="*/ 898 w 1100"/>
                      <a:gd name="T21" fmla="*/ 1107 h 1107"/>
                      <a:gd name="T22" fmla="*/ 844 w 1100"/>
                      <a:gd name="T23" fmla="*/ 1107 h 1107"/>
                      <a:gd name="T24" fmla="*/ 682 w 1100"/>
                      <a:gd name="T25" fmla="*/ 1107 h 1107"/>
                      <a:gd name="T26" fmla="*/ 628 w 1100"/>
                      <a:gd name="T27" fmla="*/ 1107 h 1107"/>
                      <a:gd name="T28" fmla="*/ 472 w 1100"/>
                      <a:gd name="T29" fmla="*/ 1107 h 1107"/>
                      <a:gd name="T30" fmla="*/ 418 w 1100"/>
                      <a:gd name="T31" fmla="*/ 1107 h 1107"/>
                      <a:gd name="T32" fmla="*/ 256 w 1100"/>
                      <a:gd name="T33" fmla="*/ 1107 h 1107"/>
                      <a:gd name="T34" fmla="*/ 202 w 1100"/>
                      <a:gd name="T35" fmla="*/ 1107 h 1107"/>
                      <a:gd name="T36" fmla="*/ 74 w 1100"/>
                      <a:gd name="T37" fmla="*/ 1107 h 1107"/>
                      <a:gd name="T38" fmla="*/ 0 w 1100"/>
                      <a:gd name="T39" fmla="*/ 1033 h 1107"/>
                      <a:gd name="T40" fmla="*/ 0 w 1100"/>
                      <a:gd name="T41" fmla="*/ 898 h 1107"/>
                      <a:gd name="T42" fmla="*/ 0 w 1100"/>
                      <a:gd name="T43" fmla="*/ 844 h 1107"/>
                      <a:gd name="T44" fmla="*/ 0 w 1100"/>
                      <a:gd name="T45" fmla="*/ 689 h 1107"/>
                      <a:gd name="T46" fmla="*/ 0 w 1100"/>
                      <a:gd name="T47" fmla="*/ 635 h 1107"/>
                      <a:gd name="T48" fmla="*/ 0 w 1100"/>
                      <a:gd name="T49" fmla="*/ 473 h 1107"/>
                      <a:gd name="T50" fmla="*/ 0 w 1100"/>
                      <a:gd name="T51" fmla="*/ 419 h 1107"/>
                      <a:gd name="T52" fmla="*/ 0 w 1100"/>
                      <a:gd name="T53" fmla="*/ 264 h 1107"/>
                      <a:gd name="T54" fmla="*/ 0 w 1100"/>
                      <a:gd name="T55" fmla="*/ 210 h 1107"/>
                      <a:gd name="T56" fmla="*/ 0 w 1100"/>
                      <a:gd name="T57" fmla="*/ 75 h 1107"/>
                      <a:gd name="T58" fmla="*/ 74 w 1100"/>
                      <a:gd name="T59" fmla="*/ 0 h 1107"/>
                      <a:gd name="T60" fmla="*/ 202 w 1100"/>
                      <a:gd name="T61" fmla="*/ 0 h 1107"/>
                      <a:gd name="T62" fmla="*/ 256 w 1100"/>
                      <a:gd name="T63" fmla="*/ 0 h 1107"/>
                      <a:gd name="T64" fmla="*/ 418 w 1100"/>
                      <a:gd name="T65" fmla="*/ 0 h 1107"/>
                      <a:gd name="T66" fmla="*/ 472 w 1100"/>
                      <a:gd name="T67" fmla="*/ 0 h 1107"/>
                      <a:gd name="T68" fmla="*/ 628 w 1100"/>
                      <a:gd name="T69" fmla="*/ 0 h 1107"/>
                      <a:gd name="T70" fmla="*/ 682 w 1100"/>
                      <a:gd name="T71" fmla="*/ 0 h 1107"/>
                      <a:gd name="T72" fmla="*/ 844 w 1100"/>
                      <a:gd name="T73" fmla="*/ 0 h 1107"/>
                      <a:gd name="T74" fmla="*/ 898 w 1100"/>
                      <a:gd name="T75" fmla="*/ 0 h 1107"/>
                      <a:gd name="T76" fmla="*/ 1026 w 1100"/>
                      <a:gd name="T77" fmla="*/ 0 h 1107"/>
                      <a:gd name="T78" fmla="*/ 1100 w 1100"/>
                      <a:gd name="T79" fmla="*/ 75 h 1107"/>
                      <a:gd name="T80" fmla="*/ 1100 w 1100"/>
                      <a:gd name="T81" fmla="*/ 210 h 1107"/>
                      <a:gd name="T82" fmla="*/ 1100 w 1100"/>
                      <a:gd name="T83" fmla="*/ 210 h 110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1100" h="1107">
                        <a:moveTo>
                          <a:pt x="1100" y="210"/>
                        </a:moveTo>
                        <a:cubicBezTo>
                          <a:pt x="1100" y="264"/>
                          <a:pt x="1100" y="264"/>
                          <a:pt x="1100" y="264"/>
                        </a:cubicBezTo>
                        <a:cubicBezTo>
                          <a:pt x="1100" y="419"/>
                          <a:pt x="1100" y="419"/>
                          <a:pt x="1100" y="419"/>
                        </a:cubicBezTo>
                        <a:cubicBezTo>
                          <a:pt x="1100" y="473"/>
                          <a:pt x="1100" y="473"/>
                          <a:pt x="1100" y="473"/>
                        </a:cubicBezTo>
                        <a:cubicBezTo>
                          <a:pt x="1100" y="635"/>
                          <a:pt x="1100" y="635"/>
                          <a:pt x="1100" y="635"/>
                        </a:cubicBezTo>
                        <a:cubicBezTo>
                          <a:pt x="1100" y="689"/>
                          <a:pt x="1100" y="689"/>
                          <a:pt x="1100" y="689"/>
                        </a:cubicBezTo>
                        <a:cubicBezTo>
                          <a:pt x="1100" y="844"/>
                          <a:pt x="1100" y="844"/>
                          <a:pt x="1100" y="844"/>
                        </a:cubicBezTo>
                        <a:cubicBezTo>
                          <a:pt x="1100" y="898"/>
                          <a:pt x="1100" y="898"/>
                          <a:pt x="1100" y="898"/>
                        </a:cubicBezTo>
                        <a:cubicBezTo>
                          <a:pt x="1100" y="1033"/>
                          <a:pt x="1100" y="1033"/>
                          <a:pt x="1100" y="1033"/>
                        </a:cubicBezTo>
                        <a:cubicBezTo>
                          <a:pt x="1100" y="1073"/>
                          <a:pt x="1073" y="1107"/>
                          <a:pt x="1026" y="1107"/>
                        </a:cubicBezTo>
                        <a:cubicBezTo>
                          <a:pt x="898" y="1107"/>
                          <a:pt x="898" y="1107"/>
                          <a:pt x="898" y="1107"/>
                        </a:cubicBezTo>
                        <a:cubicBezTo>
                          <a:pt x="844" y="1107"/>
                          <a:pt x="844" y="1107"/>
                          <a:pt x="844" y="1107"/>
                        </a:cubicBezTo>
                        <a:cubicBezTo>
                          <a:pt x="682" y="1107"/>
                          <a:pt x="682" y="1107"/>
                          <a:pt x="682" y="1107"/>
                        </a:cubicBezTo>
                        <a:cubicBezTo>
                          <a:pt x="628" y="1107"/>
                          <a:pt x="628" y="1107"/>
                          <a:pt x="628" y="1107"/>
                        </a:cubicBezTo>
                        <a:cubicBezTo>
                          <a:pt x="472" y="1107"/>
                          <a:pt x="472" y="1107"/>
                          <a:pt x="472" y="1107"/>
                        </a:cubicBezTo>
                        <a:cubicBezTo>
                          <a:pt x="418" y="1107"/>
                          <a:pt x="418" y="1107"/>
                          <a:pt x="418" y="1107"/>
                        </a:cubicBezTo>
                        <a:cubicBezTo>
                          <a:pt x="256" y="1107"/>
                          <a:pt x="256" y="1107"/>
                          <a:pt x="256" y="1107"/>
                        </a:cubicBezTo>
                        <a:cubicBezTo>
                          <a:pt x="202" y="1107"/>
                          <a:pt x="202" y="1107"/>
                          <a:pt x="202" y="1107"/>
                        </a:cubicBezTo>
                        <a:cubicBezTo>
                          <a:pt x="74" y="1107"/>
                          <a:pt x="74" y="1107"/>
                          <a:pt x="74" y="1107"/>
                        </a:cubicBezTo>
                        <a:cubicBezTo>
                          <a:pt x="27" y="1107"/>
                          <a:pt x="0" y="1073"/>
                          <a:pt x="0" y="1033"/>
                        </a:cubicBezTo>
                        <a:cubicBezTo>
                          <a:pt x="0" y="898"/>
                          <a:pt x="0" y="898"/>
                          <a:pt x="0" y="898"/>
                        </a:cubicBezTo>
                        <a:cubicBezTo>
                          <a:pt x="0" y="844"/>
                          <a:pt x="0" y="844"/>
                          <a:pt x="0" y="844"/>
                        </a:cubicBezTo>
                        <a:cubicBezTo>
                          <a:pt x="0" y="689"/>
                          <a:pt x="0" y="689"/>
                          <a:pt x="0" y="689"/>
                        </a:cubicBezTo>
                        <a:cubicBezTo>
                          <a:pt x="0" y="635"/>
                          <a:pt x="0" y="635"/>
                          <a:pt x="0" y="635"/>
                        </a:cubicBezTo>
                        <a:cubicBezTo>
                          <a:pt x="0" y="473"/>
                          <a:pt x="0" y="473"/>
                          <a:pt x="0" y="473"/>
                        </a:cubicBezTo>
                        <a:cubicBezTo>
                          <a:pt x="0" y="419"/>
                          <a:pt x="0" y="419"/>
                          <a:pt x="0" y="419"/>
                        </a:cubicBezTo>
                        <a:cubicBezTo>
                          <a:pt x="0" y="264"/>
                          <a:pt x="0" y="264"/>
                          <a:pt x="0" y="264"/>
                        </a:cubicBezTo>
                        <a:cubicBezTo>
                          <a:pt x="0" y="210"/>
                          <a:pt x="0" y="210"/>
                          <a:pt x="0" y="210"/>
                        </a:cubicBezTo>
                        <a:cubicBezTo>
                          <a:pt x="0" y="75"/>
                          <a:pt x="0" y="75"/>
                          <a:pt x="0" y="75"/>
                        </a:cubicBezTo>
                        <a:cubicBezTo>
                          <a:pt x="0" y="34"/>
                          <a:pt x="27" y="0"/>
                          <a:pt x="74" y="0"/>
                        </a:cubicBezTo>
                        <a:cubicBezTo>
                          <a:pt x="202" y="0"/>
                          <a:pt x="202" y="0"/>
                          <a:pt x="202" y="0"/>
                        </a:cubicBezTo>
                        <a:cubicBezTo>
                          <a:pt x="256" y="0"/>
                          <a:pt x="256" y="0"/>
                          <a:pt x="256" y="0"/>
                        </a:cubicBezTo>
                        <a:cubicBezTo>
                          <a:pt x="418" y="0"/>
                          <a:pt x="418" y="0"/>
                          <a:pt x="418" y="0"/>
                        </a:cubicBezTo>
                        <a:cubicBezTo>
                          <a:pt x="472" y="0"/>
                          <a:pt x="472" y="0"/>
                          <a:pt x="472" y="0"/>
                        </a:cubicBezTo>
                        <a:cubicBezTo>
                          <a:pt x="628" y="0"/>
                          <a:pt x="628" y="0"/>
                          <a:pt x="628" y="0"/>
                        </a:cubicBezTo>
                        <a:cubicBezTo>
                          <a:pt x="682" y="0"/>
                          <a:pt x="682" y="0"/>
                          <a:pt x="682" y="0"/>
                        </a:cubicBezTo>
                        <a:cubicBezTo>
                          <a:pt x="844" y="0"/>
                          <a:pt x="844" y="0"/>
                          <a:pt x="844" y="0"/>
                        </a:cubicBezTo>
                        <a:cubicBezTo>
                          <a:pt x="898" y="0"/>
                          <a:pt x="898" y="0"/>
                          <a:pt x="898" y="0"/>
                        </a:cubicBezTo>
                        <a:cubicBezTo>
                          <a:pt x="1026" y="0"/>
                          <a:pt x="1026" y="0"/>
                          <a:pt x="1026" y="0"/>
                        </a:cubicBezTo>
                        <a:cubicBezTo>
                          <a:pt x="1073" y="0"/>
                          <a:pt x="1100" y="34"/>
                          <a:pt x="1100" y="75"/>
                        </a:cubicBezTo>
                        <a:cubicBezTo>
                          <a:pt x="1100" y="210"/>
                          <a:pt x="1100" y="210"/>
                          <a:pt x="1100" y="210"/>
                        </a:cubicBezTo>
                        <a:cubicBezTo>
                          <a:pt x="1100" y="210"/>
                          <a:pt x="1100" y="210"/>
                          <a:pt x="1100" y="210"/>
                        </a:cubicBezTo>
                        <a:close/>
                      </a:path>
                    </a:pathLst>
                  </a:custGeom>
                  <a:solidFill>
                    <a:schemeClr val="tx1">
                      <a:lumMod val="85000"/>
                      <a:lumOff val="15000"/>
                    </a:scheme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40" name="Freeform 96">
                    <a:extLst>
                      <a:ext uri="{FF2B5EF4-FFF2-40B4-BE49-F238E27FC236}">
                        <a16:creationId xmlns:a16="http://schemas.microsoft.com/office/drawing/2014/main" id="{F66E4B98-4589-F591-3E67-6386F9CFD84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085300" y="2620963"/>
                    <a:ext cx="131763" cy="30163"/>
                  </a:xfrm>
                  <a:custGeom>
                    <a:avLst/>
                    <a:gdLst>
                      <a:gd name="T0" fmla="*/ 244 w 244"/>
                      <a:gd name="T1" fmla="*/ 28 h 55"/>
                      <a:gd name="T2" fmla="*/ 217 w 244"/>
                      <a:gd name="T3" fmla="*/ 0 h 55"/>
                      <a:gd name="T4" fmla="*/ 0 w 244"/>
                      <a:gd name="T5" fmla="*/ 0 h 55"/>
                      <a:gd name="T6" fmla="*/ 0 w 244"/>
                      <a:gd name="T7" fmla="*/ 55 h 55"/>
                      <a:gd name="T8" fmla="*/ 217 w 244"/>
                      <a:gd name="T9" fmla="*/ 55 h 55"/>
                      <a:gd name="T10" fmla="*/ 244 w 244"/>
                      <a:gd name="T11" fmla="*/ 28 h 5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4" h="55">
                        <a:moveTo>
                          <a:pt x="244" y="28"/>
                        </a:moveTo>
                        <a:cubicBezTo>
                          <a:pt x="244" y="14"/>
                          <a:pt x="230" y="0"/>
                          <a:pt x="217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55"/>
                          <a:pt x="0" y="55"/>
                          <a:pt x="0" y="55"/>
                        </a:cubicBezTo>
                        <a:cubicBezTo>
                          <a:pt x="217" y="55"/>
                          <a:pt x="217" y="55"/>
                          <a:pt x="217" y="55"/>
                        </a:cubicBezTo>
                        <a:cubicBezTo>
                          <a:pt x="230" y="55"/>
                          <a:pt x="244" y="41"/>
                          <a:pt x="244" y="28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41" name="Freeform 97">
                    <a:extLst>
                      <a:ext uri="{FF2B5EF4-FFF2-40B4-BE49-F238E27FC236}">
                        <a16:creationId xmlns:a16="http://schemas.microsoft.com/office/drawing/2014/main" id="{D66D1D87-8A09-A626-C54D-BFC373EA2AB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085300" y="2733675"/>
                    <a:ext cx="131763" cy="30163"/>
                  </a:xfrm>
                  <a:custGeom>
                    <a:avLst/>
                    <a:gdLst>
                      <a:gd name="T0" fmla="*/ 217 w 244"/>
                      <a:gd name="T1" fmla="*/ 0 h 54"/>
                      <a:gd name="T2" fmla="*/ 0 w 244"/>
                      <a:gd name="T3" fmla="*/ 0 h 54"/>
                      <a:gd name="T4" fmla="*/ 0 w 244"/>
                      <a:gd name="T5" fmla="*/ 54 h 54"/>
                      <a:gd name="T6" fmla="*/ 217 w 244"/>
                      <a:gd name="T7" fmla="*/ 54 h 54"/>
                      <a:gd name="T8" fmla="*/ 244 w 244"/>
                      <a:gd name="T9" fmla="*/ 27 h 54"/>
                      <a:gd name="T10" fmla="*/ 217 w 244"/>
                      <a:gd name="T11" fmla="*/ 0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4" h="54">
                        <a:moveTo>
                          <a:pt x="217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54"/>
                          <a:pt x="0" y="54"/>
                          <a:pt x="0" y="54"/>
                        </a:cubicBezTo>
                        <a:cubicBezTo>
                          <a:pt x="217" y="54"/>
                          <a:pt x="217" y="54"/>
                          <a:pt x="217" y="54"/>
                        </a:cubicBezTo>
                        <a:cubicBezTo>
                          <a:pt x="230" y="54"/>
                          <a:pt x="244" y="47"/>
                          <a:pt x="244" y="27"/>
                        </a:cubicBezTo>
                        <a:cubicBezTo>
                          <a:pt x="244" y="13"/>
                          <a:pt x="230" y="0"/>
                          <a:pt x="217" y="0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42" name="Freeform 98">
                    <a:extLst>
                      <a:ext uri="{FF2B5EF4-FFF2-40B4-BE49-F238E27FC236}">
                        <a16:creationId xmlns:a16="http://schemas.microsoft.com/office/drawing/2014/main" id="{77B900E6-0EEC-C378-3E45-AABE48C1208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085300" y="2851150"/>
                    <a:ext cx="131763" cy="30163"/>
                  </a:xfrm>
                  <a:custGeom>
                    <a:avLst/>
                    <a:gdLst>
                      <a:gd name="T0" fmla="*/ 217 w 244"/>
                      <a:gd name="T1" fmla="*/ 0 h 54"/>
                      <a:gd name="T2" fmla="*/ 0 w 244"/>
                      <a:gd name="T3" fmla="*/ 0 h 54"/>
                      <a:gd name="T4" fmla="*/ 0 w 244"/>
                      <a:gd name="T5" fmla="*/ 54 h 54"/>
                      <a:gd name="T6" fmla="*/ 217 w 244"/>
                      <a:gd name="T7" fmla="*/ 54 h 54"/>
                      <a:gd name="T8" fmla="*/ 244 w 244"/>
                      <a:gd name="T9" fmla="*/ 27 h 54"/>
                      <a:gd name="T10" fmla="*/ 217 w 244"/>
                      <a:gd name="T11" fmla="*/ 0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4" h="54">
                        <a:moveTo>
                          <a:pt x="217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54"/>
                          <a:pt x="0" y="54"/>
                          <a:pt x="0" y="54"/>
                        </a:cubicBezTo>
                        <a:cubicBezTo>
                          <a:pt x="217" y="54"/>
                          <a:pt x="217" y="54"/>
                          <a:pt x="217" y="54"/>
                        </a:cubicBezTo>
                        <a:cubicBezTo>
                          <a:pt x="230" y="54"/>
                          <a:pt x="244" y="41"/>
                          <a:pt x="244" y="27"/>
                        </a:cubicBezTo>
                        <a:cubicBezTo>
                          <a:pt x="244" y="14"/>
                          <a:pt x="230" y="0"/>
                          <a:pt x="217" y="0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43" name="Freeform 99">
                    <a:extLst>
                      <a:ext uri="{FF2B5EF4-FFF2-40B4-BE49-F238E27FC236}">
                        <a16:creationId xmlns:a16="http://schemas.microsoft.com/office/drawing/2014/main" id="{3FEC36DB-0C74-C349-56A7-E90D23A8A12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085300" y="2965450"/>
                    <a:ext cx="131763" cy="28575"/>
                  </a:xfrm>
                  <a:custGeom>
                    <a:avLst/>
                    <a:gdLst>
                      <a:gd name="T0" fmla="*/ 217 w 244"/>
                      <a:gd name="T1" fmla="*/ 0 h 54"/>
                      <a:gd name="T2" fmla="*/ 0 w 244"/>
                      <a:gd name="T3" fmla="*/ 0 h 54"/>
                      <a:gd name="T4" fmla="*/ 0 w 244"/>
                      <a:gd name="T5" fmla="*/ 54 h 54"/>
                      <a:gd name="T6" fmla="*/ 217 w 244"/>
                      <a:gd name="T7" fmla="*/ 54 h 54"/>
                      <a:gd name="T8" fmla="*/ 244 w 244"/>
                      <a:gd name="T9" fmla="*/ 27 h 54"/>
                      <a:gd name="T10" fmla="*/ 217 w 244"/>
                      <a:gd name="T11" fmla="*/ 0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4" h="54">
                        <a:moveTo>
                          <a:pt x="217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54"/>
                          <a:pt x="0" y="54"/>
                          <a:pt x="0" y="54"/>
                        </a:cubicBezTo>
                        <a:cubicBezTo>
                          <a:pt x="217" y="54"/>
                          <a:pt x="217" y="54"/>
                          <a:pt x="217" y="54"/>
                        </a:cubicBezTo>
                        <a:cubicBezTo>
                          <a:pt x="230" y="54"/>
                          <a:pt x="244" y="47"/>
                          <a:pt x="244" y="27"/>
                        </a:cubicBezTo>
                        <a:cubicBezTo>
                          <a:pt x="244" y="13"/>
                          <a:pt x="230" y="0"/>
                          <a:pt x="217" y="0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44" name="Freeform 100">
                    <a:extLst>
                      <a:ext uri="{FF2B5EF4-FFF2-40B4-BE49-F238E27FC236}">
                        <a16:creationId xmlns:a16="http://schemas.microsoft.com/office/drawing/2014/main" id="{53BDB6DA-D627-5D62-A6FF-C688B42E43A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240750" y="2620963"/>
                    <a:ext cx="131763" cy="30163"/>
                  </a:xfrm>
                  <a:custGeom>
                    <a:avLst/>
                    <a:gdLst>
                      <a:gd name="T0" fmla="*/ 0 w 243"/>
                      <a:gd name="T1" fmla="*/ 28 h 55"/>
                      <a:gd name="T2" fmla="*/ 27 w 243"/>
                      <a:gd name="T3" fmla="*/ 55 h 55"/>
                      <a:gd name="T4" fmla="*/ 243 w 243"/>
                      <a:gd name="T5" fmla="*/ 55 h 55"/>
                      <a:gd name="T6" fmla="*/ 243 w 243"/>
                      <a:gd name="T7" fmla="*/ 0 h 55"/>
                      <a:gd name="T8" fmla="*/ 27 w 243"/>
                      <a:gd name="T9" fmla="*/ 0 h 55"/>
                      <a:gd name="T10" fmla="*/ 0 w 243"/>
                      <a:gd name="T11" fmla="*/ 28 h 5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3" h="55">
                        <a:moveTo>
                          <a:pt x="0" y="28"/>
                        </a:moveTo>
                        <a:cubicBezTo>
                          <a:pt x="0" y="41"/>
                          <a:pt x="14" y="55"/>
                          <a:pt x="27" y="55"/>
                        </a:cubicBezTo>
                        <a:cubicBezTo>
                          <a:pt x="243" y="55"/>
                          <a:pt x="243" y="55"/>
                          <a:pt x="243" y="55"/>
                        </a:cubicBezTo>
                        <a:cubicBezTo>
                          <a:pt x="243" y="0"/>
                          <a:pt x="243" y="0"/>
                          <a:pt x="243" y="0"/>
                        </a:cubicBezTo>
                        <a:cubicBezTo>
                          <a:pt x="27" y="0"/>
                          <a:pt x="27" y="0"/>
                          <a:pt x="27" y="0"/>
                        </a:cubicBezTo>
                        <a:cubicBezTo>
                          <a:pt x="14" y="0"/>
                          <a:pt x="0" y="14"/>
                          <a:pt x="0" y="28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45" name="Freeform 101">
                    <a:extLst>
                      <a:ext uri="{FF2B5EF4-FFF2-40B4-BE49-F238E27FC236}">
                        <a16:creationId xmlns:a16="http://schemas.microsoft.com/office/drawing/2014/main" id="{FE53D32D-9677-B540-9681-732409B9ECB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240750" y="2733675"/>
                    <a:ext cx="131763" cy="30163"/>
                  </a:xfrm>
                  <a:custGeom>
                    <a:avLst/>
                    <a:gdLst>
                      <a:gd name="T0" fmla="*/ 0 w 243"/>
                      <a:gd name="T1" fmla="*/ 27 h 54"/>
                      <a:gd name="T2" fmla="*/ 27 w 243"/>
                      <a:gd name="T3" fmla="*/ 54 h 54"/>
                      <a:gd name="T4" fmla="*/ 243 w 243"/>
                      <a:gd name="T5" fmla="*/ 54 h 54"/>
                      <a:gd name="T6" fmla="*/ 243 w 243"/>
                      <a:gd name="T7" fmla="*/ 0 h 54"/>
                      <a:gd name="T8" fmla="*/ 27 w 243"/>
                      <a:gd name="T9" fmla="*/ 0 h 54"/>
                      <a:gd name="T10" fmla="*/ 0 w 243"/>
                      <a:gd name="T11" fmla="*/ 27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3" h="54">
                        <a:moveTo>
                          <a:pt x="0" y="27"/>
                        </a:moveTo>
                        <a:cubicBezTo>
                          <a:pt x="0" y="47"/>
                          <a:pt x="14" y="54"/>
                          <a:pt x="27" y="54"/>
                        </a:cubicBezTo>
                        <a:cubicBezTo>
                          <a:pt x="243" y="54"/>
                          <a:pt x="243" y="54"/>
                          <a:pt x="243" y="54"/>
                        </a:cubicBezTo>
                        <a:cubicBezTo>
                          <a:pt x="243" y="0"/>
                          <a:pt x="243" y="0"/>
                          <a:pt x="243" y="0"/>
                        </a:cubicBezTo>
                        <a:cubicBezTo>
                          <a:pt x="27" y="0"/>
                          <a:pt x="27" y="0"/>
                          <a:pt x="27" y="0"/>
                        </a:cubicBezTo>
                        <a:cubicBezTo>
                          <a:pt x="14" y="0"/>
                          <a:pt x="0" y="13"/>
                          <a:pt x="0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46" name="Freeform 102">
                    <a:extLst>
                      <a:ext uri="{FF2B5EF4-FFF2-40B4-BE49-F238E27FC236}">
                        <a16:creationId xmlns:a16="http://schemas.microsoft.com/office/drawing/2014/main" id="{F7175667-1B19-1812-CE18-7667E15E6FF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240750" y="2851150"/>
                    <a:ext cx="131763" cy="30163"/>
                  </a:xfrm>
                  <a:custGeom>
                    <a:avLst/>
                    <a:gdLst>
                      <a:gd name="T0" fmla="*/ 0 w 243"/>
                      <a:gd name="T1" fmla="*/ 27 h 54"/>
                      <a:gd name="T2" fmla="*/ 27 w 243"/>
                      <a:gd name="T3" fmla="*/ 54 h 54"/>
                      <a:gd name="T4" fmla="*/ 243 w 243"/>
                      <a:gd name="T5" fmla="*/ 54 h 54"/>
                      <a:gd name="T6" fmla="*/ 243 w 243"/>
                      <a:gd name="T7" fmla="*/ 0 h 54"/>
                      <a:gd name="T8" fmla="*/ 27 w 243"/>
                      <a:gd name="T9" fmla="*/ 0 h 54"/>
                      <a:gd name="T10" fmla="*/ 0 w 243"/>
                      <a:gd name="T11" fmla="*/ 27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3" h="54">
                        <a:moveTo>
                          <a:pt x="0" y="27"/>
                        </a:moveTo>
                        <a:cubicBezTo>
                          <a:pt x="0" y="41"/>
                          <a:pt x="14" y="54"/>
                          <a:pt x="27" y="54"/>
                        </a:cubicBezTo>
                        <a:cubicBezTo>
                          <a:pt x="243" y="54"/>
                          <a:pt x="243" y="54"/>
                          <a:pt x="243" y="54"/>
                        </a:cubicBezTo>
                        <a:cubicBezTo>
                          <a:pt x="243" y="0"/>
                          <a:pt x="243" y="0"/>
                          <a:pt x="243" y="0"/>
                        </a:cubicBezTo>
                        <a:cubicBezTo>
                          <a:pt x="27" y="0"/>
                          <a:pt x="27" y="0"/>
                          <a:pt x="27" y="0"/>
                        </a:cubicBezTo>
                        <a:cubicBezTo>
                          <a:pt x="14" y="0"/>
                          <a:pt x="0" y="14"/>
                          <a:pt x="0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47" name="Freeform 103">
                    <a:extLst>
                      <a:ext uri="{FF2B5EF4-FFF2-40B4-BE49-F238E27FC236}">
                        <a16:creationId xmlns:a16="http://schemas.microsoft.com/office/drawing/2014/main" id="{99FA9415-B114-045B-7459-4DC78E2CFF9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240750" y="2965450"/>
                    <a:ext cx="131763" cy="28575"/>
                  </a:xfrm>
                  <a:custGeom>
                    <a:avLst/>
                    <a:gdLst>
                      <a:gd name="T0" fmla="*/ 0 w 243"/>
                      <a:gd name="T1" fmla="*/ 27 h 54"/>
                      <a:gd name="T2" fmla="*/ 27 w 243"/>
                      <a:gd name="T3" fmla="*/ 54 h 54"/>
                      <a:gd name="T4" fmla="*/ 243 w 243"/>
                      <a:gd name="T5" fmla="*/ 54 h 54"/>
                      <a:gd name="T6" fmla="*/ 243 w 243"/>
                      <a:gd name="T7" fmla="*/ 0 h 54"/>
                      <a:gd name="T8" fmla="*/ 27 w 243"/>
                      <a:gd name="T9" fmla="*/ 0 h 54"/>
                      <a:gd name="T10" fmla="*/ 0 w 243"/>
                      <a:gd name="T11" fmla="*/ 27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3" h="54">
                        <a:moveTo>
                          <a:pt x="0" y="27"/>
                        </a:moveTo>
                        <a:cubicBezTo>
                          <a:pt x="0" y="47"/>
                          <a:pt x="14" y="54"/>
                          <a:pt x="27" y="54"/>
                        </a:cubicBezTo>
                        <a:cubicBezTo>
                          <a:pt x="243" y="54"/>
                          <a:pt x="243" y="54"/>
                          <a:pt x="243" y="54"/>
                        </a:cubicBezTo>
                        <a:cubicBezTo>
                          <a:pt x="243" y="0"/>
                          <a:pt x="243" y="0"/>
                          <a:pt x="243" y="0"/>
                        </a:cubicBezTo>
                        <a:cubicBezTo>
                          <a:pt x="27" y="0"/>
                          <a:pt x="27" y="0"/>
                          <a:pt x="27" y="0"/>
                        </a:cubicBezTo>
                        <a:cubicBezTo>
                          <a:pt x="14" y="0"/>
                          <a:pt x="0" y="13"/>
                          <a:pt x="0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48" name="Freeform 104">
                    <a:extLst>
                      <a:ext uri="{FF2B5EF4-FFF2-40B4-BE49-F238E27FC236}">
                        <a16:creationId xmlns:a16="http://schemas.microsoft.com/office/drawing/2014/main" id="{6D469534-F063-6B0D-F475-79177143785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540788" y="2320925"/>
                    <a:ext cx="28575" cy="128588"/>
                  </a:xfrm>
                  <a:custGeom>
                    <a:avLst/>
                    <a:gdLst>
                      <a:gd name="T0" fmla="*/ 54 w 54"/>
                      <a:gd name="T1" fmla="*/ 27 h 237"/>
                      <a:gd name="T2" fmla="*/ 27 w 54"/>
                      <a:gd name="T3" fmla="*/ 0 h 237"/>
                      <a:gd name="T4" fmla="*/ 0 w 54"/>
                      <a:gd name="T5" fmla="*/ 27 h 237"/>
                      <a:gd name="T6" fmla="*/ 0 w 54"/>
                      <a:gd name="T7" fmla="*/ 237 h 237"/>
                      <a:gd name="T8" fmla="*/ 54 w 54"/>
                      <a:gd name="T9" fmla="*/ 237 h 237"/>
                      <a:gd name="T10" fmla="*/ 54 w 54"/>
                      <a:gd name="T11" fmla="*/ 27 h 237"/>
                      <a:gd name="T12" fmla="*/ 54 w 54"/>
                      <a:gd name="T13" fmla="*/ 27 h 2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7">
                        <a:moveTo>
                          <a:pt x="54" y="27"/>
                        </a:moveTo>
                        <a:cubicBezTo>
                          <a:pt x="54" y="14"/>
                          <a:pt x="40" y="0"/>
                          <a:pt x="27" y="0"/>
                        </a:cubicBezTo>
                        <a:cubicBezTo>
                          <a:pt x="13" y="0"/>
                          <a:pt x="0" y="14"/>
                          <a:pt x="0" y="27"/>
                        </a:cubicBezTo>
                        <a:cubicBezTo>
                          <a:pt x="0" y="237"/>
                          <a:pt x="0" y="237"/>
                          <a:pt x="0" y="237"/>
                        </a:cubicBezTo>
                        <a:cubicBezTo>
                          <a:pt x="54" y="237"/>
                          <a:pt x="54" y="237"/>
                          <a:pt x="54" y="23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49" name="Freeform 105">
                    <a:extLst>
                      <a:ext uri="{FF2B5EF4-FFF2-40B4-BE49-F238E27FC236}">
                        <a16:creationId xmlns:a16="http://schemas.microsoft.com/office/drawing/2014/main" id="{35D4F6F3-9238-A911-9786-8EF7CF66FE5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658263" y="2320925"/>
                    <a:ext cx="28575" cy="128588"/>
                  </a:xfrm>
                  <a:custGeom>
                    <a:avLst/>
                    <a:gdLst>
                      <a:gd name="T0" fmla="*/ 54 w 54"/>
                      <a:gd name="T1" fmla="*/ 27 h 237"/>
                      <a:gd name="T2" fmla="*/ 27 w 54"/>
                      <a:gd name="T3" fmla="*/ 0 h 237"/>
                      <a:gd name="T4" fmla="*/ 0 w 54"/>
                      <a:gd name="T5" fmla="*/ 27 h 237"/>
                      <a:gd name="T6" fmla="*/ 0 w 54"/>
                      <a:gd name="T7" fmla="*/ 237 h 237"/>
                      <a:gd name="T8" fmla="*/ 54 w 54"/>
                      <a:gd name="T9" fmla="*/ 237 h 237"/>
                      <a:gd name="T10" fmla="*/ 54 w 54"/>
                      <a:gd name="T11" fmla="*/ 27 h 237"/>
                      <a:gd name="T12" fmla="*/ 54 w 54"/>
                      <a:gd name="T13" fmla="*/ 27 h 2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7">
                        <a:moveTo>
                          <a:pt x="54" y="27"/>
                        </a:moveTo>
                        <a:cubicBezTo>
                          <a:pt x="54" y="14"/>
                          <a:pt x="40" y="0"/>
                          <a:pt x="27" y="0"/>
                        </a:cubicBezTo>
                        <a:cubicBezTo>
                          <a:pt x="13" y="0"/>
                          <a:pt x="0" y="14"/>
                          <a:pt x="0" y="27"/>
                        </a:cubicBezTo>
                        <a:cubicBezTo>
                          <a:pt x="0" y="237"/>
                          <a:pt x="0" y="237"/>
                          <a:pt x="0" y="237"/>
                        </a:cubicBezTo>
                        <a:cubicBezTo>
                          <a:pt x="54" y="237"/>
                          <a:pt x="54" y="237"/>
                          <a:pt x="54" y="23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50" name="Freeform 106">
                    <a:extLst>
                      <a:ext uri="{FF2B5EF4-FFF2-40B4-BE49-F238E27FC236}">
                        <a16:creationId xmlns:a16="http://schemas.microsoft.com/office/drawing/2014/main" id="{1B6CD9B9-C1EB-4FBA-8F0F-3F89C0CE7A3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770975" y="2320925"/>
                    <a:ext cx="30163" cy="128588"/>
                  </a:xfrm>
                  <a:custGeom>
                    <a:avLst/>
                    <a:gdLst>
                      <a:gd name="T0" fmla="*/ 54 w 54"/>
                      <a:gd name="T1" fmla="*/ 27 h 237"/>
                      <a:gd name="T2" fmla="*/ 27 w 54"/>
                      <a:gd name="T3" fmla="*/ 0 h 237"/>
                      <a:gd name="T4" fmla="*/ 0 w 54"/>
                      <a:gd name="T5" fmla="*/ 27 h 237"/>
                      <a:gd name="T6" fmla="*/ 0 w 54"/>
                      <a:gd name="T7" fmla="*/ 237 h 237"/>
                      <a:gd name="T8" fmla="*/ 54 w 54"/>
                      <a:gd name="T9" fmla="*/ 237 h 237"/>
                      <a:gd name="T10" fmla="*/ 54 w 54"/>
                      <a:gd name="T11" fmla="*/ 27 h 237"/>
                      <a:gd name="T12" fmla="*/ 54 w 54"/>
                      <a:gd name="T13" fmla="*/ 27 h 2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7">
                        <a:moveTo>
                          <a:pt x="54" y="27"/>
                        </a:moveTo>
                        <a:cubicBezTo>
                          <a:pt x="54" y="14"/>
                          <a:pt x="40" y="0"/>
                          <a:pt x="27" y="0"/>
                        </a:cubicBezTo>
                        <a:cubicBezTo>
                          <a:pt x="13" y="0"/>
                          <a:pt x="0" y="14"/>
                          <a:pt x="0" y="27"/>
                        </a:cubicBezTo>
                        <a:cubicBezTo>
                          <a:pt x="0" y="237"/>
                          <a:pt x="0" y="237"/>
                          <a:pt x="0" y="237"/>
                        </a:cubicBezTo>
                        <a:cubicBezTo>
                          <a:pt x="54" y="237"/>
                          <a:pt x="54" y="237"/>
                          <a:pt x="54" y="23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51" name="Freeform 107">
                    <a:extLst>
                      <a:ext uri="{FF2B5EF4-FFF2-40B4-BE49-F238E27FC236}">
                        <a16:creationId xmlns:a16="http://schemas.microsoft.com/office/drawing/2014/main" id="{07A0F041-BE5A-22B7-E4AE-9F994DEC058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886863" y="2320925"/>
                    <a:ext cx="30163" cy="128588"/>
                  </a:xfrm>
                  <a:custGeom>
                    <a:avLst/>
                    <a:gdLst>
                      <a:gd name="T0" fmla="*/ 54 w 54"/>
                      <a:gd name="T1" fmla="*/ 27 h 237"/>
                      <a:gd name="T2" fmla="*/ 27 w 54"/>
                      <a:gd name="T3" fmla="*/ 0 h 237"/>
                      <a:gd name="T4" fmla="*/ 0 w 54"/>
                      <a:gd name="T5" fmla="*/ 27 h 237"/>
                      <a:gd name="T6" fmla="*/ 0 w 54"/>
                      <a:gd name="T7" fmla="*/ 237 h 237"/>
                      <a:gd name="T8" fmla="*/ 54 w 54"/>
                      <a:gd name="T9" fmla="*/ 237 h 237"/>
                      <a:gd name="T10" fmla="*/ 54 w 54"/>
                      <a:gd name="T11" fmla="*/ 27 h 237"/>
                      <a:gd name="T12" fmla="*/ 54 w 54"/>
                      <a:gd name="T13" fmla="*/ 27 h 2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7">
                        <a:moveTo>
                          <a:pt x="54" y="27"/>
                        </a:moveTo>
                        <a:cubicBezTo>
                          <a:pt x="54" y="14"/>
                          <a:pt x="40" y="0"/>
                          <a:pt x="27" y="0"/>
                        </a:cubicBezTo>
                        <a:cubicBezTo>
                          <a:pt x="13" y="0"/>
                          <a:pt x="0" y="14"/>
                          <a:pt x="0" y="27"/>
                        </a:cubicBezTo>
                        <a:cubicBezTo>
                          <a:pt x="0" y="237"/>
                          <a:pt x="0" y="237"/>
                          <a:pt x="0" y="237"/>
                        </a:cubicBezTo>
                        <a:cubicBezTo>
                          <a:pt x="54" y="237"/>
                          <a:pt x="54" y="237"/>
                          <a:pt x="54" y="23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52" name="Freeform 108">
                    <a:extLst>
                      <a:ext uri="{FF2B5EF4-FFF2-40B4-BE49-F238E27FC236}">
                        <a16:creationId xmlns:a16="http://schemas.microsoft.com/office/drawing/2014/main" id="{6141C519-7BC3-32DB-8B16-D1FB59FE4A6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540788" y="3165475"/>
                    <a:ext cx="28575" cy="128588"/>
                  </a:xfrm>
                  <a:custGeom>
                    <a:avLst/>
                    <a:gdLst>
                      <a:gd name="T0" fmla="*/ 0 w 54"/>
                      <a:gd name="T1" fmla="*/ 211 h 238"/>
                      <a:gd name="T2" fmla="*/ 27 w 54"/>
                      <a:gd name="T3" fmla="*/ 238 h 238"/>
                      <a:gd name="T4" fmla="*/ 54 w 54"/>
                      <a:gd name="T5" fmla="*/ 211 h 238"/>
                      <a:gd name="T6" fmla="*/ 54 w 54"/>
                      <a:gd name="T7" fmla="*/ 0 h 238"/>
                      <a:gd name="T8" fmla="*/ 0 w 54"/>
                      <a:gd name="T9" fmla="*/ 0 h 238"/>
                      <a:gd name="T10" fmla="*/ 0 w 54"/>
                      <a:gd name="T11" fmla="*/ 211 h 238"/>
                      <a:gd name="T12" fmla="*/ 0 w 54"/>
                      <a:gd name="T13" fmla="*/ 211 h 2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8">
                        <a:moveTo>
                          <a:pt x="0" y="211"/>
                        </a:moveTo>
                        <a:cubicBezTo>
                          <a:pt x="0" y="231"/>
                          <a:pt x="13" y="238"/>
                          <a:pt x="27" y="238"/>
                        </a:cubicBezTo>
                        <a:cubicBezTo>
                          <a:pt x="40" y="238"/>
                          <a:pt x="54" y="231"/>
                          <a:pt x="54" y="211"/>
                        </a:cubicBezTo>
                        <a:cubicBezTo>
                          <a:pt x="54" y="0"/>
                          <a:pt x="54" y="0"/>
                          <a:pt x="54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53" name="Freeform 109">
                    <a:extLst>
                      <a:ext uri="{FF2B5EF4-FFF2-40B4-BE49-F238E27FC236}">
                        <a16:creationId xmlns:a16="http://schemas.microsoft.com/office/drawing/2014/main" id="{CA0B9B1E-7A8E-243A-DE93-3B5F9AC0AC6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658263" y="3165475"/>
                    <a:ext cx="28575" cy="128588"/>
                  </a:xfrm>
                  <a:custGeom>
                    <a:avLst/>
                    <a:gdLst>
                      <a:gd name="T0" fmla="*/ 0 w 54"/>
                      <a:gd name="T1" fmla="*/ 211 h 238"/>
                      <a:gd name="T2" fmla="*/ 27 w 54"/>
                      <a:gd name="T3" fmla="*/ 238 h 238"/>
                      <a:gd name="T4" fmla="*/ 54 w 54"/>
                      <a:gd name="T5" fmla="*/ 211 h 238"/>
                      <a:gd name="T6" fmla="*/ 54 w 54"/>
                      <a:gd name="T7" fmla="*/ 0 h 238"/>
                      <a:gd name="T8" fmla="*/ 0 w 54"/>
                      <a:gd name="T9" fmla="*/ 0 h 238"/>
                      <a:gd name="T10" fmla="*/ 0 w 54"/>
                      <a:gd name="T11" fmla="*/ 211 h 238"/>
                      <a:gd name="T12" fmla="*/ 0 w 54"/>
                      <a:gd name="T13" fmla="*/ 211 h 2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8">
                        <a:moveTo>
                          <a:pt x="0" y="211"/>
                        </a:moveTo>
                        <a:cubicBezTo>
                          <a:pt x="0" y="231"/>
                          <a:pt x="13" y="238"/>
                          <a:pt x="27" y="238"/>
                        </a:cubicBezTo>
                        <a:cubicBezTo>
                          <a:pt x="40" y="238"/>
                          <a:pt x="54" y="231"/>
                          <a:pt x="54" y="211"/>
                        </a:cubicBezTo>
                        <a:cubicBezTo>
                          <a:pt x="54" y="0"/>
                          <a:pt x="54" y="0"/>
                          <a:pt x="54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54" name="Freeform 110">
                    <a:extLst>
                      <a:ext uri="{FF2B5EF4-FFF2-40B4-BE49-F238E27FC236}">
                        <a16:creationId xmlns:a16="http://schemas.microsoft.com/office/drawing/2014/main" id="{615DDBC8-3F00-DFAD-EAEF-75CBE4B4AD6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770975" y="3165475"/>
                    <a:ext cx="30163" cy="128588"/>
                  </a:xfrm>
                  <a:custGeom>
                    <a:avLst/>
                    <a:gdLst>
                      <a:gd name="T0" fmla="*/ 0 w 54"/>
                      <a:gd name="T1" fmla="*/ 211 h 238"/>
                      <a:gd name="T2" fmla="*/ 27 w 54"/>
                      <a:gd name="T3" fmla="*/ 238 h 238"/>
                      <a:gd name="T4" fmla="*/ 54 w 54"/>
                      <a:gd name="T5" fmla="*/ 211 h 238"/>
                      <a:gd name="T6" fmla="*/ 54 w 54"/>
                      <a:gd name="T7" fmla="*/ 0 h 238"/>
                      <a:gd name="T8" fmla="*/ 0 w 54"/>
                      <a:gd name="T9" fmla="*/ 0 h 238"/>
                      <a:gd name="T10" fmla="*/ 0 w 54"/>
                      <a:gd name="T11" fmla="*/ 211 h 238"/>
                      <a:gd name="T12" fmla="*/ 0 w 54"/>
                      <a:gd name="T13" fmla="*/ 211 h 2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8">
                        <a:moveTo>
                          <a:pt x="0" y="211"/>
                        </a:moveTo>
                        <a:cubicBezTo>
                          <a:pt x="0" y="231"/>
                          <a:pt x="13" y="238"/>
                          <a:pt x="27" y="238"/>
                        </a:cubicBezTo>
                        <a:cubicBezTo>
                          <a:pt x="40" y="238"/>
                          <a:pt x="54" y="231"/>
                          <a:pt x="54" y="211"/>
                        </a:cubicBezTo>
                        <a:cubicBezTo>
                          <a:pt x="54" y="0"/>
                          <a:pt x="54" y="0"/>
                          <a:pt x="54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55" name="Freeform 111">
                    <a:extLst>
                      <a:ext uri="{FF2B5EF4-FFF2-40B4-BE49-F238E27FC236}">
                        <a16:creationId xmlns:a16="http://schemas.microsoft.com/office/drawing/2014/main" id="{E3BC6057-44D6-CE0F-080B-F000CDE9F10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886863" y="3165475"/>
                    <a:ext cx="30163" cy="128588"/>
                  </a:xfrm>
                  <a:custGeom>
                    <a:avLst/>
                    <a:gdLst>
                      <a:gd name="T0" fmla="*/ 0 w 54"/>
                      <a:gd name="T1" fmla="*/ 211 h 238"/>
                      <a:gd name="T2" fmla="*/ 27 w 54"/>
                      <a:gd name="T3" fmla="*/ 238 h 238"/>
                      <a:gd name="T4" fmla="*/ 54 w 54"/>
                      <a:gd name="T5" fmla="*/ 211 h 238"/>
                      <a:gd name="T6" fmla="*/ 54 w 54"/>
                      <a:gd name="T7" fmla="*/ 0 h 238"/>
                      <a:gd name="T8" fmla="*/ 0 w 54"/>
                      <a:gd name="T9" fmla="*/ 0 h 238"/>
                      <a:gd name="T10" fmla="*/ 0 w 54"/>
                      <a:gd name="T11" fmla="*/ 211 h 238"/>
                      <a:gd name="T12" fmla="*/ 0 w 54"/>
                      <a:gd name="T13" fmla="*/ 211 h 2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8">
                        <a:moveTo>
                          <a:pt x="0" y="211"/>
                        </a:moveTo>
                        <a:cubicBezTo>
                          <a:pt x="0" y="231"/>
                          <a:pt x="13" y="238"/>
                          <a:pt x="27" y="238"/>
                        </a:cubicBezTo>
                        <a:cubicBezTo>
                          <a:pt x="40" y="238"/>
                          <a:pt x="54" y="231"/>
                          <a:pt x="54" y="211"/>
                        </a:cubicBezTo>
                        <a:cubicBezTo>
                          <a:pt x="54" y="0"/>
                          <a:pt x="54" y="0"/>
                          <a:pt x="54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56" name="Freeform 112">
                    <a:extLst>
                      <a:ext uri="{FF2B5EF4-FFF2-40B4-BE49-F238E27FC236}">
                        <a16:creationId xmlns:a16="http://schemas.microsoft.com/office/drawing/2014/main" id="{14AC2B75-9E05-DD3F-4FFB-20F51C12A906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21401088" y="2478088"/>
                    <a:ext cx="654050" cy="658813"/>
                  </a:xfrm>
                  <a:custGeom>
                    <a:avLst/>
                    <a:gdLst>
                      <a:gd name="T0" fmla="*/ 952 w 1208"/>
                      <a:gd name="T1" fmla="*/ 0 h 1215"/>
                      <a:gd name="T2" fmla="*/ 736 w 1208"/>
                      <a:gd name="T3" fmla="*/ 0 h 1215"/>
                      <a:gd name="T4" fmla="*/ 526 w 1208"/>
                      <a:gd name="T5" fmla="*/ 0 h 1215"/>
                      <a:gd name="T6" fmla="*/ 310 w 1208"/>
                      <a:gd name="T7" fmla="*/ 0 h 1215"/>
                      <a:gd name="T8" fmla="*/ 128 w 1208"/>
                      <a:gd name="T9" fmla="*/ 0 h 1215"/>
                      <a:gd name="T10" fmla="*/ 0 w 1208"/>
                      <a:gd name="T11" fmla="*/ 264 h 1215"/>
                      <a:gd name="T12" fmla="*/ 0 w 1208"/>
                      <a:gd name="T13" fmla="*/ 473 h 1215"/>
                      <a:gd name="T14" fmla="*/ 0 w 1208"/>
                      <a:gd name="T15" fmla="*/ 689 h 1215"/>
                      <a:gd name="T16" fmla="*/ 0 w 1208"/>
                      <a:gd name="T17" fmla="*/ 898 h 1215"/>
                      <a:gd name="T18" fmla="*/ 0 w 1208"/>
                      <a:gd name="T19" fmla="*/ 1087 h 1215"/>
                      <a:gd name="T20" fmla="*/ 256 w 1208"/>
                      <a:gd name="T21" fmla="*/ 1215 h 1215"/>
                      <a:gd name="T22" fmla="*/ 472 w 1208"/>
                      <a:gd name="T23" fmla="*/ 1215 h 1215"/>
                      <a:gd name="T24" fmla="*/ 682 w 1208"/>
                      <a:gd name="T25" fmla="*/ 1215 h 1215"/>
                      <a:gd name="T26" fmla="*/ 898 w 1208"/>
                      <a:gd name="T27" fmla="*/ 1215 h 1215"/>
                      <a:gd name="T28" fmla="*/ 1080 w 1208"/>
                      <a:gd name="T29" fmla="*/ 1215 h 1215"/>
                      <a:gd name="T30" fmla="*/ 1208 w 1208"/>
                      <a:gd name="T31" fmla="*/ 952 h 1215"/>
                      <a:gd name="T32" fmla="*/ 1208 w 1208"/>
                      <a:gd name="T33" fmla="*/ 743 h 1215"/>
                      <a:gd name="T34" fmla="*/ 1208 w 1208"/>
                      <a:gd name="T35" fmla="*/ 527 h 1215"/>
                      <a:gd name="T36" fmla="*/ 1208 w 1208"/>
                      <a:gd name="T37" fmla="*/ 318 h 1215"/>
                      <a:gd name="T38" fmla="*/ 1208 w 1208"/>
                      <a:gd name="T39" fmla="*/ 129 h 1215"/>
                      <a:gd name="T40" fmla="*/ 1154 w 1208"/>
                      <a:gd name="T41" fmla="*/ 264 h 1215"/>
                      <a:gd name="T42" fmla="*/ 1154 w 1208"/>
                      <a:gd name="T43" fmla="*/ 473 h 1215"/>
                      <a:gd name="T44" fmla="*/ 1154 w 1208"/>
                      <a:gd name="T45" fmla="*/ 689 h 1215"/>
                      <a:gd name="T46" fmla="*/ 1154 w 1208"/>
                      <a:gd name="T47" fmla="*/ 898 h 1215"/>
                      <a:gd name="T48" fmla="*/ 1154 w 1208"/>
                      <a:gd name="T49" fmla="*/ 1087 h 1215"/>
                      <a:gd name="T50" fmla="*/ 952 w 1208"/>
                      <a:gd name="T51" fmla="*/ 1161 h 1215"/>
                      <a:gd name="T52" fmla="*/ 736 w 1208"/>
                      <a:gd name="T53" fmla="*/ 1161 h 1215"/>
                      <a:gd name="T54" fmla="*/ 526 w 1208"/>
                      <a:gd name="T55" fmla="*/ 1161 h 1215"/>
                      <a:gd name="T56" fmla="*/ 310 w 1208"/>
                      <a:gd name="T57" fmla="*/ 1161 h 1215"/>
                      <a:gd name="T58" fmla="*/ 128 w 1208"/>
                      <a:gd name="T59" fmla="*/ 1161 h 1215"/>
                      <a:gd name="T60" fmla="*/ 54 w 1208"/>
                      <a:gd name="T61" fmla="*/ 952 h 1215"/>
                      <a:gd name="T62" fmla="*/ 54 w 1208"/>
                      <a:gd name="T63" fmla="*/ 743 h 1215"/>
                      <a:gd name="T64" fmla="*/ 54 w 1208"/>
                      <a:gd name="T65" fmla="*/ 527 h 1215"/>
                      <a:gd name="T66" fmla="*/ 54 w 1208"/>
                      <a:gd name="T67" fmla="*/ 318 h 1215"/>
                      <a:gd name="T68" fmla="*/ 54 w 1208"/>
                      <a:gd name="T69" fmla="*/ 129 h 1215"/>
                      <a:gd name="T70" fmla="*/ 256 w 1208"/>
                      <a:gd name="T71" fmla="*/ 54 h 1215"/>
                      <a:gd name="T72" fmla="*/ 472 w 1208"/>
                      <a:gd name="T73" fmla="*/ 54 h 1215"/>
                      <a:gd name="T74" fmla="*/ 682 w 1208"/>
                      <a:gd name="T75" fmla="*/ 54 h 1215"/>
                      <a:gd name="T76" fmla="*/ 898 w 1208"/>
                      <a:gd name="T77" fmla="*/ 54 h 1215"/>
                      <a:gd name="T78" fmla="*/ 1080 w 1208"/>
                      <a:gd name="T79" fmla="*/ 54 h 1215"/>
                      <a:gd name="T80" fmla="*/ 1154 w 1208"/>
                      <a:gd name="T81" fmla="*/ 264 h 121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</a:cxnLst>
                    <a:rect l="0" t="0" r="r" b="b"/>
                    <a:pathLst>
                      <a:path w="1208" h="1215">
                        <a:moveTo>
                          <a:pt x="1080" y="0"/>
                        </a:moveTo>
                        <a:cubicBezTo>
                          <a:pt x="952" y="0"/>
                          <a:pt x="952" y="0"/>
                          <a:pt x="952" y="0"/>
                        </a:cubicBezTo>
                        <a:cubicBezTo>
                          <a:pt x="898" y="0"/>
                          <a:pt x="898" y="0"/>
                          <a:pt x="898" y="0"/>
                        </a:cubicBezTo>
                        <a:cubicBezTo>
                          <a:pt x="736" y="0"/>
                          <a:pt x="736" y="0"/>
                          <a:pt x="736" y="0"/>
                        </a:cubicBezTo>
                        <a:cubicBezTo>
                          <a:pt x="682" y="0"/>
                          <a:pt x="682" y="0"/>
                          <a:pt x="682" y="0"/>
                        </a:cubicBezTo>
                        <a:cubicBezTo>
                          <a:pt x="526" y="0"/>
                          <a:pt x="526" y="0"/>
                          <a:pt x="526" y="0"/>
                        </a:cubicBezTo>
                        <a:cubicBezTo>
                          <a:pt x="472" y="0"/>
                          <a:pt x="472" y="0"/>
                          <a:pt x="472" y="0"/>
                        </a:cubicBezTo>
                        <a:cubicBezTo>
                          <a:pt x="310" y="0"/>
                          <a:pt x="310" y="0"/>
                          <a:pt x="310" y="0"/>
                        </a:cubicBezTo>
                        <a:cubicBezTo>
                          <a:pt x="256" y="0"/>
                          <a:pt x="256" y="0"/>
                          <a:pt x="256" y="0"/>
                        </a:cubicBezTo>
                        <a:cubicBezTo>
                          <a:pt x="128" y="0"/>
                          <a:pt x="128" y="0"/>
                          <a:pt x="128" y="0"/>
                        </a:cubicBezTo>
                        <a:cubicBezTo>
                          <a:pt x="54" y="0"/>
                          <a:pt x="0" y="61"/>
                          <a:pt x="0" y="129"/>
                        </a:cubicBezTo>
                        <a:cubicBezTo>
                          <a:pt x="0" y="264"/>
                          <a:pt x="0" y="264"/>
                          <a:pt x="0" y="264"/>
                        </a:cubicBezTo>
                        <a:cubicBezTo>
                          <a:pt x="0" y="318"/>
                          <a:pt x="0" y="318"/>
                          <a:pt x="0" y="318"/>
                        </a:cubicBezTo>
                        <a:cubicBezTo>
                          <a:pt x="0" y="473"/>
                          <a:pt x="0" y="473"/>
                          <a:pt x="0" y="473"/>
                        </a:cubicBezTo>
                        <a:cubicBezTo>
                          <a:pt x="0" y="527"/>
                          <a:pt x="0" y="527"/>
                          <a:pt x="0" y="527"/>
                        </a:cubicBezTo>
                        <a:cubicBezTo>
                          <a:pt x="0" y="689"/>
                          <a:pt x="0" y="689"/>
                          <a:pt x="0" y="689"/>
                        </a:cubicBezTo>
                        <a:cubicBezTo>
                          <a:pt x="0" y="743"/>
                          <a:pt x="0" y="743"/>
                          <a:pt x="0" y="743"/>
                        </a:cubicBezTo>
                        <a:cubicBezTo>
                          <a:pt x="0" y="898"/>
                          <a:pt x="0" y="898"/>
                          <a:pt x="0" y="898"/>
                        </a:cubicBezTo>
                        <a:cubicBezTo>
                          <a:pt x="0" y="952"/>
                          <a:pt x="0" y="952"/>
                          <a:pt x="0" y="952"/>
                        </a:cubicBezTo>
                        <a:cubicBezTo>
                          <a:pt x="0" y="1087"/>
                          <a:pt x="0" y="1087"/>
                          <a:pt x="0" y="1087"/>
                        </a:cubicBezTo>
                        <a:cubicBezTo>
                          <a:pt x="0" y="1161"/>
                          <a:pt x="54" y="1215"/>
                          <a:pt x="128" y="1215"/>
                        </a:cubicBezTo>
                        <a:cubicBezTo>
                          <a:pt x="256" y="1215"/>
                          <a:pt x="256" y="1215"/>
                          <a:pt x="256" y="1215"/>
                        </a:cubicBezTo>
                        <a:cubicBezTo>
                          <a:pt x="310" y="1215"/>
                          <a:pt x="310" y="1215"/>
                          <a:pt x="310" y="1215"/>
                        </a:cubicBezTo>
                        <a:cubicBezTo>
                          <a:pt x="472" y="1215"/>
                          <a:pt x="472" y="1215"/>
                          <a:pt x="472" y="1215"/>
                        </a:cubicBezTo>
                        <a:cubicBezTo>
                          <a:pt x="526" y="1215"/>
                          <a:pt x="526" y="1215"/>
                          <a:pt x="526" y="1215"/>
                        </a:cubicBezTo>
                        <a:cubicBezTo>
                          <a:pt x="682" y="1215"/>
                          <a:pt x="682" y="1215"/>
                          <a:pt x="682" y="1215"/>
                        </a:cubicBezTo>
                        <a:cubicBezTo>
                          <a:pt x="736" y="1215"/>
                          <a:pt x="736" y="1215"/>
                          <a:pt x="736" y="1215"/>
                        </a:cubicBezTo>
                        <a:cubicBezTo>
                          <a:pt x="898" y="1215"/>
                          <a:pt x="898" y="1215"/>
                          <a:pt x="898" y="1215"/>
                        </a:cubicBezTo>
                        <a:cubicBezTo>
                          <a:pt x="952" y="1215"/>
                          <a:pt x="952" y="1215"/>
                          <a:pt x="952" y="1215"/>
                        </a:cubicBezTo>
                        <a:cubicBezTo>
                          <a:pt x="1080" y="1215"/>
                          <a:pt x="1080" y="1215"/>
                          <a:pt x="1080" y="1215"/>
                        </a:cubicBezTo>
                        <a:cubicBezTo>
                          <a:pt x="1154" y="1215"/>
                          <a:pt x="1208" y="1161"/>
                          <a:pt x="1208" y="1087"/>
                        </a:cubicBezTo>
                        <a:cubicBezTo>
                          <a:pt x="1208" y="952"/>
                          <a:pt x="1208" y="952"/>
                          <a:pt x="1208" y="952"/>
                        </a:cubicBezTo>
                        <a:cubicBezTo>
                          <a:pt x="1208" y="898"/>
                          <a:pt x="1208" y="898"/>
                          <a:pt x="1208" y="898"/>
                        </a:cubicBezTo>
                        <a:cubicBezTo>
                          <a:pt x="1208" y="743"/>
                          <a:pt x="1208" y="743"/>
                          <a:pt x="1208" y="743"/>
                        </a:cubicBezTo>
                        <a:cubicBezTo>
                          <a:pt x="1208" y="689"/>
                          <a:pt x="1208" y="689"/>
                          <a:pt x="1208" y="689"/>
                        </a:cubicBezTo>
                        <a:cubicBezTo>
                          <a:pt x="1208" y="527"/>
                          <a:pt x="1208" y="527"/>
                          <a:pt x="1208" y="527"/>
                        </a:cubicBezTo>
                        <a:cubicBezTo>
                          <a:pt x="1208" y="473"/>
                          <a:pt x="1208" y="473"/>
                          <a:pt x="1208" y="473"/>
                        </a:cubicBezTo>
                        <a:cubicBezTo>
                          <a:pt x="1208" y="318"/>
                          <a:pt x="1208" y="318"/>
                          <a:pt x="1208" y="318"/>
                        </a:cubicBezTo>
                        <a:cubicBezTo>
                          <a:pt x="1208" y="264"/>
                          <a:pt x="1208" y="264"/>
                          <a:pt x="1208" y="264"/>
                        </a:cubicBezTo>
                        <a:cubicBezTo>
                          <a:pt x="1208" y="129"/>
                          <a:pt x="1208" y="129"/>
                          <a:pt x="1208" y="129"/>
                        </a:cubicBezTo>
                        <a:cubicBezTo>
                          <a:pt x="1208" y="61"/>
                          <a:pt x="1154" y="0"/>
                          <a:pt x="1080" y="0"/>
                        </a:cubicBezTo>
                        <a:close/>
                        <a:moveTo>
                          <a:pt x="1154" y="264"/>
                        </a:moveTo>
                        <a:cubicBezTo>
                          <a:pt x="1154" y="318"/>
                          <a:pt x="1154" y="318"/>
                          <a:pt x="1154" y="318"/>
                        </a:cubicBezTo>
                        <a:cubicBezTo>
                          <a:pt x="1154" y="473"/>
                          <a:pt x="1154" y="473"/>
                          <a:pt x="1154" y="473"/>
                        </a:cubicBezTo>
                        <a:cubicBezTo>
                          <a:pt x="1154" y="527"/>
                          <a:pt x="1154" y="527"/>
                          <a:pt x="1154" y="527"/>
                        </a:cubicBezTo>
                        <a:cubicBezTo>
                          <a:pt x="1154" y="689"/>
                          <a:pt x="1154" y="689"/>
                          <a:pt x="1154" y="689"/>
                        </a:cubicBezTo>
                        <a:cubicBezTo>
                          <a:pt x="1154" y="743"/>
                          <a:pt x="1154" y="743"/>
                          <a:pt x="1154" y="743"/>
                        </a:cubicBezTo>
                        <a:cubicBezTo>
                          <a:pt x="1154" y="898"/>
                          <a:pt x="1154" y="898"/>
                          <a:pt x="1154" y="898"/>
                        </a:cubicBezTo>
                        <a:cubicBezTo>
                          <a:pt x="1154" y="952"/>
                          <a:pt x="1154" y="952"/>
                          <a:pt x="1154" y="952"/>
                        </a:cubicBezTo>
                        <a:cubicBezTo>
                          <a:pt x="1154" y="1087"/>
                          <a:pt x="1154" y="1087"/>
                          <a:pt x="1154" y="1087"/>
                        </a:cubicBezTo>
                        <a:cubicBezTo>
                          <a:pt x="1154" y="1127"/>
                          <a:pt x="1127" y="1161"/>
                          <a:pt x="1080" y="1161"/>
                        </a:cubicBezTo>
                        <a:cubicBezTo>
                          <a:pt x="952" y="1161"/>
                          <a:pt x="952" y="1161"/>
                          <a:pt x="952" y="1161"/>
                        </a:cubicBezTo>
                        <a:cubicBezTo>
                          <a:pt x="898" y="1161"/>
                          <a:pt x="898" y="1161"/>
                          <a:pt x="898" y="1161"/>
                        </a:cubicBezTo>
                        <a:cubicBezTo>
                          <a:pt x="736" y="1161"/>
                          <a:pt x="736" y="1161"/>
                          <a:pt x="736" y="1161"/>
                        </a:cubicBezTo>
                        <a:cubicBezTo>
                          <a:pt x="682" y="1161"/>
                          <a:pt x="682" y="1161"/>
                          <a:pt x="682" y="1161"/>
                        </a:cubicBezTo>
                        <a:cubicBezTo>
                          <a:pt x="526" y="1161"/>
                          <a:pt x="526" y="1161"/>
                          <a:pt x="526" y="1161"/>
                        </a:cubicBezTo>
                        <a:cubicBezTo>
                          <a:pt x="472" y="1161"/>
                          <a:pt x="472" y="1161"/>
                          <a:pt x="472" y="1161"/>
                        </a:cubicBezTo>
                        <a:cubicBezTo>
                          <a:pt x="310" y="1161"/>
                          <a:pt x="310" y="1161"/>
                          <a:pt x="310" y="1161"/>
                        </a:cubicBezTo>
                        <a:cubicBezTo>
                          <a:pt x="256" y="1161"/>
                          <a:pt x="256" y="1161"/>
                          <a:pt x="256" y="1161"/>
                        </a:cubicBezTo>
                        <a:cubicBezTo>
                          <a:pt x="128" y="1161"/>
                          <a:pt x="128" y="1161"/>
                          <a:pt x="128" y="1161"/>
                        </a:cubicBezTo>
                        <a:cubicBezTo>
                          <a:pt x="81" y="1161"/>
                          <a:pt x="54" y="1127"/>
                          <a:pt x="54" y="1087"/>
                        </a:cubicBezTo>
                        <a:cubicBezTo>
                          <a:pt x="54" y="952"/>
                          <a:pt x="54" y="952"/>
                          <a:pt x="54" y="952"/>
                        </a:cubicBezTo>
                        <a:cubicBezTo>
                          <a:pt x="54" y="898"/>
                          <a:pt x="54" y="898"/>
                          <a:pt x="54" y="898"/>
                        </a:cubicBezTo>
                        <a:cubicBezTo>
                          <a:pt x="54" y="743"/>
                          <a:pt x="54" y="743"/>
                          <a:pt x="54" y="743"/>
                        </a:cubicBezTo>
                        <a:cubicBezTo>
                          <a:pt x="54" y="689"/>
                          <a:pt x="54" y="689"/>
                          <a:pt x="54" y="689"/>
                        </a:cubicBezTo>
                        <a:cubicBezTo>
                          <a:pt x="54" y="527"/>
                          <a:pt x="54" y="527"/>
                          <a:pt x="54" y="527"/>
                        </a:cubicBezTo>
                        <a:cubicBezTo>
                          <a:pt x="54" y="473"/>
                          <a:pt x="54" y="473"/>
                          <a:pt x="54" y="473"/>
                        </a:cubicBezTo>
                        <a:cubicBezTo>
                          <a:pt x="54" y="318"/>
                          <a:pt x="54" y="318"/>
                          <a:pt x="54" y="318"/>
                        </a:cubicBezTo>
                        <a:cubicBezTo>
                          <a:pt x="54" y="264"/>
                          <a:pt x="54" y="264"/>
                          <a:pt x="54" y="264"/>
                        </a:cubicBezTo>
                        <a:cubicBezTo>
                          <a:pt x="54" y="129"/>
                          <a:pt x="54" y="129"/>
                          <a:pt x="54" y="129"/>
                        </a:cubicBezTo>
                        <a:cubicBezTo>
                          <a:pt x="54" y="88"/>
                          <a:pt x="81" y="54"/>
                          <a:pt x="128" y="54"/>
                        </a:cubicBezTo>
                        <a:cubicBezTo>
                          <a:pt x="256" y="54"/>
                          <a:pt x="256" y="54"/>
                          <a:pt x="256" y="54"/>
                        </a:cubicBezTo>
                        <a:cubicBezTo>
                          <a:pt x="310" y="54"/>
                          <a:pt x="310" y="54"/>
                          <a:pt x="310" y="54"/>
                        </a:cubicBezTo>
                        <a:cubicBezTo>
                          <a:pt x="472" y="54"/>
                          <a:pt x="472" y="54"/>
                          <a:pt x="472" y="54"/>
                        </a:cubicBezTo>
                        <a:cubicBezTo>
                          <a:pt x="526" y="54"/>
                          <a:pt x="526" y="54"/>
                          <a:pt x="526" y="54"/>
                        </a:cubicBezTo>
                        <a:cubicBezTo>
                          <a:pt x="682" y="54"/>
                          <a:pt x="682" y="54"/>
                          <a:pt x="682" y="54"/>
                        </a:cubicBezTo>
                        <a:cubicBezTo>
                          <a:pt x="736" y="54"/>
                          <a:pt x="736" y="54"/>
                          <a:pt x="736" y="54"/>
                        </a:cubicBezTo>
                        <a:cubicBezTo>
                          <a:pt x="898" y="54"/>
                          <a:pt x="898" y="54"/>
                          <a:pt x="898" y="54"/>
                        </a:cubicBezTo>
                        <a:cubicBezTo>
                          <a:pt x="952" y="54"/>
                          <a:pt x="952" y="54"/>
                          <a:pt x="952" y="54"/>
                        </a:cubicBezTo>
                        <a:cubicBezTo>
                          <a:pt x="1080" y="54"/>
                          <a:pt x="1080" y="54"/>
                          <a:pt x="1080" y="54"/>
                        </a:cubicBezTo>
                        <a:cubicBezTo>
                          <a:pt x="1127" y="54"/>
                          <a:pt x="1154" y="88"/>
                          <a:pt x="1154" y="129"/>
                        </a:cubicBezTo>
                        <a:cubicBezTo>
                          <a:pt x="1154" y="264"/>
                          <a:pt x="1154" y="264"/>
                          <a:pt x="1154" y="264"/>
                        </a:cubicBezTo>
                        <a:cubicBezTo>
                          <a:pt x="1154" y="264"/>
                          <a:pt x="1154" y="264"/>
                          <a:pt x="1154" y="264"/>
                        </a:cubicBezTo>
                        <a:close/>
                      </a:path>
                    </a:pathLst>
                  </a:custGeom>
                  <a:solidFill>
                    <a:schemeClr val="tx1">
                      <a:lumMod val="85000"/>
                      <a:lumOff val="15000"/>
                    </a:scheme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</p:grpSp>
            <p:pic>
              <p:nvPicPr>
                <p:cNvPr id="838" name="그림 837">
                  <a:extLst>
                    <a:ext uri="{FF2B5EF4-FFF2-40B4-BE49-F238E27FC236}">
                      <a16:creationId xmlns:a16="http://schemas.microsoft.com/office/drawing/2014/main" id="{BB4EC797-57B9-1021-3D50-136D3F3185D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lum bright="100000"/>
                </a:blip>
                <a:stretch>
                  <a:fillRect/>
                </a:stretch>
              </p:blipFill>
              <p:spPr>
                <a:xfrm>
                  <a:off x="1124483" y="5707212"/>
                  <a:ext cx="491143" cy="179999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861" name="그룹 860">
              <a:extLst>
                <a:ext uri="{FF2B5EF4-FFF2-40B4-BE49-F238E27FC236}">
                  <a16:creationId xmlns:a16="http://schemas.microsoft.com/office/drawing/2014/main" id="{936991F0-B44D-9173-C4D5-EEBF8DECA1A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025913" y="4121333"/>
              <a:ext cx="332424" cy="457200"/>
              <a:chOff x="3493292" y="3693520"/>
              <a:chExt cx="897069" cy="1233786"/>
            </a:xfrm>
          </p:grpSpPr>
          <p:grpSp>
            <p:nvGrpSpPr>
              <p:cNvPr id="862" name="그룹 861">
                <a:extLst>
                  <a:ext uri="{FF2B5EF4-FFF2-40B4-BE49-F238E27FC236}">
                    <a16:creationId xmlns:a16="http://schemas.microsoft.com/office/drawing/2014/main" id="{1C7524E0-C03A-BD0F-9B61-17672CBC9630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493292" y="3693520"/>
                <a:ext cx="897069" cy="1233786"/>
                <a:chOff x="11921389" y="4267727"/>
                <a:chExt cx="916126" cy="1260000"/>
              </a:xfrm>
            </p:grpSpPr>
            <p:sp>
              <p:nvSpPr>
                <p:cNvPr id="884" name="사각형: 둥근 모서리 800">
                  <a:extLst>
                    <a:ext uri="{FF2B5EF4-FFF2-40B4-BE49-F238E27FC236}">
                      <a16:creationId xmlns:a16="http://schemas.microsoft.com/office/drawing/2014/main" id="{6A38FF05-5A00-2A8C-268C-0BC81488ACE1}"/>
                    </a:ext>
                  </a:extLst>
                </p:cNvPr>
                <p:cNvSpPr/>
                <p:nvPr/>
              </p:nvSpPr>
              <p:spPr>
                <a:xfrm>
                  <a:off x="11923593" y="4271687"/>
                  <a:ext cx="911716" cy="1252078"/>
                </a:xfrm>
                <a:prstGeom prst="roundRect">
                  <a:avLst>
                    <a:gd name="adj" fmla="val 7097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b="0" i="0" u="none" strike="noStrike" kern="1200" cap="none" spc="-30" normalizeH="0" baseline="0" noProof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KoPub돋움체 Bold"/>
                    <a:ea typeface="KoPub돋움체 Medium"/>
                    <a:cs typeface="Arial"/>
                  </a:endParaRPr>
                </a:p>
              </p:txBody>
            </p:sp>
            <p:grpSp>
              <p:nvGrpSpPr>
                <p:cNvPr id="885" name="그룹 884">
                  <a:extLst>
                    <a:ext uri="{FF2B5EF4-FFF2-40B4-BE49-F238E27FC236}">
                      <a16:creationId xmlns:a16="http://schemas.microsoft.com/office/drawing/2014/main" id="{952396C4-8B9A-A395-5E98-9A3A2CD81E38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1921389" y="4267727"/>
                  <a:ext cx="916126" cy="1260000"/>
                  <a:chOff x="14485938" y="-2571751"/>
                  <a:chExt cx="554038" cy="762000"/>
                </a:xfrm>
                <a:solidFill>
                  <a:srgbClr val="262626"/>
                </a:solidFill>
              </p:grpSpPr>
              <p:sp>
                <p:nvSpPr>
                  <p:cNvPr id="886" name="Freeform 230">
                    <a:extLst>
                      <a:ext uri="{FF2B5EF4-FFF2-40B4-BE49-F238E27FC236}">
                        <a16:creationId xmlns:a16="http://schemas.microsoft.com/office/drawing/2014/main" id="{D3127D71-110D-5D73-7153-920110CD9C98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4485938" y="-2571751"/>
                    <a:ext cx="554038" cy="762000"/>
                  </a:xfrm>
                  <a:custGeom>
                    <a:avLst/>
                    <a:gdLst>
                      <a:gd name="T0" fmla="*/ 137 w 147"/>
                      <a:gd name="T1" fmla="*/ 0 h 200"/>
                      <a:gd name="T2" fmla="*/ 10 w 147"/>
                      <a:gd name="T3" fmla="*/ 0 h 200"/>
                      <a:gd name="T4" fmla="*/ 0 w 147"/>
                      <a:gd name="T5" fmla="*/ 10 h 200"/>
                      <a:gd name="T6" fmla="*/ 0 w 147"/>
                      <a:gd name="T7" fmla="*/ 190 h 200"/>
                      <a:gd name="T8" fmla="*/ 10 w 147"/>
                      <a:gd name="T9" fmla="*/ 200 h 200"/>
                      <a:gd name="T10" fmla="*/ 137 w 147"/>
                      <a:gd name="T11" fmla="*/ 200 h 200"/>
                      <a:gd name="T12" fmla="*/ 140 w 147"/>
                      <a:gd name="T13" fmla="*/ 199 h 200"/>
                      <a:gd name="T14" fmla="*/ 146 w 147"/>
                      <a:gd name="T15" fmla="*/ 193 h 200"/>
                      <a:gd name="T16" fmla="*/ 147 w 147"/>
                      <a:gd name="T17" fmla="*/ 190 h 200"/>
                      <a:gd name="T18" fmla="*/ 147 w 147"/>
                      <a:gd name="T19" fmla="*/ 10 h 200"/>
                      <a:gd name="T20" fmla="*/ 137 w 147"/>
                      <a:gd name="T21" fmla="*/ 0 h 200"/>
                      <a:gd name="T22" fmla="*/ 139 w 147"/>
                      <a:gd name="T23" fmla="*/ 189 h 200"/>
                      <a:gd name="T24" fmla="*/ 135 w 147"/>
                      <a:gd name="T25" fmla="*/ 192 h 200"/>
                      <a:gd name="T26" fmla="*/ 10 w 147"/>
                      <a:gd name="T27" fmla="*/ 192 h 200"/>
                      <a:gd name="T28" fmla="*/ 8 w 147"/>
                      <a:gd name="T29" fmla="*/ 190 h 200"/>
                      <a:gd name="T30" fmla="*/ 8 w 147"/>
                      <a:gd name="T31" fmla="*/ 10 h 200"/>
                      <a:gd name="T32" fmla="*/ 10 w 147"/>
                      <a:gd name="T33" fmla="*/ 8 h 200"/>
                      <a:gd name="T34" fmla="*/ 137 w 147"/>
                      <a:gd name="T35" fmla="*/ 8 h 200"/>
                      <a:gd name="T36" fmla="*/ 139 w 147"/>
                      <a:gd name="T37" fmla="*/ 10 h 200"/>
                      <a:gd name="T38" fmla="*/ 139 w 147"/>
                      <a:gd name="T39" fmla="*/ 189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47" h="200">
                        <a:moveTo>
                          <a:pt x="137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4" y="0"/>
                          <a:pt x="0" y="5"/>
                          <a:pt x="0" y="10"/>
                        </a:cubicBezTo>
                        <a:cubicBezTo>
                          <a:pt x="0" y="190"/>
                          <a:pt x="0" y="190"/>
                          <a:pt x="0" y="190"/>
                        </a:cubicBezTo>
                        <a:cubicBezTo>
                          <a:pt x="0" y="196"/>
                          <a:pt x="4" y="200"/>
                          <a:pt x="10" y="200"/>
                        </a:cubicBezTo>
                        <a:cubicBezTo>
                          <a:pt x="137" y="200"/>
                          <a:pt x="137" y="200"/>
                          <a:pt x="137" y="200"/>
                        </a:cubicBezTo>
                        <a:cubicBezTo>
                          <a:pt x="138" y="200"/>
                          <a:pt x="139" y="200"/>
                          <a:pt x="140" y="199"/>
                        </a:cubicBezTo>
                        <a:cubicBezTo>
                          <a:pt x="146" y="193"/>
                          <a:pt x="146" y="193"/>
                          <a:pt x="146" y="193"/>
                        </a:cubicBezTo>
                        <a:cubicBezTo>
                          <a:pt x="146" y="192"/>
                          <a:pt x="147" y="191"/>
                          <a:pt x="147" y="190"/>
                        </a:cubicBezTo>
                        <a:cubicBezTo>
                          <a:pt x="147" y="10"/>
                          <a:pt x="147" y="10"/>
                          <a:pt x="147" y="10"/>
                        </a:cubicBezTo>
                        <a:cubicBezTo>
                          <a:pt x="147" y="5"/>
                          <a:pt x="142" y="0"/>
                          <a:pt x="137" y="0"/>
                        </a:cubicBezTo>
                        <a:close/>
                        <a:moveTo>
                          <a:pt x="139" y="189"/>
                        </a:moveTo>
                        <a:cubicBezTo>
                          <a:pt x="135" y="192"/>
                          <a:pt x="135" y="192"/>
                          <a:pt x="135" y="192"/>
                        </a:cubicBezTo>
                        <a:cubicBezTo>
                          <a:pt x="10" y="192"/>
                          <a:pt x="10" y="192"/>
                          <a:pt x="10" y="192"/>
                        </a:cubicBezTo>
                        <a:cubicBezTo>
                          <a:pt x="9" y="192"/>
                          <a:pt x="8" y="191"/>
                          <a:pt x="8" y="19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9" y="8"/>
                          <a:pt x="10" y="8"/>
                        </a:cubicBezTo>
                        <a:cubicBezTo>
                          <a:pt x="137" y="8"/>
                          <a:pt x="137" y="8"/>
                          <a:pt x="137" y="8"/>
                        </a:cubicBezTo>
                        <a:cubicBezTo>
                          <a:pt x="138" y="8"/>
                          <a:pt x="139" y="9"/>
                          <a:pt x="139" y="10"/>
                        </a:cubicBezTo>
                        <a:lnTo>
                          <a:pt x="139" y="18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KoPub돋움체 Bold"/>
                      <a:ea typeface="KoPub돋움체 Medium"/>
                      <a:cs typeface="Arial"/>
                    </a:endParaRPr>
                  </a:p>
                </p:txBody>
              </p:sp>
              <p:sp>
                <p:nvSpPr>
                  <p:cNvPr id="887" name="Freeform 231">
                    <a:extLst>
                      <a:ext uri="{FF2B5EF4-FFF2-40B4-BE49-F238E27FC236}">
                        <a16:creationId xmlns:a16="http://schemas.microsoft.com/office/drawing/2014/main" id="{27A03C25-F5FF-F9CE-DACB-700DF6EF0FA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603413" y="-2403476"/>
                    <a:ext cx="315913" cy="30163"/>
                  </a:xfrm>
                  <a:custGeom>
                    <a:avLst/>
                    <a:gdLst>
                      <a:gd name="T0" fmla="*/ 80 w 84"/>
                      <a:gd name="T1" fmla="*/ 0 h 8"/>
                      <a:gd name="T2" fmla="*/ 4 w 84"/>
                      <a:gd name="T3" fmla="*/ 0 h 8"/>
                      <a:gd name="T4" fmla="*/ 0 w 84"/>
                      <a:gd name="T5" fmla="*/ 4 h 8"/>
                      <a:gd name="T6" fmla="*/ 4 w 84"/>
                      <a:gd name="T7" fmla="*/ 8 h 8"/>
                      <a:gd name="T8" fmla="*/ 80 w 84"/>
                      <a:gd name="T9" fmla="*/ 8 h 8"/>
                      <a:gd name="T10" fmla="*/ 84 w 84"/>
                      <a:gd name="T11" fmla="*/ 4 h 8"/>
                      <a:gd name="T12" fmla="*/ 80 w 84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">
                        <a:moveTo>
                          <a:pt x="80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6"/>
                          <a:pt x="2" y="8"/>
                          <a:pt x="4" y="8"/>
                        </a:cubicBezTo>
                        <a:cubicBezTo>
                          <a:pt x="80" y="8"/>
                          <a:pt x="80" y="8"/>
                          <a:pt x="80" y="8"/>
                        </a:cubicBezTo>
                        <a:cubicBezTo>
                          <a:pt x="82" y="8"/>
                          <a:pt x="84" y="6"/>
                          <a:pt x="84" y="4"/>
                        </a:cubicBezTo>
                        <a:cubicBezTo>
                          <a:pt x="84" y="2"/>
                          <a:pt x="82" y="0"/>
                          <a:pt x="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KoPub돋움체 Bold"/>
                      <a:ea typeface="KoPub돋움체 Medium"/>
                      <a:cs typeface="Arial"/>
                    </a:endParaRPr>
                  </a:p>
                </p:txBody>
              </p:sp>
            </p:grpSp>
          </p:grpSp>
          <p:grpSp>
            <p:nvGrpSpPr>
              <p:cNvPr id="863" name="그룹 862">
                <a:extLst>
                  <a:ext uri="{FF2B5EF4-FFF2-40B4-BE49-F238E27FC236}">
                    <a16:creationId xmlns:a16="http://schemas.microsoft.com/office/drawing/2014/main" id="{C3DBC23E-BDDE-E9F2-4F3E-8FE85ED0ADF4}"/>
                  </a:ext>
                </a:extLst>
              </p:cNvPr>
              <p:cNvGrpSpPr/>
              <p:nvPr/>
            </p:nvGrpSpPr>
            <p:grpSpPr>
              <a:xfrm>
                <a:off x="3623554" y="4140320"/>
                <a:ext cx="636537" cy="634466"/>
                <a:chOff x="881898" y="5310642"/>
                <a:chExt cx="976313" cy="973138"/>
              </a:xfrm>
            </p:grpSpPr>
            <p:grpSp>
              <p:nvGrpSpPr>
                <p:cNvPr id="864" name="그룹 863">
                  <a:extLst>
                    <a:ext uri="{FF2B5EF4-FFF2-40B4-BE49-F238E27FC236}">
                      <a16:creationId xmlns:a16="http://schemas.microsoft.com/office/drawing/2014/main" id="{E74A24E4-7361-DAD5-520A-2AA4F6B64131}"/>
                    </a:ext>
                  </a:extLst>
                </p:cNvPr>
                <p:cNvGrpSpPr/>
                <p:nvPr/>
              </p:nvGrpSpPr>
              <p:grpSpPr>
                <a:xfrm>
                  <a:off x="881898" y="5310642"/>
                  <a:ext cx="976313" cy="973138"/>
                  <a:chOff x="21240750" y="2320925"/>
                  <a:chExt cx="976313" cy="973138"/>
                </a:xfrm>
              </p:grpSpPr>
              <p:sp>
                <p:nvSpPr>
                  <p:cNvPr id="866" name="Freeform 113">
                    <a:extLst>
                      <a:ext uri="{FF2B5EF4-FFF2-40B4-BE49-F238E27FC236}">
                        <a16:creationId xmlns:a16="http://schemas.microsoft.com/office/drawing/2014/main" id="{1A901CA9-F1D2-5A79-4600-C37FE8FB59E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410343" y="2487232"/>
                    <a:ext cx="637131" cy="640525"/>
                  </a:xfrm>
                  <a:custGeom>
                    <a:avLst/>
                    <a:gdLst>
                      <a:gd name="T0" fmla="*/ 1100 w 1100"/>
                      <a:gd name="T1" fmla="*/ 210 h 1107"/>
                      <a:gd name="T2" fmla="*/ 1100 w 1100"/>
                      <a:gd name="T3" fmla="*/ 264 h 1107"/>
                      <a:gd name="T4" fmla="*/ 1100 w 1100"/>
                      <a:gd name="T5" fmla="*/ 419 h 1107"/>
                      <a:gd name="T6" fmla="*/ 1100 w 1100"/>
                      <a:gd name="T7" fmla="*/ 473 h 1107"/>
                      <a:gd name="T8" fmla="*/ 1100 w 1100"/>
                      <a:gd name="T9" fmla="*/ 635 h 1107"/>
                      <a:gd name="T10" fmla="*/ 1100 w 1100"/>
                      <a:gd name="T11" fmla="*/ 689 h 1107"/>
                      <a:gd name="T12" fmla="*/ 1100 w 1100"/>
                      <a:gd name="T13" fmla="*/ 844 h 1107"/>
                      <a:gd name="T14" fmla="*/ 1100 w 1100"/>
                      <a:gd name="T15" fmla="*/ 898 h 1107"/>
                      <a:gd name="T16" fmla="*/ 1100 w 1100"/>
                      <a:gd name="T17" fmla="*/ 1033 h 1107"/>
                      <a:gd name="T18" fmla="*/ 1026 w 1100"/>
                      <a:gd name="T19" fmla="*/ 1107 h 1107"/>
                      <a:gd name="T20" fmla="*/ 898 w 1100"/>
                      <a:gd name="T21" fmla="*/ 1107 h 1107"/>
                      <a:gd name="T22" fmla="*/ 844 w 1100"/>
                      <a:gd name="T23" fmla="*/ 1107 h 1107"/>
                      <a:gd name="T24" fmla="*/ 682 w 1100"/>
                      <a:gd name="T25" fmla="*/ 1107 h 1107"/>
                      <a:gd name="T26" fmla="*/ 628 w 1100"/>
                      <a:gd name="T27" fmla="*/ 1107 h 1107"/>
                      <a:gd name="T28" fmla="*/ 472 w 1100"/>
                      <a:gd name="T29" fmla="*/ 1107 h 1107"/>
                      <a:gd name="T30" fmla="*/ 418 w 1100"/>
                      <a:gd name="T31" fmla="*/ 1107 h 1107"/>
                      <a:gd name="T32" fmla="*/ 256 w 1100"/>
                      <a:gd name="T33" fmla="*/ 1107 h 1107"/>
                      <a:gd name="T34" fmla="*/ 202 w 1100"/>
                      <a:gd name="T35" fmla="*/ 1107 h 1107"/>
                      <a:gd name="T36" fmla="*/ 74 w 1100"/>
                      <a:gd name="T37" fmla="*/ 1107 h 1107"/>
                      <a:gd name="T38" fmla="*/ 0 w 1100"/>
                      <a:gd name="T39" fmla="*/ 1033 h 1107"/>
                      <a:gd name="T40" fmla="*/ 0 w 1100"/>
                      <a:gd name="T41" fmla="*/ 898 h 1107"/>
                      <a:gd name="T42" fmla="*/ 0 w 1100"/>
                      <a:gd name="T43" fmla="*/ 844 h 1107"/>
                      <a:gd name="T44" fmla="*/ 0 w 1100"/>
                      <a:gd name="T45" fmla="*/ 689 h 1107"/>
                      <a:gd name="T46" fmla="*/ 0 w 1100"/>
                      <a:gd name="T47" fmla="*/ 635 h 1107"/>
                      <a:gd name="T48" fmla="*/ 0 w 1100"/>
                      <a:gd name="T49" fmla="*/ 473 h 1107"/>
                      <a:gd name="T50" fmla="*/ 0 w 1100"/>
                      <a:gd name="T51" fmla="*/ 419 h 1107"/>
                      <a:gd name="T52" fmla="*/ 0 w 1100"/>
                      <a:gd name="T53" fmla="*/ 264 h 1107"/>
                      <a:gd name="T54" fmla="*/ 0 w 1100"/>
                      <a:gd name="T55" fmla="*/ 210 h 1107"/>
                      <a:gd name="T56" fmla="*/ 0 w 1100"/>
                      <a:gd name="T57" fmla="*/ 75 h 1107"/>
                      <a:gd name="T58" fmla="*/ 74 w 1100"/>
                      <a:gd name="T59" fmla="*/ 0 h 1107"/>
                      <a:gd name="T60" fmla="*/ 202 w 1100"/>
                      <a:gd name="T61" fmla="*/ 0 h 1107"/>
                      <a:gd name="T62" fmla="*/ 256 w 1100"/>
                      <a:gd name="T63" fmla="*/ 0 h 1107"/>
                      <a:gd name="T64" fmla="*/ 418 w 1100"/>
                      <a:gd name="T65" fmla="*/ 0 h 1107"/>
                      <a:gd name="T66" fmla="*/ 472 w 1100"/>
                      <a:gd name="T67" fmla="*/ 0 h 1107"/>
                      <a:gd name="T68" fmla="*/ 628 w 1100"/>
                      <a:gd name="T69" fmla="*/ 0 h 1107"/>
                      <a:gd name="T70" fmla="*/ 682 w 1100"/>
                      <a:gd name="T71" fmla="*/ 0 h 1107"/>
                      <a:gd name="T72" fmla="*/ 844 w 1100"/>
                      <a:gd name="T73" fmla="*/ 0 h 1107"/>
                      <a:gd name="T74" fmla="*/ 898 w 1100"/>
                      <a:gd name="T75" fmla="*/ 0 h 1107"/>
                      <a:gd name="T76" fmla="*/ 1026 w 1100"/>
                      <a:gd name="T77" fmla="*/ 0 h 1107"/>
                      <a:gd name="T78" fmla="*/ 1100 w 1100"/>
                      <a:gd name="T79" fmla="*/ 75 h 1107"/>
                      <a:gd name="T80" fmla="*/ 1100 w 1100"/>
                      <a:gd name="T81" fmla="*/ 210 h 1107"/>
                      <a:gd name="T82" fmla="*/ 1100 w 1100"/>
                      <a:gd name="T83" fmla="*/ 210 h 110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1100" h="1107">
                        <a:moveTo>
                          <a:pt x="1100" y="210"/>
                        </a:moveTo>
                        <a:cubicBezTo>
                          <a:pt x="1100" y="264"/>
                          <a:pt x="1100" y="264"/>
                          <a:pt x="1100" y="264"/>
                        </a:cubicBezTo>
                        <a:cubicBezTo>
                          <a:pt x="1100" y="419"/>
                          <a:pt x="1100" y="419"/>
                          <a:pt x="1100" y="419"/>
                        </a:cubicBezTo>
                        <a:cubicBezTo>
                          <a:pt x="1100" y="473"/>
                          <a:pt x="1100" y="473"/>
                          <a:pt x="1100" y="473"/>
                        </a:cubicBezTo>
                        <a:cubicBezTo>
                          <a:pt x="1100" y="635"/>
                          <a:pt x="1100" y="635"/>
                          <a:pt x="1100" y="635"/>
                        </a:cubicBezTo>
                        <a:cubicBezTo>
                          <a:pt x="1100" y="689"/>
                          <a:pt x="1100" y="689"/>
                          <a:pt x="1100" y="689"/>
                        </a:cubicBezTo>
                        <a:cubicBezTo>
                          <a:pt x="1100" y="844"/>
                          <a:pt x="1100" y="844"/>
                          <a:pt x="1100" y="844"/>
                        </a:cubicBezTo>
                        <a:cubicBezTo>
                          <a:pt x="1100" y="898"/>
                          <a:pt x="1100" y="898"/>
                          <a:pt x="1100" y="898"/>
                        </a:cubicBezTo>
                        <a:cubicBezTo>
                          <a:pt x="1100" y="1033"/>
                          <a:pt x="1100" y="1033"/>
                          <a:pt x="1100" y="1033"/>
                        </a:cubicBezTo>
                        <a:cubicBezTo>
                          <a:pt x="1100" y="1073"/>
                          <a:pt x="1073" y="1107"/>
                          <a:pt x="1026" y="1107"/>
                        </a:cubicBezTo>
                        <a:cubicBezTo>
                          <a:pt x="898" y="1107"/>
                          <a:pt x="898" y="1107"/>
                          <a:pt x="898" y="1107"/>
                        </a:cubicBezTo>
                        <a:cubicBezTo>
                          <a:pt x="844" y="1107"/>
                          <a:pt x="844" y="1107"/>
                          <a:pt x="844" y="1107"/>
                        </a:cubicBezTo>
                        <a:cubicBezTo>
                          <a:pt x="682" y="1107"/>
                          <a:pt x="682" y="1107"/>
                          <a:pt x="682" y="1107"/>
                        </a:cubicBezTo>
                        <a:cubicBezTo>
                          <a:pt x="628" y="1107"/>
                          <a:pt x="628" y="1107"/>
                          <a:pt x="628" y="1107"/>
                        </a:cubicBezTo>
                        <a:cubicBezTo>
                          <a:pt x="472" y="1107"/>
                          <a:pt x="472" y="1107"/>
                          <a:pt x="472" y="1107"/>
                        </a:cubicBezTo>
                        <a:cubicBezTo>
                          <a:pt x="418" y="1107"/>
                          <a:pt x="418" y="1107"/>
                          <a:pt x="418" y="1107"/>
                        </a:cubicBezTo>
                        <a:cubicBezTo>
                          <a:pt x="256" y="1107"/>
                          <a:pt x="256" y="1107"/>
                          <a:pt x="256" y="1107"/>
                        </a:cubicBezTo>
                        <a:cubicBezTo>
                          <a:pt x="202" y="1107"/>
                          <a:pt x="202" y="1107"/>
                          <a:pt x="202" y="1107"/>
                        </a:cubicBezTo>
                        <a:cubicBezTo>
                          <a:pt x="74" y="1107"/>
                          <a:pt x="74" y="1107"/>
                          <a:pt x="74" y="1107"/>
                        </a:cubicBezTo>
                        <a:cubicBezTo>
                          <a:pt x="27" y="1107"/>
                          <a:pt x="0" y="1073"/>
                          <a:pt x="0" y="1033"/>
                        </a:cubicBezTo>
                        <a:cubicBezTo>
                          <a:pt x="0" y="898"/>
                          <a:pt x="0" y="898"/>
                          <a:pt x="0" y="898"/>
                        </a:cubicBezTo>
                        <a:cubicBezTo>
                          <a:pt x="0" y="844"/>
                          <a:pt x="0" y="844"/>
                          <a:pt x="0" y="844"/>
                        </a:cubicBezTo>
                        <a:cubicBezTo>
                          <a:pt x="0" y="689"/>
                          <a:pt x="0" y="689"/>
                          <a:pt x="0" y="689"/>
                        </a:cubicBezTo>
                        <a:cubicBezTo>
                          <a:pt x="0" y="635"/>
                          <a:pt x="0" y="635"/>
                          <a:pt x="0" y="635"/>
                        </a:cubicBezTo>
                        <a:cubicBezTo>
                          <a:pt x="0" y="473"/>
                          <a:pt x="0" y="473"/>
                          <a:pt x="0" y="473"/>
                        </a:cubicBezTo>
                        <a:cubicBezTo>
                          <a:pt x="0" y="419"/>
                          <a:pt x="0" y="419"/>
                          <a:pt x="0" y="419"/>
                        </a:cubicBezTo>
                        <a:cubicBezTo>
                          <a:pt x="0" y="264"/>
                          <a:pt x="0" y="264"/>
                          <a:pt x="0" y="264"/>
                        </a:cubicBezTo>
                        <a:cubicBezTo>
                          <a:pt x="0" y="210"/>
                          <a:pt x="0" y="210"/>
                          <a:pt x="0" y="210"/>
                        </a:cubicBezTo>
                        <a:cubicBezTo>
                          <a:pt x="0" y="75"/>
                          <a:pt x="0" y="75"/>
                          <a:pt x="0" y="75"/>
                        </a:cubicBezTo>
                        <a:cubicBezTo>
                          <a:pt x="0" y="34"/>
                          <a:pt x="27" y="0"/>
                          <a:pt x="74" y="0"/>
                        </a:cubicBezTo>
                        <a:cubicBezTo>
                          <a:pt x="202" y="0"/>
                          <a:pt x="202" y="0"/>
                          <a:pt x="202" y="0"/>
                        </a:cubicBezTo>
                        <a:cubicBezTo>
                          <a:pt x="256" y="0"/>
                          <a:pt x="256" y="0"/>
                          <a:pt x="256" y="0"/>
                        </a:cubicBezTo>
                        <a:cubicBezTo>
                          <a:pt x="418" y="0"/>
                          <a:pt x="418" y="0"/>
                          <a:pt x="418" y="0"/>
                        </a:cubicBezTo>
                        <a:cubicBezTo>
                          <a:pt x="472" y="0"/>
                          <a:pt x="472" y="0"/>
                          <a:pt x="472" y="0"/>
                        </a:cubicBezTo>
                        <a:cubicBezTo>
                          <a:pt x="628" y="0"/>
                          <a:pt x="628" y="0"/>
                          <a:pt x="628" y="0"/>
                        </a:cubicBezTo>
                        <a:cubicBezTo>
                          <a:pt x="682" y="0"/>
                          <a:pt x="682" y="0"/>
                          <a:pt x="682" y="0"/>
                        </a:cubicBezTo>
                        <a:cubicBezTo>
                          <a:pt x="844" y="0"/>
                          <a:pt x="844" y="0"/>
                          <a:pt x="844" y="0"/>
                        </a:cubicBezTo>
                        <a:cubicBezTo>
                          <a:pt x="898" y="0"/>
                          <a:pt x="898" y="0"/>
                          <a:pt x="898" y="0"/>
                        </a:cubicBezTo>
                        <a:cubicBezTo>
                          <a:pt x="1026" y="0"/>
                          <a:pt x="1026" y="0"/>
                          <a:pt x="1026" y="0"/>
                        </a:cubicBezTo>
                        <a:cubicBezTo>
                          <a:pt x="1073" y="0"/>
                          <a:pt x="1100" y="34"/>
                          <a:pt x="1100" y="75"/>
                        </a:cubicBezTo>
                        <a:cubicBezTo>
                          <a:pt x="1100" y="210"/>
                          <a:pt x="1100" y="210"/>
                          <a:pt x="1100" y="210"/>
                        </a:cubicBezTo>
                        <a:cubicBezTo>
                          <a:pt x="1100" y="210"/>
                          <a:pt x="1100" y="210"/>
                          <a:pt x="1100" y="210"/>
                        </a:cubicBezTo>
                        <a:close/>
                      </a:path>
                    </a:pathLst>
                  </a:custGeom>
                  <a:solidFill>
                    <a:schemeClr val="tx1">
                      <a:lumMod val="85000"/>
                      <a:lumOff val="15000"/>
                    </a:scheme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67" name="Freeform 96">
                    <a:extLst>
                      <a:ext uri="{FF2B5EF4-FFF2-40B4-BE49-F238E27FC236}">
                        <a16:creationId xmlns:a16="http://schemas.microsoft.com/office/drawing/2014/main" id="{3938FBA8-C2BE-D2DA-DEE6-844EC6A98E0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085300" y="2620963"/>
                    <a:ext cx="131763" cy="30163"/>
                  </a:xfrm>
                  <a:custGeom>
                    <a:avLst/>
                    <a:gdLst>
                      <a:gd name="T0" fmla="*/ 244 w 244"/>
                      <a:gd name="T1" fmla="*/ 28 h 55"/>
                      <a:gd name="T2" fmla="*/ 217 w 244"/>
                      <a:gd name="T3" fmla="*/ 0 h 55"/>
                      <a:gd name="T4" fmla="*/ 0 w 244"/>
                      <a:gd name="T5" fmla="*/ 0 h 55"/>
                      <a:gd name="T6" fmla="*/ 0 w 244"/>
                      <a:gd name="T7" fmla="*/ 55 h 55"/>
                      <a:gd name="T8" fmla="*/ 217 w 244"/>
                      <a:gd name="T9" fmla="*/ 55 h 55"/>
                      <a:gd name="T10" fmla="*/ 244 w 244"/>
                      <a:gd name="T11" fmla="*/ 28 h 5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4" h="55">
                        <a:moveTo>
                          <a:pt x="244" y="28"/>
                        </a:moveTo>
                        <a:cubicBezTo>
                          <a:pt x="244" y="14"/>
                          <a:pt x="230" y="0"/>
                          <a:pt x="217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55"/>
                          <a:pt x="0" y="55"/>
                          <a:pt x="0" y="55"/>
                        </a:cubicBezTo>
                        <a:cubicBezTo>
                          <a:pt x="217" y="55"/>
                          <a:pt x="217" y="55"/>
                          <a:pt x="217" y="55"/>
                        </a:cubicBezTo>
                        <a:cubicBezTo>
                          <a:pt x="230" y="55"/>
                          <a:pt x="244" y="41"/>
                          <a:pt x="244" y="28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68" name="Freeform 97">
                    <a:extLst>
                      <a:ext uri="{FF2B5EF4-FFF2-40B4-BE49-F238E27FC236}">
                        <a16:creationId xmlns:a16="http://schemas.microsoft.com/office/drawing/2014/main" id="{F51D4C48-9698-6267-2ED1-D4AD26B0372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085300" y="2733675"/>
                    <a:ext cx="131763" cy="30163"/>
                  </a:xfrm>
                  <a:custGeom>
                    <a:avLst/>
                    <a:gdLst>
                      <a:gd name="T0" fmla="*/ 217 w 244"/>
                      <a:gd name="T1" fmla="*/ 0 h 54"/>
                      <a:gd name="T2" fmla="*/ 0 w 244"/>
                      <a:gd name="T3" fmla="*/ 0 h 54"/>
                      <a:gd name="T4" fmla="*/ 0 w 244"/>
                      <a:gd name="T5" fmla="*/ 54 h 54"/>
                      <a:gd name="T6" fmla="*/ 217 w 244"/>
                      <a:gd name="T7" fmla="*/ 54 h 54"/>
                      <a:gd name="T8" fmla="*/ 244 w 244"/>
                      <a:gd name="T9" fmla="*/ 27 h 54"/>
                      <a:gd name="T10" fmla="*/ 217 w 244"/>
                      <a:gd name="T11" fmla="*/ 0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4" h="54">
                        <a:moveTo>
                          <a:pt x="217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54"/>
                          <a:pt x="0" y="54"/>
                          <a:pt x="0" y="54"/>
                        </a:cubicBezTo>
                        <a:cubicBezTo>
                          <a:pt x="217" y="54"/>
                          <a:pt x="217" y="54"/>
                          <a:pt x="217" y="54"/>
                        </a:cubicBezTo>
                        <a:cubicBezTo>
                          <a:pt x="230" y="54"/>
                          <a:pt x="244" y="47"/>
                          <a:pt x="244" y="27"/>
                        </a:cubicBezTo>
                        <a:cubicBezTo>
                          <a:pt x="244" y="13"/>
                          <a:pt x="230" y="0"/>
                          <a:pt x="217" y="0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69" name="Freeform 98">
                    <a:extLst>
                      <a:ext uri="{FF2B5EF4-FFF2-40B4-BE49-F238E27FC236}">
                        <a16:creationId xmlns:a16="http://schemas.microsoft.com/office/drawing/2014/main" id="{FBBA8AA4-3A51-DF2E-D9A4-0A16538E1E9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085300" y="2851150"/>
                    <a:ext cx="131763" cy="30163"/>
                  </a:xfrm>
                  <a:custGeom>
                    <a:avLst/>
                    <a:gdLst>
                      <a:gd name="T0" fmla="*/ 217 w 244"/>
                      <a:gd name="T1" fmla="*/ 0 h 54"/>
                      <a:gd name="T2" fmla="*/ 0 w 244"/>
                      <a:gd name="T3" fmla="*/ 0 h 54"/>
                      <a:gd name="T4" fmla="*/ 0 w 244"/>
                      <a:gd name="T5" fmla="*/ 54 h 54"/>
                      <a:gd name="T6" fmla="*/ 217 w 244"/>
                      <a:gd name="T7" fmla="*/ 54 h 54"/>
                      <a:gd name="T8" fmla="*/ 244 w 244"/>
                      <a:gd name="T9" fmla="*/ 27 h 54"/>
                      <a:gd name="T10" fmla="*/ 217 w 244"/>
                      <a:gd name="T11" fmla="*/ 0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4" h="54">
                        <a:moveTo>
                          <a:pt x="217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54"/>
                          <a:pt x="0" y="54"/>
                          <a:pt x="0" y="54"/>
                        </a:cubicBezTo>
                        <a:cubicBezTo>
                          <a:pt x="217" y="54"/>
                          <a:pt x="217" y="54"/>
                          <a:pt x="217" y="54"/>
                        </a:cubicBezTo>
                        <a:cubicBezTo>
                          <a:pt x="230" y="54"/>
                          <a:pt x="244" y="41"/>
                          <a:pt x="244" y="27"/>
                        </a:cubicBezTo>
                        <a:cubicBezTo>
                          <a:pt x="244" y="14"/>
                          <a:pt x="230" y="0"/>
                          <a:pt x="217" y="0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70" name="Freeform 99">
                    <a:extLst>
                      <a:ext uri="{FF2B5EF4-FFF2-40B4-BE49-F238E27FC236}">
                        <a16:creationId xmlns:a16="http://schemas.microsoft.com/office/drawing/2014/main" id="{9A42CDDD-6768-A0E8-9479-BBECCF927D8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085300" y="2965450"/>
                    <a:ext cx="131763" cy="28575"/>
                  </a:xfrm>
                  <a:custGeom>
                    <a:avLst/>
                    <a:gdLst>
                      <a:gd name="T0" fmla="*/ 217 w 244"/>
                      <a:gd name="T1" fmla="*/ 0 h 54"/>
                      <a:gd name="T2" fmla="*/ 0 w 244"/>
                      <a:gd name="T3" fmla="*/ 0 h 54"/>
                      <a:gd name="T4" fmla="*/ 0 w 244"/>
                      <a:gd name="T5" fmla="*/ 54 h 54"/>
                      <a:gd name="T6" fmla="*/ 217 w 244"/>
                      <a:gd name="T7" fmla="*/ 54 h 54"/>
                      <a:gd name="T8" fmla="*/ 244 w 244"/>
                      <a:gd name="T9" fmla="*/ 27 h 54"/>
                      <a:gd name="T10" fmla="*/ 217 w 244"/>
                      <a:gd name="T11" fmla="*/ 0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4" h="54">
                        <a:moveTo>
                          <a:pt x="217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54"/>
                          <a:pt x="0" y="54"/>
                          <a:pt x="0" y="54"/>
                        </a:cubicBezTo>
                        <a:cubicBezTo>
                          <a:pt x="217" y="54"/>
                          <a:pt x="217" y="54"/>
                          <a:pt x="217" y="54"/>
                        </a:cubicBezTo>
                        <a:cubicBezTo>
                          <a:pt x="230" y="54"/>
                          <a:pt x="244" y="47"/>
                          <a:pt x="244" y="27"/>
                        </a:cubicBezTo>
                        <a:cubicBezTo>
                          <a:pt x="244" y="13"/>
                          <a:pt x="230" y="0"/>
                          <a:pt x="217" y="0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71" name="Freeform 100">
                    <a:extLst>
                      <a:ext uri="{FF2B5EF4-FFF2-40B4-BE49-F238E27FC236}">
                        <a16:creationId xmlns:a16="http://schemas.microsoft.com/office/drawing/2014/main" id="{427B14FE-9C61-9B6D-F117-58B1D1A5CEB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240750" y="2620963"/>
                    <a:ext cx="131763" cy="30163"/>
                  </a:xfrm>
                  <a:custGeom>
                    <a:avLst/>
                    <a:gdLst>
                      <a:gd name="T0" fmla="*/ 0 w 243"/>
                      <a:gd name="T1" fmla="*/ 28 h 55"/>
                      <a:gd name="T2" fmla="*/ 27 w 243"/>
                      <a:gd name="T3" fmla="*/ 55 h 55"/>
                      <a:gd name="T4" fmla="*/ 243 w 243"/>
                      <a:gd name="T5" fmla="*/ 55 h 55"/>
                      <a:gd name="T6" fmla="*/ 243 w 243"/>
                      <a:gd name="T7" fmla="*/ 0 h 55"/>
                      <a:gd name="T8" fmla="*/ 27 w 243"/>
                      <a:gd name="T9" fmla="*/ 0 h 55"/>
                      <a:gd name="T10" fmla="*/ 0 w 243"/>
                      <a:gd name="T11" fmla="*/ 28 h 5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3" h="55">
                        <a:moveTo>
                          <a:pt x="0" y="28"/>
                        </a:moveTo>
                        <a:cubicBezTo>
                          <a:pt x="0" y="41"/>
                          <a:pt x="14" y="55"/>
                          <a:pt x="27" y="55"/>
                        </a:cubicBezTo>
                        <a:cubicBezTo>
                          <a:pt x="243" y="55"/>
                          <a:pt x="243" y="55"/>
                          <a:pt x="243" y="55"/>
                        </a:cubicBezTo>
                        <a:cubicBezTo>
                          <a:pt x="243" y="0"/>
                          <a:pt x="243" y="0"/>
                          <a:pt x="243" y="0"/>
                        </a:cubicBezTo>
                        <a:cubicBezTo>
                          <a:pt x="27" y="0"/>
                          <a:pt x="27" y="0"/>
                          <a:pt x="27" y="0"/>
                        </a:cubicBezTo>
                        <a:cubicBezTo>
                          <a:pt x="14" y="0"/>
                          <a:pt x="0" y="14"/>
                          <a:pt x="0" y="28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72" name="Freeform 101">
                    <a:extLst>
                      <a:ext uri="{FF2B5EF4-FFF2-40B4-BE49-F238E27FC236}">
                        <a16:creationId xmlns:a16="http://schemas.microsoft.com/office/drawing/2014/main" id="{F03E6247-7F29-130B-7C55-62DE2729300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240750" y="2733675"/>
                    <a:ext cx="131763" cy="30163"/>
                  </a:xfrm>
                  <a:custGeom>
                    <a:avLst/>
                    <a:gdLst>
                      <a:gd name="T0" fmla="*/ 0 w 243"/>
                      <a:gd name="T1" fmla="*/ 27 h 54"/>
                      <a:gd name="T2" fmla="*/ 27 w 243"/>
                      <a:gd name="T3" fmla="*/ 54 h 54"/>
                      <a:gd name="T4" fmla="*/ 243 w 243"/>
                      <a:gd name="T5" fmla="*/ 54 h 54"/>
                      <a:gd name="T6" fmla="*/ 243 w 243"/>
                      <a:gd name="T7" fmla="*/ 0 h 54"/>
                      <a:gd name="T8" fmla="*/ 27 w 243"/>
                      <a:gd name="T9" fmla="*/ 0 h 54"/>
                      <a:gd name="T10" fmla="*/ 0 w 243"/>
                      <a:gd name="T11" fmla="*/ 27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3" h="54">
                        <a:moveTo>
                          <a:pt x="0" y="27"/>
                        </a:moveTo>
                        <a:cubicBezTo>
                          <a:pt x="0" y="47"/>
                          <a:pt x="14" y="54"/>
                          <a:pt x="27" y="54"/>
                        </a:cubicBezTo>
                        <a:cubicBezTo>
                          <a:pt x="243" y="54"/>
                          <a:pt x="243" y="54"/>
                          <a:pt x="243" y="54"/>
                        </a:cubicBezTo>
                        <a:cubicBezTo>
                          <a:pt x="243" y="0"/>
                          <a:pt x="243" y="0"/>
                          <a:pt x="243" y="0"/>
                        </a:cubicBezTo>
                        <a:cubicBezTo>
                          <a:pt x="27" y="0"/>
                          <a:pt x="27" y="0"/>
                          <a:pt x="27" y="0"/>
                        </a:cubicBezTo>
                        <a:cubicBezTo>
                          <a:pt x="14" y="0"/>
                          <a:pt x="0" y="13"/>
                          <a:pt x="0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73" name="Freeform 102">
                    <a:extLst>
                      <a:ext uri="{FF2B5EF4-FFF2-40B4-BE49-F238E27FC236}">
                        <a16:creationId xmlns:a16="http://schemas.microsoft.com/office/drawing/2014/main" id="{0F95BB75-6106-E87F-AE26-F6C23E72B7A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240750" y="2851150"/>
                    <a:ext cx="131763" cy="30163"/>
                  </a:xfrm>
                  <a:custGeom>
                    <a:avLst/>
                    <a:gdLst>
                      <a:gd name="T0" fmla="*/ 0 w 243"/>
                      <a:gd name="T1" fmla="*/ 27 h 54"/>
                      <a:gd name="T2" fmla="*/ 27 w 243"/>
                      <a:gd name="T3" fmla="*/ 54 h 54"/>
                      <a:gd name="T4" fmla="*/ 243 w 243"/>
                      <a:gd name="T5" fmla="*/ 54 h 54"/>
                      <a:gd name="T6" fmla="*/ 243 w 243"/>
                      <a:gd name="T7" fmla="*/ 0 h 54"/>
                      <a:gd name="T8" fmla="*/ 27 w 243"/>
                      <a:gd name="T9" fmla="*/ 0 h 54"/>
                      <a:gd name="T10" fmla="*/ 0 w 243"/>
                      <a:gd name="T11" fmla="*/ 27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3" h="54">
                        <a:moveTo>
                          <a:pt x="0" y="27"/>
                        </a:moveTo>
                        <a:cubicBezTo>
                          <a:pt x="0" y="41"/>
                          <a:pt x="14" y="54"/>
                          <a:pt x="27" y="54"/>
                        </a:cubicBezTo>
                        <a:cubicBezTo>
                          <a:pt x="243" y="54"/>
                          <a:pt x="243" y="54"/>
                          <a:pt x="243" y="54"/>
                        </a:cubicBezTo>
                        <a:cubicBezTo>
                          <a:pt x="243" y="0"/>
                          <a:pt x="243" y="0"/>
                          <a:pt x="243" y="0"/>
                        </a:cubicBezTo>
                        <a:cubicBezTo>
                          <a:pt x="27" y="0"/>
                          <a:pt x="27" y="0"/>
                          <a:pt x="27" y="0"/>
                        </a:cubicBezTo>
                        <a:cubicBezTo>
                          <a:pt x="14" y="0"/>
                          <a:pt x="0" y="14"/>
                          <a:pt x="0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74" name="Freeform 103">
                    <a:extLst>
                      <a:ext uri="{FF2B5EF4-FFF2-40B4-BE49-F238E27FC236}">
                        <a16:creationId xmlns:a16="http://schemas.microsoft.com/office/drawing/2014/main" id="{3404B8FA-9D32-F28A-3629-6ED3EA2649D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240750" y="2965450"/>
                    <a:ext cx="131763" cy="28575"/>
                  </a:xfrm>
                  <a:custGeom>
                    <a:avLst/>
                    <a:gdLst>
                      <a:gd name="T0" fmla="*/ 0 w 243"/>
                      <a:gd name="T1" fmla="*/ 27 h 54"/>
                      <a:gd name="T2" fmla="*/ 27 w 243"/>
                      <a:gd name="T3" fmla="*/ 54 h 54"/>
                      <a:gd name="T4" fmla="*/ 243 w 243"/>
                      <a:gd name="T5" fmla="*/ 54 h 54"/>
                      <a:gd name="T6" fmla="*/ 243 w 243"/>
                      <a:gd name="T7" fmla="*/ 0 h 54"/>
                      <a:gd name="T8" fmla="*/ 27 w 243"/>
                      <a:gd name="T9" fmla="*/ 0 h 54"/>
                      <a:gd name="T10" fmla="*/ 0 w 243"/>
                      <a:gd name="T11" fmla="*/ 27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43" h="54">
                        <a:moveTo>
                          <a:pt x="0" y="27"/>
                        </a:moveTo>
                        <a:cubicBezTo>
                          <a:pt x="0" y="47"/>
                          <a:pt x="14" y="54"/>
                          <a:pt x="27" y="54"/>
                        </a:cubicBezTo>
                        <a:cubicBezTo>
                          <a:pt x="243" y="54"/>
                          <a:pt x="243" y="54"/>
                          <a:pt x="243" y="54"/>
                        </a:cubicBezTo>
                        <a:cubicBezTo>
                          <a:pt x="243" y="0"/>
                          <a:pt x="243" y="0"/>
                          <a:pt x="243" y="0"/>
                        </a:cubicBezTo>
                        <a:cubicBezTo>
                          <a:pt x="27" y="0"/>
                          <a:pt x="27" y="0"/>
                          <a:pt x="27" y="0"/>
                        </a:cubicBezTo>
                        <a:cubicBezTo>
                          <a:pt x="14" y="0"/>
                          <a:pt x="0" y="13"/>
                          <a:pt x="0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75" name="Freeform 104">
                    <a:extLst>
                      <a:ext uri="{FF2B5EF4-FFF2-40B4-BE49-F238E27FC236}">
                        <a16:creationId xmlns:a16="http://schemas.microsoft.com/office/drawing/2014/main" id="{3F4E38C9-942D-85A6-E5F2-B330DEB7978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540788" y="2320925"/>
                    <a:ext cx="28575" cy="128588"/>
                  </a:xfrm>
                  <a:custGeom>
                    <a:avLst/>
                    <a:gdLst>
                      <a:gd name="T0" fmla="*/ 54 w 54"/>
                      <a:gd name="T1" fmla="*/ 27 h 237"/>
                      <a:gd name="T2" fmla="*/ 27 w 54"/>
                      <a:gd name="T3" fmla="*/ 0 h 237"/>
                      <a:gd name="T4" fmla="*/ 0 w 54"/>
                      <a:gd name="T5" fmla="*/ 27 h 237"/>
                      <a:gd name="T6" fmla="*/ 0 w 54"/>
                      <a:gd name="T7" fmla="*/ 237 h 237"/>
                      <a:gd name="T8" fmla="*/ 54 w 54"/>
                      <a:gd name="T9" fmla="*/ 237 h 237"/>
                      <a:gd name="T10" fmla="*/ 54 w 54"/>
                      <a:gd name="T11" fmla="*/ 27 h 237"/>
                      <a:gd name="T12" fmla="*/ 54 w 54"/>
                      <a:gd name="T13" fmla="*/ 27 h 2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7">
                        <a:moveTo>
                          <a:pt x="54" y="27"/>
                        </a:moveTo>
                        <a:cubicBezTo>
                          <a:pt x="54" y="14"/>
                          <a:pt x="40" y="0"/>
                          <a:pt x="27" y="0"/>
                        </a:cubicBezTo>
                        <a:cubicBezTo>
                          <a:pt x="13" y="0"/>
                          <a:pt x="0" y="14"/>
                          <a:pt x="0" y="27"/>
                        </a:cubicBezTo>
                        <a:cubicBezTo>
                          <a:pt x="0" y="237"/>
                          <a:pt x="0" y="237"/>
                          <a:pt x="0" y="237"/>
                        </a:cubicBezTo>
                        <a:cubicBezTo>
                          <a:pt x="54" y="237"/>
                          <a:pt x="54" y="237"/>
                          <a:pt x="54" y="23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76" name="Freeform 105">
                    <a:extLst>
                      <a:ext uri="{FF2B5EF4-FFF2-40B4-BE49-F238E27FC236}">
                        <a16:creationId xmlns:a16="http://schemas.microsoft.com/office/drawing/2014/main" id="{17E8CEB6-5CA4-3AFD-3EAB-39246017A96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658263" y="2320925"/>
                    <a:ext cx="28575" cy="128588"/>
                  </a:xfrm>
                  <a:custGeom>
                    <a:avLst/>
                    <a:gdLst>
                      <a:gd name="T0" fmla="*/ 54 w 54"/>
                      <a:gd name="T1" fmla="*/ 27 h 237"/>
                      <a:gd name="T2" fmla="*/ 27 w 54"/>
                      <a:gd name="T3" fmla="*/ 0 h 237"/>
                      <a:gd name="T4" fmla="*/ 0 w 54"/>
                      <a:gd name="T5" fmla="*/ 27 h 237"/>
                      <a:gd name="T6" fmla="*/ 0 w 54"/>
                      <a:gd name="T7" fmla="*/ 237 h 237"/>
                      <a:gd name="T8" fmla="*/ 54 w 54"/>
                      <a:gd name="T9" fmla="*/ 237 h 237"/>
                      <a:gd name="T10" fmla="*/ 54 w 54"/>
                      <a:gd name="T11" fmla="*/ 27 h 237"/>
                      <a:gd name="T12" fmla="*/ 54 w 54"/>
                      <a:gd name="T13" fmla="*/ 27 h 2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7">
                        <a:moveTo>
                          <a:pt x="54" y="27"/>
                        </a:moveTo>
                        <a:cubicBezTo>
                          <a:pt x="54" y="14"/>
                          <a:pt x="40" y="0"/>
                          <a:pt x="27" y="0"/>
                        </a:cubicBezTo>
                        <a:cubicBezTo>
                          <a:pt x="13" y="0"/>
                          <a:pt x="0" y="14"/>
                          <a:pt x="0" y="27"/>
                        </a:cubicBezTo>
                        <a:cubicBezTo>
                          <a:pt x="0" y="237"/>
                          <a:pt x="0" y="237"/>
                          <a:pt x="0" y="237"/>
                        </a:cubicBezTo>
                        <a:cubicBezTo>
                          <a:pt x="54" y="237"/>
                          <a:pt x="54" y="237"/>
                          <a:pt x="54" y="23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77" name="Freeform 106">
                    <a:extLst>
                      <a:ext uri="{FF2B5EF4-FFF2-40B4-BE49-F238E27FC236}">
                        <a16:creationId xmlns:a16="http://schemas.microsoft.com/office/drawing/2014/main" id="{191E56CE-E3B2-69E5-7C51-09E7F67B0F2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770975" y="2320925"/>
                    <a:ext cx="30163" cy="128588"/>
                  </a:xfrm>
                  <a:custGeom>
                    <a:avLst/>
                    <a:gdLst>
                      <a:gd name="T0" fmla="*/ 54 w 54"/>
                      <a:gd name="T1" fmla="*/ 27 h 237"/>
                      <a:gd name="T2" fmla="*/ 27 w 54"/>
                      <a:gd name="T3" fmla="*/ 0 h 237"/>
                      <a:gd name="T4" fmla="*/ 0 w 54"/>
                      <a:gd name="T5" fmla="*/ 27 h 237"/>
                      <a:gd name="T6" fmla="*/ 0 w 54"/>
                      <a:gd name="T7" fmla="*/ 237 h 237"/>
                      <a:gd name="T8" fmla="*/ 54 w 54"/>
                      <a:gd name="T9" fmla="*/ 237 h 237"/>
                      <a:gd name="T10" fmla="*/ 54 w 54"/>
                      <a:gd name="T11" fmla="*/ 27 h 237"/>
                      <a:gd name="T12" fmla="*/ 54 w 54"/>
                      <a:gd name="T13" fmla="*/ 27 h 2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7">
                        <a:moveTo>
                          <a:pt x="54" y="27"/>
                        </a:moveTo>
                        <a:cubicBezTo>
                          <a:pt x="54" y="14"/>
                          <a:pt x="40" y="0"/>
                          <a:pt x="27" y="0"/>
                        </a:cubicBezTo>
                        <a:cubicBezTo>
                          <a:pt x="13" y="0"/>
                          <a:pt x="0" y="14"/>
                          <a:pt x="0" y="27"/>
                        </a:cubicBezTo>
                        <a:cubicBezTo>
                          <a:pt x="0" y="237"/>
                          <a:pt x="0" y="237"/>
                          <a:pt x="0" y="237"/>
                        </a:cubicBezTo>
                        <a:cubicBezTo>
                          <a:pt x="54" y="237"/>
                          <a:pt x="54" y="237"/>
                          <a:pt x="54" y="23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78" name="Freeform 107">
                    <a:extLst>
                      <a:ext uri="{FF2B5EF4-FFF2-40B4-BE49-F238E27FC236}">
                        <a16:creationId xmlns:a16="http://schemas.microsoft.com/office/drawing/2014/main" id="{2CF7A122-14D9-986B-F63A-FFE779788F7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886863" y="2320925"/>
                    <a:ext cx="30163" cy="128588"/>
                  </a:xfrm>
                  <a:custGeom>
                    <a:avLst/>
                    <a:gdLst>
                      <a:gd name="T0" fmla="*/ 54 w 54"/>
                      <a:gd name="T1" fmla="*/ 27 h 237"/>
                      <a:gd name="T2" fmla="*/ 27 w 54"/>
                      <a:gd name="T3" fmla="*/ 0 h 237"/>
                      <a:gd name="T4" fmla="*/ 0 w 54"/>
                      <a:gd name="T5" fmla="*/ 27 h 237"/>
                      <a:gd name="T6" fmla="*/ 0 w 54"/>
                      <a:gd name="T7" fmla="*/ 237 h 237"/>
                      <a:gd name="T8" fmla="*/ 54 w 54"/>
                      <a:gd name="T9" fmla="*/ 237 h 237"/>
                      <a:gd name="T10" fmla="*/ 54 w 54"/>
                      <a:gd name="T11" fmla="*/ 27 h 237"/>
                      <a:gd name="T12" fmla="*/ 54 w 54"/>
                      <a:gd name="T13" fmla="*/ 27 h 2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7">
                        <a:moveTo>
                          <a:pt x="54" y="27"/>
                        </a:moveTo>
                        <a:cubicBezTo>
                          <a:pt x="54" y="14"/>
                          <a:pt x="40" y="0"/>
                          <a:pt x="27" y="0"/>
                        </a:cubicBezTo>
                        <a:cubicBezTo>
                          <a:pt x="13" y="0"/>
                          <a:pt x="0" y="14"/>
                          <a:pt x="0" y="27"/>
                        </a:cubicBezTo>
                        <a:cubicBezTo>
                          <a:pt x="0" y="237"/>
                          <a:pt x="0" y="237"/>
                          <a:pt x="0" y="237"/>
                        </a:cubicBezTo>
                        <a:cubicBezTo>
                          <a:pt x="54" y="237"/>
                          <a:pt x="54" y="237"/>
                          <a:pt x="54" y="23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ubicBezTo>
                          <a:pt x="54" y="27"/>
                          <a:pt x="54" y="27"/>
                          <a:pt x="54" y="27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79" name="Freeform 108">
                    <a:extLst>
                      <a:ext uri="{FF2B5EF4-FFF2-40B4-BE49-F238E27FC236}">
                        <a16:creationId xmlns:a16="http://schemas.microsoft.com/office/drawing/2014/main" id="{30960C13-6063-7108-6D9D-3FE343DF37D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540788" y="3165475"/>
                    <a:ext cx="28575" cy="128588"/>
                  </a:xfrm>
                  <a:custGeom>
                    <a:avLst/>
                    <a:gdLst>
                      <a:gd name="T0" fmla="*/ 0 w 54"/>
                      <a:gd name="T1" fmla="*/ 211 h 238"/>
                      <a:gd name="T2" fmla="*/ 27 w 54"/>
                      <a:gd name="T3" fmla="*/ 238 h 238"/>
                      <a:gd name="T4" fmla="*/ 54 w 54"/>
                      <a:gd name="T5" fmla="*/ 211 h 238"/>
                      <a:gd name="T6" fmla="*/ 54 w 54"/>
                      <a:gd name="T7" fmla="*/ 0 h 238"/>
                      <a:gd name="T8" fmla="*/ 0 w 54"/>
                      <a:gd name="T9" fmla="*/ 0 h 238"/>
                      <a:gd name="T10" fmla="*/ 0 w 54"/>
                      <a:gd name="T11" fmla="*/ 211 h 238"/>
                      <a:gd name="T12" fmla="*/ 0 w 54"/>
                      <a:gd name="T13" fmla="*/ 211 h 2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8">
                        <a:moveTo>
                          <a:pt x="0" y="211"/>
                        </a:moveTo>
                        <a:cubicBezTo>
                          <a:pt x="0" y="231"/>
                          <a:pt x="13" y="238"/>
                          <a:pt x="27" y="238"/>
                        </a:cubicBezTo>
                        <a:cubicBezTo>
                          <a:pt x="40" y="238"/>
                          <a:pt x="54" y="231"/>
                          <a:pt x="54" y="211"/>
                        </a:cubicBezTo>
                        <a:cubicBezTo>
                          <a:pt x="54" y="0"/>
                          <a:pt x="54" y="0"/>
                          <a:pt x="54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80" name="Freeform 109">
                    <a:extLst>
                      <a:ext uri="{FF2B5EF4-FFF2-40B4-BE49-F238E27FC236}">
                        <a16:creationId xmlns:a16="http://schemas.microsoft.com/office/drawing/2014/main" id="{EF00F122-B18C-3F5C-9426-BDE5A1701F5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658263" y="3165475"/>
                    <a:ext cx="28575" cy="128588"/>
                  </a:xfrm>
                  <a:custGeom>
                    <a:avLst/>
                    <a:gdLst>
                      <a:gd name="T0" fmla="*/ 0 w 54"/>
                      <a:gd name="T1" fmla="*/ 211 h 238"/>
                      <a:gd name="T2" fmla="*/ 27 w 54"/>
                      <a:gd name="T3" fmla="*/ 238 h 238"/>
                      <a:gd name="T4" fmla="*/ 54 w 54"/>
                      <a:gd name="T5" fmla="*/ 211 h 238"/>
                      <a:gd name="T6" fmla="*/ 54 w 54"/>
                      <a:gd name="T7" fmla="*/ 0 h 238"/>
                      <a:gd name="T8" fmla="*/ 0 w 54"/>
                      <a:gd name="T9" fmla="*/ 0 h 238"/>
                      <a:gd name="T10" fmla="*/ 0 w 54"/>
                      <a:gd name="T11" fmla="*/ 211 h 238"/>
                      <a:gd name="T12" fmla="*/ 0 w 54"/>
                      <a:gd name="T13" fmla="*/ 211 h 2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8">
                        <a:moveTo>
                          <a:pt x="0" y="211"/>
                        </a:moveTo>
                        <a:cubicBezTo>
                          <a:pt x="0" y="231"/>
                          <a:pt x="13" y="238"/>
                          <a:pt x="27" y="238"/>
                        </a:cubicBezTo>
                        <a:cubicBezTo>
                          <a:pt x="40" y="238"/>
                          <a:pt x="54" y="231"/>
                          <a:pt x="54" y="211"/>
                        </a:cubicBezTo>
                        <a:cubicBezTo>
                          <a:pt x="54" y="0"/>
                          <a:pt x="54" y="0"/>
                          <a:pt x="54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81" name="Freeform 110">
                    <a:extLst>
                      <a:ext uri="{FF2B5EF4-FFF2-40B4-BE49-F238E27FC236}">
                        <a16:creationId xmlns:a16="http://schemas.microsoft.com/office/drawing/2014/main" id="{9DFB958F-5290-C9E0-ACBC-DC5337596ED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770975" y="3165475"/>
                    <a:ext cx="30163" cy="128588"/>
                  </a:xfrm>
                  <a:custGeom>
                    <a:avLst/>
                    <a:gdLst>
                      <a:gd name="T0" fmla="*/ 0 w 54"/>
                      <a:gd name="T1" fmla="*/ 211 h 238"/>
                      <a:gd name="T2" fmla="*/ 27 w 54"/>
                      <a:gd name="T3" fmla="*/ 238 h 238"/>
                      <a:gd name="T4" fmla="*/ 54 w 54"/>
                      <a:gd name="T5" fmla="*/ 211 h 238"/>
                      <a:gd name="T6" fmla="*/ 54 w 54"/>
                      <a:gd name="T7" fmla="*/ 0 h 238"/>
                      <a:gd name="T8" fmla="*/ 0 w 54"/>
                      <a:gd name="T9" fmla="*/ 0 h 238"/>
                      <a:gd name="T10" fmla="*/ 0 w 54"/>
                      <a:gd name="T11" fmla="*/ 211 h 238"/>
                      <a:gd name="T12" fmla="*/ 0 w 54"/>
                      <a:gd name="T13" fmla="*/ 211 h 2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8">
                        <a:moveTo>
                          <a:pt x="0" y="211"/>
                        </a:moveTo>
                        <a:cubicBezTo>
                          <a:pt x="0" y="231"/>
                          <a:pt x="13" y="238"/>
                          <a:pt x="27" y="238"/>
                        </a:cubicBezTo>
                        <a:cubicBezTo>
                          <a:pt x="40" y="238"/>
                          <a:pt x="54" y="231"/>
                          <a:pt x="54" y="211"/>
                        </a:cubicBezTo>
                        <a:cubicBezTo>
                          <a:pt x="54" y="0"/>
                          <a:pt x="54" y="0"/>
                          <a:pt x="54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82" name="Freeform 111">
                    <a:extLst>
                      <a:ext uri="{FF2B5EF4-FFF2-40B4-BE49-F238E27FC236}">
                        <a16:creationId xmlns:a16="http://schemas.microsoft.com/office/drawing/2014/main" id="{B5EAD3D6-A507-C16D-4C75-E85D16D85A2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886863" y="3165475"/>
                    <a:ext cx="30163" cy="128588"/>
                  </a:xfrm>
                  <a:custGeom>
                    <a:avLst/>
                    <a:gdLst>
                      <a:gd name="T0" fmla="*/ 0 w 54"/>
                      <a:gd name="T1" fmla="*/ 211 h 238"/>
                      <a:gd name="T2" fmla="*/ 27 w 54"/>
                      <a:gd name="T3" fmla="*/ 238 h 238"/>
                      <a:gd name="T4" fmla="*/ 54 w 54"/>
                      <a:gd name="T5" fmla="*/ 211 h 238"/>
                      <a:gd name="T6" fmla="*/ 54 w 54"/>
                      <a:gd name="T7" fmla="*/ 0 h 238"/>
                      <a:gd name="T8" fmla="*/ 0 w 54"/>
                      <a:gd name="T9" fmla="*/ 0 h 238"/>
                      <a:gd name="T10" fmla="*/ 0 w 54"/>
                      <a:gd name="T11" fmla="*/ 211 h 238"/>
                      <a:gd name="T12" fmla="*/ 0 w 54"/>
                      <a:gd name="T13" fmla="*/ 211 h 2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4" h="238">
                        <a:moveTo>
                          <a:pt x="0" y="211"/>
                        </a:moveTo>
                        <a:cubicBezTo>
                          <a:pt x="0" y="231"/>
                          <a:pt x="13" y="238"/>
                          <a:pt x="27" y="238"/>
                        </a:cubicBezTo>
                        <a:cubicBezTo>
                          <a:pt x="40" y="238"/>
                          <a:pt x="54" y="231"/>
                          <a:pt x="54" y="211"/>
                        </a:cubicBezTo>
                        <a:cubicBezTo>
                          <a:pt x="54" y="0"/>
                          <a:pt x="54" y="0"/>
                          <a:pt x="54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ubicBezTo>
                          <a:pt x="0" y="211"/>
                          <a:pt x="0" y="211"/>
                          <a:pt x="0" y="211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883" name="Freeform 112">
                    <a:extLst>
                      <a:ext uri="{FF2B5EF4-FFF2-40B4-BE49-F238E27FC236}">
                        <a16:creationId xmlns:a16="http://schemas.microsoft.com/office/drawing/2014/main" id="{152E7DD3-3C54-DDD9-51FB-29D09B0A0F12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21401088" y="2478088"/>
                    <a:ext cx="654050" cy="658813"/>
                  </a:xfrm>
                  <a:custGeom>
                    <a:avLst/>
                    <a:gdLst>
                      <a:gd name="T0" fmla="*/ 952 w 1208"/>
                      <a:gd name="T1" fmla="*/ 0 h 1215"/>
                      <a:gd name="T2" fmla="*/ 736 w 1208"/>
                      <a:gd name="T3" fmla="*/ 0 h 1215"/>
                      <a:gd name="T4" fmla="*/ 526 w 1208"/>
                      <a:gd name="T5" fmla="*/ 0 h 1215"/>
                      <a:gd name="T6" fmla="*/ 310 w 1208"/>
                      <a:gd name="T7" fmla="*/ 0 h 1215"/>
                      <a:gd name="T8" fmla="*/ 128 w 1208"/>
                      <a:gd name="T9" fmla="*/ 0 h 1215"/>
                      <a:gd name="T10" fmla="*/ 0 w 1208"/>
                      <a:gd name="T11" fmla="*/ 264 h 1215"/>
                      <a:gd name="T12" fmla="*/ 0 w 1208"/>
                      <a:gd name="T13" fmla="*/ 473 h 1215"/>
                      <a:gd name="T14" fmla="*/ 0 w 1208"/>
                      <a:gd name="T15" fmla="*/ 689 h 1215"/>
                      <a:gd name="T16" fmla="*/ 0 w 1208"/>
                      <a:gd name="T17" fmla="*/ 898 h 1215"/>
                      <a:gd name="T18" fmla="*/ 0 w 1208"/>
                      <a:gd name="T19" fmla="*/ 1087 h 1215"/>
                      <a:gd name="T20" fmla="*/ 256 w 1208"/>
                      <a:gd name="T21" fmla="*/ 1215 h 1215"/>
                      <a:gd name="T22" fmla="*/ 472 w 1208"/>
                      <a:gd name="T23" fmla="*/ 1215 h 1215"/>
                      <a:gd name="T24" fmla="*/ 682 w 1208"/>
                      <a:gd name="T25" fmla="*/ 1215 h 1215"/>
                      <a:gd name="T26" fmla="*/ 898 w 1208"/>
                      <a:gd name="T27" fmla="*/ 1215 h 1215"/>
                      <a:gd name="T28" fmla="*/ 1080 w 1208"/>
                      <a:gd name="T29" fmla="*/ 1215 h 1215"/>
                      <a:gd name="T30" fmla="*/ 1208 w 1208"/>
                      <a:gd name="T31" fmla="*/ 952 h 1215"/>
                      <a:gd name="T32" fmla="*/ 1208 w 1208"/>
                      <a:gd name="T33" fmla="*/ 743 h 1215"/>
                      <a:gd name="T34" fmla="*/ 1208 w 1208"/>
                      <a:gd name="T35" fmla="*/ 527 h 1215"/>
                      <a:gd name="T36" fmla="*/ 1208 w 1208"/>
                      <a:gd name="T37" fmla="*/ 318 h 1215"/>
                      <a:gd name="T38" fmla="*/ 1208 w 1208"/>
                      <a:gd name="T39" fmla="*/ 129 h 1215"/>
                      <a:gd name="T40" fmla="*/ 1154 w 1208"/>
                      <a:gd name="T41" fmla="*/ 264 h 1215"/>
                      <a:gd name="T42" fmla="*/ 1154 w 1208"/>
                      <a:gd name="T43" fmla="*/ 473 h 1215"/>
                      <a:gd name="T44" fmla="*/ 1154 w 1208"/>
                      <a:gd name="T45" fmla="*/ 689 h 1215"/>
                      <a:gd name="T46" fmla="*/ 1154 w 1208"/>
                      <a:gd name="T47" fmla="*/ 898 h 1215"/>
                      <a:gd name="T48" fmla="*/ 1154 w 1208"/>
                      <a:gd name="T49" fmla="*/ 1087 h 1215"/>
                      <a:gd name="T50" fmla="*/ 952 w 1208"/>
                      <a:gd name="T51" fmla="*/ 1161 h 1215"/>
                      <a:gd name="T52" fmla="*/ 736 w 1208"/>
                      <a:gd name="T53" fmla="*/ 1161 h 1215"/>
                      <a:gd name="T54" fmla="*/ 526 w 1208"/>
                      <a:gd name="T55" fmla="*/ 1161 h 1215"/>
                      <a:gd name="T56" fmla="*/ 310 w 1208"/>
                      <a:gd name="T57" fmla="*/ 1161 h 1215"/>
                      <a:gd name="T58" fmla="*/ 128 w 1208"/>
                      <a:gd name="T59" fmla="*/ 1161 h 1215"/>
                      <a:gd name="T60" fmla="*/ 54 w 1208"/>
                      <a:gd name="T61" fmla="*/ 952 h 1215"/>
                      <a:gd name="T62" fmla="*/ 54 w 1208"/>
                      <a:gd name="T63" fmla="*/ 743 h 1215"/>
                      <a:gd name="T64" fmla="*/ 54 w 1208"/>
                      <a:gd name="T65" fmla="*/ 527 h 1215"/>
                      <a:gd name="T66" fmla="*/ 54 w 1208"/>
                      <a:gd name="T67" fmla="*/ 318 h 1215"/>
                      <a:gd name="T68" fmla="*/ 54 w 1208"/>
                      <a:gd name="T69" fmla="*/ 129 h 1215"/>
                      <a:gd name="T70" fmla="*/ 256 w 1208"/>
                      <a:gd name="T71" fmla="*/ 54 h 1215"/>
                      <a:gd name="T72" fmla="*/ 472 w 1208"/>
                      <a:gd name="T73" fmla="*/ 54 h 1215"/>
                      <a:gd name="T74" fmla="*/ 682 w 1208"/>
                      <a:gd name="T75" fmla="*/ 54 h 1215"/>
                      <a:gd name="T76" fmla="*/ 898 w 1208"/>
                      <a:gd name="T77" fmla="*/ 54 h 1215"/>
                      <a:gd name="T78" fmla="*/ 1080 w 1208"/>
                      <a:gd name="T79" fmla="*/ 54 h 1215"/>
                      <a:gd name="T80" fmla="*/ 1154 w 1208"/>
                      <a:gd name="T81" fmla="*/ 264 h 121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</a:cxnLst>
                    <a:rect l="0" t="0" r="r" b="b"/>
                    <a:pathLst>
                      <a:path w="1208" h="1215">
                        <a:moveTo>
                          <a:pt x="1080" y="0"/>
                        </a:moveTo>
                        <a:cubicBezTo>
                          <a:pt x="952" y="0"/>
                          <a:pt x="952" y="0"/>
                          <a:pt x="952" y="0"/>
                        </a:cubicBezTo>
                        <a:cubicBezTo>
                          <a:pt x="898" y="0"/>
                          <a:pt x="898" y="0"/>
                          <a:pt x="898" y="0"/>
                        </a:cubicBezTo>
                        <a:cubicBezTo>
                          <a:pt x="736" y="0"/>
                          <a:pt x="736" y="0"/>
                          <a:pt x="736" y="0"/>
                        </a:cubicBezTo>
                        <a:cubicBezTo>
                          <a:pt x="682" y="0"/>
                          <a:pt x="682" y="0"/>
                          <a:pt x="682" y="0"/>
                        </a:cubicBezTo>
                        <a:cubicBezTo>
                          <a:pt x="526" y="0"/>
                          <a:pt x="526" y="0"/>
                          <a:pt x="526" y="0"/>
                        </a:cubicBezTo>
                        <a:cubicBezTo>
                          <a:pt x="472" y="0"/>
                          <a:pt x="472" y="0"/>
                          <a:pt x="472" y="0"/>
                        </a:cubicBezTo>
                        <a:cubicBezTo>
                          <a:pt x="310" y="0"/>
                          <a:pt x="310" y="0"/>
                          <a:pt x="310" y="0"/>
                        </a:cubicBezTo>
                        <a:cubicBezTo>
                          <a:pt x="256" y="0"/>
                          <a:pt x="256" y="0"/>
                          <a:pt x="256" y="0"/>
                        </a:cubicBezTo>
                        <a:cubicBezTo>
                          <a:pt x="128" y="0"/>
                          <a:pt x="128" y="0"/>
                          <a:pt x="128" y="0"/>
                        </a:cubicBezTo>
                        <a:cubicBezTo>
                          <a:pt x="54" y="0"/>
                          <a:pt x="0" y="61"/>
                          <a:pt x="0" y="129"/>
                        </a:cubicBezTo>
                        <a:cubicBezTo>
                          <a:pt x="0" y="264"/>
                          <a:pt x="0" y="264"/>
                          <a:pt x="0" y="264"/>
                        </a:cubicBezTo>
                        <a:cubicBezTo>
                          <a:pt x="0" y="318"/>
                          <a:pt x="0" y="318"/>
                          <a:pt x="0" y="318"/>
                        </a:cubicBezTo>
                        <a:cubicBezTo>
                          <a:pt x="0" y="473"/>
                          <a:pt x="0" y="473"/>
                          <a:pt x="0" y="473"/>
                        </a:cubicBezTo>
                        <a:cubicBezTo>
                          <a:pt x="0" y="527"/>
                          <a:pt x="0" y="527"/>
                          <a:pt x="0" y="527"/>
                        </a:cubicBezTo>
                        <a:cubicBezTo>
                          <a:pt x="0" y="689"/>
                          <a:pt x="0" y="689"/>
                          <a:pt x="0" y="689"/>
                        </a:cubicBezTo>
                        <a:cubicBezTo>
                          <a:pt x="0" y="743"/>
                          <a:pt x="0" y="743"/>
                          <a:pt x="0" y="743"/>
                        </a:cubicBezTo>
                        <a:cubicBezTo>
                          <a:pt x="0" y="898"/>
                          <a:pt x="0" y="898"/>
                          <a:pt x="0" y="898"/>
                        </a:cubicBezTo>
                        <a:cubicBezTo>
                          <a:pt x="0" y="952"/>
                          <a:pt x="0" y="952"/>
                          <a:pt x="0" y="952"/>
                        </a:cubicBezTo>
                        <a:cubicBezTo>
                          <a:pt x="0" y="1087"/>
                          <a:pt x="0" y="1087"/>
                          <a:pt x="0" y="1087"/>
                        </a:cubicBezTo>
                        <a:cubicBezTo>
                          <a:pt x="0" y="1161"/>
                          <a:pt x="54" y="1215"/>
                          <a:pt x="128" y="1215"/>
                        </a:cubicBezTo>
                        <a:cubicBezTo>
                          <a:pt x="256" y="1215"/>
                          <a:pt x="256" y="1215"/>
                          <a:pt x="256" y="1215"/>
                        </a:cubicBezTo>
                        <a:cubicBezTo>
                          <a:pt x="310" y="1215"/>
                          <a:pt x="310" y="1215"/>
                          <a:pt x="310" y="1215"/>
                        </a:cubicBezTo>
                        <a:cubicBezTo>
                          <a:pt x="472" y="1215"/>
                          <a:pt x="472" y="1215"/>
                          <a:pt x="472" y="1215"/>
                        </a:cubicBezTo>
                        <a:cubicBezTo>
                          <a:pt x="526" y="1215"/>
                          <a:pt x="526" y="1215"/>
                          <a:pt x="526" y="1215"/>
                        </a:cubicBezTo>
                        <a:cubicBezTo>
                          <a:pt x="682" y="1215"/>
                          <a:pt x="682" y="1215"/>
                          <a:pt x="682" y="1215"/>
                        </a:cubicBezTo>
                        <a:cubicBezTo>
                          <a:pt x="736" y="1215"/>
                          <a:pt x="736" y="1215"/>
                          <a:pt x="736" y="1215"/>
                        </a:cubicBezTo>
                        <a:cubicBezTo>
                          <a:pt x="898" y="1215"/>
                          <a:pt x="898" y="1215"/>
                          <a:pt x="898" y="1215"/>
                        </a:cubicBezTo>
                        <a:cubicBezTo>
                          <a:pt x="952" y="1215"/>
                          <a:pt x="952" y="1215"/>
                          <a:pt x="952" y="1215"/>
                        </a:cubicBezTo>
                        <a:cubicBezTo>
                          <a:pt x="1080" y="1215"/>
                          <a:pt x="1080" y="1215"/>
                          <a:pt x="1080" y="1215"/>
                        </a:cubicBezTo>
                        <a:cubicBezTo>
                          <a:pt x="1154" y="1215"/>
                          <a:pt x="1208" y="1161"/>
                          <a:pt x="1208" y="1087"/>
                        </a:cubicBezTo>
                        <a:cubicBezTo>
                          <a:pt x="1208" y="952"/>
                          <a:pt x="1208" y="952"/>
                          <a:pt x="1208" y="952"/>
                        </a:cubicBezTo>
                        <a:cubicBezTo>
                          <a:pt x="1208" y="898"/>
                          <a:pt x="1208" y="898"/>
                          <a:pt x="1208" y="898"/>
                        </a:cubicBezTo>
                        <a:cubicBezTo>
                          <a:pt x="1208" y="743"/>
                          <a:pt x="1208" y="743"/>
                          <a:pt x="1208" y="743"/>
                        </a:cubicBezTo>
                        <a:cubicBezTo>
                          <a:pt x="1208" y="689"/>
                          <a:pt x="1208" y="689"/>
                          <a:pt x="1208" y="689"/>
                        </a:cubicBezTo>
                        <a:cubicBezTo>
                          <a:pt x="1208" y="527"/>
                          <a:pt x="1208" y="527"/>
                          <a:pt x="1208" y="527"/>
                        </a:cubicBezTo>
                        <a:cubicBezTo>
                          <a:pt x="1208" y="473"/>
                          <a:pt x="1208" y="473"/>
                          <a:pt x="1208" y="473"/>
                        </a:cubicBezTo>
                        <a:cubicBezTo>
                          <a:pt x="1208" y="318"/>
                          <a:pt x="1208" y="318"/>
                          <a:pt x="1208" y="318"/>
                        </a:cubicBezTo>
                        <a:cubicBezTo>
                          <a:pt x="1208" y="264"/>
                          <a:pt x="1208" y="264"/>
                          <a:pt x="1208" y="264"/>
                        </a:cubicBezTo>
                        <a:cubicBezTo>
                          <a:pt x="1208" y="129"/>
                          <a:pt x="1208" y="129"/>
                          <a:pt x="1208" y="129"/>
                        </a:cubicBezTo>
                        <a:cubicBezTo>
                          <a:pt x="1208" y="61"/>
                          <a:pt x="1154" y="0"/>
                          <a:pt x="1080" y="0"/>
                        </a:cubicBezTo>
                        <a:close/>
                        <a:moveTo>
                          <a:pt x="1154" y="264"/>
                        </a:moveTo>
                        <a:cubicBezTo>
                          <a:pt x="1154" y="318"/>
                          <a:pt x="1154" y="318"/>
                          <a:pt x="1154" y="318"/>
                        </a:cubicBezTo>
                        <a:cubicBezTo>
                          <a:pt x="1154" y="473"/>
                          <a:pt x="1154" y="473"/>
                          <a:pt x="1154" y="473"/>
                        </a:cubicBezTo>
                        <a:cubicBezTo>
                          <a:pt x="1154" y="527"/>
                          <a:pt x="1154" y="527"/>
                          <a:pt x="1154" y="527"/>
                        </a:cubicBezTo>
                        <a:cubicBezTo>
                          <a:pt x="1154" y="689"/>
                          <a:pt x="1154" y="689"/>
                          <a:pt x="1154" y="689"/>
                        </a:cubicBezTo>
                        <a:cubicBezTo>
                          <a:pt x="1154" y="743"/>
                          <a:pt x="1154" y="743"/>
                          <a:pt x="1154" y="743"/>
                        </a:cubicBezTo>
                        <a:cubicBezTo>
                          <a:pt x="1154" y="898"/>
                          <a:pt x="1154" y="898"/>
                          <a:pt x="1154" y="898"/>
                        </a:cubicBezTo>
                        <a:cubicBezTo>
                          <a:pt x="1154" y="952"/>
                          <a:pt x="1154" y="952"/>
                          <a:pt x="1154" y="952"/>
                        </a:cubicBezTo>
                        <a:cubicBezTo>
                          <a:pt x="1154" y="1087"/>
                          <a:pt x="1154" y="1087"/>
                          <a:pt x="1154" y="1087"/>
                        </a:cubicBezTo>
                        <a:cubicBezTo>
                          <a:pt x="1154" y="1127"/>
                          <a:pt x="1127" y="1161"/>
                          <a:pt x="1080" y="1161"/>
                        </a:cubicBezTo>
                        <a:cubicBezTo>
                          <a:pt x="952" y="1161"/>
                          <a:pt x="952" y="1161"/>
                          <a:pt x="952" y="1161"/>
                        </a:cubicBezTo>
                        <a:cubicBezTo>
                          <a:pt x="898" y="1161"/>
                          <a:pt x="898" y="1161"/>
                          <a:pt x="898" y="1161"/>
                        </a:cubicBezTo>
                        <a:cubicBezTo>
                          <a:pt x="736" y="1161"/>
                          <a:pt x="736" y="1161"/>
                          <a:pt x="736" y="1161"/>
                        </a:cubicBezTo>
                        <a:cubicBezTo>
                          <a:pt x="682" y="1161"/>
                          <a:pt x="682" y="1161"/>
                          <a:pt x="682" y="1161"/>
                        </a:cubicBezTo>
                        <a:cubicBezTo>
                          <a:pt x="526" y="1161"/>
                          <a:pt x="526" y="1161"/>
                          <a:pt x="526" y="1161"/>
                        </a:cubicBezTo>
                        <a:cubicBezTo>
                          <a:pt x="472" y="1161"/>
                          <a:pt x="472" y="1161"/>
                          <a:pt x="472" y="1161"/>
                        </a:cubicBezTo>
                        <a:cubicBezTo>
                          <a:pt x="310" y="1161"/>
                          <a:pt x="310" y="1161"/>
                          <a:pt x="310" y="1161"/>
                        </a:cubicBezTo>
                        <a:cubicBezTo>
                          <a:pt x="256" y="1161"/>
                          <a:pt x="256" y="1161"/>
                          <a:pt x="256" y="1161"/>
                        </a:cubicBezTo>
                        <a:cubicBezTo>
                          <a:pt x="128" y="1161"/>
                          <a:pt x="128" y="1161"/>
                          <a:pt x="128" y="1161"/>
                        </a:cubicBezTo>
                        <a:cubicBezTo>
                          <a:pt x="81" y="1161"/>
                          <a:pt x="54" y="1127"/>
                          <a:pt x="54" y="1087"/>
                        </a:cubicBezTo>
                        <a:cubicBezTo>
                          <a:pt x="54" y="952"/>
                          <a:pt x="54" y="952"/>
                          <a:pt x="54" y="952"/>
                        </a:cubicBezTo>
                        <a:cubicBezTo>
                          <a:pt x="54" y="898"/>
                          <a:pt x="54" y="898"/>
                          <a:pt x="54" y="898"/>
                        </a:cubicBezTo>
                        <a:cubicBezTo>
                          <a:pt x="54" y="743"/>
                          <a:pt x="54" y="743"/>
                          <a:pt x="54" y="743"/>
                        </a:cubicBezTo>
                        <a:cubicBezTo>
                          <a:pt x="54" y="689"/>
                          <a:pt x="54" y="689"/>
                          <a:pt x="54" y="689"/>
                        </a:cubicBezTo>
                        <a:cubicBezTo>
                          <a:pt x="54" y="527"/>
                          <a:pt x="54" y="527"/>
                          <a:pt x="54" y="527"/>
                        </a:cubicBezTo>
                        <a:cubicBezTo>
                          <a:pt x="54" y="473"/>
                          <a:pt x="54" y="473"/>
                          <a:pt x="54" y="473"/>
                        </a:cubicBezTo>
                        <a:cubicBezTo>
                          <a:pt x="54" y="318"/>
                          <a:pt x="54" y="318"/>
                          <a:pt x="54" y="318"/>
                        </a:cubicBezTo>
                        <a:cubicBezTo>
                          <a:pt x="54" y="264"/>
                          <a:pt x="54" y="264"/>
                          <a:pt x="54" y="264"/>
                        </a:cubicBezTo>
                        <a:cubicBezTo>
                          <a:pt x="54" y="129"/>
                          <a:pt x="54" y="129"/>
                          <a:pt x="54" y="129"/>
                        </a:cubicBezTo>
                        <a:cubicBezTo>
                          <a:pt x="54" y="88"/>
                          <a:pt x="81" y="54"/>
                          <a:pt x="128" y="54"/>
                        </a:cubicBezTo>
                        <a:cubicBezTo>
                          <a:pt x="256" y="54"/>
                          <a:pt x="256" y="54"/>
                          <a:pt x="256" y="54"/>
                        </a:cubicBezTo>
                        <a:cubicBezTo>
                          <a:pt x="310" y="54"/>
                          <a:pt x="310" y="54"/>
                          <a:pt x="310" y="54"/>
                        </a:cubicBezTo>
                        <a:cubicBezTo>
                          <a:pt x="472" y="54"/>
                          <a:pt x="472" y="54"/>
                          <a:pt x="472" y="54"/>
                        </a:cubicBezTo>
                        <a:cubicBezTo>
                          <a:pt x="526" y="54"/>
                          <a:pt x="526" y="54"/>
                          <a:pt x="526" y="54"/>
                        </a:cubicBezTo>
                        <a:cubicBezTo>
                          <a:pt x="682" y="54"/>
                          <a:pt x="682" y="54"/>
                          <a:pt x="682" y="54"/>
                        </a:cubicBezTo>
                        <a:cubicBezTo>
                          <a:pt x="736" y="54"/>
                          <a:pt x="736" y="54"/>
                          <a:pt x="736" y="54"/>
                        </a:cubicBezTo>
                        <a:cubicBezTo>
                          <a:pt x="898" y="54"/>
                          <a:pt x="898" y="54"/>
                          <a:pt x="898" y="54"/>
                        </a:cubicBezTo>
                        <a:cubicBezTo>
                          <a:pt x="952" y="54"/>
                          <a:pt x="952" y="54"/>
                          <a:pt x="952" y="54"/>
                        </a:cubicBezTo>
                        <a:cubicBezTo>
                          <a:pt x="1080" y="54"/>
                          <a:pt x="1080" y="54"/>
                          <a:pt x="1080" y="54"/>
                        </a:cubicBezTo>
                        <a:cubicBezTo>
                          <a:pt x="1127" y="54"/>
                          <a:pt x="1154" y="88"/>
                          <a:pt x="1154" y="129"/>
                        </a:cubicBezTo>
                        <a:cubicBezTo>
                          <a:pt x="1154" y="264"/>
                          <a:pt x="1154" y="264"/>
                          <a:pt x="1154" y="264"/>
                        </a:cubicBezTo>
                        <a:cubicBezTo>
                          <a:pt x="1154" y="264"/>
                          <a:pt x="1154" y="264"/>
                          <a:pt x="1154" y="264"/>
                        </a:cubicBezTo>
                        <a:close/>
                      </a:path>
                    </a:pathLst>
                  </a:custGeom>
                  <a:solidFill>
                    <a:schemeClr val="tx1">
                      <a:lumMod val="85000"/>
                      <a:lumOff val="15000"/>
                    </a:scheme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맑은 고딕" panose="020B0503020000020004" pitchFamily="50" charset="-127"/>
                      <a:cs typeface="Calibri" panose="020F0502020204030204" pitchFamily="34" charset="0"/>
                    </a:endParaRPr>
                  </a:p>
                </p:txBody>
              </p:sp>
            </p:grpSp>
            <p:pic>
              <p:nvPicPr>
                <p:cNvPr id="865" name="그림 864">
                  <a:extLst>
                    <a:ext uri="{FF2B5EF4-FFF2-40B4-BE49-F238E27FC236}">
                      <a16:creationId xmlns:a16="http://schemas.microsoft.com/office/drawing/2014/main" id="{C005F249-B64B-121B-C5C6-FD9D3DDC59F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lum bright="100000"/>
                </a:blip>
                <a:stretch>
                  <a:fillRect/>
                </a:stretch>
              </p:blipFill>
              <p:spPr>
                <a:xfrm>
                  <a:off x="1124483" y="5707212"/>
                  <a:ext cx="491143" cy="179999"/>
                </a:xfrm>
                <a:prstGeom prst="rect">
                  <a:avLst/>
                </a:prstGeom>
              </p:spPr>
            </p:pic>
          </p:grpSp>
        </p:grpSp>
        <p:sp>
          <p:nvSpPr>
            <p:cNvPr id="888" name="직사각형 887">
              <a:extLst>
                <a:ext uri="{FF2B5EF4-FFF2-40B4-BE49-F238E27FC236}">
                  <a16:creationId xmlns:a16="http://schemas.microsoft.com/office/drawing/2014/main" id="{04A5051B-990C-C3A3-C05D-32A436604284}"/>
                </a:ext>
              </a:extLst>
            </p:cNvPr>
            <p:cNvSpPr/>
            <p:nvPr/>
          </p:nvSpPr>
          <p:spPr>
            <a:xfrm>
              <a:off x="4803716" y="4284230"/>
              <a:ext cx="134998" cy="19233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marL="0" marR="0" lvl="1" indent="0" algn="ctr" defTabSz="14749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r>
                <a:rPr kumimoji="0" lang="en-US" altLang="ko-KR" sz="1000" b="0" i="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/>
                </a:rPr>
                <a:t>…</a:t>
              </a:r>
              <a:endParaRPr kumimoji="0" lang="ko-KR" altLang="en-US" sz="1000" b="0" i="0" u="none" strike="noStrike" kern="0" cap="none" spc="-3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Arial"/>
              </a:endParaRPr>
            </a:p>
          </p:txBody>
        </p:sp>
        <p:grpSp>
          <p:nvGrpSpPr>
            <p:cNvPr id="889" name="그룹 888">
              <a:extLst>
                <a:ext uri="{FF2B5EF4-FFF2-40B4-BE49-F238E27FC236}">
                  <a16:creationId xmlns:a16="http://schemas.microsoft.com/office/drawing/2014/main" id="{3B5941C7-AFA2-6AF7-BB7D-5707EEBB3D97}"/>
                </a:ext>
              </a:extLst>
            </p:cNvPr>
            <p:cNvGrpSpPr/>
            <p:nvPr/>
          </p:nvGrpSpPr>
          <p:grpSpPr>
            <a:xfrm>
              <a:off x="5799686" y="2725300"/>
              <a:ext cx="72000" cy="657318"/>
              <a:chOff x="4409754" y="2722245"/>
              <a:chExt cx="72000" cy="657318"/>
            </a:xfrm>
          </p:grpSpPr>
          <p:sp>
            <p:nvSpPr>
              <p:cNvPr id="890" name="직사각형 889">
                <a:extLst>
                  <a:ext uri="{FF2B5EF4-FFF2-40B4-BE49-F238E27FC236}">
                    <a16:creationId xmlns:a16="http://schemas.microsoft.com/office/drawing/2014/main" id="{ACF31918-424F-6E30-4828-EDB4B9F1702F}"/>
                  </a:ext>
                </a:extLst>
              </p:cNvPr>
              <p:cNvSpPr/>
              <p:nvPr/>
            </p:nvSpPr>
            <p:spPr>
              <a:xfrm flipV="1">
                <a:off x="4409754" y="3307563"/>
                <a:ext cx="72000" cy="72000"/>
              </a:xfrm>
              <a:prstGeom prst="rect">
                <a:avLst/>
              </a:prstGeom>
              <a:solidFill>
                <a:srgbClr val="4347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marL="0" marR="0" lvl="0" indent="0" algn="ctr" defTabSz="1516258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271AA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endParaRPr kumimoji="0" lang="ko-KR" altLang="en-US" sz="800" b="0" i="0" u="none" strike="noStrike" kern="120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/>
                </a:endParaRPr>
              </a:p>
            </p:txBody>
          </p:sp>
          <p:cxnSp>
            <p:nvCxnSpPr>
              <p:cNvPr id="891" name="직선 연결선 552">
                <a:extLst>
                  <a:ext uri="{FF2B5EF4-FFF2-40B4-BE49-F238E27FC236}">
                    <a16:creationId xmlns:a16="http://schemas.microsoft.com/office/drawing/2014/main" id="{B4DB4EBC-C652-9877-524D-0E1AED8598A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4445754" y="2722245"/>
                <a:ext cx="0" cy="606362"/>
              </a:xfrm>
              <a:prstGeom prst="line">
                <a:avLst/>
              </a:prstGeom>
              <a:ln w="19050">
                <a:solidFill>
                  <a:srgbClr val="434759"/>
                </a:solidFill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92" name="TextBox 891">
              <a:extLst>
                <a:ext uri="{FF2B5EF4-FFF2-40B4-BE49-F238E27FC236}">
                  <a16:creationId xmlns:a16="http://schemas.microsoft.com/office/drawing/2014/main" id="{D6AA203A-05E4-D62C-65B9-663C17702C72}"/>
                </a:ext>
              </a:extLst>
            </p:cNvPr>
            <p:cNvSpPr txBox="1"/>
            <p:nvPr/>
          </p:nvSpPr>
          <p:spPr>
            <a:xfrm>
              <a:off x="5609669" y="4064953"/>
              <a:ext cx="538443" cy="461615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>
              <a:defPPr>
                <a:defRPr lang="en-US"/>
              </a:defPPr>
              <a:lvl2pPr marL="0" lvl="1" algn="ctr" defTabSz="1474905">
                <a:spcAft>
                  <a:spcPts val="0"/>
                </a:spcAft>
                <a:buClr>
                  <a:prstClr val="black"/>
                </a:buClr>
                <a:buSzPct val="140000"/>
                <a:tabLst>
                  <a:tab pos="5648325" algn="l"/>
                </a:tabLst>
                <a:defRPr sz="1000" kern="0" spc="-3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defRPr>
              </a:lvl2pPr>
            </a:lstStyle>
            <a:p>
              <a:pPr marL="0" marR="0" lvl="1" indent="0" algn="ctr" defTabSz="14749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r>
                <a:rPr kumimoji="0" lang="ko-KR" altLang="en-US" sz="80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 </a:t>
              </a:r>
              <a:r>
                <a:rPr lang="ko-KR" altLang="en-US" sz="80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오브젝트</a:t>
              </a:r>
              <a:r>
                <a:rPr kumimoji="0" lang="en-US" altLang="ko-KR" sz="80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 </a:t>
              </a:r>
            </a:p>
            <a:p>
              <a:pPr marL="0" marR="0" lvl="1" indent="0" algn="ctr" defTabSz="14749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r>
                <a:rPr kumimoji="0" lang="ko-KR" altLang="en-US" sz="80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스토리지</a:t>
              </a:r>
            </a:p>
            <a:p>
              <a:pPr marL="0" marR="0" lvl="1" indent="0" algn="ctr" defTabSz="14749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r>
                <a:rPr kumimoji="0" lang="en-US" altLang="ko-KR" sz="80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(</a:t>
              </a:r>
              <a:r>
                <a:rPr kumimoji="0" lang="ko-KR" altLang="en-US" sz="80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기존</a:t>
              </a:r>
              <a:r>
                <a:rPr kumimoji="0" lang="en-US" altLang="ko-KR" sz="80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)</a:t>
              </a:r>
            </a:p>
          </p:txBody>
        </p:sp>
        <p:pic>
          <p:nvPicPr>
            <p:cNvPr id="893" name="Picture 2" descr="http://www.datanet.co.kr/news/photo/201010/40419_2733.jpg">
              <a:extLst>
                <a:ext uri="{FF2B5EF4-FFF2-40B4-BE49-F238E27FC236}">
                  <a16:creationId xmlns:a16="http://schemas.microsoft.com/office/drawing/2014/main" id="{87BD7234-E147-4E29-8145-F27F5857E8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hqprint">
              <a:clrChange>
                <a:clrFrom>
                  <a:srgbClr val="FFFDFE"/>
                </a:clrFrom>
                <a:clrTo>
                  <a:srgbClr val="FFFDFE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6401036" y="3847956"/>
              <a:ext cx="397747" cy="713315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94" name="TextBox 893">
              <a:extLst>
                <a:ext uri="{FF2B5EF4-FFF2-40B4-BE49-F238E27FC236}">
                  <a16:creationId xmlns:a16="http://schemas.microsoft.com/office/drawing/2014/main" id="{1997C99B-5FD0-B33B-143D-00E0FFECC8E1}"/>
                </a:ext>
              </a:extLst>
            </p:cNvPr>
            <p:cNvSpPr txBox="1"/>
            <p:nvPr/>
          </p:nvSpPr>
          <p:spPr>
            <a:xfrm>
              <a:off x="6343095" y="4578337"/>
              <a:ext cx="477926" cy="461615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>
              <a:defPPr>
                <a:defRPr lang="en-US"/>
              </a:defPPr>
              <a:lvl2pPr marL="0" lvl="1" algn="ctr" defTabSz="1474905">
                <a:spcAft>
                  <a:spcPts val="0"/>
                </a:spcAft>
                <a:buClr>
                  <a:prstClr val="black"/>
                </a:buClr>
                <a:buSzPct val="140000"/>
                <a:tabLst>
                  <a:tab pos="5648325" algn="l"/>
                </a:tabLst>
                <a:defRPr sz="1000" kern="0" spc="-3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defRPr>
              </a:lvl2pPr>
            </a:lstStyle>
            <a:p>
              <a:pPr marL="0" marR="0" lvl="1" indent="0" algn="ctr" defTabSz="14749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r>
                <a:rPr kumimoji="0" lang="ko-KR" altLang="en-US" sz="80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 </a:t>
              </a:r>
              <a:r>
                <a:rPr kumimoji="0" lang="en-US" altLang="ko-KR" sz="80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SAN </a:t>
              </a:r>
            </a:p>
            <a:p>
              <a:pPr marL="0" marR="0" lvl="1" indent="0" algn="ctr" defTabSz="14749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r>
                <a:rPr kumimoji="0" lang="ko-KR" altLang="en-US" sz="80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스토리지</a:t>
              </a:r>
            </a:p>
            <a:p>
              <a:pPr marL="0" marR="0" lvl="1" indent="0" algn="ctr" defTabSz="14749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r>
                <a:rPr kumimoji="0" lang="en-US" altLang="ko-KR" sz="80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(</a:t>
              </a:r>
              <a:r>
                <a:rPr kumimoji="0" lang="ko-KR" altLang="en-US" sz="80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기존</a:t>
              </a:r>
              <a:r>
                <a:rPr kumimoji="0" lang="en-US" altLang="ko-KR" sz="80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rPr>
                <a:t>)</a:t>
              </a:r>
            </a:p>
          </p:txBody>
        </p:sp>
        <p:grpSp>
          <p:nvGrpSpPr>
            <p:cNvPr id="895" name="그룹 894">
              <a:extLst>
                <a:ext uri="{FF2B5EF4-FFF2-40B4-BE49-F238E27FC236}">
                  <a16:creationId xmlns:a16="http://schemas.microsoft.com/office/drawing/2014/main" id="{55250077-66B7-B6E2-15B6-C88B5F686633}"/>
                </a:ext>
              </a:extLst>
            </p:cNvPr>
            <p:cNvGrpSpPr/>
            <p:nvPr/>
          </p:nvGrpSpPr>
          <p:grpSpPr>
            <a:xfrm>
              <a:off x="6275318" y="3202789"/>
              <a:ext cx="613312" cy="490293"/>
              <a:chOff x="489980" y="2447689"/>
              <a:chExt cx="613312" cy="490293"/>
            </a:xfrm>
          </p:grpSpPr>
          <p:grpSp>
            <p:nvGrpSpPr>
              <p:cNvPr id="896" name="그룹 895">
                <a:extLst>
                  <a:ext uri="{FF2B5EF4-FFF2-40B4-BE49-F238E27FC236}">
                    <a16:creationId xmlns:a16="http://schemas.microsoft.com/office/drawing/2014/main" id="{FF86749E-3CA0-0094-B458-78CE629461FD}"/>
                  </a:ext>
                </a:extLst>
              </p:cNvPr>
              <p:cNvGrpSpPr/>
              <p:nvPr/>
            </p:nvGrpSpPr>
            <p:grpSpPr>
              <a:xfrm>
                <a:off x="537395" y="2447689"/>
                <a:ext cx="518482" cy="267178"/>
                <a:chOff x="562610" y="2563652"/>
                <a:chExt cx="468052" cy="241191"/>
              </a:xfrm>
            </p:grpSpPr>
            <p:pic>
              <p:nvPicPr>
                <p:cNvPr id="898" name="그림 897">
                  <a:extLst>
                    <a:ext uri="{FF2B5EF4-FFF2-40B4-BE49-F238E27FC236}">
                      <a16:creationId xmlns:a16="http://schemas.microsoft.com/office/drawing/2014/main" id="{7A02E3DB-1479-968E-688C-27648C167026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flipH="1">
                  <a:off x="562610" y="2563652"/>
                  <a:ext cx="396161" cy="144000"/>
                </a:xfrm>
                <a:prstGeom prst="rect">
                  <a:avLst/>
                </a:prstGeom>
              </p:spPr>
            </p:pic>
            <p:pic>
              <p:nvPicPr>
                <p:cNvPr id="899" name="그림 898">
                  <a:extLst>
                    <a:ext uri="{FF2B5EF4-FFF2-40B4-BE49-F238E27FC236}">
                      <a16:creationId xmlns:a16="http://schemas.microsoft.com/office/drawing/2014/main" id="{9B0B9701-0EFD-C87E-0C1B-9D5ADAD0CCA0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flipH="1">
                  <a:off x="634501" y="2660843"/>
                  <a:ext cx="396161" cy="144000"/>
                </a:xfrm>
                <a:prstGeom prst="rect">
                  <a:avLst/>
                </a:prstGeom>
              </p:spPr>
            </p:pic>
          </p:grpSp>
          <p:sp>
            <p:nvSpPr>
              <p:cNvPr id="897" name="TextBox 896">
                <a:extLst>
                  <a:ext uri="{FF2B5EF4-FFF2-40B4-BE49-F238E27FC236}">
                    <a16:creationId xmlns:a16="http://schemas.microsoft.com/office/drawing/2014/main" id="{10BF1E36-0EDB-DAFA-317A-F71C18367536}"/>
                  </a:ext>
                </a:extLst>
              </p:cNvPr>
              <p:cNvSpPr txBox="1"/>
              <p:nvPr/>
            </p:nvSpPr>
            <p:spPr>
              <a:xfrm>
                <a:off x="489980" y="2784110"/>
                <a:ext cx="613312" cy="153872"/>
              </a:xfrm>
              <a:prstGeom prst="rect">
                <a:avLst/>
              </a:prstGeom>
              <a:noFill/>
              <a:ln w="25400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t">
                <a:spAutoFit/>
              </a:bodyPr>
              <a:lstStyle>
                <a:defPPr>
                  <a:defRPr lang="en-US"/>
                </a:defPPr>
                <a:lvl2pPr marL="0" lvl="1" algn="ctr" defTabSz="1474905">
                  <a:spcAft>
                    <a:spcPts val="0"/>
                  </a:spcAft>
                  <a:buClr>
                    <a:prstClr val="black"/>
                  </a:buClr>
                  <a:buSzPct val="140000"/>
                  <a:tabLst>
                    <a:tab pos="5648325" algn="l"/>
                  </a:tabLst>
                  <a:defRPr sz="1100" kern="0" spc="-3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defRPr>
                </a:lvl2pPr>
              </a:lstStyle>
              <a:p>
                <a:pPr marL="0" marR="0" lvl="1" indent="0" algn="ctr" defTabSz="147490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prstClr val="black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0" lang="en-US" altLang="ko-KR" sz="800" u="none" strike="noStrike" kern="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SAN </a:t>
                </a:r>
                <a:r>
                  <a:rPr kumimoji="0" lang="ko-KR" altLang="en-US" sz="800" u="none" strike="noStrike" kern="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스위치</a:t>
                </a:r>
                <a:endParaRPr kumimoji="0" lang="en-US" altLang="ko-KR" sz="80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endParaRPr>
              </a:p>
            </p:txBody>
          </p:sp>
        </p:grpSp>
        <p:grpSp>
          <p:nvGrpSpPr>
            <p:cNvPr id="900" name="그룹 899">
              <a:extLst>
                <a:ext uri="{FF2B5EF4-FFF2-40B4-BE49-F238E27FC236}">
                  <a16:creationId xmlns:a16="http://schemas.microsoft.com/office/drawing/2014/main" id="{307FFDD1-9493-B977-2CFF-38F7BF03E307}"/>
                </a:ext>
              </a:extLst>
            </p:cNvPr>
            <p:cNvGrpSpPr/>
            <p:nvPr/>
          </p:nvGrpSpPr>
          <p:grpSpPr>
            <a:xfrm>
              <a:off x="6542155" y="3463500"/>
              <a:ext cx="72000" cy="415444"/>
              <a:chOff x="4409754" y="2722245"/>
              <a:chExt cx="72000" cy="415444"/>
            </a:xfrm>
          </p:grpSpPr>
          <p:sp>
            <p:nvSpPr>
              <p:cNvPr id="901" name="직사각형 900">
                <a:extLst>
                  <a:ext uri="{FF2B5EF4-FFF2-40B4-BE49-F238E27FC236}">
                    <a16:creationId xmlns:a16="http://schemas.microsoft.com/office/drawing/2014/main" id="{2EA61A6B-4333-1FB3-6334-D774AEDCBDC6}"/>
                  </a:ext>
                </a:extLst>
              </p:cNvPr>
              <p:cNvSpPr/>
              <p:nvPr/>
            </p:nvSpPr>
            <p:spPr>
              <a:xfrm flipV="1">
                <a:off x="4409754" y="3065689"/>
                <a:ext cx="72000" cy="72000"/>
              </a:xfrm>
              <a:prstGeom prst="rect">
                <a:avLst/>
              </a:prstGeom>
              <a:solidFill>
                <a:srgbClr val="4347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marL="0" marR="0" lvl="0" indent="0" algn="ctr" defTabSz="1516258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271AA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endParaRPr kumimoji="0" lang="ko-KR" altLang="en-US" sz="800" b="0" i="0" u="none" strike="noStrike" kern="120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/>
                </a:endParaRPr>
              </a:p>
            </p:txBody>
          </p:sp>
          <p:cxnSp>
            <p:nvCxnSpPr>
              <p:cNvPr id="902" name="직선 연결선 570">
                <a:extLst>
                  <a:ext uri="{FF2B5EF4-FFF2-40B4-BE49-F238E27FC236}">
                    <a16:creationId xmlns:a16="http://schemas.microsoft.com/office/drawing/2014/main" id="{2AE68E7B-9369-98C4-240F-484C49006D5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4445754" y="2722245"/>
                <a:ext cx="0" cy="396000"/>
              </a:xfrm>
              <a:prstGeom prst="line">
                <a:avLst/>
              </a:prstGeom>
              <a:ln w="19050">
                <a:solidFill>
                  <a:srgbClr val="434759"/>
                </a:solidFill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03" name="타원형 설명선 150">
              <a:extLst>
                <a:ext uri="{FF2B5EF4-FFF2-40B4-BE49-F238E27FC236}">
                  <a16:creationId xmlns:a16="http://schemas.microsoft.com/office/drawing/2014/main" id="{3165409D-5D4A-1661-34A6-BEA987A37D5F}"/>
                </a:ext>
              </a:extLst>
            </p:cNvPr>
            <p:cNvSpPr/>
            <p:nvPr/>
          </p:nvSpPr>
          <p:spPr>
            <a:xfrm>
              <a:off x="3370867" y="2627893"/>
              <a:ext cx="828000" cy="828000"/>
            </a:xfrm>
            <a:prstGeom prst="wedgeEllipseCallout">
              <a:avLst>
                <a:gd name="adj1" fmla="val -42948"/>
                <a:gd name="adj2" fmla="val 56146"/>
              </a:avLst>
            </a:prstGeom>
            <a:solidFill>
              <a:srgbClr val="434759"/>
            </a:solidFill>
            <a:ln w="635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marL="0" marR="0" lvl="0" indent="-99481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5530506" algn="l"/>
                </a:tabLst>
                <a:defRPr/>
              </a:pPr>
              <a:r>
                <a:rPr kumimoji="0" lang="en-US" altLang="ko-KR" sz="800" u="none" strike="noStrike" kern="120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Arial"/>
                  <a:sym typeface="KoPub돋움체 Bold" pitchFamily="2" charset="2"/>
                </a:rPr>
                <a:t>CPU</a:t>
              </a:r>
            </a:p>
            <a:p>
              <a:pPr marL="0" marR="0" lvl="0" indent="-99481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5530506" algn="l"/>
                </a:tabLst>
                <a:defRPr/>
              </a:pPr>
              <a:r>
                <a:rPr kumimoji="0" lang="en-US" altLang="ko-KR" sz="800" u="none" strike="noStrike" kern="120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Arial"/>
                  <a:sym typeface="KoPub돋움체 Bold" pitchFamily="2" charset="2"/>
                </a:rPr>
                <a:t>Worker </a:t>
              </a:r>
              <a:r>
                <a:rPr kumimoji="0" lang="ko-KR" altLang="en-US" sz="800" u="none" strike="noStrike" kern="120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Arial"/>
                  <a:sym typeface="KoPub돋움체 Bold" pitchFamily="2" charset="2"/>
                </a:rPr>
                <a:t>노드</a:t>
              </a:r>
              <a:endParaRPr kumimoji="0" lang="en-US" altLang="ko-KR" sz="800" u="none" strike="noStrike" kern="1200" cap="none" spc="-3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Arial"/>
                <a:sym typeface="KoPub돋움체 Bold" pitchFamily="2" charset="2"/>
              </a:endParaRPr>
            </a:p>
            <a:p>
              <a:pPr marL="0" marR="0" lvl="0" indent="-99481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5530506" algn="l"/>
                </a:tabLst>
                <a:defRPr/>
              </a:pPr>
              <a:r>
                <a:rPr kumimoji="0" lang="ko-KR" altLang="en-US" sz="800" u="none" strike="noStrike" kern="120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Arial"/>
                  <a:sym typeface="KoPub돋움체 Bold" pitchFamily="2" charset="2"/>
                </a:rPr>
                <a:t>증설</a:t>
              </a:r>
              <a:endParaRPr kumimoji="0" lang="en-US" altLang="ko-KR" sz="800" u="none" strike="noStrike" kern="1200" cap="none" spc="-3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Arial"/>
                <a:sym typeface="KoPub돋움체 Bold" pitchFamily="2" charset="2"/>
              </a:endParaRPr>
            </a:p>
          </p:txBody>
        </p:sp>
        <p:sp>
          <p:nvSpPr>
            <p:cNvPr id="904" name="타원형 설명선 150">
              <a:extLst>
                <a:ext uri="{FF2B5EF4-FFF2-40B4-BE49-F238E27FC236}">
                  <a16:creationId xmlns:a16="http://schemas.microsoft.com/office/drawing/2014/main" id="{C388FAAC-68B5-B303-A45D-82A0DBD0574B}"/>
                </a:ext>
              </a:extLst>
            </p:cNvPr>
            <p:cNvSpPr/>
            <p:nvPr/>
          </p:nvSpPr>
          <p:spPr>
            <a:xfrm>
              <a:off x="5142631" y="4816430"/>
              <a:ext cx="828000" cy="828000"/>
            </a:xfrm>
            <a:prstGeom prst="wedgeEllipseCallout">
              <a:avLst>
                <a:gd name="adj1" fmla="val -47647"/>
                <a:gd name="adj2" fmla="val -49589"/>
              </a:avLst>
            </a:prstGeom>
            <a:solidFill>
              <a:srgbClr val="434759"/>
            </a:solidFill>
            <a:ln w="635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marL="0" marR="0" lvl="0" indent="-99481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5530506" algn="l"/>
                </a:tabLst>
                <a:defRPr/>
              </a:pPr>
              <a:r>
                <a:rPr lang="en-US" altLang="ko-KR" sz="800" spc="-3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Arial"/>
                  <a:sym typeface="KoPub돋움체 Bold" pitchFamily="2" charset="2"/>
                </a:rPr>
                <a:t>GPU</a:t>
              </a:r>
            </a:p>
            <a:p>
              <a:pPr marL="0" marR="0" lvl="0" indent="-99481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5530506" algn="l"/>
                </a:tabLst>
                <a:defRPr/>
              </a:pPr>
              <a:r>
                <a:rPr kumimoji="0" lang="en-US" altLang="ko-KR" sz="800" u="none" strike="noStrike" kern="120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Arial"/>
                  <a:sym typeface="KoPub돋움체 Bold" pitchFamily="2" charset="2"/>
                </a:rPr>
                <a:t>Worker </a:t>
              </a:r>
              <a:r>
                <a:rPr kumimoji="0" lang="ko-KR" altLang="en-US" sz="800" u="none" strike="noStrike" kern="120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Arial"/>
                  <a:sym typeface="KoPub돋움체 Bold" pitchFamily="2" charset="2"/>
                </a:rPr>
                <a:t>노드</a:t>
              </a:r>
              <a:endParaRPr kumimoji="0" lang="en-US" altLang="ko-KR" sz="800" u="none" strike="noStrike" kern="1200" cap="none" spc="-3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Arial"/>
                <a:sym typeface="KoPub돋움체 Bold" pitchFamily="2" charset="2"/>
              </a:endParaRPr>
            </a:p>
            <a:p>
              <a:pPr marL="0" marR="0" lvl="0" indent="-99481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140000"/>
                <a:buFontTx/>
                <a:buNone/>
                <a:tabLst>
                  <a:tab pos="5530506" algn="l"/>
                </a:tabLst>
                <a:defRPr/>
              </a:pPr>
              <a:r>
                <a:rPr kumimoji="0" lang="ko-KR" altLang="en-US" sz="800" u="none" strike="noStrike" kern="120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Arial"/>
                  <a:sym typeface="KoPub돋움체 Bold" pitchFamily="2" charset="2"/>
                </a:rPr>
                <a:t>증설</a:t>
              </a:r>
              <a:endParaRPr kumimoji="0" lang="en-US" altLang="ko-KR" sz="800" u="none" strike="noStrike" kern="1200" cap="none" spc="-3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Arial"/>
                <a:sym typeface="KoPub돋움체 Bold" pitchFamily="2" charset="2"/>
              </a:endParaRPr>
            </a:p>
          </p:txBody>
        </p:sp>
      </p:grpSp>
      <p:sp>
        <p:nvSpPr>
          <p:cNvPr id="906" name="모서리가 둥근 사각형 설명선[R] 905">
            <a:extLst>
              <a:ext uri="{FF2B5EF4-FFF2-40B4-BE49-F238E27FC236}">
                <a16:creationId xmlns:a16="http://schemas.microsoft.com/office/drawing/2014/main" id="{11F1B777-C313-FC96-E2FA-6F9F3AAD23E3}"/>
              </a:ext>
            </a:extLst>
          </p:cNvPr>
          <p:cNvSpPr/>
          <p:nvPr/>
        </p:nvSpPr>
        <p:spPr bwMode="auto">
          <a:xfrm>
            <a:off x="5996712" y="1603832"/>
            <a:ext cx="2556710" cy="809176"/>
          </a:xfrm>
          <a:prstGeom prst="wedgeRoundRectCallout">
            <a:avLst>
              <a:gd name="adj1" fmla="val -53617"/>
              <a:gd name="adj2" fmla="val 36404"/>
              <a:gd name="adj3" fmla="val 16667"/>
            </a:avLst>
          </a:prstGeom>
          <a:solidFill>
            <a:schemeClr val="bg2">
              <a:lumMod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95350" latinLnBrk="0">
              <a:spcAft>
                <a:spcPts val="600"/>
              </a:spcAft>
              <a:buSzPct val="120000"/>
            </a:pPr>
            <a:r>
              <a:rPr kumimoji="1" lang="ko-KR" altLang="en-US" sz="1300" b="1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물리적 상세 구성방안 작성</a:t>
            </a:r>
          </a:p>
        </p:txBody>
      </p:sp>
    </p:spTree>
    <p:extLst>
      <p:ext uri="{BB962C8B-B14F-4D97-AF65-F5344CB8AC3E}">
        <p14:creationId xmlns:p14="http://schemas.microsoft.com/office/powerpoint/2010/main" val="3240034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59B618-C2C2-5537-A41C-6C80F7051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2.4</a:t>
            </a:r>
            <a:r>
              <a:rPr kumimoji="1" lang="ko-KR" altLang="en-US" dirty="0"/>
              <a:t> 물리 구성방안 </a:t>
            </a:r>
            <a:r>
              <a:rPr kumimoji="1" lang="en-US" altLang="ko-KR" sz="1200" dirty="0"/>
              <a:t>&gt;</a:t>
            </a:r>
            <a:r>
              <a:rPr kumimoji="1" lang="ko-KR" altLang="en-US" sz="1200" dirty="0"/>
              <a:t> </a:t>
            </a:r>
            <a:r>
              <a:rPr kumimoji="1" lang="en-US" altLang="ko-KR" sz="1200" dirty="0" err="1"/>
              <a:t>GenAI</a:t>
            </a:r>
            <a:r>
              <a:rPr kumimoji="1" lang="en-US" altLang="ko-KR" sz="1200" dirty="0"/>
              <a:t> </a:t>
            </a:r>
            <a:r>
              <a:rPr kumimoji="1" lang="ko-KR" altLang="en-US" sz="1200" dirty="0"/>
              <a:t>플랫폼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B59475-945D-4749-A4A1-E0E92D1BE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047" y="504827"/>
            <a:ext cx="8639908" cy="294777"/>
          </a:xfrm>
        </p:spPr>
        <p:txBody>
          <a:bodyPr/>
          <a:lstStyle/>
          <a:p>
            <a:r>
              <a:rPr kumimoji="1" lang="ko-KR" altLang="en-US" dirty="0"/>
              <a:t>외부 데이터 수집 및 체계 확장을 위한 </a:t>
            </a:r>
            <a:r>
              <a:rPr kumimoji="1" lang="en-US" altLang="ko-KR" dirty="0"/>
              <a:t>DMZ </a:t>
            </a:r>
            <a:r>
              <a:rPr kumimoji="1" lang="ko-KR" altLang="en-US" dirty="0"/>
              <a:t>망에 플랫폼 구성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C979164-F009-9C00-17E3-3CEE9D304F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dirty="0"/>
              <a:t>2.</a:t>
            </a:r>
            <a:r>
              <a:rPr kumimoji="1" lang="ko-KR" altLang="en-US" dirty="0"/>
              <a:t> 시스템 아키텍처</a:t>
            </a:r>
          </a:p>
        </p:txBody>
      </p:sp>
      <p:grpSp>
        <p:nvGrpSpPr>
          <p:cNvPr id="989" name="그룹 988">
            <a:extLst>
              <a:ext uri="{FF2B5EF4-FFF2-40B4-BE49-F238E27FC236}">
                <a16:creationId xmlns:a16="http://schemas.microsoft.com/office/drawing/2014/main" id="{83CEB2E2-5BBD-7F13-D7A3-FFCF5019180E}"/>
              </a:ext>
            </a:extLst>
          </p:cNvPr>
          <p:cNvGrpSpPr/>
          <p:nvPr/>
        </p:nvGrpSpPr>
        <p:grpSpPr>
          <a:xfrm>
            <a:off x="405796" y="933325"/>
            <a:ext cx="8332407" cy="3847665"/>
            <a:chOff x="304800" y="1935196"/>
            <a:chExt cx="10082213" cy="5121243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8AC13D02-F2CA-FC94-4997-E637D6248D94}"/>
                </a:ext>
              </a:extLst>
            </p:cNvPr>
            <p:cNvGrpSpPr/>
            <p:nvPr/>
          </p:nvGrpSpPr>
          <p:grpSpPr>
            <a:xfrm>
              <a:off x="304800" y="1935196"/>
              <a:ext cx="6712431" cy="5112000"/>
              <a:chOff x="305347" y="1943633"/>
              <a:chExt cx="3348000" cy="5112000"/>
            </a:xfrm>
          </p:grpSpPr>
          <p:sp>
            <p:nvSpPr>
              <p:cNvPr id="907" name="직사각형 906">
                <a:extLst>
                  <a:ext uri="{FF2B5EF4-FFF2-40B4-BE49-F238E27FC236}">
                    <a16:creationId xmlns:a16="http://schemas.microsoft.com/office/drawing/2014/main" id="{9811A89E-71A2-C8A7-AB4D-5F512DC95A98}"/>
                  </a:ext>
                </a:extLst>
              </p:cNvPr>
              <p:cNvSpPr/>
              <p:nvPr/>
            </p:nvSpPr>
            <p:spPr>
              <a:xfrm flipH="1">
                <a:off x="305347" y="1943633"/>
                <a:ext cx="3348000" cy="5112000"/>
              </a:xfrm>
              <a:prstGeom prst="rect">
                <a:avLst/>
              </a:prstGeom>
              <a:solidFill>
                <a:srgbClr val="F1F3F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-30" normalizeH="0" baseline="0" noProof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KoPub돋움체 Bold"/>
                  <a:ea typeface="KoPub돋움체 Medium"/>
                  <a:cs typeface="Arial"/>
                </a:endParaRPr>
              </a:p>
            </p:txBody>
          </p:sp>
          <p:sp>
            <p:nvSpPr>
              <p:cNvPr id="908" name="직사각형 907">
                <a:extLst>
                  <a:ext uri="{FF2B5EF4-FFF2-40B4-BE49-F238E27FC236}">
                    <a16:creationId xmlns:a16="http://schemas.microsoft.com/office/drawing/2014/main" id="{2D142013-27F7-236D-A581-71C9FCFF10A6}"/>
                  </a:ext>
                </a:extLst>
              </p:cNvPr>
              <p:cNvSpPr/>
              <p:nvPr/>
            </p:nvSpPr>
            <p:spPr>
              <a:xfrm flipH="1">
                <a:off x="305347" y="1943633"/>
                <a:ext cx="3348000" cy="360000"/>
              </a:xfrm>
              <a:prstGeom prst="rect">
                <a:avLst/>
              </a:prstGeom>
              <a:solidFill>
                <a:srgbClr val="9CA5A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400" b="1" u="none" strike="noStrike" kern="120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  <a:cs typeface="Arial"/>
                  </a:rPr>
                  <a:t>GenAI </a:t>
                </a:r>
                <a:r>
                  <a:rPr kumimoji="0" lang="ko-KR" altLang="en-US" sz="1400" b="1" u="none" strike="noStrike" kern="1200" cap="none" spc="-30" normalizeH="0" baseline="0" noProof="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  <a:cs typeface="Arial"/>
                  </a:rPr>
                  <a:t>플랫폼</a:t>
                </a:r>
                <a:endParaRPr kumimoji="0" lang="en-US" altLang="ko-KR" sz="1600" b="1" u="none" strike="noStrike" kern="120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Arial"/>
                </a:endParaRPr>
              </a:p>
            </p:txBody>
          </p:sp>
        </p:grpSp>
        <p:grpSp>
          <p:nvGrpSpPr>
            <p:cNvPr id="909" name="그룹 908">
              <a:extLst>
                <a:ext uri="{FF2B5EF4-FFF2-40B4-BE49-F238E27FC236}">
                  <a16:creationId xmlns:a16="http://schemas.microsoft.com/office/drawing/2014/main" id="{B431DD35-87AB-B600-B8CA-C64FDF95119F}"/>
                </a:ext>
              </a:extLst>
            </p:cNvPr>
            <p:cNvGrpSpPr/>
            <p:nvPr/>
          </p:nvGrpSpPr>
          <p:grpSpPr>
            <a:xfrm>
              <a:off x="7397750" y="1943101"/>
              <a:ext cx="2989263" cy="5113338"/>
              <a:chOff x="7399012" y="1943101"/>
              <a:chExt cx="3313113" cy="5113338"/>
            </a:xfrm>
          </p:grpSpPr>
          <p:sp>
            <p:nvSpPr>
              <p:cNvPr id="910" name="직사각형 909">
                <a:extLst>
                  <a:ext uri="{FF2B5EF4-FFF2-40B4-BE49-F238E27FC236}">
                    <a16:creationId xmlns:a16="http://schemas.microsoft.com/office/drawing/2014/main" id="{E5F5D981-18EC-FD4D-8EF2-CFE3CE66D9FC}"/>
                  </a:ext>
                </a:extLst>
              </p:cNvPr>
              <p:cNvSpPr/>
              <p:nvPr/>
            </p:nvSpPr>
            <p:spPr>
              <a:xfrm>
                <a:off x="7399012" y="1943101"/>
                <a:ext cx="3313113" cy="5113338"/>
              </a:xfrm>
              <a:prstGeom prst="rect">
                <a:avLst/>
              </a:prstGeom>
              <a:solidFill>
                <a:srgbClr val="F1F3F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pc="-30">
                  <a:ln>
                    <a:solidFill>
                      <a:srgbClr val="0099FF">
                        <a:alpha val="0"/>
                      </a:srgbClr>
                    </a:solidFill>
                  </a:ln>
                </a:endParaRPr>
              </a:p>
            </p:txBody>
          </p:sp>
          <p:sp>
            <p:nvSpPr>
              <p:cNvPr id="911" name="직사각형 910">
                <a:extLst>
                  <a:ext uri="{FF2B5EF4-FFF2-40B4-BE49-F238E27FC236}">
                    <a16:creationId xmlns:a16="http://schemas.microsoft.com/office/drawing/2014/main" id="{0DACD1BA-594A-49CE-AD84-0F9627E95B5E}"/>
                  </a:ext>
                </a:extLst>
              </p:cNvPr>
              <p:cNvSpPr/>
              <p:nvPr/>
            </p:nvSpPr>
            <p:spPr>
              <a:xfrm>
                <a:off x="7399012" y="1943463"/>
                <a:ext cx="3313113" cy="360000"/>
              </a:xfrm>
              <a:prstGeom prst="rect">
                <a:avLst/>
              </a:prstGeom>
              <a:solidFill>
                <a:srgbClr val="43475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1400" b="1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구현 방안</a:t>
                </a:r>
                <a:endParaRPr lang="ko-KR" altLang="en-US" sz="1600" b="1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</p:grpSp>
        <p:grpSp>
          <p:nvGrpSpPr>
            <p:cNvPr id="912" name="그룹 911">
              <a:extLst>
                <a:ext uri="{FF2B5EF4-FFF2-40B4-BE49-F238E27FC236}">
                  <a16:creationId xmlns:a16="http://schemas.microsoft.com/office/drawing/2014/main" id="{CED5BF0E-08B2-FCA0-DBD0-45CA6ABB64C9}"/>
                </a:ext>
              </a:extLst>
            </p:cNvPr>
            <p:cNvGrpSpPr/>
            <p:nvPr/>
          </p:nvGrpSpPr>
          <p:grpSpPr>
            <a:xfrm>
              <a:off x="7433951" y="2421983"/>
              <a:ext cx="2845112" cy="2127741"/>
              <a:chOff x="7520780" y="2838138"/>
              <a:chExt cx="2845112" cy="2127741"/>
            </a:xfrm>
          </p:grpSpPr>
          <p:grpSp>
            <p:nvGrpSpPr>
              <p:cNvPr id="913" name="그룹 912">
                <a:extLst>
                  <a:ext uri="{FF2B5EF4-FFF2-40B4-BE49-F238E27FC236}">
                    <a16:creationId xmlns:a16="http://schemas.microsoft.com/office/drawing/2014/main" id="{D52CFD50-A06F-D055-7474-139745E372FE}"/>
                  </a:ext>
                </a:extLst>
              </p:cNvPr>
              <p:cNvGrpSpPr/>
              <p:nvPr/>
            </p:nvGrpSpPr>
            <p:grpSpPr>
              <a:xfrm>
                <a:off x="7520780" y="2838138"/>
                <a:ext cx="2845111" cy="327720"/>
                <a:chOff x="7520780" y="2838138"/>
                <a:chExt cx="2845111" cy="327720"/>
              </a:xfrm>
            </p:grpSpPr>
            <p:sp>
              <p:nvSpPr>
                <p:cNvPr id="915" name="모서리가 둥근 직사각형 16">
                  <a:extLst>
                    <a:ext uri="{FF2B5EF4-FFF2-40B4-BE49-F238E27FC236}">
                      <a16:creationId xmlns:a16="http://schemas.microsoft.com/office/drawing/2014/main" id="{5CE36C91-C0BD-6C3F-C7EB-04335F4661C1}"/>
                    </a:ext>
                  </a:extLst>
                </p:cNvPr>
                <p:cNvSpPr/>
                <p:nvPr/>
              </p:nvSpPr>
              <p:spPr bwMode="auto">
                <a:xfrm flipH="1">
                  <a:off x="7520780" y="2838138"/>
                  <a:ext cx="2845111" cy="32772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t">
                  <a:spAutoFit/>
                </a:bodyPr>
                <a:lstStyle/>
                <a:p>
                  <a:pPr marL="180975" marR="0" lvl="1" indent="0" algn="l" defTabSz="1042988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271AA"/>
                    </a:buClr>
                    <a:buSzPct val="140000"/>
                    <a:buFontTx/>
                    <a:buNone/>
                    <a:tabLst>
                      <a:tab pos="5648325" algn="l"/>
                    </a:tabLst>
                    <a:defRPr/>
                  </a:pPr>
                  <a:r>
                    <a:rPr lang="ko-KR" altLang="en-US" sz="1000" b="1" spc="-30" dirty="0">
                      <a:ln>
                        <a:solidFill>
                          <a:srgbClr val="0099FF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Malgun Gothic" panose="020B0503020000020004" pitchFamily="34" charset="-127"/>
                      <a:ea typeface="Malgun Gothic" panose="020B0503020000020004" pitchFamily="34" charset="-127"/>
                      <a:cs typeface="KoPub돋움체 Medium  Medium" panose="02000603000000020004" pitchFamily="50" charset="-127"/>
                      <a:sym typeface="KoPub돋움체 Medium "/>
                    </a:rPr>
                    <a:t>외부 데이터 수집 체계 확장</a:t>
                  </a:r>
                  <a:endParaRPr lang="ko-KR" altLang="en-US" sz="1200" b="1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  <a:cs typeface="KoPub돋움체 Medium  Medium" panose="02000603000000020004" pitchFamily="50" charset="-127"/>
                    <a:sym typeface="KoPub돋움체 Medium "/>
                  </a:endParaRPr>
                </a:p>
              </p:txBody>
            </p:sp>
            <p:sp>
              <p:nvSpPr>
                <p:cNvPr id="916" name="Freeform 33">
                  <a:extLst>
                    <a:ext uri="{FF2B5EF4-FFF2-40B4-BE49-F238E27FC236}">
                      <a16:creationId xmlns:a16="http://schemas.microsoft.com/office/drawing/2014/main" id="{173C2485-481A-336A-FA4A-249B42CEA81A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7597466" y="2897108"/>
                  <a:ext cx="146360" cy="146360"/>
                </a:xfrm>
                <a:custGeom>
                  <a:avLst/>
                  <a:gdLst>
                    <a:gd name="T0" fmla="*/ 220 w 440"/>
                    <a:gd name="T1" fmla="*/ 0 h 441"/>
                    <a:gd name="T2" fmla="*/ 0 w 440"/>
                    <a:gd name="T3" fmla="*/ 220 h 441"/>
                    <a:gd name="T4" fmla="*/ 220 w 440"/>
                    <a:gd name="T5" fmla="*/ 441 h 441"/>
                    <a:gd name="T6" fmla="*/ 440 w 440"/>
                    <a:gd name="T7" fmla="*/ 220 h 441"/>
                    <a:gd name="T8" fmla="*/ 220 w 440"/>
                    <a:gd name="T9" fmla="*/ 0 h 441"/>
                    <a:gd name="T10" fmla="*/ 200 w 440"/>
                    <a:gd name="T11" fmla="*/ 330 h 441"/>
                    <a:gd name="T12" fmla="*/ 93 w 440"/>
                    <a:gd name="T13" fmla="*/ 222 h 441"/>
                    <a:gd name="T14" fmla="*/ 120 w 440"/>
                    <a:gd name="T15" fmla="*/ 200 h 441"/>
                    <a:gd name="T16" fmla="*/ 182 w 440"/>
                    <a:gd name="T17" fmla="*/ 248 h 441"/>
                    <a:gd name="T18" fmla="*/ 341 w 440"/>
                    <a:gd name="T19" fmla="*/ 111 h 441"/>
                    <a:gd name="T20" fmla="*/ 347 w 440"/>
                    <a:gd name="T21" fmla="*/ 126 h 441"/>
                    <a:gd name="T22" fmla="*/ 200 w 440"/>
                    <a:gd name="T23" fmla="*/ 330 h 4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440" h="441">
                      <a:moveTo>
                        <a:pt x="220" y="0"/>
                      </a:moveTo>
                      <a:cubicBezTo>
                        <a:pt x="98" y="0"/>
                        <a:pt x="0" y="99"/>
                        <a:pt x="0" y="220"/>
                      </a:cubicBezTo>
                      <a:cubicBezTo>
                        <a:pt x="0" y="342"/>
                        <a:pt x="98" y="441"/>
                        <a:pt x="220" y="441"/>
                      </a:cubicBezTo>
                      <a:cubicBezTo>
                        <a:pt x="342" y="441"/>
                        <a:pt x="440" y="342"/>
                        <a:pt x="440" y="220"/>
                      </a:cubicBezTo>
                      <a:cubicBezTo>
                        <a:pt x="440" y="99"/>
                        <a:pt x="342" y="0"/>
                        <a:pt x="220" y="0"/>
                      </a:cubicBezTo>
                      <a:close/>
                      <a:moveTo>
                        <a:pt x="200" y="330"/>
                      </a:moveTo>
                      <a:cubicBezTo>
                        <a:pt x="93" y="222"/>
                        <a:pt x="93" y="222"/>
                        <a:pt x="93" y="222"/>
                      </a:cubicBezTo>
                      <a:cubicBezTo>
                        <a:pt x="120" y="200"/>
                        <a:pt x="120" y="200"/>
                        <a:pt x="120" y="200"/>
                      </a:cubicBezTo>
                      <a:cubicBezTo>
                        <a:pt x="182" y="248"/>
                        <a:pt x="182" y="248"/>
                        <a:pt x="182" y="248"/>
                      </a:cubicBezTo>
                      <a:cubicBezTo>
                        <a:pt x="207" y="218"/>
                        <a:pt x="263" y="158"/>
                        <a:pt x="341" y="111"/>
                      </a:cubicBezTo>
                      <a:cubicBezTo>
                        <a:pt x="347" y="126"/>
                        <a:pt x="347" y="126"/>
                        <a:pt x="347" y="126"/>
                      </a:cubicBezTo>
                      <a:cubicBezTo>
                        <a:pt x="276" y="191"/>
                        <a:pt x="218" y="283"/>
                        <a:pt x="200" y="330"/>
                      </a:cubicBezTo>
                      <a:close/>
                    </a:path>
                  </a:pathLst>
                </a:custGeom>
                <a:solidFill>
                  <a:srgbClr val="98A1B7"/>
                </a:solidFill>
                <a:ln>
                  <a:noFill/>
                </a:ln>
              </p:spPr>
              <p:txBody>
                <a:bodyPr wrap="none" anchor="ctr"/>
                <a:lstStyle/>
                <a:p>
                  <a:pPr algn="ctr" defTabSz="1043056"/>
                  <a:endParaRPr lang="ko-KR" altLang="en-US" sz="1100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rgbClr val="B42658">
                        <a:alpha val="50000"/>
                      </a:srgb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endParaRPr>
                </a:p>
              </p:txBody>
            </p:sp>
          </p:grpSp>
          <p:sp>
            <p:nvSpPr>
              <p:cNvPr id="914" name="텍스트 개체 틀 16">
                <a:extLst>
                  <a:ext uri="{FF2B5EF4-FFF2-40B4-BE49-F238E27FC236}">
                    <a16:creationId xmlns:a16="http://schemas.microsoft.com/office/drawing/2014/main" id="{ACD84948-40F8-9765-85DC-548330DA9A5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622225" y="3122450"/>
                <a:ext cx="2743667" cy="1843429"/>
              </a:xfrm>
              <a:prstGeom prst="rect">
                <a:avLst/>
              </a:prstGeom>
            </p:spPr>
            <p:txBody>
              <a:bodyPr wrap="square" lIns="72000" tIns="0" rIns="0" bIns="0" anchor="t">
                <a:sp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KoPub돋움체 Medium 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92075" lvl="0" indent="-92075" fontAlgn="base" latinLnBrk="0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SzPct val="80000"/>
                  <a:buFont typeface="Arial" panose="020B0604020202020204" pitchFamily="34" charset="0"/>
                  <a:buChar char="•"/>
                  <a:defRPr/>
                </a:pPr>
                <a:r>
                  <a:rPr kumimoji="1" lang="en-US" altLang="ko-KR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Gen AI </a:t>
                </a:r>
                <a:r>
                  <a:rPr kumimoji="1" lang="ko-KR" altLang="en-US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플랫폼 신규 및 증설</a:t>
                </a:r>
              </a:p>
              <a:p>
                <a:pPr marL="180975" lvl="0" indent="-92075" fontAlgn="base" latinLnBrk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SzPct val="80000"/>
                  <a:buFont typeface="KoPub돋움체 Medium  Medium" panose="02000603000000020004" pitchFamily="50" charset="-127"/>
                  <a:buChar char="–"/>
                  <a:defRPr/>
                </a:pPr>
                <a:r>
                  <a:rPr kumimoji="1" lang="ko-KR" altLang="en-US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신규</a:t>
                </a:r>
                <a:endParaRPr kumimoji="1" lang="en-US" altLang="ko-KR" sz="900" spc="-3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endParaRPr>
              </a:p>
              <a:p>
                <a:pPr marL="88900" lvl="0" indent="0" fontAlgn="base" latinLnBrk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SzPct val="80000"/>
                  <a:buNone/>
                  <a:defRPr/>
                </a:pPr>
                <a:r>
                  <a:rPr kumimoji="1" lang="en-US" altLang="ko-KR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   DMZ </a:t>
                </a:r>
                <a:r>
                  <a:rPr kumimoji="1" lang="ko-KR" altLang="en-US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 </a:t>
                </a:r>
                <a:r>
                  <a:rPr kumimoji="1" lang="en-US" altLang="ko-KR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:  </a:t>
                </a:r>
                <a:r>
                  <a:rPr kumimoji="1" lang="ko-KR" altLang="en-US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데이터 수집서버 </a:t>
                </a:r>
                <a:r>
                  <a:rPr kumimoji="1" lang="en-US" altLang="ko-KR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(2EA), RDS(1EA)</a:t>
                </a:r>
              </a:p>
              <a:p>
                <a:pPr marL="88900" lvl="0" indent="0" fontAlgn="base" latinLnBrk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SzPct val="80000"/>
                  <a:buNone/>
                  <a:defRPr/>
                </a:pPr>
                <a:r>
                  <a:rPr kumimoji="1" lang="en-US" altLang="ko-KR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   Internal : </a:t>
                </a:r>
                <a:r>
                  <a:rPr kumimoji="1" lang="ko-KR" altLang="en-US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데이터 수집서버 </a:t>
                </a:r>
                <a:r>
                  <a:rPr kumimoji="1" lang="en-US" altLang="ko-KR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(2EA)</a:t>
                </a:r>
              </a:p>
              <a:p>
                <a:pPr marL="88900" lvl="0" indent="0" fontAlgn="base" latinLnBrk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SzPct val="80000"/>
                  <a:buNone/>
                  <a:defRPr/>
                </a:pPr>
                <a:endParaRPr kumimoji="1" lang="en-US" altLang="ko-KR" sz="900" spc="-3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endParaRPr>
              </a:p>
              <a:p>
                <a:pPr marL="180975" lvl="0" indent="-92075" fontAlgn="base" latinLnBrk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SzPct val="80000"/>
                  <a:buFont typeface="KoPub돋움체 Medium  Medium" panose="02000603000000020004" pitchFamily="50" charset="-127"/>
                  <a:buChar char="–"/>
                  <a:defRPr/>
                </a:pPr>
                <a:r>
                  <a:rPr kumimoji="1" lang="ko-KR" altLang="en-US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증설</a:t>
                </a:r>
                <a:endParaRPr kumimoji="1" lang="en-US" altLang="ko-KR" sz="900" spc="-3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endParaRPr>
              </a:p>
              <a:p>
                <a:pPr marL="88900" lvl="0" indent="0" fontAlgn="base" latinLnBrk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SzPct val="80000"/>
                  <a:buNone/>
                  <a:defRPr/>
                </a:pPr>
                <a:r>
                  <a:rPr kumimoji="1" lang="ko-KR" altLang="en-US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   </a:t>
                </a:r>
                <a:r>
                  <a:rPr kumimoji="1" lang="en-US" altLang="ko-KR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DAP </a:t>
                </a:r>
                <a:r>
                  <a:rPr kumimoji="1" lang="ko-KR" altLang="en-US" sz="900" spc="-30" dirty="0" err="1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워커노드</a:t>
                </a:r>
                <a:r>
                  <a:rPr kumimoji="1" lang="en-US" altLang="ko-KR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(4EA)</a:t>
                </a:r>
              </a:p>
              <a:p>
                <a:pPr marL="88900" lvl="0" indent="0" fontAlgn="base" latinLnBrk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SzPct val="80000"/>
                  <a:buNone/>
                  <a:defRPr/>
                </a:pPr>
                <a:r>
                  <a:rPr kumimoji="1" lang="en-US" altLang="ko-KR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   </a:t>
                </a:r>
                <a:r>
                  <a:rPr kumimoji="1" lang="en-US" altLang="ko-KR" sz="900" spc="-30" dirty="0" err="1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SecuXper</a:t>
                </a:r>
                <a:r>
                  <a:rPr kumimoji="1" lang="en-US" altLang="ko-KR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 </a:t>
                </a:r>
                <a:r>
                  <a:rPr kumimoji="1" lang="ko-KR" altLang="en-US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추론 </a:t>
                </a:r>
                <a:r>
                  <a:rPr kumimoji="1" lang="ko-KR" altLang="en-US" sz="900" spc="-30" dirty="0" err="1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워커노드</a:t>
                </a:r>
                <a:r>
                  <a:rPr kumimoji="1" lang="en-US" altLang="ko-KR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 (4EA)</a:t>
                </a:r>
              </a:p>
              <a:p>
                <a:pPr marL="88900" lvl="0" indent="0" fontAlgn="base" latinLnBrk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SzPct val="80000"/>
                  <a:buNone/>
                  <a:defRPr/>
                </a:pPr>
                <a:r>
                  <a:rPr kumimoji="1" lang="en-US" altLang="ko-KR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   </a:t>
                </a:r>
                <a:r>
                  <a:rPr kumimoji="1" lang="en-US" altLang="ko-KR" sz="900" spc="-30" dirty="0" err="1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SecuXper</a:t>
                </a:r>
                <a:r>
                  <a:rPr kumimoji="1" lang="en-US" altLang="ko-KR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 AI </a:t>
                </a:r>
                <a:r>
                  <a:rPr kumimoji="1" lang="ko-KR" altLang="en-US" sz="900" spc="-30" dirty="0" err="1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워커노드</a:t>
                </a:r>
                <a:r>
                  <a:rPr kumimoji="1" lang="en-US" altLang="ko-KR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 (4EA)</a:t>
                </a:r>
                <a:endParaRPr kumimoji="1" lang="ko-KR" altLang="en-US" sz="900" spc="-3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endParaRPr>
              </a:p>
              <a:p>
                <a:pPr marL="88900" lvl="0" indent="0" fontAlgn="base" latinLnBrk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SzPct val="80000"/>
                  <a:buNone/>
                  <a:defRPr/>
                </a:pPr>
                <a:endParaRPr kumimoji="1" lang="ko-KR" altLang="en-US" sz="900" spc="-3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endParaRPr>
              </a:p>
            </p:txBody>
          </p:sp>
        </p:grpSp>
        <p:grpSp>
          <p:nvGrpSpPr>
            <p:cNvPr id="917" name="그룹 916">
              <a:extLst>
                <a:ext uri="{FF2B5EF4-FFF2-40B4-BE49-F238E27FC236}">
                  <a16:creationId xmlns:a16="http://schemas.microsoft.com/office/drawing/2014/main" id="{0C8589EA-ACB0-58EA-00DE-384E1F5EBA95}"/>
                </a:ext>
              </a:extLst>
            </p:cNvPr>
            <p:cNvGrpSpPr/>
            <p:nvPr/>
          </p:nvGrpSpPr>
          <p:grpSpPr>
            <a:xfrm>
              <a:off x="7434137" y="4752089"/>
              <a:ext cx="2844926" cy="1445295"/>
              <a:chOff x="7520782" y="2838138"/>
              <a:chExt cx="2844926" cy="1445295"/>
            </a:xfrm>
          </p:grpSpPr>
          <p:grpSp>
            <p:nvGrpSpPr>
              <p:cNvPr id="918" name="그룹 917">
                <a:extLst>
                  <a:ext uri="{FF2B5EF4-FFF2-40B4-BE49-F238E27FC236}">
                    <a16:creationId xmlns:a16="http://schemas.microsoft.com/office/drawing/2014/main" id="{4E8C13B8-0406-362D-2E89-9D44E1BE0280}"/>
                  </a:ext>
                </a:extLst>
              </p:cNvPr>
              <p:cNvGrpSpPr/>
              <p:nvPr/>
            </p:nvGrpSpPr>
            <p:grpSpPr>
              <a:xfrm>
                <a:off x="7520782" y="2838138"/>
                <a:ext cx="2844925" cy="327720"/>
                <a:chOff x="7520782" y="2838138"/>
                <a:chExt cx="2844925" cy="327720"/>
              </a:xfrm>
            </p:grpSpPr>
            <p:sp>
              <p:nvSpPr>
                <p:cNvPr id="920" name="모서리가 둥근 직사각형 16">
                  <a:extLst>
                    <a:ext uri="{FF2B5EF4-FFF2-40B4-BE49-F238E27FC236}">
                      <a16:creationId xmlns:a16="http://schemas.microsoft.com/office/drawing/2014/main" id="{E3ED0D02-DFE2-E88B-EEA2-B7939CACBDF7}"/>
                    </a:ext>
                  </a:extLst>
                </p:cNvPr>
                <p:cNvSpPr/>
                <p:nvPr/>
              </p:nvSpPr>
              <p:spPr bwMode="auto">
                <a:xfrm flipH="1">
                  <a:off x="7520782" y="2838138"/>
                  <a:ext cx="2844925" cy="32772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t">
                  <a:spAutoFit/>
                </a:bodyPr>
                <a:lstStyle/>
                <a:p>
                  <a:pPr marL="180975" lvl="1" defTabSz="1042988">
                    <a:buClr>
                      <a:srgbClr val="3271AA"/>
                    </a:buClr>
                    <a:buSzPct val="140000"/>
                    <a:tabLst>
                      <a:tab pos="5648325" algn="l"/>
                    </a:tabLst>
                  </a:pPr>
                  <a:r>
                    <a:rPr lang="ko-KR" altLang="en-US" sz="1000" b="1" spc="-30" dirty="0">
                      <a:ln>
                        <a:solidFill>
                          <a:srgbClr val="0099FF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Malgun Gothic" panose="020B0503020000020004" pitchFamily="34" charset="-127"/>
                      <a:ea typeface="Malgun Gothic" panose="020B0503020000020004" pitchFamily="34" charset="-127"/>
                      <a:cs typeface="KoPub돋움체 Medium  Medium" panose="02000603000000020004" pitchFamily="50" charset="-127"/>
                      <a:sym typeface="KoPub돋움체 Medium "/>
                    </a:rPr>
                    <a:t>보안환경 구성</a:t>
                  </a:r>
                  <a:endParaRPr lang="ko-KR" altLang="en-US" sz="1200" b="1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  <a:cs typeface="KoPub돋움체 Medium  Medium" panose="02000603000000020004" pitchFamily="50" charset="-127"/>
                    <a:sym typeface="KoPub돋움체 Medium "/>
                  </a:endParaRPr>
                </a:p>
              </p:txBody>
            </p:sp>
            <p:sp>
              <p:nvSpPr>
                <p:cNvPr id="921" name="Freeform 33">
                  <a:extLst>
                    <a:ext uri="{FF2B5EF4-FFF2-40B4-BE49-F238E27FC236}">
                      <a16:creationId xmlns:a16="http://schemas.microsoft.com/office/drawing/2014/main" id="{EA99FD91-BD8D-5196-B5FB-614C6AA1DB5E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7597466" y="2897108"/>
                  <a:ext cx="146360" cy="146360"/>
                </a:xfrm>
                <a:custGeom>
                  <a:avLst/>
                  <a:gdLst>
                    <a:gd name="T0" fmla="*/ 220 w 440"/>
                    <a:gd name="T1" fmla="*/ 0 h 441"/>
                    <a:gd name="T2" fmla="*/ 0 w 440"/>
                    <a:gd name="T3" fmla="*/ 220 h 441"/>
                    <a:gd name="T4" fmla="*/ 220 w 440"/>
                    <a:gd name="T5" fmla="*/ 441 h 441"/>
                    <a:gd name="T6" fmla="*/ 440 w 440"/>
                    <a:gd name="T7" fmla="*/ 220 h 441"/>
                    <a:gd name="T8" fmla="*/ 220 w 440"/>
                    <a:gd name="T9" fmla="*/ 0 h 441"/>
                    <a:gd name="T10" fmla="*/ 200 w 440"/>
                    <a:gd name="T11" fmla="*/ 330 h 441"/>
                    <a:gd name="T12" fmla="*/ 93 w 440"/>
                    <a:gd name="T13" fmla="*/ 222 h 441"/>
                    <a:gd name="T14" fmla="*/ 120 w 440"/>
                    <a:gd name="T15" fmla="*/ 200 h 441"/>
                    <a:gd name="T16" fmla="*/ 182 w 440"/>
                    <a:gd name="T17" fmla="*/ 248 h 441"/>
                    <a:gd name="T18" fmla="*/ 341 w 440"/>
                    <a:gd name="T19" fmla="*/ 111 h 441"/>
                    <a:gd name="T20" fmla="*/ 347 w 440"/>
                    <a:gd name="T21" fmla="*/ 126 h 441"/>
                    <a:gd name="T22" fmla="*/ 200 w 440"/>
                    <a:gd name="T23" fmla="*/ 330 h 4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440" h="441">
                      <a:moveTo>
                        <a:pt x="220" y="0"/>
                      </a:moveTo>
                      <a:cubicBezTo>
                        <a:pt x="98" y="0"/>
                        <a:pt x="0" y="99"/>
                        <a:pt x="0" y="220"/>
                      </a:cubicBezTo>
                      <a:cubicBezTo>
                        <a:pt x="0" y="342"/>
                        <a:pt x="98" y="441"/>
                        <a:pt x="220" y="441"/>
                      </a:cubicBezTo>
                      <a:cubicBezTo>
                        <a:pt x="342" y="441"/>
                        <a:pt x="440" y="342"/>
                        <a:pt x="440" y="220"/>
                      </a:cubicBezTo>
                      <a:cubicBezTo>
                        <a:pt x="440" y="99"/>
                        <a:pt x="342" y="0"/>
                        <a:pt x="220" y="0"/>
                      </a:cubicBezTo>
                      <a:close/>
                      <a:moveTo>
                        <a:pt x="200" y="330"/>
                      </a:moveTo>
                      <a:cubicBezTo>
                        <a:pt x="93" y="222"/>
                        <a:pt x="93" y="222"/>
                        <a:pt x="93" y="222"/>
                      </a:cubicBezTo>
                      <a:cubicBezTo>
                        <a:pt x="120" y="200"/>
                        <a:pt x="120" y="200"/>
                        <a:pt x="120" y="200"/>
                      </a:cubicBezTo>
                      <a:cubicBezTo>
                        <a:pt x="182" y="248"/>
                        <a:pt x="182" y="248"/>
                        <a:pt x="182" y="248"/>
                      </a:cubicBezTo>
                      <a:cubicBezTo>
                        <a:pt x="207" y="218"/>
                        <a:pt x="263" y="158"/>
                        <a:pt x="341" y="111"/>
                      </a:cubicBezTo>
                      <a:cubicBezTo>
                        <a:pt x="347" y="126"/>
                        <a:pt x="347" y="126"/>
                        <a:pt x="347" y="126"/>
                      </a:cubicBezTo>
                      <a:cubicBezTo>
                        <a:pt x="276" y="191"/>
                        <a:pt x="218" y="283"/>
                        <a:pt x="200" y="330"/>
                      </a:cubicBezTo>
                      <a:close/>
                    </a:path>
                  </a:pathLst>
                </a:custGeom>
                <a:solidFill>
                  <a:srgbClr val="98A1B7"/>
                </a:solidFill>
                <a:ln>
                  <a:noFill/>
                </a:ln>
              </p:spPr>
              <p:txBody>
                <a:bodyPr wrap="none" anchor="ctr"/>
                <a:lstStyle/>
                <a:p>
                  <a:pPr algn="ctr" defTabSz="1043056"/>
                  <a:endParaRPr lang="ko-KR" altLang="en-US" sz="1100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rgbClr val="B42658">
                        <a:alpha val="50000"/>
                      </a:srgb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endParaRPr>
                </a:p>
              </p:txBody>
            </p:sp>
          </p:grpSp>
          <p:sp>
            <p:nvSpPr>
              <p:cNvPr id="919" name="텍스트 개체 틀 16">
                <a:extLst>
                  <a:ext uri="{FF2B5EF4-FFF2-40B4-BE49-F238E27FC236}">
                    <a16:creationId xmlns:a16="http://schemas.microsoft.com/office/drawing/2014/main" id="{86B75E06-DF77-9272-C94F-A4BC37F386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622225" y="3126170"/>
                <a:ext cx="2743483" cy="1157263"/>
              </a:xfrm>
              <a:prstGeom prst="rect">
                <a:avLst/>
              </a:prstGeom>
            </p:spPr>
            <p:txBody>
              <a:bodyPr wrap="square" lIns="72000" tIns="0" rIns="0" bIns="0" anchor="t">
                <a:sp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KoPub돋움체 Medium 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92075" lvl="0" indent="-92075" fontAlgn="base" latinLnBrk="0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SzPct val="80000"/>
                  <a:buFont typeface="Arial" panose="020B0604020202020204" pitchFamily="34" charset="0"/>
                  <a:buChar char="•"/>
                  <a:defRPr/>
                </a:pPr>
                <a:r>
                  <a:rPr kumimoji="1" lang="en-US" altLang="ko-KR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DMZ </a:t>
                </a:r>
                <a:r>
                  <a:rPr kumimoji="1" lang="ko-KR" altLang="en-US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영역에 수집기 별도 구성 </a:t>
                </a:r>
                <a:r>
                  <a:rPr kumimoji="1" lang="en-US" altLang="ko-KR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(</a:t>
                </a:r>
                <a:r>
                  <a:rPr kumimoji="1" lang="ko-KR" altLang="en-US" sz="900" spc="-30" dirty="0" err="1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크롤링</a:t>
                </a:r>
                <a:r>
                  <a:rPr kumimoji="1" lang="ko-KR" altLang="en-US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 데이터를 내부로 수집하기 위한 수집기 구성</a:t>
                </a:r>
                <a:r>
                  <a:rPr kumimoji="1" lang="en-US" altLang="ko-KR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)</a:t>
                </a:r>
              </a:p>
              <a:p>
                <a:pPr marL="92075" lvl="0" indent="-92075" fontAlgn="base" latinLnBrk="0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SzPct val="80000"/>
                  <a:buFont typeface="Arial" panose="020B0604020202020204" pitchFamily="34" charset="0"/>
                  <a:buChar char="•"/>
                  <a:defRPr/>
                </a:pPr>
                <a:r>
                  <a:rPr kumimoji="1" lang="en-US" altLang="ko-KR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Public</a:t>
                </a:r>
                <a:r>
                  <a:rPr kumimoji="1" lang="ko-KR" altLang="en-US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클라우드에 수집된 데이터를 </a:t>
                </a:r>
                <a:r>
                  <a:rPr kumimoji="1" lang="en-US" altLang="ko-KR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1</a:t>
                </a:r>
                <a:r>
                  <a:rPr kumimoji="1" lang="ko-KR" altLang="en-US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차 보안 처리 후 내부 수집하기 위한 </a:t>
                </a:r>
                <a:r>
                  <a:rPr kumimoji="1" lang="en-US" altLang="ko-KR" sz="900" spc="-30" dirty="0" err="1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GenAI</a:t>
                </a:r>
                <a:r>
                  <a:rPr kumimoji="1" lang="en-US" altLang="ko-KR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 </a:t>
                </a:r>
                <a:r>
                  <a:rPr kumimoji="1" lang="ko-KR" altLang="en-US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플랫폼 </a:t>
                </a:r>
                <a:r>
                  <a:rPr kumimoji="1" lang="en-US" altLang="ko-KR" sz="900" spc="-30" dirty="0" err="1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SexuXper</a:t>
                </a:r>
                <a:r>
                  <a:rPr kumimoji="1" lang="en-US" altLang="ko-KR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 AI </a:t>
                </a:r>
                <a:r>
                  <a:rPr kumimoji="1" lang="ko-KR" altLang="en-US" sz="900" spc="-3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Malgun Gothic Semilight" panose="020B0503020000020004" pitchFamily="34" charset="-127"/>
                    <a:ea typeface="Malgun Gothic Semilight" panose="020B0503020000020004" pitchFamily="34" charset="-127"/>
                    <a:cs typeface="Arial"/>
                  </a:rPr>
                  <a:t>활용</a:t>
                </a:r>
                <a:endParaRPr kumimoji="1" lang="en-US" altLang="ko-KR" sz="900" spc="-3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Arial"/>
                </a:endParaRPr>
              </a:p>
            </p:txBody>
          </p:sp>
        </p:grpSp>
        <p:grpSp>
          <p:nvGrpSpPr>
            <p:cNvPr id="922" name="그룹 921">
              <a:extLst>
                <a:ext uri="{FF2B5EF4-FFF2-40B4-BE49-F238E27FC236}">
                  <a16:creationId xmlns:a16="http://schemas.microsoft.com/office/drawing/2014/main" id="{709A4A55-9B42-42DA-9320-6A5FF3D523BE}"/>
                </a:ext>
              </a:extLst>
            </p:cNvPr>
            <p:cNvGrpSpPr/>
            <p:nvPr/>
          </p:nvGrpSpPr>
          <p:grpSpPr>
            <a:xfrm>
              <a:off x="334990" y="2386285"/>
              <a:ext cx="6552000" cy="4123865"/>
              <a:chOff x="3642504" y="3834828"/>
              <a:chExt cx="4804537" cy="3024000"/>
            </a:xfrm>
          </p:grpSpPr>
          <p:sp>
            <p:nvSpPr>
              <p:cNvPr id="923" name="Rectangle 6">
                <a:extLst>
                  <a:ext uri="{FF2B5EF4-FFF2-40B4-BE49-F238E27FC236}">
                    <a16:creationId xmlns:a16="http://schemas.microsoft.com/office/drawing/2014/main" id="{313504CA-5FB9-58D4-944E-5C294F83283B}"/>
                  </a:ext>
                </a:extLst>
              </p:cNvPr>
              <p:cNvSpPr/>
              <p:nvPr/>
            </p:nvSpPr>
            <p:spPr>
              <a:xfrm>
                <a:off x="3642504" y="3834828"/>
                <a:ext cx="4804537" cy="302400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242F3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502920" tIns="91440"/>
              <a:lstStyle/>
              <a:p>
                <a:pPr defTabSz="993653" latinLnBrk="0"/>
                <a:endParaRPr lang="en-US" sz="9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ysClr val="windowText" lastClr="000000"/>
                  </a:solidFill>
                  <a:latin typeface="+mn-ea"/>
                  <a:cs typeface="Pretendard Light" panose="02000403000000020004" pitchFamily="50" charset="-127"/>
                </a:endParaRPr>
              </a:p>
            </p:txBody>
          </p:sp>
          <p:pic>
            <p:nvPicPr>
              <p:cNvPr id="924" name="Graphic 10">
                <a:extLst>
                  <a:ext uri="{FF2B5EF4-FFF2-40B4-BE49-F238E27FC236}">
                    <a16:creationId xmlns:a16="http://schemas.microsoft.com/office/drawing/2014/main" id="{D6C4D9C4-95D3-E648-D051-B0FFB19084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3642511" y="3834828"/>
                <a:ext cx="216000" cy="216000"/>
              </a:xfrm>
              <a:prstGeom prst="rect">
                <a:avLst/>
              </a:prstGeom>
            </p:spPr>
          </p:pic>
        </p:grpSp>
        <p:sp>
          <p:nvSpPr>
            <p:cNvPr id="925" name="직사각형 924">
              <a:extLst>
                <a:ext uri="{FF2B5EF4-FFF2-40B4-BE49-F238E27FC236}">
                  <a16:creationId xmlns:a16="http://schemas.microsoft.com/office/drawing/2014/main" id="{47A6D1BF-BACB-6109-90C5-E4E9681B4280}"/>
                </a:ext>
              </a:extLst>
            </p:cNvPr>
            <p:cNvSpPr/>
            <p:nvPr/>
          </p:nvSpPr>
          <p:spPr>
            <a:xfrm>
              <a:off x="709416" y="2451637"/>
              <a:ext cx="700596" cy="163861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marL="0" lvl="1" indent="1729" defTabSz="1402796" eaLnBrk="0" latinLnBrk="0" hangingPunct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8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242F3E"/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Pretendard Medium" panose="02000603000000020004" pitchFamily="50" charset="-127"/>
                </a:rPr>
                <a:t>Gen AI </a:t>
              </a:r>
              <a:r>
                <a:rPr lang="ko-KR" altLang="en-US" sz="8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242F3E"/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Pretendard Medium" panose="02000603000000020004" pitchFamily="50" charset="-127"/>
                </a:rPr>
                <a:t>플랫폼</a:t>
              </a:r>
              <a:endParaRPr lang="en-US" altLang="ko-KR" sz="800" kern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42F3E"/>
                </a:solidFill>
                <a:latin typeface="Malgun Gothic Semilight" panose="020B0503020000020004" pitchFamily="34" charset="-127"/>
                <a:ea typeface="Malgun Gothic Semilight" panose="020B0503020000020004" pitchFamily="34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926" name="Rectangle 25">
              <a:extLst>
                <a:ext uri="{FF2B5EF4-FFF2-40B4-BE49-F238E27FC236}">
                  <a16:creationId xmlns:a16="http://schemas.microsoft.com/office/drawing/2014/main" id="{B8CE69D2-C627-9A89-A727-CFFE8A03B684}"/>
                </a:ext>
              </a:extLst>
            </p:cNvPr>
            <p:cNvSpPr/>
            <p:nvPr/>
          </p:nvSpPr>
          <p:spPr>
            <a:xfrm>
              <a:off x="654479" y="2785227"/>
              <a:ext cx="1775103" cy="3611641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rgbClr val="248814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371475" tIns="74295" rIns="74295" bIns="3714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9365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569" b="0" i="0" u="none" strike="noStrike" kern="0" cap="none" spc="0" normalizeH="0" baseline="0" noProof="0" dirty="0">
                <a:ln w="0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472C4"/>
                </a:solidFill>
                <a:effectLst/>
                <a:uLnTx/>
                <a:uFillTx/>
                <a:latin typeface="+mn-ea"/>
                <a:cs typeface="Pretendard Light" panose="02000403000000020004" pitchFamily="50" charset="-127"/>
              </a:endParaRPr>
            </a:p>
          </p:txBody>
        </p:sp>
        <p:sp>
          <p:nvSpPr>
            <p:cNvPr id="927" name="직사각형 926">
              <a:extLst>
                <a:ext uri="{FF2B5EF4-FFF2-40B4-BE49-F238E27FC236}">
                  <a16:creationId xmlns:a16="http://schemas.microsoft.com/office/drawing/2014/main" id="{92D4D3ED-9087-32F0-5189-5B517A187F17}"/>
                </a:ext>
              </a:extLst>
            </p:cNvPr>
            <p:cNvSpPr/>
            <p:nvPr/>
          </p:nvSpPr>
          <p:spPr>
            <a:xfrm>
              <a:off x="948810" y="2826032"/>
              <a:ext cx="504693" cy="163861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marL="0" lvl="1" indent="1729" defTabSz="1402796" eaLnBrk="0" latinLnBrk="0" hangingPunct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8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Pretendard Medium" panose="02000603000000020004" pitchFamily="50" charset="-127"/>
                </a:rPr>
                <a:t>DMZ</a:t>
              </a:r>
              <a:r>
                <a:rPr lang="ko-KR" altLang="en-US" sz="8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Pretendard Medium" panose="02000603000000020004" pitchFamily="50" charset="-127"/>
                </a:rPr>
                <a:t> </a:t>
              </a:r>
              <a:r>
                <a:rPr lang="en-US" altLang="ko-KR" sz="8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Pretendard Medium" panose="02000603000000020004" pitchFamily="50" charset="-127"/>
                </a:rPr>
                <a:t> VPC</a:t>
              </a:r>
            </a:p>
          </p:txBody>
        </p:sp>
        <p:sp>
          <p:nvSpPr>
            <p:cNvPr id="928" name="Rectangle 25">
              <a:extLst>
                <a:ext uri="{FF2B5EF4-FFF2-40B4-BE49-F238E27FC236}">
                  <a16:creationId xmlns:a16="http://schemas.microsoft.com/office/drawing/2014/main" id="{6D445B47-F28A-DB9F-6B6C-ADBB14B95398}"/>
                </a:ext>
              </a:extLst>
            </p:cNvPr>
            <p:cNvSpPr/>
            <p:nvPr/>
          </p:nvSpPr>
          <p:spPr>
            <a:xfrm>
              <a:off x="2598946" y="2779078"/>
              <a:ext cx="4115112" cy="361779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rgbClr val="248814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371475" tIns="74295" rIns="74295" bIns="3714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9365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569" b="0" i="0" u="none" strike="noStrike" kern="0" cap="none" spc="0" normalizeH="0" baseline="0" noProof="0" dirty="0">
                <a:ln w="0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472C4"/>
                </a:solidFill>
                <a:effectLst/>
                <a:uLnTx/>
                <a:uFillTx/>
                <a:latin typeface="+mn-ea"/>
                <a:cs typeface="Pretendard Light" panose="02000403000000020004" pitchFamily="50" charset="-127"/>
              </a:endParaRPr>
            </a:p>
          </p:txBody>
        </p:sp>
        <p:sp>
          <p:nvSpPr>
            <p:cNvPr id="929" name="직사각형 928">
              <a:extLst>
                <a:ext uri="{FF2B5EF4-FFF2-40B4-BE49-F238E27FC236}">
                  <a16:creationId xmlns:a16="http://schemas.microsoft.com/office/drawing/2014/main" id="{114CE05C-1520-14ED-AF74-A05A7A4D787E}"/>
                </a:ext>
              </a:extLst>
            </p:cNvPr>
            <p:cNvSpPr/>
            <p:nvPr/>
          </p:nvSpPr>
          <p:spPr>
            <a:xfrm>
              <a:off x="2893281" y="2819883"/>
              <a:ext cx="611373" cy="163861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marL="0" lvl="1" indent="1729" defTabSz="1402796" eaLnBrk="0" latinLnBrk="0" hangingPunct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800" kern="0" spc="-5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Pretendard Medium" panose="02000603000000020004" pitchFamily="50" charset="-127"/>
                </a:rPr>
                <a:t>Internel</a:t>
              </a:r>
              <a:r>
                <a:rPr lang="ko-KR" altLang="en-US" sz="8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Pretendard Medium" panose="02000603000000020004" pitchFamily="50" charset="-127"/>
                </a:rPr>
                <a:t> </a:t>
              </a:r>
              <a:r>
                <a:rPr lang="en-US" altLang="ko-KR" sz="8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Pretendard Medium" panose="02000603000000020004" pitchFamily="50" charset="-127"/>
                </a:rPr>
                <a:t> VPC</a:t>
              </a:r>
            </a:p>
          </p:txBody>
        </p:sp>
        <p:sp>
          <p:nvSpPr>
            <p:cNvPr id="930" name="Rectangle 7">
              <a:extLst>
                <a:ext uri="{FF2B5EF4-FFF2-40B4-BE49-F238E27FC236}">
                  <a16:creationId xmlns:a16="http://schemas.microsoft.com/office/drawing/2014/main" id="{880D5548-9ECB-2773-0A24-86DD6C5FD72C}"/>
                </a:ext>
              </a:extLst>
            </p:cNvPr>
            <p:cNvSpPr/>
            <p:nvPr/>
          </p:nvSpPr>
          <p:spPr>
            <a:xfrm>
              <a:off x="2815986" y="3104371"/>
              <a:ext cx="3817473" cy="2307401"/>
            </a:xfrm>
            <a:prstGeom prst="rect">
              <a:avLst/>
            </a:prstGeom>
            <a:solidFill>
              <a:srgbClr val="E6F2F8"/>
            </a:solidFill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23350"/>
            <a:lstStyle/>
            <a:p>
              <a:pPr defTabSz="993653" latinLnBrk="0"/>
              <a:endParaRPr lang="en-US" sz="792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5B9CD5"/>
                </a:solidFill>
                <a:cs typeface="Pretendard Light" panose="02000403000000020004" pitchFamily="50" charset="-127"/>
              </a:endParaRPr>
            </a:p>
          </p:txBody>
        </p:sp>
        <p:sp>
          <p:nvSpPr>
            <p:cNvPr id="931" name="직사각형 930">
              <a:extLst>
                <a:ext uri="{FF2B5EF4-FFF2-40B4-BE49-F238E27FC236}">
                  <a16:creationId xmlns:a16="http://schemas.microsoft.com/office/drawing/2014/main" id="{337D38EF-341A-D5A5-0939-CEB51D0843ED}"/>
                </a:ext>
              </a:extLst>
            </p:cNvPr>
            <p:cNvSpPr/>
            <p:nvPr/>
          </p:nvSpPr>
          <p:spPr>
            <a:xfrm>
              <a:off x="3063318" y="3120627"/>
              <a:ext cx="888740" cy="163861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marL="0" lvl="1" indent="1729" defTabSz="1402796" eaLnBrk="0" latinLnBrk="0" hangingPunct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8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Pretendard Medium" panose="02000603000000020004" pitchFamily="50" charset="-127"/>
                </a:rPr>
                <a:t>Container Platform</a:t>
              </a:r>
            </a:p>
          </p:txBody>
        </p:sp>
        <p:pic>
          <p:nvPicPr>
            <p:cNvPr id="932" name="Graphic 23">
              <a:extLst>
                <a:ext uri="{FF2B5EF4-FFF2-40B4-BE49-F238E27FC236}">
                  <a16:creationId xmlns:a16="http://schemas.microsoft.com/office/drawing/2014/main" id="{216EC99F-2521-A2DA-1D71-47589962F5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2815986" y="3334647"/>
              <a:ext cx="198851" cy="198851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33" name="직사각형 932">
              <a:extLst>
                <a:ext uri="{FF2B5EF4-FFF2-40B4-BE49-F238E27FC236}">
                  <a16:creationId xmlns:a16="http://schemas.microsoft.com/office/drawing/2014/main" id="{99836F6C-3BF0-0DBC-875D-DB06D9D7699E}"/>
                </a:ext>
              </a:extLst>
            </p:cNvPr>
            <p:cNvSpPr/>
            <p:nvPr/>
          </p:nvSpPr>
          <p:spPr>
            <a:xfrm>
              <a:off x="2815986" y="3334648"/>
              <a:ext cx="3807393" cy="2061933"/>
            </a:xfrm>
            <a:prstGeom prst="rect">
              <a:avLst/>
            </a:prstGeom>
            <a:noFill/>
            <a:ln w="12700">
              <a:solidFill>
                <a:srgbClr val="E3750D"/>
              </a:solidFill>
              <a:prstDash val="sysDash"/>
              <a:miter lim="800000"/>
              <a:headEnd/>
              <a:tailEnd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993653"/>
              <a:endParaRPr lang="ko-KR" altLang="en-US" sz="1295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ea typeface="Pretendard SemiBold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934" name="직사각형 933">
              <a:extLst>
                <a:ext uri="{FF2B5EF4-FFF2-40B4-BE49-F238E27FC236}">
                  <a16:creationId xmlns:a16="http://schemas.microsoft.com/office/drawing/2014/main" id="{29129356-E40F-8435-B982-DB06CE2E1C99}"/>
                </a:ext>
              </a:extLst>
            </p:cNvPr>
            <p:cNvSpPr/>
            <p:nvPr/>
          </p:nvSpPr>
          <p:spPr>
            <a:xfrm>
              <a:off x="3095585" y="3360286"/>
              <a:ext cx="3465866" cy="490936"/>
            </a:xfrm>
            <a:prstGeom prst="rect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 defTabSz="1299728" eaLnBrk="0" latinLnBrk="0" hangingPunct="0"/>
              <a:endParaRPr lang="ko-KR" altLang="en-US" sz="1200" kern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ea typeface="Pretendard Medium" pitchFamily="18" charset="-127"/>
              </a:endParaRPr>
            </a:p>
          </p:txBody>
        </p:sp>
        <p:sp>
          <p:nvSpPr>
            <p:cNvPr id="935" name="직사각형 934">
              <a:extLst>
                <a:ext uri="{FF2B5EF4-FFF2-40B4-BE49-F238E27FC236}">
                  <a16:creationId xmlns:a16="http://schemas.microsoft.com/office/drawing/2014/main" id="{183B9A1C-43DD-C0A5-5245-1A2A66E14B05}"/>
                </a:ext>
              </a:extLst>
            </p:cNvPr>
            <p:cNvSpPr/>
            <p:nvPr/>
          </p:nvSpPr>
          <p:spPr>
            <a:xfrm>
              <a:off x="3095585" y="3875531"/>
              <a:ext cx="3465866" cy="540030"/>
            </a:xfrm>
            <a:prstGeom prst="rect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 defTabSz="1299728" eaLnBrk="0" hangingPunct="0"/>
              <a:endParaRPr lang="ko-KR" altLang="en-US" sz="1200" kern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ea typeface="Pretendard Medium" pitchFamily="18" charset="-127"/>
              </a:endParaRPr>
            </a:p>
          </p:txBody>
        </p:sp>
        <p:sp>
          <p:nvSpPr>
            <p:cNvPr id="936" name="직사각형 935">
              <a:extLst>
                <a:ext uri="{FF2B5EF4-FFF2-40B4-BE49-F238E27FC236}">
                  <a16:creationId xmlns:a16="http://schemas.microsoft.com/office/drawing/2014/main" id="{71F8408D-691F-B742-D23F-48305285BB85}"/>
                </a:ext>
              </a:extLst>
            </p:cNvPr>
            <p:cNvSpPr/>
            <p:nvPr/>
          </p:nvSpPr>
          <p:spPr>
            <a:xfrm>
              <a:off x="3095585" y="4460050"/>
              <a:ext cx="3465866" cy="834592"/>
            </a:xfrm>
            <a:prstGeom prst="rect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 defTabSz="1299728" eaLnBrk="0" latinLnBrk="0" hangingPunct="0"/>
              <a:endParaRPr lang="ko-KR" altLang="en-US" sz="1200" kern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ea typeface="Pretendard Medium" pitchFamily="18" charset="-127"/>
              </a:endParaRPr>
            </a:p>
          </p:txBody>
        </p:sp>
        <p:sp>
          <p:nvSpPr>
            <p:cNvPr id="937" name="TextBox 936">
              <a:extLst>
                <a:ext uri="{FF2B5EF4-FFF2-40B4-BE49-F238E27FC236}">
                  <a16:creationId xmlns:a16="http://schemas.microsoft.com/office/drawing/2014/main" id="{5603D729-2290-B737-4468-A4DB64F48894}"/>
                </a:ext>
              </a:extLst>
            </p:cNvPr>
            <p:cNvSpPr txBox="1"/>
            <p:nvPr/>
          </p:nvSpPr>
          <p:spPr>
            <a:xfrm>
              <a:off x="3389030" y="3360990"/>
              <a:ext cx="343703" cy="49158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lvl="1" indent="1729" algn="r" defTabSz="1402796" eaLnBrk="0" hangingPunct="0">
                <a:defRPr/>
              </a:pPr>
              <a:r>
                <a:rPr lang="en-US" altLang="ko-KR" sz="6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Pretendard Medium" panose="02000603000000020004" pitchFamily="50" charset="-127"/>
                </a:rPr>
                <a:t>DAP</a:t>
              </a:r>
            </a:p>
            <a:p>
              <a:pPr marL="0" lvl="1" indent="1729" algn="r" defTabSz="1402796" eaLnBrk="0" hangingPunct="0">
                <a:defRPr/>
              </a:pPr>
              <a:r>
                <a:rPr lang="ko-KR" altLang="en-US" sz="600" kern="0" spc="-5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Pretendard Medium" panose="02000603000000020004" pitchFamily="50" charset="-127"/>
                </a:rPr>
                <a:t>워커노드</a:t>
              </a:r>
              <a:endParaRPr lang="ko-KR" altLang="en-US" sz="600" kern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Malgun Gothic Semilight" panose="020B0503020000020004" pitchFamily="34" charset="-127"/>
                <a:ea typeface="Malgun Gothic Semilight" panose="020B0503020000020004" pitchFamily="34" charset="-127"/>
                <a:cs typeface="Pretendard Medium" panose="02000603000000020004" pitchFamily="50" charset="-127"/>
              </a:endParaRPr>
            </a:p>
            <a:p>
              <a:pPr marL="0" marR="0" lvl="1" indent="1729" algn="r" defTabSz="1402796" eaLnBrk="0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6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Pretendard Medium" panose="02000603000000020004" pitchFamily="50" charset="-127"/>
                </a:rPr>
                <a:t>#1 ~ #4</a:t>
              </a:r>
            </a:p>
            <a:p>
              <a:pPr marL="0" marR="0" lvl="1" indent="1729" algn="r" defTabSz="1402796" eaLnBrk="0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6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Pretendard Medium" panose="02000603000000020004" pitchFamily="50" charset="-127"/>
                </a:rPr>
                <a:t>(</a:t>
              </a:r>
              <a:r>
                <a:rPr lang="ko-KR" altLang="en-US" sz="6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Pretendard Medium" panose="02000603000000020004" pitchFamily="50" charset="-127"/>
                </a:rPr>
                <a:t>증설</a:t>
              </a:r>
              <a:r>
                <a:rPr lang="en-US" altLang="ko-KR" sz="6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Pretendard Medium" panose="02000603000000020004" pitchFamily="50" charset="-127"/>
                </a:rPr>
                <a:t>)</a:t>
              </a:r>
            </a:p>
          </p:txBody>
        </p:sp>
        <p:sp>
          <p:nvSpPr>
            <p:cNvPr id="938" name="TextBox 937">
              <a:extLst>
                <a:ext uri="{FF2B5EF4-FFF2-40B4-BE49-F238E27FC236}">
                  <a16:creationId xmlns:a16="http://schemas.microsoft.com/office/drawing/2014/main" id="{DD3E7003-6233-893D-62A9-F0A5A61849B2}"/>
                </a:ext>
              </a:extLst>
            </p:cNvPr>
            <p:cNvSpPr txBox="1"/>
            <p:nvPr/>
          </p:nvSpPr>
          <p:spPr>
            <a:xfrm>
              <a:off x="3150519" y="3903580"/>
              <a:ext cx="623011" cy="57351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1" indent="1729" algn="r" defTabSz="1402796" eaLnBrk="0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5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Pretendard Medium" panose="02000603000000020004" pitchFamily="50" charset="-127"/>
                </a:rPr>
                <a:t> </a:t>
              </a:r>
              <a:r>
                <a:rPr lang="en-US" altLang="ko-KR" sz="700" kern="0" spc="-5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Pretendard Medium" panose="02000603000000020004" pitchFamily="50" charset="-127"/>
                </a:rPr>
                <a:t>SecuXper</a:t>
              </a:r>
              <a:r>
                <a:rPr lang="en-US" altLang="ko-KR" sz="7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Pretendard Medium" panose="02000603000000020004" pitchFamily="50" charset="-127"/>
                </a:rPr>
                <a:t> </a:t>
              </a:r>
              <a:r>
                <a:rPr lang="ko-KR" altLang="en-US" sz="7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Pretendard Medium" panose="02000603000000020004" pitchFamily="50" charset="-127"/>
                </a:rPr>
                <a:t>추론</a:t>
              </a:r>
              <a:endParaRPr lang="en-US" altLang="ko-KR" sz="700" kern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Malgun Gothic Semilight" panose="020B0503020000020004" pitchFamily="34" charset="-127"/>
                <a:ea typeface="Malgun Gothic Semilight" panose="020B0503020000020004" pitchFamily="34" charset="-127"/>
                <a:cs typeface="Pretendard Medium" panose="02000603000000020004" pitchFamily="50" charset="-127"/>
              </a:endParaRPr>
            </a:p>
            <a:p>
              <a:pPr marL="0" marR="0" lvl="1" indent="1729" algn="r" defTabSz="1402796" eaLnBrk="0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700" kern="0" spc="-5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Pretendard Medium" panose="02000603000000020004" pitchFamily="50" charset="-127"/>
                </a:rPr>
                <a:t>워커노드</a:t>
              </a:r>
              <a:endParaRPr lang="en-US" altLang="ko-KR" sz="700" kern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Malgun Gothic Semilight" panose="020B0503020000020004" pitchFamily="34" charset="-127"/>
                <a:ea typeface="Malgun Gothic Semilight" panose="020B0503020000020004" pitchFamily="34" charset="-127"/>
                <a:cs typeface="Pretendard Medium" panose="02000603000000020004" pitchFamily="50" charset="-127"/>
              </a:endParaRPr>
            </a:p>
            <a:p>
              <a:pPr marL="0" marR="0" lvl="1" indent="1729" algn="r" defTabSz="1402796" eaLnBrk="0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Pretendard Medium" panose="02000603000000020004" pitchFamily="50" charset="-127"/>
                </a:rPr>
                <a:t>#1 ~ #4</a:t>
              </a:r>
            </a:p>
            <a:p>
              <a:pPr marL="0" marR="0" lvl="1" indent="1729" algn="r" defTabSz="1402796" eaLnBrk="0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Pretendard Medium" panose="02000603000000020004" pitchFamily="50" charset="-127"/>
                </a:rPr>
                <a:t>(</a:t>
              </a:r>
              <a:r>
                <a:rPr lang="ko-KR" altLang="en-US" sz="7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Pretendard Medium" panose="02000603000000020004" pitchFamily="50" charset="-127"/>
                </a:rPr>
                <a:t>증설</a:t>
              </a:r>
              <a:r>
                <a:rPr lang="en-US" altLang="ko-KR" sz="7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Pretendard Medium" panose="02000603000000020004" pitchFamily="50" charset="-127"/>
                </a:rPr>
                <a:t>)</a:t>
              </a:r>
            </a:p>
          </p:txBody>
        </p:sp>
        <p:sp>
          <p:nvSpPr>
            <p:cNvPr id="939" name="TextBox 938">
              <a:extLst>
                <a:ext uri="{FF2B5EF4-FFF2-40B4-BE49-F238E27FC236}">
                  <a16:creationId xmlns:a16="http://schemas.microsoft.com/office/drawing/2014/main" id="{E550D458-22F5-152B-8E18-83378AC968F2}"/>
                </a:ext>
              </a:extLst>
            </p:cNvPr>
            <p:cNvSpPr txBox="1"/>
            <p:nvPr/>
          </p:nvSpPr>
          <p:spPr>
            <a:xfrm>
              <a:off x="3284354" y="4546405"/>
              <a:ext cx="489175" cy="57351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lvl="1" indent="1729" algn="r" defTabSz="1402796" eaLnBrk="0" hangingPunct="0">
                <a:defRPr/>
              </a:pPr>
              <a:r>
                <a:rPr lang="en-US" altLang="ko-KR" sz="700" kern="0" spc="-5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Pretendard Medium" panose="02000603000000020004" pitchFamily="50" charset="-127"/>
                </a:rPr>
                <a:t>SecuXper</a:t>
              </a:r>
              <a:r>
                <a:rPr lang="en-US" altLang="ko-KR" sz="7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Pretendard Medium" panose="02000603000000020004" pitchFamily="50" charset="-127"/>
                </a:rPr>
                <a:t> AI</a:t>
              </a:r>
            </a:p>
            <a:p>
              <a:pPr marL="0" marR="0" lvl="1" indent="1729" algn="r" defTabSz="1402796" eaLnBrk="0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700" kern="0" spc="-5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Pretendard Medium" panose="02000603000000020004" pitchFamily="50" charset="-127"/>
                </a:rPr>
                <a:t>워커노드</a:t>
              </a:r>
              <a:endParaRPr lang="ko-KR" altLang="en-US" sz="700" kern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Malgun Gothic Semilight" panose="020B0503020000020004" pitchFamily="34" charset="-127"/>
                <a:ea typeface="Malgun Gothic Semilight" panose="020B0503020000020004" pitchFamily="34" charset="-127"/>
                <a:cs typeface="Pretendard Medium" panose="02000603000000020004" pitchFamily="50" charset="-127"/>
              </a:endParaRPr>
            </a:p>
            <a:p>
              <a:pPr marL="0" marR="0" lvl="1" indent="1729" algn="r" defTabSz="1402796" eaLnBrk="0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Pretendard Medium" panose="02000603000000020004" pitchFamily="50" charset="-127"/>
                </a:rPr>
                <a:t>#1 ~ # 6</a:t>
              </a:r>
            </a:p>
            <a:p>
              <a:pPr marL="0" marR="0" lvl="1" indent="1729" algn="r" defTabSz="1402796" eaLnBrk="0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Pretendard Medium" panose="02000603000000020004" pitchFamily="50" charset="-127"/>
                </a:rPr>
                <a:t>(</a:t>
              </a:r>
              <a:r>
                <a:rPr lang="ko-KR" altLang="en-US" sz="7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Pretendard Medium" panose="02000603000000020004" pitchFamily="50" charset="-127"/>
                </a:rPr>
                <a:t>증설</a:t>
              </a:r>
              <a:r>
                <a:rPr lang="en-US" altLang="ko-KR" sz="7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Pretendard Medium" panose="02000603000000020004" pitchFamily="50" charset="-127"/>
                </a:rPr>
                <a:t>)</a:t>
              </a:r>
            </a:p>
          </p:txBody>
        </p:sp>
        <p:grpSp>
          <p:nvGrpSpPr>
            <p:cNvPr id="940" name="그룹 939">
              <a:extLst>
                <a:ext uri="{FF2B5EF4-FFF2-40B4-BE49-F238E27FC236}">
                  <a16:creationId xmlns:a16="http://schemas.microsoft.com/office/drawing/2014/main" id="{EB78BA57-6850-88EA-195D-91AD0D537EF4}"/>
                </a:ext>
              </a:extLst>
            </p:cNvPr>
            <p:cNvGrpSpPr/>
            <p:nvPr/>
          </p:nvGrpSpPr>
          <p:grpSpPr>
            <a:xfrm>
              <a:off x="3863753" y="3491289"/>
              <a:ext cx="525457" cy="267868"/>
              <a:chOff x="3863753" y="3491289"/>
              <a:chExt cx="525457" cy="267868"/>
            </a:xfrm>
          </p:grpSpPr>
          <p:pic>
            <p:nvPicPr>
              <p:cNvPr id="941" name="Graphic 34">
                <a:extLst>
                  <a:ext uri="{FF2B5EF4-FFF2-40B4-BE49-F238E27FC236}">
                    <a16:creationId xmlns:a16="http://schemas.microsoft.com/office/drawing/2014/main" id="{A044C7B1-5784-B9B2-8D9E-D6DC53CF82C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3863753" y="3491289"/>
                <a:ext cx="267866" cy="267868"/>
              </a:xfrm>
              <a:prstGeom prst="rect">
                <a:avLst/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942" name="Graphic 16">
                <a:extLst>
                  <a:ext uri="{FF2B5EF4-FFF2-40B4-BE49-F238E27FC236}">
                    <a16:creationId xmlns:a16="http://schemas.microsoft.com/office/drawing/2014/main" id="{809BE631-4B6E-3EED-C4FC-3077FB493E4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4134155" y="3497697"/>
                <a:ext cx="255055" cy="255054"/>
              </a:xfrm>
              <a:prstGeom prst="rect">
                <a:avLst/>
              </a:prstGeom>
            </p:spPr>
          </p:pic>
        </p:grpSp>
        <p:grpSp>
          <p:nvGrpSpPr>
            <p:cNvPr id="943" name="그룹 942">
              <a:extLst>
                <a:ext uri="{FF2B5EF4-FFF2-40B4-BE49-F238E27FC236}">
                  <a16:creationId xmlns:a16="http://schemas.microsoft.com/office/drawing/2014/main" id="{9A6DFD5B-7145-362A-A45B-3005E9D52C9E}"/>
                </a:ext>
              </a:extLst>
            </p:cNvPr>
            <p:cNvGrpSpPr/>
            <p:nvPr/>
          </p:nvGrpSpPr>
          <p:grpSpPr>
            <a:xfrm>
              <a:off x="3863753" y="4019522"/>
              <a:ext cx="525457" cy="267868"/>
              <a:chOff x="3863753" y="4019522"/>
              <a:chExt cx="525457" cy="267868"/>
            </a:xfrm>
          </p:grpSpPr>
          <p:pic>
            <p:nvPicPr>
              <p:cNvPr id="944" name="Graphic 34">
                <a:extLst>
                  <a:ext uri="{FF2B5EF4-FFF2-40B4-BE49-F238E27FC236}">
                    <a16:creationId xmlns:a16="http://schemas.microsoft.com/office/drawing/2014/main" id="{DF5FC448-3921-8F65-55EE-2433A1D07FE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3863753" y="4019522"/>
                <a:ext cx="267866" cy="267868"/>
              </a:xfrm>
              <a:prstGeom prst="rect">
                <a:avLst/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945" name="Graphic 16">
                <a:extLst>
                  <a:ext uri="{FF2B5EF4-FFF2-40B4-BE49-F238E27FC236}">
                    <a16:creationId xmlns:a16="http://schemas.microsoft.com/office/drawing/2014/main" id="{DA999FA6-9F42-96DC-43AA-E17A3E3B532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4134155" y="4025930"/>
                <a:ext cx="255055" cy="255054"/>
              </a:xfrm>
              <a:prstGeom prst="rect">
                <a:avLst/>
              </a:prstGeom>
            </p:spPr>
          </p:pic>
        </p:grpSp>
        <p:grpSp>
          <p:nvGrpSpPr>
            <p:cNvPr id="946" name="그룹 945">
              <a:extLst>
                <a:ext uri="{FF2B5EF4-FFF2-40B4-BE49-F238E27FC236}">
                  <a16:creationId xmlns:a16="http://schemas.microsoft.com/office/drawing/2014/main" id="{EE81A9D6-6286-CD39-68CB-6127FE27A2CA}"/>
                </a:ext>
              </a:extLst>
            </p:cNvPr>
            <p:cNvGrpSpPr/>
            <p:nvPr/>
          </p:nvGrpSpPr>
          <p:grpSpPr>
            <a:xfrm>
              <a:off x="3863753" y="4534767"/>
              <a:ext cx="525457" cy="267868"/>
              <a:chOff x="3863753" y="4534767"/>
              <a:chExt cx="525457" cy="267868"/>
            </a:xfrm>
          </p:grpSpPr>
          <p:pic>
            <p:nvPicPr>
              <p:cNvPr id="947" name="Graphic 34">
                <a:extLst>
                  <a:ext uri="{FF2B5EF4-FFF2-40B4-BE49-F238E27FC236}">
                    <a16:creationId xmlns:a16="http://schemas.microsoft.com/office/drawing/2014/main" id="{4ED08F6A-D7A0-FA69-76B7-6709A135A3C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3863753" y="4534767"/>
                <a:ext cx="267866" cy="267868"/>
              </a:xfrm>
              <a:prstGeom prst="rect">
                <a:avLst/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948" name="Graphic 16">
                <a:extLst>
                  <a:ext uri="{FF2B5EF4-FFF2-40B4-BE49-F238E27FC236}">
                    <a16:creationId xmlns:a16="http://schemas.microsoft.com/office/drawing/2014/main" id="{B4041C01-AF59-852B-F7AF-599C2E78F43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4134155" y="4541175"/>
                <a:ext cx="255055" cy="255054"/>
              </a:xfrm>
              <a:prstGeom prst="rect">
                <a:avLst/>
              </a:prstGeom>
            </p:spPr>
          </p:pic>
        </p:grpSp>
        <p:grpSp>
          <p:nvGrpSpPr>
            <p:cNvPr id="949" name="그룹 948">
              <a:extLst>
                <a:ext uri="{FF2B5EF4-FFF2-40B4-BE49-F238E27FC236}">
                  <a16:creationId xmlns:a16="http://schemas.microsoft.com/office/drawing/2014/main" id="{1E7A6D02-2102-FFF3-D9DC-6FF46D881360}"/>
                </a:ext>
              </a:extLst>
            </p:cNvPr>
            <p:cNvGrpSpPr/>
            <p:nvPr/>
          </p:nvGrpSpPr>
          <p:grpSpPr>
            <a:xfrm>
              <a:off x="4488684" y="3491289"/>
              <a:ext cx="525457" cy="267868"/>
              <a:chOff x="4488684" y="3491289"/>
              <a:chExt cx="525457" cy="267868"/>
            </a:xfrm>
          </p:grpSpPr>
          <p:pic>
            <p:nvPicPr>
              <p:cNvPr id="950" name="Graphic 34">
                <a:extLst>
                  <a:ext uri="{FF2B5EF4-FFF2-40B4-BE49-F238E27FC236}">
                    <a16:creationId xmlns:a16="http://schemas.microsoft.com/office/drawing/2014/main" id="{6D921F81-C522-A68D-36F8-2265CA5F4BB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4488684" y="3491289"/>
                <a:ext cx="267866" cy="267868"/>
              </a:xfrm>
              <a:prstGeom prst="rect">
                <a:avLst/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951" name="Graphic 16">
                <a:extLst>
                  <a:ext uri="{FF2B5EF4-FFF2-40B4-BE49-F238E27FC236}">
                    <a16:creationId xmlns:a16="http://schemas.microsoft.com/office/drawing/2014/main" id="{DFEF4E50-2EB9-B9E0-9B3D-CD004AE960F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4759086" y="3497697"/>
                <a:ext cx="255055" cy="255054"/>
              </a:xfrm>
              <a:prstGeom prst="rect">
                <a:avLst/>
              </a:prstGeom>
            </p:spPr>
          </p:pic>
        </p:grpSp>
        <p:grpSp>
          <p:nvGrpSpPr>
            <p:cNvPr id="952" name="그룹 951">
              <a:extLst>
                <a:ext uri="{FF2B5EF4-FFF2-40B4-BE49-F238E27FC236}">
                  <a16:creationId xmlns:a16="http://schemas.microsoft.com/office/drawing/2014/main" id="{4F592D87-1FFD-7811-CFA5-A97AE5724A64}"/>
                </a:ext>
              </a:extLst>
            </p:cNvPr>
            <p:cNvGrpSpPr/>
            <p:nvPr/>
          </p:nvGrpSpPr>
          <p:grpSpPr>
            <a:xfrm>
              <a:off x="4488684" y="4019522"/>
              <a:ext cx="525457" cy="267868"/>
              <a:chOff x="4488684" y="4019522"/>
              <a:chExt cx="525457" cy="267868"/>
            </a:xfrm>
          </p:grpSpPr>
          <p:pic>
            <p:nvPicPr>
              <p:cNvPr id="953" name="Graphic 34">
                <a:extLst>
                  <a:ext uri="{FF2B5EF4-FFF2-40B4-BE49-F238E27FC236}">
                    <a16:creationId xmlns:a16="http://schemas.microsoft.com/office/drawing/2014/main" id="{30BC83EE-1A36-FD03-EA9A-B261F2833FE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4488684" y="4019522"/>
                <a:ext cx="267866" cy="267868"/>
              </a:xfrm>
              <a:prstGeom prst="rect">
                <a:avLst/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954" name="Graphic 16">
                <a:extLst>
                  <a:ext uri="{FF2B5EF4-FFF2-40B4-BE49-F238E27FC236}">
                    <a16:creationId xmlns:a16="http://schemas.microsoft.com/office/drawing/2014/main" id="{95EC1826-66FE-6923-A650-C0406875350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4759086" y="4025930"/>
                <a:ext cx="255055" cy="255054"/>
              </a:xfrm>
              <a:prstGeom prst="rect">
                <a:avLst/>
              </a:prstGeom>
            </p:spPr>
          </p:pic>
        </p:grpSp>
        <p:pic>
          <p:nvPicPr>
            <p:cNvPr id="955" name="Graphic 34">
              <a:extLst>
                <a:ext uri="{FF2B5EF4-FFF2-40B4-BE49-F238E27FC236}">
                  <a16:creationId xmlns:a16="http://schemas.microsoft.com/office/drawing/2014/main" id="{CCBFF0E5-9B7A-88D3-C07B-DB601DC2BF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488684" y="4534767"/>
              <a:ext cx="267866" cy="267868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56" name="Graphic 16">
              <a:extLst>
                <a:ext uri="{FF2B5EF4-FFF2-40B4-BE49-F238E27FC236}">
                  <a16:creationId xmlns:a16="http://schemas.microsoft.com/office/drawing/2014/main" id="{B94CCEDB-4093-2A3C-729C-6866411C09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759086" y="4541175"/>
              <a:ext cx="255055" cy="255054"/>
            </a:xfrm>
            <a:prstGeom prst="rect">
              <a:avLst/>
            </a:prstGeom>
          </p:spPr>
        </p:pic>
        <p:grpSp>
          <p:nvGrpSpPr>
            <p:cNvPr id="957" name="그룹 956">
              <a:extLst>
                <a:ext uri="{FF2B5EF4-FFF2-40B4-BE49-F238E27FC236}">
                  <a16:creationId xmlns:a16="http://schemas.microsoft.com/office/drawing/2014/main" id="{63C9410B-B1D7-123F-2F63-5566B5E1ACDB}"/>
                </a:ext>
              </a:extLst>
            </p:cNvPr>
            <p:cNvGrpSpPr/>
            <p:nvPr/>
          </p:nvGrpSpPr>
          <p:grpSpPr>
            <a:xfrm>
              <a:off x="4488684" y="4948483"/>
              <a:ext cx="525457" cy="267868"/>
              <a:chOff x="4488684" y="4948483"/>
              <a:chExt cx="525457" cy="267868"/>
            </a:xfrm>
          </p:grpSpPr>
          <p:pic>
            <p:nvPicPr>
              <p:cNvPr id="958" name="Graphic 34">
                <a:extLst>
                  <a:ext uri="{FF2B5EF4-FFF2-40B4-BE49-F238E27FC236}">
                    <a16:creationId xmlns:a16="http://schemas.microsoft.com/office/drawing/2014/main" id="{F90E42F6-E1FC-CA49-1910-E12152191DB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4488684" y="4948483"/>
                <a:ext cx="267866" cy="267868"/>
              </a:xfrm>
              <a:prstGeom prst="rect">
                <a:avLst/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959" name="Graphic 16">
                <a:extLst>
                  <a:ext uri="{FF2B5EF4-FFF2-40B4-BE49-F238E27FC236}">
                    <a16:creationId xmlns:a16="http://schemas.microsoft.com/office/drawing/2014/main" id="{ED2924E9-8C7B-62E8-3060-1E108F0E5D7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4759086" y="4954891"/>
                <a:ext cx="255055" cy="255054"/>
              </a:xfrm>
              <a:prstGeom prst="rect">
                <a:avLst/>
              </a:prstGeom>
            </p:spPr>
          </p:pic>
        </p:grpSp>
        <p:grpSp>
          <p:nvGrpSpPr>
            <p:cNvPr id="640" name="그룹 639">
              <a:extLst>
                <a:ext uri="{FF2B5EF4-FFF2-40B4-BE49-F238E27FC236}">
                  <a16:creationId xmlns:a16="http://schemas.microsoft.com/office/drawing/2014/main" id="{B8C663EE-6619-41AD-97D4-9D905F364677}"/>
                </a:ext>
              </a:extLst>
            </p:cNvPr>
            <p:cNvGrpSpPr/>
            <p:nvPr/>
          </p:nvGrpSpPr>
          <p:grpSpPr>
            <a:xfrm>
              <a:off x="5161343" y="3491289"/>
              <a:ext cx="525457" cy="267868"/>
              <a:chOff x="5161343" y="3491289"/>
              <a:chExt cx="525457" cy="267868"/>
            </a:xfrm>
          </p:grpSpPr>
          <p:pic>
            <p:nvPicPr>
              <p:cNvPr id="641" name="Graphic 34">
                <a:extLst>
                  <a:ext uri="{FF2B5EF4-FFF2-40B4-BE49-F238E27FC236}">
                    <a16:creationId xmlns:a16="http://schemas.microsoft.com/office/drawing/2014/main" id="{053B2CEE-3B9F-93BA-85EF-22DE7CE1789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5161343" y="3491289"/>
                <a:ext cx="267866" cy="267868"/>
              </a:xfrm>
              <a:prstGeom prst="rect">
                <a:avLst/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42" name="Graphic 16">
                <a:extLst>
                  <a:ext uri="{FF2B5EF4-FFF2-40B4-BE49-F238E27FC236}">
                    <a16:creationId xmlns:a16="http://schemas.microsoft.com/office/drawing/2014/main" id="{97829D24-B714-27F6-7CB3-F6CC7601E5E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5431745" y="3497697"/>
                <a:ext cx="255055" cy="255054"/>
              </a:xfrm>
              <a:prstGeom prst="rect">
                <a:avLst/>
              </a:prstGeom>
            </p:spPr>
          </p:pic>
        </p:grpSp>
        <p:grpSp>
          <p:nvGrpSpPr>
            <p:cNvPr id="643" name="그룹 642">
              <a:extLst>
                <a:ext uri="{FF2B5EF4-FFF2-40B4-BE49-F238E27FC236}">
                  <a16:creationId xmlns:a16="http://schemas.microsoft.com/office/drawing/2014/main" id="{09D9F6F7-C868-0985-8495-6F3C1A36185F}"/>
                </a:ext>
              </a:extLst>
            </p:cNvPr>
            <p:cNvGrpSpPr/>
            <p:nvPr/>
          </p:nvGrpSpPr>
          <p:grpSpPr>
            <a:xfrm>
              <a:off x="5161343" y="4019522"/>
              <a:ext cx="525457" cy="267868"/>
              <a:chOff x="5161343" y="4019522"/>
              <a:chExt cx="525457" cy="267868"/>
            </a:xfrm>
          </p:grpSpPr>
          <p:pic>
            <p:nvPicPr>
              <p:cNvPr id="644" name="Graphic 34">
                <a:extLst>
                  <a:ext uri="{FF2B5EF4-FFF2-40B4-BE49-F238E27FC236}">
                    <a16:creationId xmlns:a16="http://schemas.microsoft.com/office/drawing/2014/main" id="{BCA44931-C69D-DB24-5590-E2DF2B4148A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5161343" y="4019522"/>
                <a:ext cx="267866" cy="267868"/>
              </a:xfrm>
              <a:prstGeom prst="rect">
                <a:avLst/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45" name="Graphic 16">
                <a:extLst>
                  <a:ext uri="{FF2B5EF4-FFF2-40B4-BE49-F238E27FC236}">
                    <a16:creationId xmlns:a16="http://schemas.microsoft.com/office/drawing/2014/main" id="{61711C0A-7154-4B4F-EC7F-1C863042446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5431745" y="4025930"/>
                <a:ext cx="255055" cy="255054"/>
              </a:xfrm>
              <a:prstGeom prst="rect">
                <a:avLst/>
              </a:prstGeom>
            </p:spPr>
          </p:pic>
        </p:grpSp>
        <p:grpSp>
          <p:nvGrpSpPr>
            <p:cNvPr id="646" name="그룹 645">
              <a:extLst>
                <a:ext uri="{FF2B5EF4-FFF2-40B4-BE49-F238E27FC236}">
                  <a16:creationId xmlns:a16="http://schemas.microsoft.com/office/drawing/2014/main" id="{2B51E724-C37E-6D04-20E3-D811A2EAB6F8}"/>
                </a:ext>
              </a:extLst>
            </p:cNvPr>
            <p:cNvGrpSpPr/>
            <p:nvPr/>
          </p:nvGrpSpPr>
          <p:grpSpPr>
            <a:xfrm>
              <a:off x="5161343" y="4534767"/>
              <a:ext cx="525457" cy="267868"/>
              <a:chOff x="5161343" y="4534767"/>
              <a:chExt cx="525457" cy="267868"/>
            </a:xfrm>
          </p:grpSpPr>
          <p:pic>
            <p:nvPicPr>
              <p:cNvPr id="647" name="Graphic 34">
                <a:extLst>
                  <a:ext uri="{FF2B5EF4-FFF2-40B4-BE49-F238E27FC236}">
                    <a16:creationId xmlns:a16="http://schemas.microsoft.com/office/drawing/2014/main" id="{AD64F299-313E-E5FB-7FF8-377EE5AA75D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5161343" y="4534767"/>
                <a:ext cx="267866" cy="267868"/>
              </a:xfrm>
              <a:prstGeom prst="rect">
                <a:avLst/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48" name="Graphic 16">
                <a:extLst>
                  <a:ext uri="{FF2B5EF4-FFF2-40B4-BE49-F238E27FC236}">
                    <a16:creationId xmlns:a16="http://schemas.microsoft.com/office/drawing/2014/main" id="{3EC65911-8A3B-D414-54C4-DA193552B83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5431745" y="4541175"/>
                <a:ext cx="255055" cy="255054"/>
              </a:xfrm>
              <a:prstGeom prst="rect">
                <a:avLst/>
              </a:prstGeom>
            </p:spPr>
          </p:pic>
        </p:grpSp>
        <p:grpSp>
          <p:nvGrpSpPr>
            <p:cNvPr id="649" name="그룹 648">
              <a:extLst>
                <a:ext uri="{FF2B5EF4-FFF2-40B4-BE49-F238E27FC236}">
                  <a16:creationId xmlns:a16="http://schemas.microsoft.com/office/drawing/2014/main" id="{F9B08DB2-045C-66F4-B519-898B7A7AD4D5}"/>
                </a:ext>
              </a:extLst>
            </p:cNvPr>
            <p:cNvGrpSpPr/>
            <p:nvPr/>
          </p:nvGrpSpPr>
          <p:grpSpPr>
            <a:xfrm>
              <a:off x="5350349" y="4948483"/>
              <a:ext cx="525457" cy="267868"/>
              <a:chOff x="5161343" y="4948483"/>
              <a:chExt cx="525457" cy="267868"/>
            </a:xfrm>
          </p:grpSpPr>
          <p:pic>
            <p:nvPicPr>
              <p:cNvPr id="650" name="Graphic 34">
                <a:extLst>
                  <a:ext uri="{FF2B5EF4-FFF2-40B4-BE49-F238E27FC236}">
                    <a16:creationId xmlns:a16="http://schemas.microsoft.com/office/drawing/2014/main" id="{4AB2FB08-14AE-6DCB-9C15-7F1973D2887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5161343" y="4948483"/>
                <a:ext cx="267866" cy="267868"/>
              </a:xfrm>
              <a:prstGeom prst="rect">
                <a:avLst/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51" name="Graphic 16">
                <a:extLst>
                  <a:ext uri="{FF2B5EF4-FFF2-40B4-BE49-F238E27FC236}">
                    <a16:creationId xmlns:a16="http://schemas.microsoft.com/office/drawing/2014/main" id="{63592A14-1A5F-4B44-F31F-D35C6749B11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5431745" y="4954891"/>
                <a:ext cx="255055" cy="255054"/>
              </a:xfrm>
              <a:prstGeom prst="rect">
                <a:avLst/>
              </a:prstGeom>
            </p:spPr>
          </p:pic>
        </p:grpSp>
        <p:grpSp>
          <p:nvGrpSpPr>
            <p:cNvPr id="652" name="그룹 651">
              <a:extLst>
                <a:ext uri="{FF2B5EF4-FFF2-40B4-BE49-F238E27FC236}">
                  <a16:creationId xmlns:a16="http://schemas.microsoft.com/office/drawing/2014/main" id="{57D750A3-131C-A81D-B96E-5D48A3470710}"/>
                </a:ext>
              </a:extLst>
            </p:cNvPr>
            <p:cNvGrpSpPr/>
            <p:nvPr/>
          </p:nvGrpSpPr>
          <p:grpSpPr>
            <a:xfrm>
              <a:off x="5936573" y="3491289"/>
              <a:ext cx="525457" cy="267868"/>
              <a:chOff x="5936573" y="3491289"/>
              <a:chExt cx="525457" cy="267868"/>
            </a:xfrm>
          </p:grpSpPr>
          <p:pic>
            <p:nvPicPr>
              <p:cNvPr id="653" name="Graphic 34">
                <a:extLst>
                  <a:ext uri="{FF2B5EF4-FFF2-40B4-BE49-F238E27FC236}">
                    <a16:creationId xmlns:a16="http://schemas.microsoft.com/office/drawing/2014/main" id="{012DAC6C-4853-B38C-8B72-28AC0B5A5B6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5936573" y="3491289"/>
                <a:ext cx="267866" cy="267868"/>
              </a:xfrm>
              <a:prstGeom prst="rect">
                <a:avLst/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54" name="Graphic 16">
                <a:extLst>
                  <a:ext uri="{FF2B5EF4-FFF2-40B4-BE49-F238E27FC236}">
                    <a16:creationId xmlns:a16="http://schemas.microsoft.com/office/drawing/2014/main" id="{DD0D9B11-61A0-64AA-EC98-564BADF9747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6206975" y="3497697"/>
                <a:ext cx="255055" cy="255054"/>
              </a:xfrm>
              <a:prstGeom prst="rect">
                <a:avLst/>
              </a:prstGeom>
            </p:spPr>
          </p:pic>
        </p:grpSp>
        <p:grpSp>
          <p:nvGrpSpPr>
            <p:cNvPr id="655" name="그룹 654">
              <a:extLst>
                <a:ext uri="{FF2B5EF4-FFF2-40B4-BE49-F238E27FC236}">
                  <a16:creationId xmlns:a16="http://schemas.microsoft.com/office/drawing/2014/main" id="{C07EB698-B75F-8934-7C05-6537CFE9C0C6}"/>
                </a:ext>
              </a:extLst>
            </p:cNvPr>
            <p:cNvGrpSpPr/>
            <p:nvPr/>
          </p:nvGrpSpPr>
          <p:grpSpPr>
            <a:xfrm>
              <a:off x="5936573" y="4019522"/>
              <a:ext cx="525457" cy="267868"/>
              <a:chOff x="5936573" y="4019522"/>
              <a:chExt cx="525457" cy="267868"/>
            </a:xfrm>
          </p:grpSpPr>
          <p:pic>
            <p:nvPicPr>
              <p:cNvPr id="656" name="Graphic 34">
                <a:extLst>
                  <a:ext uri="{FF2B5EF4-FFF2-40B4-BE49-F238E27FC236}">
                    <a16:creationId xmlns:a16="http://schemas.microsoft.com/office/drawing/2014/main" id="{6D894912-D198-7069-5D70-E70B129C051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5936573" y="4019522"/>
                <a:ext cx="267866" cy="267868"/>
              </a:xfrm>
              <a:prstGeom prst="rect">
                <a:avLst/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57" name="Graphic 16">
                <a:extLst>
                  <a:ext uri="{FF2B5EF4-FFF2-40B4-BE49-F238E27FC236}">
                    <a16:creationId xmlns:a16="http://schemas.microsoft.com/office/drawing/2014/main" id="{AD1635FE-1944-262D-B453-E2318DEF034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6206975" y="4025930"/>
                <a:ext cx="255055" cy="255054"/>
              </a:xfrm>
              <a:prstGeom prst="rect">
                <a:avLst/>
              </a:prstGeom>
            </p:spPr>
          </p:pic>
        </p:grpSp>
        <p:grpSp>
          <p:nvGrpSpPr>
            <p:cNvPr id="658" name="그룹 657">
              <a:extLst>
                <a:ext uri="{FF2B5EF4-FFF2-40B4-BE49-F238E27FC236}">
                  <a16:creationId xmlns:a16="http://schemas.microsoft.com/office/drawing/2014/main" id="{6CE04E96-49EC-4F9F-4AC6-8D6BD6BA178B}"/>
                </a:ext>
              </a:extLst>
            </p:cNvPr>
            <p:cNvGrpSpPr/>
            <p:nvPr/>
          </p:nvGrpSpPr>
          <p:grpSpPr>
            <a:xfrm>
              <a:off x="5813958" y="4534767"/>
              <a:ext cx="525457" cy="267868"/>
              <a:chOff x="5747962" y="4534767"/>
              <a:chExt cx="525457" cy="267868"/>
            </a:xfrm>
          </p:grpSpPr>
          <p:pic>
            <p:nvPicPr>
              <p:cNvPr id="659" name="Graphic 34">
                <a:extLst>
                  <a:ext uri="{FF2B5EF4-FFF2-40B4-BE49-F238E27FC236}">
                    <a16:creationId xmlns:a16="http://schemas.microsoft.com/office/drawing/2014/main" id="{03E86B2E-D154-FF66-86B2-47877FF2929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5747962" y="4534767"/>
                <a:ext cx="267866" cy="267868"/>
              </a:xfrm>
              <a:prstGeom prst="rect">
                <a:avLst/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60" name="Graphic 16">
                <a:extLst>
                  <a:ext uri="{FF2B5EF4-FFF2-40B4-BE49-F238E27FC236}">
                    <a16:creationId xmlns:a16="http://schemas.microsoft.com/office/drawing/2014/main" id="{BE5FA9BD-3619-9D9D-44D2-BCEC6133975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6018364" y="4541175"/>
                <a:ext cx="255055" cy="255054"/>
              </a:xfrm>
              <a:prstGeom prst="rect">
                <a:avLst/>
              </a:prstGeom>
            </p:spPr>
          </p:pic>
        </p:grpSp>
        <p:sp>
          <p:nvSpPr>
            <p:cNvPr id="661" name="Rectangle 7">
              <a:extLst>
                <a:ext uri="{FF2B5EF4-FFF2-40B4-BE49-F238E27FC236}">
                  <a16:creationId xmlns:a16="http://schemas.microsoft.com/office/drawing/2014/main" id="{8065C8D1-92C9-1837-0266-D23E209D1304}"/>
                </a:ext>
              </a:extLst>
            </p:cNvPr>
            <p:cNvSpPr/>
            <p:nvPr/>
          </p:nvSpPr>
          <p:spPr>
            <a:xfrm>
              <a:off x="2813146" y="5510675"/>
              <a:ext cx="3807392" cy="736404"/>
            </a:xfrm>
            <a:prstGeom prst="rect">
              <a:avLst/>
            </a:prstGeom>
            <a:solidFill>
              <a:srgbClr val="E6F2F8"/>
            </a:solidFill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23350"/>
            <a:lstStyle/>
            <a:p>
              <a:pPr defTabSz="993653" latinLnBrk="0"/>
              <a:endParaRPr lang="en-US" sz="792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5B9CD5"/>
                </a:solidFill>
                <a:cs typeface="Pretendard Light" panose="02000403000000020004" pitchFamily="50" charset="-127"/>
              </a:endParaRPr>
            </a:p>
          </p:txBody>
        </p:sp>
        <p:sp>
          <p:nvSpPr>
            <p:cNvPr id="662" name="직사각형 661">
              <a:extLst>
                <a:ext uri="{FF2B5EF4-FFF2-40B4-BE49-F238E27FC236}">
                  <a16:creationId xmlns:a16="http://schemas.microsoft.com/office/drawing/2014/main" id="{C98DB83A-20D1-876F-3321-2AE452AC667E}"/>
                </a:ext>
              </a:extLst>
            </p:cNvPr>
            <p:cNvSpPr/>
            <p:nvPr/>
          </p:nvSpPr>
          <p:spPr>
            <a:xfrm>
              <a:off x="3101309" y="5526932"/>
              <a:ext cx="215687" cy="163861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marL="0" lvl="1" indent="1729" defTabSz="1402796" eaLnBrk="0" latinLnBrk="0" hangingPunct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8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Pretendard Medium" panose="02000603000000020004" pitchFamily="50" charset="-127"/>
                </a:rPr>
                <a:t>EC2</a:t>
              </a:r>
              <a:r>
                <a:rPr lang="ko-KR" altLang="en-US" sz="8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Pretendard Medium" panose="02000603000000020004" pitchFamily="50" charset="-127"/>
                </a:rPr>
                <a:t> </a:t>
              </a:r>
              <a:endParaRPr lang="en-US" altLang="ko-KR" sz="800" kern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Malgun Gothic Semilight" panose="020B0503020000020004" pitchFamily="34" charset="-127"/>
                <a:ea typeface="Malgun Gothic Semilight" panose="020B0503020000020004" pitchFamily="34" charset="-127"/>
                <a:cs typeface="Pretendard Medium" panose="02000603000000020004" pitchFamily="50" charset="-127"/>
              </a:endParaRPr>
            </a:p>
          </p:txBody>
        </p:sp>
        <p:pic>
          <p:nvPicPr>
            <p:cNvPr id="663" name="Graphic 17">
              <a:extLst>
                <a:ext uri="{FF2B5EF4-FFF2-40B4-BE49-F238E27FC236}">
                  <a16:creationId xmlns:a16="http://schemas.microsoft.com/office/drawing/2014/main" id="{D63A0EC2-2AAB-4420-F040-5100CACCB3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3827357" y="5608424"/>
              <a:ext cx="196772" cy="196773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4" name="직사각형 663">
              <a:extLst>
                <a:ext uri="{FF2B5EF4-FFF2-40B4-BE49-F238E27FC236}">
                  <a16:creationId xmlns:a16="http://schemas.microsoft.com/office/drawing/2014/main" id="{02858362-810E-2466-CE48-C976978458A7}"/>
                </a:ext>
              </a:extLst>
            </p:cNvPr>
            <p:cNvSpPr/>
            <p:nvPr/>
          </p:nvSpPr>
          <p:spPr>
            <a:xfrm>
              <a:off x="3654006" y="5826978"/>
              <a:ext cx="543485" cy="430133"/>
            </a:xfrm>
            <a:prstGeom prst="rect">
              <a:avLst/>
            </a:prstGeom>
          </p:spPr>
          <p:txBody>
            <a:bodyPr wrap="none" lIns="0" tIns="0" rIns="0" bIns="0" anchor="t">
              <a:spAutoFit/>
            </a:bodyPr>
            <a:lstStyle/>
            <a:p>
              <a:pPr marL="0" lvl="1" indent="1729" algn="ctr" defTabSz="1402796" eaLnBrk="0" latinLnBrk="0" hangingPunct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7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Pretendard Medium" panose="02000603000000020004" pitchFamily="50" charset="-127"/>
                  <a:sym typeface="Samsung Sans"/>
                </a:rPr>
                <a:t>데이터수집</a:t>
              </a:r>
              <a:endParaRPr lang="en-US" altLang="ko-KR" sz="700" kern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Malgun Gothic Semilight" panose="020B0503020000020004" pitchFamily="34" charset="-127"/>
                <a:ea typeface="Malgun Gothic Semilight" panose="020B0503020000020004" pitchFamily="34" charset="-127"/>
                <a:cs typeface="Pretendard Medium" panose="02000603000000020004" pitchFamily="50" charset="-127"/>
                <a:sym typeface="Samsung Sans"/>
              </a:endParaRPr>
            </a:p>
            <a:p>
              <a:pPr marL="0" lvl="1" indent="1729" algn="ctr" defTabSz="1402796" eaLnBrk="0" latinLnBrk="0" hangingPunct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7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Pretendard Medium" panose="02000603000000020004" pitchFamily="50" charset="-127"/>
                  <a:sym typeface="Samsung Sans"/>
                </a:rPr>
                <a:t> 서버 내부</a:t>
              </a:r>
              <a:r>
                <a:rPr lang="en-US" altLang="ko-KR" sz="7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Pretendard Medium" panose="02000603000000020004" pitchFamily="50" charset="-127"/>
                  <a:sym typeface="Samsung Sans"/>
                </a:rPr>
                <a:t>#1</a:t>
              </a:r>
            </a:p>
            <a:p>
              <a:pPr marL="0" lvl="1" indent="1729" algn="ctr" defTabSz="1402796" eaLnBrk="0" latinLnBrk="0" hangingPunct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7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Pretendard Medium" panose="02000603000000020004" pitchFamily="50" charset="-127"/>
                  <a:sym typeface="Samsung Sans"/>
                </a:rPr>
                <a:t>(</a:t>
              </a:r>
              <a:r>
                <a:rPr lang="ko-KR" altLang="en-US" sz="7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Pretendard Medium" panose="02000603000000020004" pitchFamily="50" charset="-127"/>
                  <a:sym typeface="Samsung Sans"/>
                </a:rPr>
                <a:t>신규</a:t>
              </a:r>
              <a:r>
                <a:rPr lang="en-US" altLang="ko-KR" sz="7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Pretendard Medium" panose="02000603000000020004" pitchFamily="50" charset="-127"/>
                  <a:sym typeface="Samsung Sans"/>
                </a:rPr>
                <a:t>)</a:t>
              </a:r>
            </a:p>
          </p:txBody>
        </p:sp>
        <p:sp>
          <p:nvSpPr>
            <p:cNvPr id="665" name="직사각형 664">
              <a:extLst>
                <a:ext uri="{FF2B5EF4-FFF2-40B4-BE49-F238E27FC236}">
                  <a16:creationId xmlns:a16="http://schemas.microsoft.com/office/drawing/2014/main" id="{9D076F04-2361-192D-F2E9-E40F15EC971C}"/>
                </a:ext>
              </a:extLst>
            </p:cNvPr>
            <p:cNvSpPr/>
            <p:nvPr/>
          </p:nvSpPr>
          <p:spPr>
            <a:xfrm>
              <a:off x="4577999" y="5826978"/>
              <a:ext cx="560942" cy="430133"/>
            </a:xfrm>
            <a:prstGeom prst="rect">
              <a:avLst/>
            </a:prstGeom>
          </p:spPr>
          <p:txBody>
            <a:bodyPr wrap="none" lIns="0" tIns="0" rIns="0" bIns="0" anchor="t">
              <a:spAutoFit/>
            </a:bodyPr>
            <a:lstStyle/>
            <a:p>
              <a:pPr marL="0" lvl="1" indent="1729" algn="ctr" defTabSz="1402796" eaLnBrk="0" hangingPunct="0">
                <a:defRPr/>
              </a:pPr>
              <a:r>
                <a:rPr lang="ko-KR" altLang="en-US" sz="7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Pretendard Medium" panose="02000603000000020004" pitchFamily="50" charset="-127"/>
                  <a:sym typeface="Samsung Sans"/>
                </a:rPr>
                <a:t>데이터수집</a:t>
              </a:r>
              <a:endParaRPr lang="en-US" altLang="ko-KR" sz="700" kern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Malgun Gothic Semilight" panose="020B0503020000020004" pitchFamily="34" charset="-127"/>
                <a:ea typeface="Malgun Gothic Semilight" panose="020B0503020000020004" pitchFamily="34" charset="-127"/>
                <a:cs typeface="Pretendard Medium" panose="02000603000000020004" pitchFamily="50" charset="-127"/>
                <a:sym typeface="Samsung Sans"/>
              </a:endParaRPr>
            </a:p>
            <a:p>
              <a:pPr marL="0" lvl="1" indent="1729" algn="ctr" defTabSz="1402796" eaLnBrk="0" hangingPunct="0">
                <a:defRPr/>
              </a:pPr>
              <a:r>
                <a:rPr lang="ko-KR" altLang="en-US" sz="7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Pretendard Medium" panose="02000603000000020004" pitchFamily="50" charset="-127"/>
                  <a:sym typeface="Samsung Sans"/>
                </a:rPr>
                <a:t> 서버 내부</a:t>
              </a:r>
              <a:r>
                <a:rPr lang="en-US" altLang="ko-KR" sz="7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Pretendard Medium" panose="02000603000000020004" pitchFamily="50" charset="-127"/>
                  <a:sym typeface="Samsung Sans"/>
                </a:rPr>
                <a:t>#2</a:t>
              </a:r>
            </a:p>
            <a:p>
              <a:pPr marL="0" lvl="1" indent="1729" algn="ctr" defTabSz="1402796" eaLnBrk="0" hangingPunct="0">
                <a:defRPr/>
              </a:pPr>
              <a:r>
                <a:rPr lang="en-US" altLang="ko-KR" sz="7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Pretendard Medium" panose="02000603000000020004" pitchFamily="50" charset="-127"/>
                  <a:sym typeface="Samsung Sans"/>
                </a:rPr>
                <a:t>(</a:t>
              </a:r>
              <a:r>
                <a:rPr lang="ko-KR" altLang="en-US" sz="7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Pretendard Medium" panose="02000603000000020004" pitchFamily="50" charset="-127"/>
                  <a:sym typeface="Samsung Sans"/>
                </a:rPr>
                <a:t>신규</a:t>
              </a:r>
              <a:r>
                <a:rPr lang="en-US" altLang="ko-KR" sz="7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Pretendard Medium" panose="02000603000000020004" pitchFamily="50" charset="-127"/>
                  <a:sym typeface="Samsung Sans"/>
                </a:rPr>
                <a:t>)</a:t>
              </a:r>
            </a:p>
          </p:txBody>
        </p:sp>
        <p:pic>
          <p:nvPicPr>
            <p:cNvPr id="666" name="Graphic 17">
              <a:extLst>
                <a:ext uri="{FF2B5EF4-FFF2-40B4-BE49-F238E27FC236}">
                  <a16:creationId xmlns:a16="http://schemas.microsoft.com/office/drawing/2014/main" id="{EAF83E36-7510-4D19-C1D4-7B6791A071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760083" y="5608424"/>
              <a:ext cx="196772" cy="196773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7" name="TextBox 21">
              <a:extLst>
                <a:ext uri="{FF2B5EF4-FFF2-40B4-BE49-F238E27FC236}">
                  <a16:creationId xmlns:a16="http://schemas.microsoft.com/office/drawing/2014/main" id="{945255F7-9C89-40FF-17A5-7DDF5EFBBB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3134" y="5869239"/>
              <a:ext cx="110947" cy="1638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lvl="1" indent="1729" algn="ctr" defTabSz="1402796" eaLnBrk="0" hangingPunct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en-US" sz="8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Pretendard Medium" panose="02000603000000020004" pitchFamily="50" charset="-127"/>
                </a:rPr>
                <a:t>L0</a:t>
              </a:r>
            </a:p>
          </p:txBody>
        </p:sp>
        <p:pic>
          <p:nvPicPr>
            <p:cNvPr id="668" name="Graphic 14">
              <a:extLst>
                <a:ext uri="{FF2B5EF4-FFF2-40B4-BE49-F238E27FC236}">
                  <a16:creationId xmlns:a16="http://schemas.microsoft.com/office/drawing/2014/main" id="{4E1BD209-6638-EA0C-7B75-C9A98BA611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5633603" y="5610269"/>
              <a:ext cx="270015" cy="270015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9" name="Rectangle 7">
              <a:extLst>
                <a:ext uri="{FF2B5EF4-FFF2-40B4-BE49-F238E27FC236}">
                  <a16:creationId xmlns:a16="http://schemas.microsoft.com/office/drawing/2014/main" id="{9EDB6159-5015-C388-80C1-511DA23D5A68}"/>
                </a:ext>
              </a:extLst>
            </p:cNvPr>
            <p:cNvSpPr/>
            <p:nvPr/>
          </p:nvSpPr>
          <p:spPr>
            <a:xfrm>
              <a:off x="888994" y="3104371"/>
              <a:ext cx="1344923" cy="3145200"/>
            </a:xfrm>
            <a:prstGeom prst="rect">
              <a:avLst/>
            </a:prstGeom>
            <a:solidFill>
              <a:srgbClr val="E6F2F8"/>
            </a:solidFill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23350"/>
            <a:lstStyle/>
            <a:p>
              <a:pPr defTabSz="993653" latinLnBrk="0"/>
              <a:endParaRPr lang="en-US" sz="792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5B9CD5"/>
                </a:solidFill>
                <a:cs typeface="Pretendard Light" panose="02000403000000020004" pitchFamily="50" charset="-127"/>
              </a:endParaRPr>
            </a:p>
          </p:txBody>
        </p:sp>
        <p:sp>
          <p:nvSpPr>
            <p:cNvPr id="670" name="직사각형 669">
              <a:extLst>
                <a:ext uri="{FF2B5EF4-FFF2-40B4-BE49-F238E27FC236}">
                  <a16:creationId xmlns:a16="http://schemas.microsoft.com/office/drawing/2014/main" id="{CAB25BD1-7036-3403-F7E7-8F0A7D24A8E3}"/>
                </a:ext>
              </a:extLst>
            </p:cNvPr>
            <p:cNvSpPr/>
            <p:nvPr/>
          </p:nvSpPr>
          <p:spPr>
            <a:xfrm>
              <a:off x="1177156" y="3169920"/>
              <a:ext cx="215687" cy="163861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marL="0" lvl="1" indent="1729" defTabSz="1402796" eaLnBrk="0" latinLnBrk="0" hangingPunct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8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Pretendard Medium" panose="02000603000000020004" pitchFamily="50" charset="-127"/>
                </a:rPr>
                <a:t>EC2</a:t>
              </a:r>
              <a:r>
                <a:rPr lang="ko-KR" altLang="en-US" sz="8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Pretendard Medium" panose="02000603000000020004" pitchFamily="50" charset="-127"/>
                </a:rPr>
                <a:t> </a:t>
              </a:r>
              <a:endParaRPr lang="en-US" altLang="ko-KR" sz="800" kern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Malgun Gothic Semilight" panose="020B0503020000020004" pitchFamily="34" charset="-127"/>
                <a:ea typeface="Malgun Gothic Semilight" panose="020B0503020000020004" pitchFamily="34" charset="-127"/>
                <a:cs typeface="Pretendard Medium" panose="02000603000000020004" pitchFamily="50" charset="-127"/>
              </a:endParaRPr>
            </a:p>
          </p:txBody>
        </p:sp>
        <p:pic>
          <p:nvPicPr>
            <p:cNvPr id="671" name="Graphic 17">
              <a:extLst>
                <a:ext uri="{FF2B5EF4-FFF2-40B4-BE49-F238E27FC236}">
                  <a16:creationId xmlns:a16="http://schemas.microsoft.com/office/drawing/2014/main" id="{F4202663-AC36-41C0-2F55-DADEA7548E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586117" y="3385481"/>
              <a:ext cx="196772" cy="196773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72" name="직사각형 671">
              <a:extLst>
                <a:ext uri="{FF2B5EF4-FFF2-40B4-BE49-F238E27FC236}">
                  <a16:creationId xmlns:a16="http://schemas.microsoft.com/office/drawing/2014/main" id="{3F22BBCD-430C-C0EC-5F0C-314AFC9A9E6E}"/>
                </a:ext>
              </a:extLst>
            </p:cNvPr>
            <p:cNvSpPr/>
            <p:nvPr/>
          </p:nvSpPr>
          <p:spPr>
            <a:xfrm>
              <a:off x="1252549" y="3604035"/>
              <a:ext cx="863920" cy="503662"/>
            </a:xfrm>
            <a:prstGeom prst="rect">
              <a:avLst/>
            </a:prstGeom>
          </p:spPr>
          <p:txBody>
            <a:bodyPr wrap="none" lIns="0" tIns="0" rIns="0" bIns="0" anchor="t">
              <a:spAutoFit/>
            </a:bodyPr>
            <a:lstStyle/>
            <a:p>
              <a:pPr marL="0" lvl="1" indent="1729" algn="ctr" defTabSz="1402796" eaLnBrk="0" hangingPunct="0">
                <a:defRPr/>
              </a:pPr>
              <a:r>
                <a:rPr lang="ko-KR" altLang="en-US" sz="8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Pretendard Medium" panose="02000603000000020004" pitchFamily="50" charset="-127"/>
                  <a:sym typeface="Samsung Sans"/>
                </a:rPr>
                <a:t>데이터 수집 서버</a:t>
              </a:r>
              <a:endParaRPr lang="en-US" altLang="ko-KR" sz="800" kern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Malgun Gothic Semilight" panose="020B0503020000020004" pitchFamily="34" charset="-127"/>
                <a:ea typeface="Malgun Gothic Semilight" panose="020B0503020000020004" pitchFamily="34" charset="-127"/>
                <a:cs typeface="Pretendard Medium" panose="02000603000000020004" pitchFamily="50" charset="-127"/>
                <a:sym typeface="Samsung Sans"/>
              </a:endParaRPr>
            </a:p>
            <a:p>
              <a:pPr marL="0" lvl="1" indent="1729" algn="ctr" defTabSz="1402796" eaLnBrk="0" hangingPunct="0">
                <a:defRPr/>
              </a:pPr>
              <a:r>
                <a:rPr lang="ko-KR" altLang="en-US" sz="8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Pretendard Medium" panose="02000603000000020004" pitchFamily="50" charset="-127"/>
                  <a:sym typeface="Samsung Sans"/>
                </a:rPr>
                <a:t> </a:t>
              </a:r>
              <a:r>
                <a:rPr lang="en-US" altLang="ko-KR" sz="8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Pretendard Medium" panose="02000603000000020004" pitchFamily="50" charset="-127"/>
                  <a:sym typeface="Samsung Sans"/>
                </a:rPr>
                <a:t>DMZ#1</a:t>
              </a:r>
            </a:p>
            <a:p>
              <a:pPr marL="0" lvl="1" indent="1729" algn="ctr" defTabSz="1402796" eaLnBrk="0" hangingPunct="0">
                <a:defRPr/>
              </a:pPr>
              <a:r>
                <a:rPr lang="en-US" altLang="ko-KR" sz="8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Pretendard Medium" panose="02000603000000020004" pitchFamily="50" charset="-127"/>
                  <a:sym typeface="Samsung Sans"/>
                </a:rPr>
                <a:t>(</a:t>
              </a:r>
              <a:r>
                <a:rPr lang="ko-KR" altLang="en-US" sz="8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Pretendard Medium" panose="02000603000000020004" pitchFamily="50" charset="-127"/>
                  <a:sym typeface="Samsung Sans"/>
                </a:rPr>
                <a:t>신규</a:t>
              </a:r>
              <a:r>
                <a:rPr lang="en-US" altLang="ko-KR" sz="8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Pretendard Medium" panose="02000603000000020004" pitchFamily="50" charset="-127"/>
                  <a:sym typeface="Samsung Sans"/>
                </a:rPr>
                <a:t>)</a:t>
              </a:r>
            </a:p>
          </p:txBody>
        </p:sp>
        <p:sp>
          <p:nvSpPr>
            <p:cNvPr id="673" name="직사각형 672">
              <a:extLst>
                <a:ext uri="{FF2B5EF4-FFF2-40B4-BE49-F238E27FC236}">
                  <a16:creationId xmlns:a16="http://schemas.microsoft.com/office/drawing/2014/main" id="{03A876DF-66DF-9505-88E6-6270BE5B898D}"/>
                </a:ext>
              </a:extLst>
            </p:cNvPr>
            <p:cNvSpPr/>
            <p:nvPr/>
          </p:nvSpPr>
          <p:spPr>
            <a:xfrm>
              <a:off x="1248867" y="4358431"/>
              <a:ext cx="871284" cy="491581"/>
            </a:xfrm>
            <a:prstGeom prst="rect">
              <a:avLst/>
            </a:prstGeom>
          </p:spPr>
          <p:txBody>
            <a:bodyPr wrap="none" lIns="0" tIns="0" rIns="0" bIns="0" anchor="t">
              <a:spAutoFit/>
            </a:bodyPr>
            <a:lstStyle/>
            <a:p>
              <a:pPr marL="0" lvl="1" indent="1729" algn="ctr" defTabSz="1402796" eaLnBrk="0" hangingPunct="0">
                <a:defRPr/>
              </a:pPr>
              <a:r>
                <a:rPr lang="ko-KR" altLang="en-US" sz="8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sym typeface="Samsung Sans"/>
                </a:rPr>
                <a:t>데이터 수집 서버</a:t>
              </a:r>
              <a:endParaRPr lang="en-US" altLang="ko-KR" sz="800" kern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Malgun Gothic Semilight" panose="020B0503020000020004" pitchFamily="34" charset="-127"/>
                <a:ea typeface="Malgun Gothic Semilight" panose="020B0503020000020004" pitchFamily="34" charset="-127"/>
                <a:sym typeface="Samsung Sans"/>
              </a:endParaRPr>
            </a:p>
            <a:p>
              <a:pPr marL="0" lvl="1" indent="1729" algn="ctr" defTabSz="1402796" eaLnBrk="0" hangingPunct="0">
                <a:defRPr/>
              </a:pPr>
              <a:r>
                <a:rPr lang="ko-KR" altLang="en-US" sz="8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sym typeface="Samsung Sans"/>
                </a:rPr>
                <a:t> </a:t>
              </a:r>
              <a:r>
                <a:rPr lang="en-US" altLang="ko-KR" sz="8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sym typeface="Samsung Sans"/>
                </a:rPr>
                <a:t>DMZ#2</a:t>
              </a:r>
            </a:p>
            <a:p>
              <a:pPr marL="0" lvl="1" indent="1729" algn="ctr" defTabSz="1402796" eaLnBrk="0" hangingPunct="0">
                <a:defRPr/>
              </a:pPr>
              <a:r>
                <a:rPr lang="en-US" altLang="ko-KR" sz="8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sym typeface="Samsung Sans"/>
                </a:rPr>
                <a:t>(</a:t>
              </a:r>
              <a:r>
                <a:rPr lang="ko-KR" altLang="en-US" sz="8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sym typeface="Samsung Sans"/>
                </a:rPr>
                <a:t>신규</a:t>
              </a:r>
              <a:r>
                <a:rPr lang="en-US" altLang="ko-KR" sz="8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sym typeface="Samsung Sans"/>
                </a:rPr>
                <a:t>)</a:t>
              </a:r>
            </a:p>
          </p:txBody>
        </p:sp>
        <p:pic>
          <p:nvPicPr>
            <p:cNvPr id="674" name="Graphic 17">
              <a:extLst>
                <a:ext uri="{FF2B5EF4-FFF2-40B4-BE49-F238E27FC236}">
                  <a16:creationId xmlns:a16="http://schemas.microsoft.com/office/drawing/2014/main" id="{F97DD86F-F1D1-5A9D-71E7-D052278747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586123" y="4139877"/>
              <a:ext cx="196773" cy="196773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75" name="직사각형 674">
              <a:extLst>
                <a:ext uri="{FF2B5EF4-FFF2-40B4-BE49-F238E27FC236}">
                  <a16:creationId xmlns:a16="http://schemas.microsoft.com/office/drawing/2014/main" id="{702199A3-73D2-0C15-6FBC-84DE3186FF87}"/>
                </a:ext>
              </a:extLst>
            </p:cNvPr>
            <p:cNvSpPr/>
            <p:nvPr/>
          </p:nvSpPr>
          <p:spPr>
            <a:xfrm>
              <a:off x="1543691" y="5820225"/>
              <a:ext cx="281635" cy="327720"/>
            </a:xfrm>
            <a:prstGeom prst="rect">
              <a:avLst/>
            </a:prstGeom>
          </p:spPr>
          <p:txBody>
            <a:bodyPr wrap="none" lIns="0" tIns="0" rIns="0" bIns="0" anchor="t">
              <a:spAutoFit/>
            </a:bodyPr>
            <a:lstStyle/>
            <a:p>
              <a:pPr marL="0" lvl="1" indent="1729" algn="ctr" defTabSz="1402796" eaLnBrk="0" hangingPunct="0">
                <a:defRPr/>
              </a:pPr>
              <a:r>
                <a:rPr lang="en-US" altLang="ko-KR" sz="8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cs typeface="Pretendard Medium" panose="02000603000000020004" pitchFamily="50" charset="-127"/>
                  <a:sym typeface="Samsung Sans"/>
                </a:rPr>
                <a:t>Azure</a:t>
              </a:r>
            </a:p>
            <a:p>
              <a:pPr marL="0" lvl="1" indent="1729" algn="ctr" defTabSz="1402796" eaLnBrk="0" hangingPunct="0">
                <a:defRPr/>
              </a:pPr>
              <a:r>
                <a:rPr lang="en-US" altLang="ko-KR" sz="8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sym typeface="Samsung Sans"/>
                </a:rPr>
                <a:t>Proxy</a:t>
              </a:r>
            </a:p>
          </p:txBody>
        </p:sp>
        <p:pic>
          <p:nvPicPr>
            <p:cNvPr id="676" name="Graphic 17">
              <a:extLst>
                <a:ext uri="{FF2B5EF4-FFF2-40B4-BE49-F238E27FC236}">
                  <a16:creationId xmlns:a16="http://schemas.microsoft.com/office/drawing/2014/main" id="{77A5C94E-5F8D-6D35-BD5A-959736D762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586122" y="5601671"/>
              <a:ext cx="196773" cy="196773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77" name="Graphic 35">
              <a:extLst>
                <a:ext uri="{FF2B5EF4-FFF2-40B4-BE49-F238E27FC236}">
                  <a16:creationId xmlns:a16="http://schemas.microsoft.com/office/drawing/2014/main" id="{08547615-69B7-C918-062C-5E82390195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2815986" y="5510675"/>
              <a:ext cx="215808" cy="215808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78" name="Graphic 35">
              <a:extLst>
                <a:ext uri="{FF2B5EF4-FFF2-40B4-BE49-F238E27FC236}">
                  <a16:creationId xmlns:a16="http://schemas.microsoft.com/office/drawing/2014/main" id="{24E34F7B-5695-19E9-75CE-BD67687952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2815986" y="3104371"/>
              <a:ext cx="215808" cy="215808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79" name="Graphic 35">
              <a:extLst>
                <a:ext uri="{FF2B5EF4-FFF2-40B4-BE49-F238E27FC236}">
                  <a16:creationId xmlns:a16="http://schemas.microsoft.com/office/drawing/2014/main" id="{E8346DD3-5C7F-5A65-935E-FEF5A7F551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888994" y="3104371"/>
              <a:ext cx="215808" cy="215808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80" name="Graphic 66">
              <a:extLst>
                <a:ext uri="{FF2B5EF4-FFF2-40B4-BE49-F238E27FC236}">
                  <a16:creationId xmlns:a16="http://schemas.microsoft.com/office/drawing/2014/main" id="{9BF3D527-6D57-81C3-24C1-E723933DF64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598946" y="2782323"/>
              <a:ext cx="220028" cy="220028"/>
            </a:xfrm>
            <a:prstGeom prst="rect">
              <a:avLst/>
            </a:prstGeom>
          </p:spPr>
        </p:pic>
        <p:pic>
          <p:nvPicPr>
            <p:cNvPr id="681" name="Graphic 66">
              <a:extLst>
                <a:ext uri="{FF2B5EF4-FFF2-40B4-BE49-F238E27FC236}">
                  <a16:creationId xmlns:a16="http://schemas.microsoft.com/office/drawing/2014/main" id="{FB9B539A-D734-30BB-DD9B-DAAB2F492C6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57652" y="2782323"/>
              <a:ext cx="220028" cy="220028"/>
            </a:xfrm>
            <a:prstGeom prst="rect">
              <a:avLst/>
            </a:prstGeom>
          </p:spPr>
        </p:pic>
        <p:grpSp>
          <p:nvGrpSpPr>
            <p:cNvPr id="682" name="그룹 681">
              <a:extLst>
                <a:ext uri="{FF2B5EF4-FFF2-40B4-BE49-F238E27FC236}">
                  <a16:creationId xmlns:a16="http://schemas.microsoft.com/office/drawing/2014/main" id="{A9EA1EEC-6B4F-379A-33FA-1CD73795EEDA}"/>
                </a:ext>
              </a:extLst>
            </p:cNvPr>
            <p:cNvGrpSpPr/>
            <p:nvPr/>
          </p:nvGrpSpPr>
          <p:grpSpPr>
            <a:xfrm>
              <a:off x="413358" y="6711709"/>
              <a:ext cx="4860000" cy="180000"/>
              <a:chOff x="5149674" y="9775212"/>
              <a:chExt cx="4860000" cy="180000"/>
            </a:xfrm>
          </p:grpSpPr>
          <p:sp>
            <p:nvSpPr>
              <p:cNvPr id="683" name="TextBox 682">
                <a:extLst>
                  <a:ext uri="{FF2B5EF4-FFF2-40B4-BE49-F238E27FC236}">
                    <a16:creationId xmlns:a16="http://schemas.microsoft.com/office/drawing/2014/main" id="{13CC89E5-91B4-8F2C-843F-722BCC4CC260}"/>
                  </a:ext>
                </a:extLst>
              </p:cNvPr>
              <p:cNvSpPr txBox="1"/>
              <p:nvPr/>
            </p:nvSpPr>
            <p:spPr>
              <a:xfrm>
                <a:off x="5149674" y="9775212"/>
                <a:ext cx="4860000" cy="180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ko-KR"/>
                </a:defPPr>
                <a:lvl1pPr defTabSz="993653"/>
                <a:lvl2pPr marL="0" lvl="1" indent="1729" algn="ctr" defTabSz="1125697" eaLnBrk="0" latinLnBrk="0" hangingPunct="0">
                  <a:buClr>
                    <a:srgbClr val="3271AA"/>
                  </a:buClr>
                  <a:buSzPct val="140000"/>
                  <a:tabLst>
                    <a:tab pos="6096237" algn="l"/>
                  </a:tabLst>
                  <a:defRPr sz="1079" spc="-50">
                    <a:ln>
                      <a:solidFill>
                        <a:srgbClr val="00008F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Arial" pitchFamily="34" charset="0"/>
                  </a:defRPr>
                </a:lvl2pPr>
                <a:lvl3pPr marL="993653" indent="1729" defTabSz="993653"/>
                <a:lvl4pPr marL="1491344" indent="1729" defTabSz="993653"/>
                <a:lvl5pPr marL="1989035" indent="1729" defTabSz="993653"/>
                <a:lvl6pPr marL="2488454" defTabSz="995381"/>
                <a:lvl7pPr marL="2986144" defTabSz="995381"/>
                <a:lvl8pPr marL="3483836" defTabSz="995381"/>
                <a:lvl9pPr marL="3981526" defTabSz="995381"/>
              </a:lstStyle>
              <a:p>
                <a:pPr lvl="1"/>
                <a:endParaRPr lang="en-US" altLang="ko-KR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+mn-ea"/>
                  <a:ea typeface="+mn-ea"/>
                  <a:sym typeface="Pretendard SemiBold"/>
                </a:endParaRPr>
              </a:p>
            </p:txBody>
          </p:sp>
          <p:sp>
            <p:nvSpPr>
              <p:cNvPr id="684" name="TextBox 683">
                <a:extLst>
                  <a:ext uri="{FF2B5EF4-FFF2-40B4-BE49-F238E27FC236}">
                    <a16:creationId xmlns:a16="http://schemas.microsoft.com/office/drawing/2014/main" id="{71D7BC76-14CE-9A29-7AB8-284B39C18607}"/>
                  </a:ext>
                </a:extLst>
              </p:cNvPr>
              <p:cNvSpPr txBox="1"/>
              <p:nvPr/>
            </p:nvSpPr>
            <p:spPr>
              <a:xfrm>
                <a:off x="5149674" y="9775212"/>
                <a:ext cx="360000" cy="180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>
                <a:defPPr>
                  <a:defRPr lang="ko-KR"/>
                </a:defPPr>
                <a:lvl1pPr defTabSz="993653">
                  <a:defRPr>
                    <a:solidFill>
                      <a:schemeClr val="lt1"/>
                    </a:solidFill>
                    <a:latin typeface="+mn-lt"/>
                    <a:ea typeface="+mn-ea"/>
                  </a:defRPr>
                </a:lvl1pPr>
                <a:lvl2pPr marL="0" lvl="1" indent="1729" algn="ctr" defTabSz="1125697" eaLnBrk="0" latinLnBrk="0" hangingPunct="0">
                  <a:buClr>
                    <a:srgbClr val="3271AA"/>
                  </a:buClr>
                  <a:buSzPct val="140000"/>
                  <a:tabLst>
                    <a:tab pos="6096237" algn="l"/>
                  </a:tabLst>
                  <a:defRPr sz="1200" spc="-50">
                    <a:ln>
                      <a:solidFill>
                        <a:srgbClr val="00008F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Arial" pitchFamily="34" charset="0"/>
                  </a:defRPr>
                </a:lvl2pPr>
                <a:lvl3pPr marL="993653" indent="1729" defTabSz="993653">
                  <a:defRPr>
                    <a:solidFill>
                      <a:schemeClr val="lt1"/>
                    </a:solidFill>
                    <a:latin typeface="+mn-lt"/>
                    <a:ea typeface="+mn-ea"/>
                  </a:defRPr>
                </a:lvl3pPr>
                <a:lvl4pPr marL="1491344" indent="1729" defTabSz="993653">
                  <a:defRPr>
                    <a:solidFill>
                      <a:schemeClr val="lt1"/>
                    </a:solidFill>
                    <a:latin typeface="+mn-lt"/>
                    <a:ea typeface="+mn-ea"/>
                  </a:defRPr>
                </a:lvl4pPr>
                <a:lvl5pPr marL="1989035" indent="1729" defTabSz="993653">
                  <a:defRPr>
                    <a:solidFill>
                      <a:schemeClr val="lt1"/>
                    </a:solidFill>
                    <a:latin typeface="+mn-lt"/>
                    <a:ea typeface="+mn-ea"/>
                  </a:defRPr>
                </a:lvl5pPr>
                <a:lvl6pPr marL="2488454" defTabSz="995381">
                  <a:defRPr>
                    <a:solidFill>
                      <a:schemeClr val="lt1"/>
                    </a:solidFill>
                    <a:latin typeface="+mn-lt"/>
                    <a:ea typeface="+mn-ea"/>
                  </a:defRPr>
                </a:lvl6pPr>
                <a:lvl7pPr marL="2986144" defTabSz="995381">
                  <a:defRPr>
                    <a:solidFill>
                      <a:schemeClr val="lt1"/>
                    </a:solidFill>
                    <a:latin typeface="+mn-lt"/>
                    <a:ea typeface="+mn-ea"/>
                  </a:defRPr>
                </a:lvl7pPr>
                <a:lvl8pPr marL="3483836" defTabSz="995381">
                  <a:defRPr>
                    <a:solidFill>
                      <a:schemeClr val="lt1"/>
                    </a:solidFill>
                    <a:latin typeface="+mn-lt"/>
                    <a:ea typeface="+mn-ea"/>
                  </a:defRPr>
                </a:lvl8pPr>
                <a:lvl9pPr marL="3981526" defTabSz="995381">
                  <a:defRPr>
                    <a:solidFill>
                      <a:schemeClr val="lt1"/>
                    </a:solidFill>
                    <a:latin typeface="+mn-lt"/>
                    <a:ea typeface="+mn-ea"/>
                  </a:defRPr>
                </a:lvl9pPr>
              </a:lstStyle>
              <a:p>
                <a:pPr lvl="1" defTabSz="1402796">
                  <a:spcBef>
                    <a:spcPts val="0"/>
                  </a:spcBef>
                  <a:spcAft>
                    <a:spcPts val="0"/>
                  </a:spcAft>
                </a:pPr>
                <a:r>
                  <a:rPr lang="ko-KR" altLang="en-US" sz="800" kern="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+mn-ea"/>
                    <a:ea typeface="+mn-ea"/>
                    <a:cs typeface="+mn-cs"/>
                  </a:rPr>
                  <a:t>범례</a:t>
                </a:r>
              </a:p>
            </p:txBody>
          </p:sp>
        </p:grpSp>
        <p:grpSp>
          <p:nvGrpSpPr>
            <p:cNvPr id="685" name="그룹 684">
              <a:extLst>
                <a:ext uri="{FF2B5EF4-FFF2-40B4-BE49-F238E27FC236}">
                  <a16:creationId xmlns:a16="http://schemas.microsoft.com/office/drawing/2014/main" id="{A786F651-1868-D8AB-09DB-1DBC2785F64C}"/>
                </a:ext>
              </a:extLst>
            </p:cNvPr>
            <p:cNvGrpSpPr/>
            <p:nvPr/>
          </p:nvGrpSpPr>
          <p:grpSpPr>
            <a:xfrm>
              <a:off x="1512529" y="6747709"/>
              <a:ext cx="539380" cy="108000"/>
              <a:chOff x="5944663" y="9802795"/>
              <a:chExt cx="539380" cy="108000"/>
            </a:xfrm>
          </p:grpSpPr>
          <p:sp>
            <p:nvSpPr>
              <p:cNvPr id="960" name="TextBox 959">
                <a:extLst>
                  <a:ext uri="{FF2B5EF4-FFF2-40B4-BE49-F238E27FC236}">
                    <a16:creationId xmlns:a16="http://schemas.microsoft.com/office/drawing/2014/main" id="{8AD59269-66D8-0F61-F1B5-4E170326BC04}"/>
                  </a:ext>
                </a:extLst>
              </p:cNvPr>
              <p:cNvSpPr txBox="1"/>
              <p:nvPr/>
            </p:nvSpPr>
            <p:spPr>
              <a:xfrm>
                <a:off x="6095795" y="9810629"/>
                <a:ext cx="388248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lvl="1" indent="1729" defTabSz="1402796" eaLnBrk="0" latinLnBrk="0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ko-KR" sz="600" kern="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</a:rPr>
                  <a:t>EC2 Instance</a:t>
                </a:r>
              </a:p>
            </p:txBody>
          </p:sp>
          <p:pic>
            <p:nvPicPr>
              <p:cNvPr id="961" name="Graphic 17">
                <a:extLst>
                  <a:ext uri="{FF2B5EF4-FFF2-40B4-BE49-F238E27FC236}">
                    <a16:creationId xmlns:a16="http://schemas.microsoft.com/office/drawing/2014/main" id="{8FE3A433-DE8D-DC05-EE58-D853FEF0888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5944663" y="9802795"/>
                <a:ext cx="108000" cy="108000"/>
              </a:xfrm>
              <a:prstGeom prst="rect">
                <a:avLst/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962" name="그룹 961">
              <a:extLst>
                <a:ext uri="{FF2B5EF4-FFF2-40B4-BE49-F238E27FC236}">
                  <a16:creationId xmlns:a16="http://schemas.microsoft.com/office/drawing/2014/main" id="{F981DEEF-CE4A-B1BC-C1E2-9D60A94AB484}"/>
                </a:ext>
              </a:extLst>
            </p:cNvPr>
            <p:cNvGrpSpPr/>
            <p:nvPr/>
          </p:nvGrpSpPr>
          <p:grpSpPr>
            <a:xfrm>
              <a:off x="836625" y="6747709"/>
              <a:ext cx="488110" cy="108000"/>
              <a:chOff x="5372916" y="9811212"/>
              <a:chExt cx="488110" cy="108000"/>
            </a:xfrm>
          </p:grpSpPr>
          <p:sp>
            <p:nvSpPr>
              <p:cNvPr id="963" name="TextBox 962">
                <a:extLst>
                  <a:ext uri="{FF2B5EF4-FFF2-40B4-BE49-F238E27FC236}">
                    <a16:creationId xmlns:a16="http://schemas.microsoft.com/office/drawing/2014/main" id="{BD13FDBE-8648-DB24-2D8C-2232A19B247E}"/>
                  </a:ext>
                </a:extLst>
              </p:cNvPr>
              <p:cNvSpPr txBox="1"/>
              <p:nvPr/>
            </p:nvSpPr>
            <p:spPr>
              <a:xfrm>
                <a:off x="5615446" y="9819046"/>
                <a:ext cx="245580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lvl="1" indent="1729" defTabSz="1402796" eaLnBrk="0" latinLnBrk="0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ko-KR" altLang="en-US" sz="600" kern="0" spc="-50" dirty="0" err="1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</a:rPr>
                  <a:t>워커노드</a:t>
                </a:r>
                <a:endParaRPr lang="en-US" altLang="ko-KR" sz="6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endParaRPr>
              </a:p>
            </p:txBody>
          </p:sp>
          <p:grpSp>
            <p:nvGrpSpPr>
              <p:cNvPr id="964" name="그룹 963">
                <a:extLst>
                  <a:ext uri="{FF2B5EF4-FFF2-40B4-BE49-F238E27FC236}">
                    <a16:creationId xmlns:a16="http://schemas.microsoft.com/office/drawing/2014/main" id="{9CD45A59-17AC-2915-FCC8-329C320CF442}"/>
                  </a:ext>
                </a:extLst>
              </p:cNvPr>
              <p:cNvGrpSpPr/>
              <p:nvPr/>
            </p:nvGrpSpPr>
            <p:grpSpPr>
              <a:xfrm>
                <a:off x="5372916" y="9811212"/>
                <a:ext cx="215101" cy="108000"/>
                <a:chOff x="5337991" y="9661623"/>
                <a:chExt cx="215101" cy="108000"/>
              </a:xfrm>
            </p:grpSpPr>
            <p:pic>
              <p:nvPicPr>
                <p:cNvPr id="965" name="Graphic 34">
                  <a:extLst>
                    <a:ext uri="{FF2B5EF4-FFF2-40B4-BE49-F238E27FC236}">
                      <a16:creationId xmlns:a16="http://schemas.microsoft.com/office/drawing/2014/main" id="{DF6AAB23-B98D-20A1-55C3-3574E26CDE3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 bwMode="auto">
                <a:xfrm>
                  <a:off x="5337991" y="9661623"/>
                  <a:ext cx="108000" cy="108000"/>
                </a:xfrm>
                <a:prstGeom prst="rect">
                  <a:avLst/>
                </a:prstGeom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966" name="Graphic 16">
                  <a:extLst>
                    <a:ext uri="{FF2B5EF4-FFF2-40B4-BE49-F238E27FC236}">
                      <a16:creationId xmlns:a16="http://schemas.microsoft.com/office/drawing/2014/main" id="{D02E5A36-D2E4-75C2-D7A0-0E6167CD01A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 bwMode="auto">
                <a:xfrm>
                  <a:off x="5445092" y="9661623"/>
                  <a:ext cx="108000" cy="108000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967" name="그룹 966">
              <a:extLst>
                <a:ext uri="{FF2B5EF4-FFF2-40B4-BE49-F238E27FC236}">
                  <a16:creationId xmlns:a16="http://schemas.microsoft.com/office/drawing/2014/main" id="{C8395D7A-817D-4798-A4B8-DAC31863CEF1}"/>
                </a:ext>
              </a:extLst>
            </p:cNvPr>
            <p:cNvGrpSpPr/>
            <p:nvPr/>
          </p:nvGrpSpPr>
          <p:grpSpPr>
            <a:xfrm>
              <a:off x="2246115" y="6747709"/>
              <a:ext cx="264918" cy="108000"/>
              <a:chOff x="6669628" y="9659679"/>
              <a:chExt cx="264918" cy="108000"/>
            </a:xfrm>
          </p:grpSpPr>
          <p:pic>
            <p:nvPicPr>
              <p:cNvPr id="968" name="Graphic 66">
                <a:extLst>
                  <a:ext uri="{FF2B5EF4-FFF2-40B4-BE49-F238E27FC236}">
                    <a16:creationId xmlns:a16="http://schemas.microsoft.com/office/drawing/2014/main" id="{87ABAD23-7AE2-541E-9D70-CE6C0D096F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6669628" y="9659679"/>
                <a:ext cx="108000" cy="108000"/>
              </a:xfrm>
              <a:prstGeom prst="rect">
                <a:avLst/>
              </a:prstGeom>
            </p:spPr>
          </p:pic>
          <p:sp>
            <p:nvSpPr>
              <p:cNvPr id="969" name="TextBox 968">
                <a:extLst>
                  <a:ext uri="{FF2B5EF4-FFF2-40B4-BE49-F238E27FC236}">
                    <a16:creationId xmlns:a16="http://schemas.microsoft.com/office/drawing/2014/main" id="{83FB8732-33F0-E86C-8ECB-61A71C645734}"/>
                  </a:ext>
                </a:extLst>
              </p:cNvPr>
              <p:cNvSpPr txBox="1"/>
              <p:nvPr/>
            </p:nvSpPr>
            <p:spPr>
              <a:xfrm>
                <a:off x="6805985" y="9667513"/>
                <a:ext cx="128561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lvl="1" indent="1729" defTabSz="1402796" eaLnBrk="0" latinLnBrk="0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ko-KR" sz="600" kern="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</a:rPr>
                  <a:t>VPC</a:t>
                </a:r>
              </a:p>
            </p:txBody>
          </p:sp>
        </p:grpSp>
        <p:grpSp>
          <p:nvGrpSpPr>
            <p:cNvPr id="970" name="그룹 969">
              <a:extLst>
                <a:ext uri="{FF2B5EF4-FFF2-40B4-BE49-F238E27FC236}">
                  <a16:creationId xmlns:a16="http://schemas.microsoft.com/office/drawing/2014/main" id="{DEF5FEE1-7DCF-DB07-288B-ACD3BD56FEFD}"/>
                </a:ext>
              </a:extLst>
            </p:cNvPr>
            <p:cNvGrpSpPr/>
            <p:nvPr/>
          </p:nvGrpSpPr>
          <p:grpSpPr>
            <a:xfrm>
              <a:off x="2711651" y="6747709"/>
              <a:ext cx="352021" cy="108000"/>
              <a:chOff x="7075672" y="9659679"/>
              <a:chExt cx="352021" cy="108000"/>
            </a:xfrm>
          </p:grpSpPr>
          <p:pic>
            <p:nvPicPr>
              <p:cNvPr id="971" name="Graphic 35">
                <a:extLst>
                  <a:ext uri="{FF2B5EF4-FFF2-40B4-BE49-F238E27FC236}">
                    <a16:creationId xmlns:a16="http://schemas.microsoft.com/office/drawing/2014/main" id="{E448921D-2EE2-D1F0-1413-6ACFC1E9804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7075672" y="9659679"/>
                <a:ext cx="108000" cy="108000"/>
              </a:xfrm>
              <a:prstGeom prst="rect">
                <a:avLst/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72" name="TextBox 971">
                <a:extLst>
                  <a:ext uri="{FF2B5EF4-FFF2-40B4-BE49-F238E27FC236}">
                    <a16:creationId xmlns:a16="http://schemas.microsoft.com/office/drawing/2014/main" id="{1EB49153-FE9D-9B12-5E44-69CBC0262134}"/>
                  </a:ext>
                </a:extLst>
              </p:cNvPr>
              <p:cNvSpPr txBox="1"/>
              <p:nvPr/>
            </p:nvSpPr>
            <p:spPr>
              <a:xfrm>
                <a:off x="7214173" y="9667513"/>
                <a:ext cx="213520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lvl="1" indent="1729" defTabSz="1402796" eaLnBrk="0" latinLnBrk="0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ko-KR" sz="600" kern="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</a:rPr>
                  <a:t>Subnet</a:t>
                </a:r>
              </a:p>
            </p:txBody>
          </p:sp>
        </p:grpSp>
        <p:grpSp>
          <p:nvGrpSpPr>
            <p:cNvPr id="973" name="그룹 972">
              <a:extLst>
                <a:ext uri="{FF2B5EF4-FFF2-40B4-BE49-F238E27FC236}">
                  <a16:creationId xmlns:a16="http://schemas.microsoft.com/office/drawing/2014/main" id="{600C17FE-7A2A-E275-3ECA-A8563F380A3F}"/>
                </a:ext>
              </a:extLst>
            </p:cNvPr>
            <p:cNvGrpSpPr/>
            <p:nvPr/>
          </p:nvGrpSpPr>
          <p:grpSpPr>
            <a:xfrm>
              <a:off x="3257878" y="6747709"/>
              <a:ext cx="377317" cy="108000"/>
              <a:chOff x="7593369" y="9661419"/>
              <a:chExt cx="377317" cy="108000"/>
            </a:xfrm>
          </p:grpSpPr>
          <p:pic>
            <p:nvPicPr>
              <p:cNvPr id="974" name="Graphic 10">
                <a:extLst>
                  <a:ext uri="{FF2B5EF4-FFF2-40B4-BE49-F238E27FC236}">
                    <a16:creationId xmlns:a16="http://schemas.microsoft.com/office/drawing/2014/main" id="{87E0FFF4-234A-3904-9B48-71D60A9F0C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593369" y="9661419"/>
                <a:ext cx="108000" cy="108000"/>
              </a:xfrm>
              <a:prstGeom prst="rect">
                <a:avLst/>
              </a:prstGeom>
            </p:spPr>
          </p:pic>
          <p:sp>
            <p:nvSpPr>
              <p:cNvPr id="975" name="TextBox 974">
                <a:extLst>
                  <a:ext uri="{FF2B5EF4-FFF2-40B4-BE49-F238E27FC236}">
                    <a16:creationId xmlns:a16="http://schemas.microsoft.com/office/drawing/2014/main" id="{4ED42762-8119-12BE-33CD-2C77163AFCF3}"/>
                  </a:ext>
                </a:extLst>
              </p:cNvPr>
              <p:cNvSpPr txBox="1"/>
              <p:nvPr/>
            </p:nvSpPr>
            <p:spPr>
              <a:xfrm>
                <a:off x="7731518" y="9669253"/>
                <a:ext cx="239168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lvl="1" indent="1729" defTabSz="1402796" eaLnBrk="0" latinLnBrk="0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ko-KR" sz="600" kern="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</a:rPr>
                  <a:t>Account</a:t>
                </a:r>
              </a:p>
            </p:txBody>
          </p:sp>
        </p:grpSp>
        <p:grpSp>
          <p:nvGrpSpPr>
            <p:cNvPr id="976" name="그룹 975">
              <a:extLst>
                <a:ext uri="{FF2B5EF4-FFF2-40B4-BE49-F238E27FC236}">
                  <a16:creationId xmlns:a16="http://schemas.microsoft.com/office/drawing/2014/main" id="{65208C38-FDD5-38C8-D4A5-A25C2608BBDB}"/>
                </a:ext>
              </a:extLst>
            </p:cNvPr>
            <p:cNvGrpSpPr/>
            <p:nvPr/>
          </p:nvGrpSpPr>
          <p:grpSpPr>
            <a:xfrm>
              <a:off x="3840623" y="6747709"/>
              <a:ext cx="486026" cy="108000"/>
              <a:chOff x="8155986" y="9661420"/>
              <a:chExt cx="486026" cy="108000"/>
            </a:xfrm>
          </p:grpSpPr>
          <p:pic>
            <p:nvPicPr>
              <p:cNvPr id="977" name="Graphic 23">
                <a:extLst>
                  <a:ext uri="{FF2B5EF4-FFF2-40B4-BE49-F238E27FC236}">
                    <a16:creationId xmlns:a16="http://schemas.microsoft.com/office/drawing/2014/main" id="{729A46BD-1988-4BD6-858D-AC08ADF4C68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8155986" y="9661420"/>
                <a:ext cx="108000" cy="108000"/>
              </a:xfrm>
              <a:prstGeom prst="rect">
                <a:avLst/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78" name="TextBox 977">
                <a:extLst>
                  <a:ext uri="{FF2B5EF4-FFF2-40B4-BE49-F238E27FC236}">
                    <a16:creationId xmlns:a16="http://schemas.microsoft.com/office/drawing/2014/main" id="{A73B7707-2ECC-6132-B5E3-CA8BA83ED4F9}"/>
                  </a:ext>
                </a:extLst>
              </p:cNvPr>
              <p:cNvSpPr txBox="1"/>
              <p:nvPr/>
            </p:nvSpPr>
            <p:spPr>
              <a:xfrm>
                <a:off x="8298648" y="9669253"/>
                <a:ext cx="343364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lvl="1" indent="1729" defTabSz="1402796" eaLnBrk="0" latinLnBrk="0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ko-KR" sz="600" kern="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</a:rPr>
                  <a:t>EKS</a:t>
                </a:r>
                <a:r>
                  <a:rPr lang="ko-KR" altLang="en-US" sz="600" kern="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</a:rPr>
                  <a:t> </a:t>
                </a:r>
                <a:r>
                  <a:rPr lang="en-US" altLang="ko-KR" sz="600" kern="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</a:rPr>
                  <a:t>Cluster</a:t>
                </a:r>
              </a:p>
            </p:txBody>
          </p:sp>
        </p:grpSp>
        <p:sp>
          <p:nvSpPr>
            <p:cNvPr id="979" name="직사각형 978">
              <a:extLst>
                <a:ext uri="{FF2B5EF4-FFF2-40B4-BE49-F238E27FC236}">
                  <a16:creationId xmlns:a16="http://schemas.microsoft.com/office/drawing/2014/main" id="{F6EA1A33-FC56-6917-9666-D13ACFCC70B4}"/>
                </a:ext>
              </a:extLst>
            </p:cNvPr>
            <p:cNvSpPr/>
            <p:nvPr/>
          </p:nvSpPr>
          <p:spPr>
            <a:xfrm>
              <a:off x="1215919" y="3338085"/>
              <a:ext cx="907649" cy="2150304"/>
            </a:xfrm>
            <a:prstGeom prst="rect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 defTabSz="1299728" eaLnBrk="0" hangingPunct="0"/>
              <a:endParaRPr lang="ko-KR" altLang="en-US" sz="1200" kern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ea typeface="Pretendard Medium" pitchFamily="18" charset="-127"/>
              </a:endParaRPr>
            </a:p>
          </p:txBody>
        </p:sp>
        <p:sp>
          <p:nvSpPr>
            <p:cNvPr id="980" name="직사각형 979">
              <a:extLst>
                <a:ext uri="{FF2B5EF4-FFF2-40B4-BE49-F238E27FC236}">
                  <a16:creationId xmlns:a16="http://schemas.microsoft.com/office/drawing/2014/main" id="{4921A926-FB7C-1DB0-0A13-A956A4F8EE85}"/>
                </a:ext>
              </a:extLst>
            </p:cNvPr>
            <p:cNvSpPr/>
            <p:nvPr/>
          </p:nvSpPr>
          <p:spPr>
            <a:xfrm>
              <a:off x="3401019" y="5540336"/>
              <a:ext cx="1735599" cy="706744"/>
            </a:xfrm>
            <a:prstGeom prst="rect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 defTabSz="1299728" eaLnBrk="0" hangingPunct="0"/>
              <a:endParaRPr lang="ko-KR" altLang="en-US" sz="1200" kern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ea typeface="Pretendard Medium" pitchFamily="18" charset="-127"/>
              </a:endParaRPr>
            </a:p>
          </p:txBody>
        </p:sp>
        <p:sp>
          <p:nvSpPr>
            <p:cNvPr id="981" name="직사각형 980">
              <a:extLst>
                <a:ext uri="{FF2B5EF4-FFF2-40B4-BE49-F238E27FC236}">
                  <a16:creationId xmlns:a16="http://schemas.microsoft.com/office/drawing/2014/main" id="{E727E23E-B06B-112A-6904-BC1A2C0BCD1F}"/>
                </a:ext>
              </a:extLst>
            </p:cNvPr>
            <p:cNvSpPr/>
            <p:nvPr/>
          </p:nvSpPr>
          <p:spPr>
            <a:xfrm>
              <a:off x="5741950" y="3563813"/>
              <a:ext cx="122652" cy="169277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marL="0" marR="0" lvl="1" indent="0" algn="ctr" defTabSz="14749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r>
                <a:rPr kumimoji="0" lang="en-US" altLang="ko-KR" sz="1100" b="0" i="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/>
                </a:rPr>
                <a:t>…</a:t>
              </a:r>
              <a:endParaRPr kumimoji="0" lang="ko-KR" altLang="en-US" sz="1100" b="0" i="0" u="none" strike="noStrike" kern="0" cap="none" spc="-3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Arial"/>
              </a:endParaRPr>
            </a:p>
          </p:txBody>
        </p:sp>
        <p:sp>
          <p:nvSpPr>
            <p:cNvPr id="982" name="직사각형 981">
              <a:extLst>
                <a:ext uri="{FF2B5EF4-FFF2-40B4-BE49-F238E27FC236}">
                  <a16:creationId xmlns:a16="http://schemas.microsoft.com/office/drawing/2014/main" id="{90FB4EC2-6DF4-A299-1E52-6C100D01E25A}"/>
                </a:ext>
              </a:extLst>
            </p:cNvPr>
            <p:cNvSpPr/>
            <p:nvPr/>
          </p:nvSpPr>
          <p:spPr>
            <a:xfrm>
              <a:off x="5757190" y="4103873"/>
              <a:ext cx="122652" cy="169277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marL="0" marR="0" lvl="1" indent="0" algn="ctr" defTabSz="14749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r>
                <a:rPr kumimoji="0" lang="en-US" altLang="ko-KR" sz="1100" b="0" i="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/>
                </a:rPr>
                <a:t>…</a:t>
              </a:r>
              <a:endParaRPr kumimoji="0" lang="ko-KR" altLang="en-US" sz="1100" b="0" i="0" u="none" strike="noStrike" kern="0" cap="none" spc="-3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Arial"/>
              </a:endParaRPr>
            </a:p>
          </p:txBody>
        </p:sp>
        <p:sp>
          <p:nvSpPr>
            <p:cNvPr id="983" name="직사각형 982">
              <a:extLst>
                <a:ext uri="{FF2B5EF4-FFF2-40B4-BE49-F238E27FC236}">
                  <a16:creationId xmlns:a16="http://schemas.microsoft.com/office/drawing/2014/main" id="{11501B7A-BDA5-11FB-61BC-15A8AAD342CC}"/>
                </a:ext>
              </a:extLst>
            </p:cNvPr>
            <p:cNvSpPr/>
            <p:nvPr/>
          </p:nvSpPr>
          <p:spPr>
            <a:xfrm>
              <a:off x="5129882" y="5003973"/>
              <a:ext cx="122652" cy="169277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marL="0" marR="0" lvl="1" indent="0" algn="ctr" defTabSz="14749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r>
                <a:rPr kumimoji="0" lang="en-US" altLang="ko-KR" sz="1100" b="0" i="0" u="none" strike="noStrike" kern="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/>
                </a:rPr>
                <a:t>…</a:t>
              </a:r>
              <a:endParaRPr kumimoji="0" lang="ko-KR" altLang="en-US" sz="1100" b="0" i="0" u="none" strike="noStrike" kern="0" cap="none" spc="-3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Arial"/>
              </a:endParaRPr>
            </a:p>
          </p:txBody>
        </p:sp>
        <p:grpSp>
          <p:nvGrpSpPr>
            <p:cNvPr id="984" name="그룹 983">
              <a:extLst>
                <a:ext uri="{FF2B5EF4-FFF2-40B4-BE49-F238E27FC236}">
                  <a16:creationId xmlns:a16="http://schemas.microsoft.com/office/drawing/2014/main" id="{F152C093-B838-7C2B-E634-590C1CCD109A}"/>
                </a:ext>
              </a:extLst>
            </p:cNvPr>
            <p:cNvGrpSpPr/>
            <p:nvPr/>
          </p:nvGrpSpPr>
          <p:grpSpPr>
            <a:xfrm>
              <a:off x="4473833" y="6755543"/>
              <a:ext cx="665909" cy="92333"/>
              <a:chOff x="5085901" y="6755543"/>
              <a:chExt cx="665909" cy="92333"/>
            </a:xfrm>
          </p:grpSpPr>
          <p:sp>
            <p:nvSpPr>
              <p:cNvPr id="985" name="TextBox 984">
                <a:extLst>
                  <a:ext uri="{FF2B5EF4-FFF2-40B4-BE49-F238E27FC236}">
                    <a16:creationId xmlns:a16="http://schemas.microsoft.com/office/drawing/2014/main" id="{54863D11-9227-D410-FBD5-7451A29DCC0D}"/>
                  </a:ext>
                </a:extLst>
              </p:cNvPr>
              <p:cNvSpPr txBox="1"/>
              <p:nvPr/>
            </p:nvSpPr>
            <p:spPr>
              <a:xfrm>
                <a:off x="5305854" y="6755543"/>
                <a:ext cx="445956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marL="0" lvl="1" indent="1729" defTabSz="1402796" eaLnBrk="0" latinLnBrk="0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ko-KR" altLang="en-US" sz="600" kern="0" spc="-50" dirty="0" err="1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</a:rPr>
                  <a:t>신규／증설</a:t>
                </a:r>
                <a:r>
                  <a:rPr lang="ko-KR" altLang="en-US" sz="600" kern="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</a:rPr>
                  <a:t> 대상</a:t>
                </a:r>
                <a:endParaRPr lang="en-US" altLang="ko-KR" sz="6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986" name="직사각형 985">
                <a:extLst>
                  <a:ext uri="{FF2B5EF4-FFF2-40B4-BE49-F238E27FC236}">
                    <a16:creationId xmlns:a16="http://schemas.microsoft.com/office/drawing/2014/main" id="{38D94B3E-4D16-03D1-CB5B-D2D9E6B3AFC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085901" y="6778329"/>
                <a:ext cx="154834" cy="66767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50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noAutofit/>
              </a:bodyPr>
              <a:lstStyle/>
              <a:p>
                <a:pPr algn="ctr" defTabSz="1299728" eaLnBrk="0" hangingPunct="0"/>
                <a:endParaRPr lang="ko-KR" altLang="en-US" sz="1200" kern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a typeface="Pretendard Medium" pitchFamily="18" charset="-127"/>
                </a:endParaRPr>
              </a:p>
            </p:txBody>
          </p:sp>
        </p:grpSp>
        <p:pic>
          <p:nvPicPr>
            <p:cNvPr id="987" name="Graphic 44" descr="Amazon RDS instance instance icon for the Database category.">
              <a:extLst>
                <a:ext uri="{FF2B5EF4-FFF2-40B4-BE49-F238E27FC236}">
                  <a16:creationId xmlns:a16="http://schemas.microsoft.com/office/drawing/2014/main" id="{DB0967D2-65C6-D8A3-5E3C-0CFFB914D81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590411" y="4859099"/>
              <a:ext cx="214884" cy="214884"/>
            </a:xfrm>
            <a:prstGeom prst="rect">
              <a:avLst/>
            </a:prstGeom>
          </p:spPr>
        </p:pic>
        <p:sp>
          <p:nvSpPr>
            <p:cNvPr id="988" name="직사각형 987">
              <a:extLst>
                <a:ext uri="{FF2B5EF4-FFF2-40B4-BE49-F238E27FC236}">
                  <a16:creationId xmlns:a16="http://schemas.microsoft.com/office/drawing/2014/main" id="{3FC70935-6C71-0595-A734-20210F2C15D6}"/>
                </a:ext>
              </a:extLst>
            </p:cNvPr>
            <p:cNvSpPr/>
            <p:nvPr/>
          </p:nvSpPr>
          <p:spPr>
            <a:xfrm>
              <a:off x="1536031" y="5111985"/>
              <a:ext cx="293274" cy="327720"/>
            </a:xfrm>
            <a:prstGeom prst="rect">
              <a:avLst/>
            </a:prstGeom>
          </p:spPr>
          <p:txBody>
            <a:bodyPr wrap="none" lIns="0" tIns="0" rIns="0" bIns="0" anchor="t">
              <a:spAutoFit/>
            </a:bodyPr>
            <a:lstStyle/>
            <a:p>
              <a:pPr marL="0" lvl="1" indent="1729" algn="ctr" defTabSz="1402796" eaLnBrk="0" hangingPunct="0">
                <a:defRPr/>
              </a:pPr>
              <a:r>
                <a:rPr lang="en-US" altLang="ko-KR" sz="8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sym typeface="Samsung Sans"/>
                </a:rPr>
                <a:t>RDS</a:t>
              </a:r>
            </a:p>
            <a:p>
              <a:pPr marL="0" lvl="1" indent="1729" algn="ctr" defTabSz="1402796" eaLnBrk="0" hangingPunct="0">
                <a:defRPr/>
              </a:pPr>
              <a:r>
                <a:rPr lang="en-US" altLang="ko-KR" sz="8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sym typeface="Samsung Sans"/>
                </a:rPr>
                <a:t>(</a:t>
              </a:r>
              <a:r>
                <a:rPr lang="ko-KR" altLang="en-US" sz="8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sym typeface="Samsung Sans"/>
                </a:rPr>
                <a:t>신규</a:t>
              </a:r>
              <a:r>
                <a:rPr lang="en-US" altLang="ko-KR" sz="800" kern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 Semilight" panose="020B0503020000020004" pitchFamily="34" charset="-127"/>
                  <a:ea typeface="Malgun Gothic Semilight" panose="020B0503020000020004" pitchFamily="34" charset="-127"/>
                  <a:sym typeface="Samsung Sans"/>
                </a:rPr>
                <a:t>)</a:t>
              </a:r>
            </a:p>
          </p:txBody>
        </p:sp>
      </p:grpSp>
      <p:sp>
        <p:nvSpPr>
          <p:cNvPr id="990" name="모서리가 둥근 사각형 설명선[R] 989">
            <a:extLst>
              <a:ext uri="{FF2B5EF4-FFF2-40B4-BE49-F238E27FC236}">
                <a16:creationId xmlns:a16="http://schemas.microsoft.com/office/drawing/2014/main" id="{8AB15BF1-ED47-78A6-7DD9-5927236E3900}"/>
              </a:ext>
            </a:extLst>
          </p:cNvPr>
          <p:cNvSpPr/>
          <p:nvPr/>
        </p:nvSpPr>
        <p:spPr bwMode="auto">
          <a:xfrm>
            <a:off x="5996712" y="1603832"/>
            <a:ext cx="2556710" cy="809176"/>
          </a:xfrm>
          <a:prstGeom prst="wedgeRoundRectCallout">
            <a:avLst>
              <a:gd name="adj1" fmla="val -53617"/>
              <a:gd name="adj2" fmla="val 36404"/>
              <a:gd name="adj3" fmla="val 16667"/>
            </a:avLst>
          </a:prstGeom>
          <a:solidFill>
            <a:schemeClr val="bg2">
              <a:lumMod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95350" latinLnBrk="0">
              <a:spcAft>
                <a:spcPts val="600"/>
              </a:spcAft>
              <a:buSzPct val="120000"/>
            </a:pPr>
            <a:r>
              <a:rPr kumimoji="1" lang="ko-KR" altLang="en-US" sz="1300" b="1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물리적 상세 구성방안 작성</a:t>
            </a:r>
          </a:p>
        </p:txBody>
      </p:sp>
    </p:spTree>
    <p:extLst>
      <p:ext uri="{BB962C8B-B14F-4D97-AF65-F5344CB8AC3E}">
        <p14:creationId xmlns:p14="http://schemas.microsoft.com/office/powerpoint/2010/main" val="7273219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59B618-C2C2-5537-A41C-6C80F7051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2.5</a:t>
            </a:r>
            <a:r>
              <a:rPr kumimoji="1" lang="ko-KR" altLang="en-US" dirty="0"/>
              <a:t> 논리 구성방안</a:t>
            </a:r>
            <a:r>
              <a:rPr kumimoji="1" lang="en-US" altLang="ko-KR" dirty="0"/>
              <a:t>(1/2)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B59475-945D-4749-A4A1-E0E92D1BE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047" y="504827"/>
            <a:ext cx="8639908" cy="294777"/>
          </a:xfrm>
        </p:spPr>
        <p:txBody>
          <a:bodyPr/>
          <a:lstStyle/>
          <a:p>
            <a:r>
              <a:rPr kumimoji="1" lang="ko-KR" altLang="en-US" dirty="0"/>
              <a:t>클라우드</a:t>
            </a:r>
            <a:r>
              <a:rPr kumimoji="1" lang="en-US" altLang="ko-KR" dirty="0"/>
              <a:t>(Private) </a:t>
            </a:r>
            <a:r>
              <a:rPr kumimoji="1" lang="ko-KR" altLang="en-US" dirty="0"/>
              <a:t>내 컨테이너 기반 서비스를 구성하며</a:t>
            </a:r>
            <a:r>
              <a:rPr kumimoji="1" lang="en-US" altLang="ko-KR" dirty="0"/>
              <a:t>,</a:t>
            </a:r>
            <a:r>
              <a:rPr kumimoji="1" lang="ko-KR" altLang="en-US" dirty="0"/>
              <a:t> 그 이외는 </a:t>
            </a:r>
            <a:r>
              <a:rPr kumimoji="1" lang="en-US" altLang="ko-KR" dirty="0"/>
              <a:t>VM</a:t>
            </a:r>
            <a:r>
              <a:rPr kumimoji="1" lang="ko-KR" altLang="en-US" dirty="0"/>
              <a:t>로 구성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C979164-F009-9C00-17E3-3CEE9D304F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dirty="0"/>
              <a:t>2.</a:t>
            </a:r>
            <a:r>
              <a:rPr kumimoji="1" lang="ko-KR" altLang="en-US" dirty="0"/>
              <a:t> 시스템 아키텍처</a:t>
            </a:r>
          </a:p>
        </p:txBody>
      </p:sp>
      <p:grpSp>
        <p:nvGrpSpPr>
          <p:cNvPr id="687" name="그룹 686">
            <a:extLst>
              <a:ext uri="{FF2B5EF4-FFF2-40B4-BE49-F238E27FC236}">
                <a16:creationId xmlns:a16="http://schemas.microsoft.com/office/drawing/2014/main" id="{29D9E560-87F7-6835-1526-2C84752F53F4}"/>
              </a:ext>
            </a:extLst>
          </p:cNvPr>
          <p:cNvGrpSpPr/>
          <p:nvPr/>
        </p:nvGrpSpPr>
        <p:grpSpPr>
          <a:xfrm>
            <a:off x="361604" y="949696"/>
            <a:ext cx="8420791" cy="4131741"/>
            <a:chOff x="305347" y="1943633"/>
            <a:chExt cx="10189157" cy="5238584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A7D4D0F7-5393-30D1-8B8D-77F8E606CD1A}"/>
                </a:ext>
              </a:extLst>
            </p:cNvPr>
            <p:cNvGrpSpPr/>
            <p:nvPr/>
          </p:nvGrpSpPr>
          <p:grpSpPr>
            <a:xfrm>
              <a:off x="7866466" y="1943633"/>
              <a:ext cx="2520000" cy="5184000"/>
              <a:chOff x="7866466" y="1943633"/>
              <a:chExt cx="2520000" cy="5184000"/>
            </a:xfrm>
          </p:grpSpPr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164A42B5-10D9-FDBD-A228-DEA94FD0B8C5}"/>
                  </a:ext>
                </a:extLst>
              </p:cNvPr>
              <p:cNvSpPr/>
              <p:nvPr/>
            </p:nvSpPr>
            <p:spPr>
              <a:xfrm>
                <a:off x="7866466" y="1943633"/>
                <a:ext cx="2520000" cy="5184000"/>
              </a:xfrm>
              <a:prstGeom prst="rect">
                <a:avLst/>
              </a:prstGeom>
              <a:solidFill>
                <a:srgbClr val="F1F3F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pc="-30">
                  <a:ln>
                    <a:solidFill>
                      <a:schemeClr val="tx1">
                        <a:alpha val="0"/>
                      </a:schemeClr>
                    </a:solidFill>
                  </a:ln>
                </a:endParaRPr>
              </a:p>
            </p:txBody>
          </p:sp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74CDE2F7-8595-DC7A-8DD6-8B6E5C613BC0}"/>
                  </a:ext>
                </a:extLst>
              </p:cNvPr>
              <p:cNvSpPr/>
              <p:nvPr/>
            </p:nvSpPr>
            <p:spPr>
              <a:xfrm>
                <a:off x="7866466" y="1943633"/>
                <a:ext cx="2520000" cy="360000"/>
              </a:xfrm>
              <a:prstGeom prst="rect">
                <a:avLst/>
              </a:prstGeom>
              <a:solidFill>
                <a:srgbClr val="43475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1400" b="1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구성 방안</a:t>
                </a:r>
              </a:p>
            </p:txBody>
          </p:sp>
        </p:grp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BD3BED8B-2B46-89C9-64F8-8C51A8DD68AA}"/>
                </a:ext>
              </a:extLst>
            </p:cNvPr>
            <p:cNvGrpSpPr/>
            <p:nvPr/>
          </p:nvGrpSpPr>
          <p:grpSpPr>
            <a:xfrm>
              <a:off x="7974506" y="2421983"/>
              <a:ext cx="2304557" cy="1397037"/>
              <a:chOff x="7974506" y="2421983"/>
              <a:chExt cx="2304557" cy="1397037"/>
            </a:xfrm>
          </p:grpSpPr>
          <p:sp>
            <p:nvSpPr>
              <p:cNvPr id="10" name="모서리가 둥근 직사각형 16">
                <a:extLst>
                  <a:ext uri="{FF2B5EF4-FFF2-40B4-BE49-F238E27FC236}">
                    <a16:creationId xmlns:a16="http://schemas.microsoft.com/office/drawing/2014/main" id="{CE42C53B-403D-2C70-FC4F-0C39F9EADC99}"/>
                  </a:ext>
                </a:extLst>
              </p:cNvPr>
              <p:cNvSpPr/>
              <p:nvPr/>
            </p:nvSpPr>
            <p:spPr bwMode="auto">
              <a:xfrm flipH="1">
                <a:off x="7974506" y="2421983"/>
                <a:ext cx="2304557" cy="29266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216000" rtlCol="0" anchor="t">
                <a:spAutoFit/>
              </a:bodyPr>
              <a:lstStyle/>
              <a:p>
                <a:pPr marL="0" lvl="1" defTabSz="1042988">
                  <a:buClr>
                    <a:srgbClr val="3271AA"/>
                  </a:buClr>
                  <a:buSzPct val="140000"/>
                  <a:tabLst>
                    <a:tab pos="5648325" algn="l"/>
                  </a:tabLst>
                </a:pPr>
                <a:r>
                  <a:rPr lang="ko-KR" altLang="en-US" sz="900" b="1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  <a:cs typeface="KoPub돋움체 Medium  Medium" panose="02000603000000020004" pitchFamily="50" charset="-127"/>
                    <a:sym typeface="KoPub돋움체 Medium "/>
                  </a:rPr>
                  <a:t>논리적 격리 및 자원 관리</a:t>
                </a:r>
                <a:endParaRPr lang="ko-KR" altLang="en-US" sz="1000" b="1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endParaRPr>
              </a:p>
            </p:txBody>
          </p:sp>
          <p:sp>
            <p:nvSpPr>
              <p:cNvPr id="11" name="Freeform 33">
                <a:extLst>
                  <a:ext uri="{FF2B5EF4-FFF2-40B4-BE49-F238E27FC236}">
                    <a16:creationId xmlns:a16="http://schemas.microsoft.com/office/drawing/2014/main" id="{E53588CB-AD3B-7856-9B4F-92599C428C07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7978861" y="2480953"/>
                <a:ext cx="146360" cy="146360"/>
              </a:xfrm>
              <a:custGeom>
                <a:avLst/>
                <a:gdLst>
                  <a:gd name="T0" fmla="*/ 220 w 440"/>
                  <a:gd name="T1" fmla="*/ 0 h 441"/>
                  <a:gd name="T2" fmla="*/ 0 w 440"/>
                  <a:gd name="T3" fmla="*/ 220 h 441"/>
                  <a:gd name="T4" fmla="*/ 220 w 440"/>
                  <a:gd name="T5" fmla="*/ 441 h 441"/>
                  <a:gd name="T6" fmla="*/ 440 w 440"/>
                  <a:gd name="T7" fmla="*/ 220 h 441"/>
                  <a:gd name="T8" fmla="*/ 220 w 440"/>
                  <a:gd name="T9" fmla="*/ 0 h 441"/>
                  <a:gd name="T10" fmla="*/ 200 w 440"/>
                  <a:gd name="T11" fmla="*/ 330 h 441"/>
                  <a:gd name="T12" fmla="*/ 93 w 440"/>
                  <a:gd name="T13" fmla="*/ 222 h 441"/>
                  <a:gd name="T14" fmla="*/ 120 w 440"/>
                  <a:gd name="T15" fmla="*/ 200 h 441"/>
                  <a:gd name="T16" fmla="*/ 182 w 440"/>
                  <a:gd name="T17" fmla="*/ 248 h 441"/>
                  <a:gd name="T18" fmla="*/ 341 w 440"/>
                  <a:gd name="T19" fmla="*/ 111 h 441"/>
                  <a:gd name="T20" fmla="*/ 347 w 440"/>
                  <a:gd name="T21" fmla="*/ 126 h 441"/>
                  <a:gd name="T22" fmla="*/ 200 w 440"/>
                  <a:gd name="T23" fmla="*/ 330 h 4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40" h="441">
                    <a:moveTo>
                      <a:pt x="220" y="0"/>
                    </a:moveTo>
                    <a:cubicBezTo>
                      <a:pt x="98" y="0"/>
                      <a:pt x="0" y="99"/>
                      <a:pt x="0" y="220"/>
                    </a:cubicBezTo>
                    <a:cubicBezTo>
                      <a:pt x="0" y="342"/>
                      <a:pt x="98" y="441"/>
                      <a:pt x="220" y="441"/>
                    </a:cubicBezTo>
                    <a:cubicBezTo>
                      <a:pt x="342" y="441"/>
                      <a:pt x="440" y="342"/>
                      <a:pt x="440" y="220"/>
                    </a:cubicBezTo>
                    <a:cubicBezTo>
                      <a:pt x="440" y="99"/>
                      <a:pt x="342" y="0"/>
                      <a:pt x="220" y="0"/>
                    </a:cubicBezTo>
                    <a:close/>
                    <a:moveTo>
                      <a:pt x="200" y="330"/>
                    </a:moveTo>
                    <a:cubicBezTo>
                      <a:pt x="93" y="222"/>
                      <a:pt x="93" y="222"/>
                      <a:pt x="93" y="222"/>
                    </a:cubicBezTo>
                    <a:cubicBezTo>
                      <a:pt x="120" y="200"/>
                      <a:pt x="120" y="200"/>
                      <a:pt x="120" y="200"/>
                    </a:cubicBezTo>
                    <a:cubicBezTo>
                      <a:pt x="182" y="248"/>
                      <a:pt x="182" y="248"/>
                      <a:pt x="182" y="248"/>
                    </a:cubicBezTo>
                    <a:cubicBezTo>
                      <a:pt x="207" y="218"/>
                      <a:pt x="263" y="158"/>
                      <a:pt x="341" y="111"/>
                    </a:cubicBezTo>
                    <a:cubicBezTo>
                      <a:pt x="347" y="126"/>
                      <a:pt x="347" y="126"/>
                      <a:pt x="347" y="126"/>
                    </a:cubicBezTo>
                    <a:cubicBezTo>
                      <a:pt x="276" y="191"/>
                      <a:pt x="218" y="283"/>
                      <a:pt x="200" y="330"/>
                    </a:cubicBezTo>
                    <a:close/>
                  </a:path>
                </a:pathLst>
              </a:custGeom>
              <a:solidFill>
                <a:srgbClr val="98A1B7"/>
              </a:solidFill>
              <a:ln>
                <a:noFill/>
              </a:ln>
            </p:spPr>
            <p:txBody>
              <a:bodyPr wrap="none" anchor="ctr"/>
              <a:lstStyle/>
              <a:p>
                <a:pPr algn="ctr" defTabSz="1043056"/>
                <a:endParaRPr lang="ko-KR" altLang="en-US" sz="11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B42658">
                      <a:alpha val="50000"/>
                    </a:srgb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12" name="텍스트 개체 틀 16">
                <a:extLst>
                  <a:ext uri="{FF2B5EF4-FFF2-40B4-BE49-F238E27FC236}">
                    <a16:creationId xmlns:a16="http://schemas.microsoft.com/office/drawing/2014/main" id="{F9F1E46A-EE97-B229-2F6A-FC19FFC1FD2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190210" y="2726388"/>
                <a:ext cx="2088853" cy="1092632"/>
              </a:xfrm>
              <a:prstGeom prst="rect">
                <a:avLst/>
              </a:prstGeom>
            </p:spPr>
            <p:txBody>
              <a:bodyPr wrap="square" lIns="0" tIns="0" rIns="0" bIns="0" anchor="t">
                <a:sp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KoPub돋움체 Medium 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92075" indent="-92075" fontAlgn="base" latinLnBrk="0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SzPct val="80000"/>
                  <a:buFont typeface="Arial" panose="020B0604020202020204" pitchFamily="34" charset="0"/>
                  <a:buChar char="•"/>
                </a:pPr>
                <a:r>
                  <a:rPr kumimoji="1" lang="ko-KR" altLang="en-US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솔루션별</a:t>
                </a:r>
                <a:r>
                  <a:rPr kumimoji="1" lang="en-US" altLang="ko-KR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, </a:t>
                </a:r>
                <a:r>
                  <a:rPr kumimoji="1" lang="ko-KR" altLang="en-US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업무서비스별 네임스페이스</a:t>
                </a:r>
                <a:r>
                  <a:rPr kumimoji="1" lang="en-US" altLang="ko-KR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(NS)  </a:t>
                </a:r>
                <a:r>
                  <a:rPr kumimoji="1" lang="ko-KR" altLang="en-US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분리 구성</a:t>
                </a:r>
              </a:p>
              <a:p>
                <a:pPr marL="180975" indent="-92075" fontAlgn="base" latinLnBrk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SzPct val="80000"/>
                  <a:buFont typeface="KoPub돋움체 Medium  Medium" panose="02000603000000020004" pitchFamily="50" charset="-127"/>
                  <a:buChar char="–"/>
                </a:pPr>
                <a:r>
                  <a:rPr kumimoji="1" lang="ko-KR" altLang="en-US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리소스 논리적 격리 및 그룹화</a:t>
                </a:r>
              </a:p>
              <a:p>
                <a:pPr marL="180975" indent="-92075" fontAlgn="base" latinLnBrk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SzPct val="80000"/>
                  <a:buFont typeface="KoPub돋움체 Medium  Medium" panose="02000603000000020004" pitchFamily="50" charset="-127"/>
                  <a:buChar char="–"/>
                </a:pPr>
                <a:r>
                  <a:rPr kumimoji="1" lang="en-US" altLang="ko-KR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CPU/MEM/Pod</a:t>
                </a:r>
                <a:r>
                  <a:rPr kumimoji="1" lang="ko-KR" altLang="en-US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에 대한 </a:t>
                </a:r>
                <a:r>
                  <a:rPr kumimoji="1" lang="en-US" altLang="ko-KR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Quota/Limit </a:t>
                </a:r>
                <a:r>
                  <a:rPr kumimoji="1" lang="ko-KR" altLang="en-US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설정</a:t>
                </a:r>
              </a:p>
              <a:p>
                <a:pPr marL="180975" indent="-92075" fontAlgn="base" latinLnBrk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SzPct val="80000"/>
                  <a:buFont typeface="KoPub돋움체 Medium  Medium" panose="02000603000000020004" pitchFamily="50" charset="-127"/>
                  <a:buChar char="–"/>
                </a:pPr>
                <a:r>
                  <a:rPr kumimoji="1" lang="en-US" altLang="ko-KR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GPU</a:t>
                </a:r>
                <a:r>
                  <a:rPr kumimoji="1" lang="ko-KR" altLang="en-US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 서버는 </a:t>
                </a:r>
                <a:r>
                  <a:rPr kumimoji="1" lang="en-US" altLang="ko-KR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MIG </a:t>
                </a:r>
                <a:r>
                  <a:rPr kumimoji="1" lang="ko-KR" altLang="en-US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로 분할 구성 후</a:t>
                </a:r>
                <a:r>
                  <a:rPr kumimoji="1" lang="en-US" altLang="ko-KR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, </a:t>
                </a:r>
                <a:r>
                  <a:rPr kumimoji="1" lang="ko-KR" altLang="en-US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타임 </a:t>
                </a:r>
                <a:r>
                  <a:rPr kumimoji="1" lang="ko-KR" altLang="en-US" sz="800" spc="-30" dirty="0" err="1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슬라이싱</a:t>
                </a:r>
                <a:r>
                  <a:rPr kumimoji="1" lang="ko-KR" altLang="en-US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 방식으로 사용</a:t>
                </a:r>
              </a:p>
            </p:txBody>
          </p:sp>
        </p:grp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A23EB25C-B613-1994-BB8F-CF5F7C061EF0}"/>
                </a:ext>
              </a:extLst>
            </p:cNvPr>
            <p:cNvGrpSpPr/>
            <p:nvPr/>
          </p:nvGrpSpPr>
          <p:grpSpPr>
            <a:xfrm>
              <a:off x="7974506" y="3895627"/>
              <a:ext cx="2304557" cy="1914085"/>
              <a:chOff x="7974506" y="2421983"/>
              <a:chExt cx="2304557" cy="1914085"/>
            </a:xfrm>
          </p:grpSpPr>
          <p:sp>
            <p:nvSpPr>
              <p:cNvPr id="14" name="모서리가 둥근 직사각형 16">
                <a:extLst>
                  <a:ext uri="{FF2B5EF4-FFF2-40B4-BE49-F238E27FC236}">
                    <a16:creationId xmlns:a16="http://schemas.microsoft.com/office/drawing/2014/main" id="{6F7F0109-B649-931A-6A78-F67E6B3A60D6}"/>
                  </a:ext>
                </a:extLst>
              </p:cNvPr>
              <p:cNvSpPr/>
              <p:nvPr/>
            </p:nvSpPr>
            <p:spPr bwMode="auto">
              <a:xfrm flipH="1">
                <a:off x="7974506" y="2421983"/>
                <a:ext cx="2304557" cy="29266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216000" rtlCol="0" anchor="t">
                <a:spAutoFit/>
              </a:bodyPr>
              <a:lstStyle/>
              <a:p>
                <a:pPr marL="0" lvl="1" defTabSz="1042988">
                  <a:buClr>
                    <a:srgbClr val="3271AA"/>
                  </a:buClr>
                  <a:buSzPct val="140000"/>
                  <a:tabLst>
                    <a:tab pos="5648325" algn="l"/>
                  </a:tabLst>
                </a:pPr>
                <a:r>
                  <a:rPr lang="ko-KR" altLang="en-US" sz="900" b="1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  <a:cs typeface="KoPub돋움체 Medium  Medium" panose="02000603000000020004" pitchFamily="50" charset="-127"/>
                    <a:sym typeface="KoPub돋움체 Medium "/>
                  </a:rPr>
                  <a:t>트래픽 단일 </a:t>
                </a:r>
                <a:r>
                  <a:rPr lang="ko-KR" altLang="en-US" sz="900" b="1" spc="-30" dirty="0" err="1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  <a:cs typeface="KoPub돋움체 Medium  Medium" panose="02000603000000020004" pitchFamily="50" charset="-127"/>
                    <a:sym typeface="KoPub돋움체 Medium "/>
                  </a:rPr>
                  <a:t>진입점</a:t>
                </a:r>
                <a:r>
                  <a:rPr lang="ko-KR" altLang="en-US" sz="900" b="1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  <a:cs typeface="KoPub돋움체 Medium  Medium" panose="02000603000000020004" pitchFamily="50" charset="-127"/>
                    <a:sym typeface="KoPub돋움체 Medium "/>
                  </a:rPr>
                  <a:t> 집중 관리</a:t>
                </a:r>
              </a:p>
            </p:txBody>
          </p:sp>
          <p:sp>
            <p:nvSpPr>
              <p:cNvPr id="15" name="Freeform 33">
                <a:extLst>
                  <a:ext uri="{FF2B5EF4-FFF2-40B4-BE49-F238E27FC236}">
                    <a16:creationId xmlns:a16="http://schemas.microsoft.com/office/drawing/2014/main" id="{F054CA97-0B8F-97A7-BC01-26537B9BE5DF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7978861" y="2480953"/>
                <a:ext cx="146360" cy="146360"/>
              </a:xfrm>
              <a:custGeom>
                <a:avLst/>
                <a:gdLst>
                  <a:gd name="T0" fmla="*/ 220 w 440"/>
                  <a:gd name="T1" fmla="*/ 0 h 441"/>
                  <a:gd name="T2" fmla="*/ 0 w 440"/>
                  <a:gd name="T3" fmla="*/ 220 h 441"/>
                  <a:gd name="T4" fmla="*/ 220 w 440"/>
                  <a:gd name="T5" fmla="*/ 441 h 441"/>
                  <a:gd name="T6" fmla="*/ 440 w 440"/>
                  <a:gd name="T7" fmla="*/ 220 h 441"/>
                  <a:gd name="T8" fmla="*/ 220 w 440"/>
                  <a:gd name="T9" fmla="*/ 0 h 441"/>
                  <a:gd name="T10" fmla="*/ 200 w 440"/>
                  <a:gd name="T11" fmla="*/ 330 h 441"/>
                  <a:gd name="T12" fmla="*/ 93 w 440"/>
                  <a:gd name="T13" fmla="*/ 222 h 441"/>
                  <a:gd name="T14" fmla="*/ 120 w 440"/>
                  <a:gd name="T15" fmla="*/ 200 h 441"/>
                  <a:gd name="T16" fmla="*/ 182 w 440"/>
                  <a:gd name="T17" fmla="*/ 248 h 441"/>
                  <a:gd name="T18" fmla="*/ 341 w 440"/>
                  <a:gd name="T19" fmla="*/ 111 h 441"/>
                  <a:gd name="T20" fmla="*/ 347 w 440"/>
                  <a:gd name="T21" fmla="*/ 126 h 441"/>
                  <a:gd name="T22" fmla="*/ 200 w 440"/>
                  <a:gd name="T23" fmla="*/ 330 h 4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40" h="441">
                    <a:moveTo>
                      <a:pt x="220" y="0"/>
                    </a:moveTo>
                    <a:cubicBezTo>
                      <a:pt x="98" y="0"/>
                      <a:pt x="0" y="99"/>
                      <a:pt x="0" y="220"/>
                    </a:cubicBezTo>
                    <a:cubicBezTo>
                      <a:pt x="0" y="342"/>
                      <a:pt x="98" y="441"/>
                      <a:pt x="220" y="441"/>
                    </a:cubicBezTo>
                    <a:cubicBezTo>
                      <a:pt x="342" y="441"/>
                      <a:pt x="440" y="342"/>
                      <a:pt x="440" y="220"/>
                    </a:cubicBezTo>
                    <a:cubicBezTo>
                      <a:pt x="440" y="99"/>
                      <a:pt x="342" y="0"/>
                      <a:pt x="220" y="0"/>
                    </a:cubicBezTo>
                    <a:close/>
                    <a:moveTo>
                      <a:pt x="200" y="330"/>
                    </a:moveTo>
                    <a:cubicBezTo>
                      <a:pt x="93" y="222"/>
                      <a:pt x="93" y="222"/>
                      <a:pt x="93" y="222"/>
                    </a:cubicBezTo>
                    <a:cubicBezTo>
                      <a:pt x="120" y="200"/>
                      <a:pt x="120" y="200"/>
                      <a:pt x="120" y="200"/>
                    </a:cubicBezTo>
                    <a:cubicBezTo>
                      <a:pt x="182" y="248"/>
                      <a:pt x="182" y="248"/>
                      <a:pt x="182" y="248"/>
                    </a:cubicBezTo>
                    <a:cubicBezTo>
                      <a:pt x="207" y="218"/>
                      <a:pt x="263" y="158"/>
                      <a:pt x="341" y="111"/>
                    </a:cubicBezTo>
                    <a:cubicBezTo>
                      <a:pt x="347" y="126"/>
                      <a:pt x="347" y="126"/>
                      <a:pt x="347" y="126"/>
                    </a:cubicBezTo>
                    <a:cubicBezTo>
                      <a:pt x="276" y="191"/>
                      <a:pt x="218" y="283"/>
                      <a:pt x="200" y="330"/>
                    </a:cubicBezTo>
                    <a:close/>
                  </a:path>
                </a:pathLst>
              </a:custGeom>
              <a:solidFill>
                <a:srgbClr val="98A1B7"/>
              </a:solidFill>
              <a:ln>
                <a:noFill/>
              </a:ln>
            </p:spPr>
            <p:txBody>
              <a:bodyPr wrap="none" anchor="ctr"/>
              <a:lstStyle/>
              <a:p>
                <a:pPr algn="ctr" defTabSz="1043056"/>
                <a:endParaRPr lang="ko-KR" altLang="en-US" sz="11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B42658">
                      <a:alpha val="50000"/>
                    </a:srgb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16" name="텍스트 개체 틀 16">
                <a:extLst>
                  <a:ext uri="{FF2B5EF4-FFF2-40B4-BE49-F238E27FC236}">
                    <a16:creationId xmlns:a16="http://schemas.microsoft.com/office/drawing/2014/main" id="{BC32B278-3FAC-C501-F987-F18076BD636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190210" y="2726386"/>
                <a:ext cx="2088853" cy="1609682"/>
              </a:xfrm>
              <a:prstGeom prst="rect">
                <a:avLst/>
              </a:prstGeom>
            </p:spPr>
            <p:txBody>
              <a:bodyPr wrap="square" lIns="0" tIns="0" rIns="0" bIns="0" anchor="t">
                <a:sp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KoPub돋움체 Medium 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92075" indent="-92075" fontAlgn="base" latinLnBrk="0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SzPct val="80000"/>
                  <a:buFont typeface="Arial" panose="020B0604020202020204" pitchFamily="34" charset="0"/>
                  <a:buChar char="•"/>
                </a:pPr>
                <a:r>
                  <a:rPr kumimoji="1" lang="en-US" altLang="ko-KR" sz="800" spc="-30" dirty="0" err="1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OCP</a:t>
                </a:r>
                <a:r>
                  <a:rPr kumimoji="1" lang="en-US" altLang="ko-KR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 </a:t>
                </a:r>
                <a:r>
                  <a:rPr kumimoji="1" lang="ko-KR" altLang="en-US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외부시스템 </a:t>
                </a:r>
                <a:r>
                  <a:rPr kumimoji="1" lang="en-US" altLang="ko-KR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  <a:sym typeface="Wingdings" panose="05000000000000000000" pitchFamily="2" charset="2"/>
                  </a:rPr>
                  <a:t> </a:t>
                </a:r>
                <a:r>
                  <a:rPr kumimoji="1" lang="en-US" altLang="ko-KR" sz="800" spc="-30" dirty="0" err="1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  <a:sym typeface="Wingdings" panose="05000000000000000000" pitchFamily="2" charset="2"/>
                  </a:rPr>
                  <a:t>OCP</a:t>
                </a:r>
                <a:r>
                  <a:rPr kumimoji="1" lang="ko-KR" altLang="en-US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  <a:sym typeface="Wingdings" panose="05000000000000000000" pitchFamily="2" charset="2"/>
                  </a:rPr>
                  <a:t> 내부</a:t>
                </a:r>
                <a:endParaRPr kumimoji="1" lang="ko-KR" altLang="en-US" sz="8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  <a:p>
                <a:pPr marL="180975" indent="-92075" fontAlgn="base" latinLnBrk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SzPct val="80000"/>
                  <a:buFont typeface="KoPub돋움체 Medium  Medium" panose="02000603000000020004" pitchFamily="50" charset="-127"/>
                  <a:buChar char="–"/>
                </a:pPr>
                <a:r>
                  <a:rPr kumimoji="1" lang="en-US" altLang="ko-KR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Ingress Router </a:t>
                </a:r>
                <a:r>
                  <a:rPr kumimoji="1" lang="ko-KR" altLang="en-US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를 통한 통신 구성</a:t>
                </a:r>
                <a:endParaRPr kumimoji="1" lang="en-US" altLang="ko-KR" sz="8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  <a:p>
                <a:pPr marL="88900" indent="0" fontAlgn="base" latinLnBrk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SzPct val="80000"/>
                  <a:buNone/>
                </a:pPr>
                <a:r>
                  <a:rPr kumimoji="1" lang="en-US" altLang="ko-KR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  * Route </a:t>
                </a:r>
                <a:r>
                  <a:rPr kumimoji="1" lang="ko-KR" altLang="en-US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정보 등록 및 </a:t>
                </a:r>
                <a:r>
                  <a:rPr kumimoji="1" lang="en-US" altLang="ko-KR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Pod </a:t>
                </a:r>
                <a:r>
                  <a:rPr kumimoji="1" lang="ko-KR" altLang="en-US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연결</a:t>
                </a:r>
                <a:r>
                  <a:rPr kumimoji="1" lang="en-US" altLang="ko-KR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 </a:t>
                </a:r>
                <a:r>
                  <a:rPr kumimoji="1" lang="ko-KR" altLang="en-US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설정</a:t>
                </a:r>
                <a:endParaRPr kumimoji="1" lang="en-US" altLang="ko-KR" sz="8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  <a:p>
                <a:pPr marL="88900" indent="0" fontAlgn="base" latinLnBrk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SzPct val="80000"/>
                  <a:buNone/>
                </a:pPr>
                <a:r>
                  <a:rPr kumimoji="1" lang="en-US" altLang="ko-KR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  * </a:t>
                </a:r>
                <a:r>
                  <a:rPr kumimoji="1" lang="ko-KR" altLang="en-US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업무시스템별 별도 </a:t>
                </a:r>
                <a:r>
                  <a:rPr kumimoji="1" lang="en-US" altLang="ko-KR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DNS </a:t>
                </a:r>
                <a:r>
                  <a:rPr kumimoji="1" lang="ko-KR" altLang="en-US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명 </a:t>
                </a:r>
                <a:endParaRPr kumimoji="1" lang="en-US" altLang="ko-KR" sz="8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  <a:p>
                <a:pPr marL="88900" indent="0" fontAlgn="base" latinLnBrk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SzPct val="80000"/>
                  <a:buNone/>
                </a:pPr>
                <a:r>
                  <a:rPr kumimoji="1" lang="en-US" altLang="ko-KR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   </a:t>
                </a:r>
                <a:r>
                  <a:rPr kumimoji="1" lang="ko-KR" altLang="en-US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부여하여 관리 편의성 제고</a:t>
                </a:r>
                <a:endParaRPr kumimoji="1" lang="en-US" altLang="ko-KR" sz="8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  <a:p>
                <a:pPr marL="92075" indent="-92075" fontAlgn="base" latinLnBrk="0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SzPct val="80000"/>
                  <a:buFont typeface="Arial" panose="020B0604020202020204" pitchFamily="34" charset="0"/>
                  <a:buChar char="•"/>
                </a:pPr>
                <a:r>
                  <a:rPr kumimoji="1" lang="en-US" altLang="ko-KR" sz="800" spc="-30" dirty="0" err="1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OCP</a:t>
                </a:r>
                <a:r>
                  <a:rPr kumimoji="1" lang="en-US" altLang="ko-KR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 </a:t>
                </a:r>
                <a:r>
                  <a:rPr kumimoji="1" lang="ko-KR" altLang="en-US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내부 </a:t>
                </a:r>
                <a:r>
                  <a:rPr kumimoji="1" lang="en-US" altLang="ko-KR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  <a:sym typeface="Wingdings" panose="05000000000000000000" pitchFamily="2" charset="2"/>
                  </a:rPr>
                  <a:t> </a:t>
                </a:r>
                <a:r>
                  <a:rPr kumimoji="1" lang="en-US" altLang="ko-KR" sz="800" spc="-30" dirty="0" err="1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OCP</a:t>
                </a:r>
                <a:r>
                  <a:rPr kumimoji="1" lang="en-US" altLang="ko-KR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 </a:t>
                </a:r>
                <a:r>
                  <a:rPr kumimoji="1" lang="ko-KR" altLang="en-US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외부시스템</a:t>
                </a:r>
              </a:p>
              <a:p>
                <a:pPr marL="180975" indent="-92075" fontAlgn="base" latinLnBrk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SzPct val="80000"/>
                  <a:buFont typeface="KoPub돋움체 Medium  Medium" panose="02000603000000020004" pitchFamily="50" charset="-127"/>
                  <a:buChar char="–"/>
                </a:pPr>
                <a:r>
                  <a:rPr kumimoji="1" lang="en-US" altLang="ko-KR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Egress </a:t>
                </a:r>
                <a:r>
                  <a:rPr kumimoji="1" lang="ko-KR" altLang="en-US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를 통한 외부 통신 구성</a:t>
                </a:r>
                <a:endParaRPr kumimoji="1" lang="en-US" altLang="ko-KR" sz="8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  <a:p>
                <a:pPr marL="88900" indent="0" fontAlgn="base" latinLnBrk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SzPct val="80000"/>
                  <a:buNone/>
                </a:pPr>
                <a:r>
                  <a:rPr kumimoji="1" lang="en-US" altLang="ko-KR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  * NS </a:t>
                </a:r>
                <a:r>
                  <a:rPr kumimoji="1" lang="ko-KR" altLang="en-US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별 </a:t>
                </a:r>
                <a:r>
                  <a:rPr kumimoji="1" lang="en-US" altLang="ko-KR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Egress IP </a:t>
                </a:r>
                <a:r>
                  <a:rPr kumimoji="1" lang="ko-KR" altLang="en-US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설정 을 통한</a:t>
                </a:r>
                <a:endParaRPr kumimoji="1" lang="en-US" altLang="ko-KR" sz="8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  <a:p>
                <a:pPr marL="88900" indent="0" fontAlgn="base" latinLnBrk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SzPct val="80000"/>
                  <a:buNone/>
                </a:pPr>
                <a:r>
                  <a:rPr kumimoji="1" lang="ko-KR" altLang="en-US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    외부 통신 시 서비스 식별</a:t>
                </a:r>
                <a:r>
                  <a:rPr kumimoji="1" lang="en-US" altLang="ko-KR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  <a:sym typeface="Wingdings" panose="05000000000000000000" pitchFamily="2" charset="2"/>
                  </a:rPr>
                  <a:t> </a:t>
                </a:r>
                <a:r>
                  <a:rPr kumimoji="1" lang="ko-KR" altLang="en-US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  <a:sym typeface="Wingdings" panose="05000000000000000000" pitchFamily="2" charset="2"/>
                  </a:rPr>
                  <a:t>용이</a:t>
                </a:r>
                <a:endParaRPr kumimoji="1" lang="en-US" altLang="ko-KR" sz="8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sym typeface="Wingdings" panose="05000000000000000000" pitchFamily="2" charset="2"/>
                </a:endParaRPr>
              </a:p>
              <a:p>
                <a:pPr marL="88900" indent="0" fontAlgn="base" latinLnBrk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SzPct val="80000"/>
                  <a:buNone/>
                </a:pPr>
                <a:r>
                  <a:rPr kumimoji="1" lang="en-US" altLang="ko-KR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  <a:sym typeface="Wingdings" panose="05000000000000000000" pitchFamily="2" charset="2"/>
                  </a:rPr>
                  <a:t>    (</a:t>
                </a:r>
                <a:r>
                  <a:rPr kumimoji="1" lang="ko-KR" altLang="en-US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  <a:sym typeface="Wingdings" panose="05000000000000000000" pitchFamily="2" charset="2"/>
                  </a:rPr>
                  <a:t>방화벽 정책 등 관리 용이</a:t>
                </a:r>
                <a:r>
                  <a:rPr kumimoji="1" lang="en-US" altLang="ko-KR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  <a:sym typeface="Wingdings" panose="05000000000000000000" pitchFamily="2" charset="2"/>
                  </a:rPr>
                  <a:t>)</a:t>
                </a:r>
                <a:endParaRPr kumimoji="1" lang="ko-KR" altLang="en-US" sz="8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</p:grp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5DC98342-BAA4-7ACC-B091-B5538C27F2F1}"/>
                </a:ext>
              </a:extLst>
            </p:cNvPr>
            <p:cNvGrpSpPr/>
            <p:nvPr/>
          </p:nvGrpSpPr>
          <p:grpSpPr>
            <a:xfrm>
              <a:off x="7974505" y="5892491"/>
              <a:ext cx="2519999" cy="1289726"/>
              <a:chOff x="7974505" y="5652045"/>
              <a:chExt cx="2519999" cy="1289726"/>
            </a:xfrm>
          </p:grpSpPr>
          <p:sp>
            <p:nvSpPr>
              <p:cNvPr id="18" name="모서리가 둥근 직사각형 16">
                <a:extLst>
                  <a:ext uri="{FF2B5EF4-FFF2-40B4-BE49-F238E27FC236}">
                    <a16:creationId xmlns:a16="http://schemas.microsoft.com/office/drawing/2014/main" id="{FB155F8A-8591-FD3F-25A7-17EEAC6FC819}"/>
                  </a:ext>
                </a:extLst>
              </p:cNvPr>
              <p:cNvSpPr/>
              <p:nvPr/>
            </p:nvSpPr>
            <p:spPr bwMode="auto">
              <a:xfrm flipH="1">
                <a:off x="7974505" y="5652045"/>
                <a:ext cx="2519999" cy="29266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216000" rtlCol="0" anchor="t">
                <a:spAutoFit/>
              </a:bodyPr>
              <a:lstStyle/>
              <a:p>
                <a:pPr marL="0" lvl="1" defTabSz="1042988">
                  <a:buClr>
                    <a:srgbClr val="3271AA"/>
                  </a:buClr>
                  <a:buSzPct val="140000"/>
                  <a:tabLst>
                    <a:tab pos="5648325" algn="l"/>
                  </a:tabLst>
                </a:pPr>
                <a:r>
                  <a:rPr lang="ko-KR" altLang="en-US" sz="900" b="1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  <a:cs typeface="KoPub돋움체 Medium  Medium" panose="02000603000000020004" pitchFamily="50" charset="-127"/>
                    <a:sym typeface="KoPub돋움체 Medium "/>
                  </a:rPr>
                  <a:t>내부 </a:t>
                </a:r>
                <a:r>
                  <a:rPr lang="en-US" altLang="ko-KR" sz="900" b="1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  <a:cs typeface="KoPub돋움체 Medium  Medium" panose="02000603000000020004" pitchFamily="50" charset="-127"/>
                    <a:sym typeface="KoPub돋움체 Medium "/>
                  </a:rPr>
                  <a:t>Namespace </a:t>
                </a:r>
                <a:r>
                  <a:rPr lang="ko-KR" altLang="en-US" sz="900" b="1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  <a:cs typeface="KoPub돋움체 Medium  Medium" panose="02000603000000020004" pitchFamily="50" charset="-127"/>
                    <a:sym typeface="KoPub돋움체 Medium "/>
                  </a:rPr>
                  <a:t>간 통신 방안</a:t>
                </a:r>
              </a:p>
            </p:txBody>
          </p:sp>
          <p:sp>
            <p:nvSpPr>
              <p:cNvPr id="19" name="Freeform 33">
                <a:extLst>
                  <a:ext uri="{FF2B5EF4-FFF2-40B4-BE49-F238E27FC236}">
                    <a16:creationId xmlns:a16="http://schemas.microsoft.com/office/drawing/2014/main" id="{9E762F9F-0F9C-3257-8211-213643D3E820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7978861" y="5711015"/>
                <a:ext cx="146360" cy="146360"/>
              </a:xfrm>
              <a:custGeom>
                <a:avLst/>
                <a:gdLst>
                  <a:gd name="T0" fmla="*/ 220 w 440"/>
                  <a:gd name="T1" fmla="*/ 0 h 441"/>
                  <a:gd name="T2" fmla="*/ 0 w 440"/>
                  <a:gd name="T3" fmla="*/ 220 h 441"/>
                  <a:gd name="T4" fmla="*/ 220 w 440"/>
                  <a:gd name="T5" fmla="*/ 441 h 441"/>
                  <a:gd name="T6" fmla="*/ 440 w 440"/>
                  <a:gd name="T7" fmla="*/ 220 h 441"/>
                  <a:gd name="T8" fmla="*/ 220 w 440"/>
                  <a:gd name="T9" fmla="*/ 0 h 441"/>
                  <a:gd name="T10" fmla="*/ 200 w 440"/>
                  <a:gd name="T11" fmla="*/ 330 h 441"/>
                  <a:gd name="T12" fmla="*/ 93 w 440"/>
                  <a:gd name="T13" fmla="*/ 222 h 441"/>
                  <a:gd name="T14" fmla="*/ 120 w 440"/>
                  <a:gd name="T15" fmla="*/ 200 h 441"/>
                  <a:gd name="T16" fmla="*/ 182 w 440"/>
                  <a:gd name="T17" fmla="*/ 248 h 441"/>
                  <a:gd name="T18" fmla="*/ 341 w 440"/>
                  <a:gd name="T19" fmla="*/ 111 h 441"/>
                  <a:gd name="T20" fmla="*/ 347 w 440"/>
                  <a:gd name="T21" fmla="*/ 126 h 441"/>
                  <a:gd name="T22" fmla="*/ 200 w 440"/>
                  <a:gd name="T23" fmla="*/ 330 h 4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40" h="441">
                    <a:moveTo>
                      <a:pt x="220" y="0"/>
                    </a:moveTo>
                    <a:cubicBezTo>
                      <a:pt x="98" y="0"/>
                      <a:pt x="0" y="99"/>
                      <a:pt x="0" y="220"/>
                    </a:cubicBezTo>
                    <a:cubicBezTo>
                      <a:pt x="0" y="342"/>
                      <a:pt x="98" y="441"/>
                      <a:pt x="220" y="441"/>
                    </a:cubicBezTo>
                    <a:cubicBezTo>
                      <a:pt x="342" y="441"/>
                      <a:pt x="440" y="342"/>
                      <a:pt x="440" y="220"/>
                    </a:cubicBezTo>
                    <a:cubicBezTo>
                      <a:pt x="440" y="99"/>
                      <a:pt x="342" y="0"/>
                      <a:pt x="220" y="0"/>
                    </a:cubicBezTo>
                    <a:close/>
                    <a:moveTo>
                      <a:pt x="200" y="330"/>
                    </a:moveTo>
                    <a:cubicBezTo>
                      <a:pt x="93" y="222"/>
                      <a:pt x="93" y="222"/>
                      <a:pt x="93" y="222"/>
                    </a:cubicBezTo>
                    <a:cubicBezTo>
                      <a:pt x="120" y="200"/>
                      <a:pt x="120" y="200"/>
                      <a:pt x="120" y="200"/>
                    </a:cubicBezTo>
                    <a:cubicBezTo>
                      <a:pt x="182" y="248"/>
                      <a:pt x="182" y="248"/>
                      <a:pt x="182" y="248"/>
                    </a:cubicBezTo>
                    <a:cubicBezTo>
                      <a:pt x="207" y="218"/>
                      <a:pt x="263" y="158"/>
                      <a:pt x="341" y="111"/>
                    </a:cubicBezTo>
                    <a:cubicBezTo>
                      <a:pt x="347" y="126"/>
                      <a:pt x="347" y="126"/>
                      <a:pt x="347" y="126"/>
                    </a:cubicBezTo>
                    <a:cubicBezTo>
                      <a:pt x="276" y="191"/>
                      <a:pt x="218" y="283"/>
                      <a:pt x="200" y="330"/>
                    </a:cubicBezTo>
                    <a:close/>
                  </a:path>
                </a:pathLst>
              </a:custGeom>
              <a:solidFill>
                <a:srgbClr val="98A1B7"/>
              </a:solidFill>
              <a:ln>
                <a:noFill/>
              </a:ln>
            </p:spPr>
            <p:txBody>
              <a:bodyPr wrap="none" anchor="ctr"/>
              <a:lstStyle/>
              <a:p>
                <a:pPr algn="ctr" defTabSz="1043056"/>
                <a:endParaRPr lang="ko-KR" altLang="en-US" sz="11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B42658">
                      <a:alpha val="50000"/>
                    </a:srgb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20" name="텍스트 개체 틀 16">
                <a:extLst>
                  <a:ext uri="{FF2B5EF4-FFF2-40B4-BE49-F238E27FC236}">
                    <a16:creationId xmlns:a16="http://schemas.microsoft.com/office/drawing/2014/main" id="{D7ABBA7F-A3B2-E1BE-2BE5-0AAEA11A552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190210" y="5956450"/>
                <a:ext cx="2088853" cy="985321"/>
              </a:xfrm>
              <a:prstGeom prst="rect">
                <a:avLst/>
              </a:prstGeom>
            </p:spPr>
            <p:txBody>
              <a:bodyPr wrap="square" lIns="0" tIns="0" rIns="0" bIns="0" anchor="t">
                <a:sp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KoPub돋움체 Medium 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92075" indent="-92075" fontAlgn="base" latinLnBrk="0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SzPct val="80000"/>
                  <a:buFont typeface="Arial" panose="020B0604020202020204" pitchFamily="34" charset="0"/>
                  <a:buChar char="•"/>
                </a:pPr>
                <a:r>
                  <a:rPr kumimoji="1" lang="en-US" altLang="ko-KR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Namespace </a:t>
                </a:r>
                <a:r>
                  <a:rPr kumimoji="1" lang="ko-KR" altLang="en-US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내 서비스 간 통신</a:t>
                </a:r>
              </a:p>
              <a:p>
                <a:pPr marL="180975" indent="-92075" fontAlgn="base" latinLnBrk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SzPct val="80000"/>
                  <a:buFont typeface="KoPub돋움체 Medium  Medium" panose="02000603000000020004" pitchFamily="50" charset="-127"/>
                  <a:buChar char="–"/>
                </a:pPr>
                <a:r>
                  <a:rPr kumimoji="1" lang="ko-KR" altLang="en-US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서비스명 호출</a:t>
                </a:r>
                <a:endParaRPr kumimoji="1" lang="en-US" altLang="ko-KR" sz="8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  <a:p>
                <a:pPr marL="92075" indent="-92075" fontAlgn="base" latinLnBrk="0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SzPct val="80000"/>
                  <a:buFont typeface="Arial" panose="020B0604020202020204" pitchFamily="34" charset="0"/>
                  <a:buChar char="•"/>
                </a:pPr>
                <a:r>
                  <a:rPr kumimoji="1" lang="en-US" altLang="ko-KR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Namespace </a:t>
                </a:r>
                <a:r>
                  <a:rPr kumimoji="1" lang="ko-KR" altLang="en-US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간 서비스 통신</a:t>
                </a:r>
              </a:p>
              <a:p>
                <a:pPr marL="180975" indent="-92075" fontAlgn="base" latinLnBrk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SzPct val="80000"/>
                  <a:buFont typeface="KoPub돋움체 Medium  Medium" panose="02000603000000020004" pitchFamily="50" charset="-127"/>
                  <a:buChar char="–"/>
                </a:pPr>
                <a:r>
                  <a:rPr kumimoji="1" lang="en-US" altLang="ko-KR" sz="800" spc="-30" dirty="0" err="1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FQDN</a:t>
                </a:r>
                <a:r>
                  <a:rPr kumimoji="1" lang="en-US" altLang="ko-KR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 </a:t>
                </a:r>
                <a:r>
                  <a:rPr kumimoji="1" lang="ko-KR" altLang="en-US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형식 호출</a:t>
                </a:r>
                <a:endParaRPr kumimoji="1" lang="en-US" altLang="ko-KR" sz="8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  <a:p>
                <a:pPr marL="88900" indent="0" fontAlgn="base" latinLnBrk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SzPct val="80000"/>
                  <a:buNone/>
                </a:pPr>
                <a:r>
                  <a:rPr kumimoji="1" lang="en-US" altLang="ko-KR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&lt;</a:t>
                </a:r>
                <a:r>
                  <a:rPr kumimoji="1" lang="ko-KR" altLang="en-US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서비스명</a:t>
                </a:r>
                <a:r>
                  <a:rPr kumimoji="1" lang="en-US" altLang="ko-KR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&gt;.&lt;Namespace</a:t>
                </a:r>
                <a:r>
                  <a:rPr kumimoji="1" lang="ko-KR" altLang="en-US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명</a:t>
                </a:r>
                <a:r>
                  <a:rPr kumimoji="1" lang="en-US" altLang="ko-KR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&gt;.&lt;</a:t>
                </a:r>
                <a:r>
                  <a:rPr kumimoji="1" lang="ko-KR" altLang="en-US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클러스터명</a:t>
                </a:r>
                <a:r>
                  <a:rPr kumimoji="1" lang="en-US" altLang="ko-KR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&gt;</a:t>
                </a:r>
                <a:endParaRPr kumimoji="1" lang="ko-KR" altLang="en-US" sz="8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</p:grp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23E4D0E0-6507-3D82-8A30-803AB28D0639}"/>
                </a:ext>
              </a:extLst>
            </p:cNvPr>
            <p:cNvGrpSpPr/>
            <p:nvPr/>
          </p:nvGrpSpPr>
          <p:grpSpPr>
            <a:xfrm>
              <a:off x="305347" y="1944060"/>
              <a:ext cx="7128000" cy="5184000"/>
              <a:chOff x="305347" y="1944060"/>
              <a:chExt cx="7128000" cy="5184000"/>
            </a:xfrm>
          </p:grpSpPr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02C23ED5-5122-083F-0D20-06D7C942C22F}"/>
                  </a:ext>
                </a:extLst>
              </p:cNvPr>
              <p:cNvSpPr/>
              <p:nvPr/>
            </p:nvSpPr>
            <p:spPr>
              <a:xfrm>
                <a:off x="305347" y="1944060"/>
                <a:ext cx="7128000" cy="5184000"/>
              </a:xfrm>
              <a:prstGeom prst="rect">
                <a:avLst/>
              </a:prstGeom>
              <a:solidFill>
                <a:srgbClr val="F1F3F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pc="-30">
                  <a:ln>
                    <a:solidFill>
                      <a:schemeClr val="tx1">
                        <a:alpha val="0"/>
                      </a:schemeClr>
                    </a:solidFill>
                  </a:ln>
                </a:endParaRPr>
              </a:p>
            </p:txBody>
          </p:sp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2DB50327-C800-95BC-9336-CF1EF2DF02C2}"/>
                  </a:ext>
                </a:extLst>
              </p:cNvPr>
              <p:cNvSpPr/>
              <p:nvPr/>
            </p:nvSpPr>
            <p:spPr>
              <a:xfrm>
                <a:off x="305347" y="1944060"/>
                <a:ext cx="7128000" cy="360000"/>
              </a:xfrm>
              <a:prstGeom prst="rect">
                <a:avLst/>
              </a:prstGeom>
              <a:solidFill>
                <a:srgbClr val="9CA5A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1400" b="1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클라우드</a:t>
                </a:r>
                <a:r>
                  <a:rPr lang="en-US" altLang="ko-KR" sz="1400" b="1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(Private)</a:t>
                </a:r>
                <a:endParaRPr lang="ko-KR" altLang="en-US" sz="1600" b="1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</p:grpSp>
        <p:cxnSp>
          <p:nvCxnSpPr>
            <p:cNvPr id="24" name="직선 화살표 연결선 221">
              <a:extLst>
                <a:ext uri="{FF2B5EF4-FFF2-40B4-BE49-F238E27FC236}">
                  <a16:creationId xmlns:a16="http://schemas.microsoft.com/office/drawing/2014/main" id="{3BEEE3CB-5170-2743-4B38-903088A698DF}"/>
                </a:ext>
              </a:extLst>
            </p:cNvPr>
            <p:cNvCxnSpPr>
              <a:cxnSpLocks/>
            </p:cNvCxnSpPr>
            <p:nvPr/>
          </p:nvCxnSpPr>
          <p:spPr>
            <a:xfrm>
              <a:off x="3759438" y="6476603"/>
              <a:ext cx="1536537" cy="0"/>
            </a:xfrm>
            <a:prstGeom prst="straightConnector1">
              <a:avLst/>
            </a:prstGeom>
            <a:ln w="9525">
              <a:solidFill>
                <a:srgbClr val="9CA5AC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모서리가 둥근 직사각형 299">
              <a:extLst>
                <a:ext uri="{FF2B5EF4-FFF2-40B4-BE49-F238E27FC236}">
                  <a16:creationId xmlns:a16="http://schemas.microsoft.com/office/drawing/2014/main" id="{906D9A65-F96F-02E3-5203-BC3FC6B03E39}"/>
                </a:ext>
              </a:extLst>
            </p:cNvPr>
            <p:cNvSpPr/>
            <p:nvPr/>
          </p:nvSpPr>
          <p:spPr>
            <a:xfrm>
              <a:off x="1890126" y="2447688"/>
              <a:ext cx="5436000" cy="4571257"/>
            </a:xfrm>
            <a:prstGeom prst="rect">
              <a:avLst/>
            </a:prstGeom>
            <a:solidFill>
              <a:srgbClr val="EAECF1"/>
            </a:solidFill>
            <a:ln w="3175">
              <a:solidFill>
                <a:srgbClr val="98A1B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endParaRPr lang="ko-KR" altLang="en-US" sz="12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26" name="Rectangle 78">
              <a:extLst>
                <a:ext uri="{FF2B5EF4-FFF2-40B4-BE49-F238E27FC236}">
                  <a16:creationId xmlns:a16="http://schemas.microsoft.com/office/drawing/2014/main" id="{E9E0F810-0938-10AA-DF94-2BA2445FDC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358" y="2447689"/>
              <a:ext cx="612000" cy="2087824"/>
            </a:xfrm>
            <a:prstGeom prst="rect">
              <a:avLst/>
            </a:prstGeom>
            <a:solidFill>
              <a:srgbClr val="C7CED2"/>
            </a:solidFill>
          </p:spPr>
          <p:txBody>
            <a:bodyPr wrap="square" lIns="0" tIns="0" rIns="0" bIns="0" anchor="ctr">
              <a:noAutofit/>
            </a:bodyPr>
            <a:lstStyle/>
            <a:p>
              <a:pPr marL="0" lvl="1" algn="ctr" defTabSz="914400" fontAlgn="base">
                <a:spcAft>
                  <a:spcPct val="0"/>
                </a:spcAft>
              </a:pPr>
              <a:r>
                <a:rPr kumimoji="1" lang="en-US" altLang="ko-KR" sz="1000" b="1" spc="-30" dirty="0" err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sym typeface="Monotype Sorts" pitchFamily="2" charset="2"/>
                </a:rPr>
                <a:t>OCP</a:t>
              </a:r>
              <a:endParaRPr kumimoji="1" lang="en-US" altLang="ko-KR" sz="1000" b="1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sym typeface="Monotype Sorts" pitchFamily="2" charset="2"/>
              </a:endParaRPr>
            </a:p>
            <a:p>
              <a:pPr marL="0" lvl="1" algn="ctr" defTabSz="914400" fontAlgn="base">
                <a:spcAft>
                  <a:spcPct val="0"/>
                </a:spcAft>
              </a:pPr>
              <a:r>
                <a:rPr kumimoji="1" lang="en-US" altLang="ko-KR" sz="1000" b="1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sym typeface="Monotype Sorts" pitchFamily="2" charset="2"/>
                </a:rPr>
                <a:t>Worker</a:t>
              </a:r>
            </a:p>
            <a:p>
              <a:pPr marL="0" lvl="1" algn="ctr" defTabSz="914400" fontAlgn="base">
                <a:spcAft>
                  <a:spcPct val="0"/>
                </a:spcAft>
              </a:pPr>
              <a:r>
                <a:rPr kumimoji="1" lang="en-US" altLang="ko-KR" sz="1000" b="1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sym typeface="Monotype Sorts" pitchFamily="2" charset="2"/>
                </a:rPr>
                <a:t>Node</a:t>
              </a:r>
            </a:p>
            <a:p>
              <a:pPr marL="0" lvl="1" algn="ctr" defTabSz="914400" fontAlgn="base">
                <a:spcAft>
                  <a:spcPct val="0"/>
                </a:spcAft>
              </a:pPr>
              <a:r>
                <a:rPr kumimoji="1" lang="en-US" altLang="ko-KR" sz="1000" b="1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sym typeface="Monotype Sorts" pitchFamily="2" charset="2"/>
                </a:rPr>
                <a:t>(CPU)</a:t>
              </a:r>
            </a:p>
          </p:txBody>
        </p:sp>
        <p:sp>
          <p:nvSpPr>
            <p:cNvPr id="27" name="Rectangle 78">
              <a:extLst>
                <a:ext uri="{FF2B5EF4-FFF2-40B4-BE49-F238E27FC236}">
                  <a16:creationId xmlns:a16="http://schemas.microsoft.com/office/drawing/2014/main" id="{9D8B128C-B357-4D0E-8B93-FD4912EDF3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358" y="4610100"/>
              <a:ext cx="612000" cy="2410097"/>
            </a:xfrm>
            <a:prstGeom prst="rect">
              <a:avLst/>
            </a:prstGeom>
            <a:solidFill>
              <a:srgbClr val="C7CED2"/>
            </a:solidFill>
          </p:spPr>
          <p:txBody>
            <a:bodyPr wrap="square" lIns="0" tIns="0" rIns="0" bIns="0" anchor="ctr">
              <a:noAutofit/>
            </a:bodyPr>
            <a:lstStyle/>
            <a:p>
              <a:pPr marL="0" lvl="1" algn="ctr" defTabSz="914400" fontAlgn="base">
                <a:spcAft>
                  <a:spcPct val="0"/>
                </a:spcAft>
              </a:pPr>
              <a:r>
                <a:rPr kumimoji="1" lang="en-US" altLang="ko-KR" sz="1000" b="1" spc="-30" dirty="0" err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sym typeface="Monotype Sorts" pitchFamily="2" charset="2"/>
                </a:rPr>
                <a:t>OCP</a:t>
              </a:r>
              <a:endParaRPr kumimoji="1" lang="en-US" altLang="ko-KR" sz="1000" b="1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sym typeface="Monotype Sorts" pitchFamily="2" charset="2"/>
              </a:endParaRPr>
            </a:p>
            <a:p>
              <a:pPr marL="0" lvl="1" algn="ctr" defTabSz="914400" fontAlgn="base">
                <a:spcAft>
                  <a:spcPct val="0"/>
                </a:spcAft>
              </a:pPr>
              <a:r>
                <a:rPr kumimoji="1" lang="en-US" altLang="ko-KR" sz="1000" b="1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sym typeface="Monotype Sorts" pitchFamily="2" charset="2"/>
                </a:rPr>
                <a:t>Worker</a:t>
              </a:r>
            </a:p>
            <a:p>
              <a:pPr marL="0" lvl="1" algn="ctr" defTabSz="914400" fontAlgn="base">
                <a:spcAft>
                  <a:spcPct val="0"/>
                </a:spcAft>
              </a:pPr>
              <a:r>
                <a:rPr kumimoji="1" lang="en-US" altLang="ko-KR" sz="1000" b="1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sym typeface="Monotype Sorts" pitchFamily="2" charset="2"/>
                </a:rPr>
                <a:t>Node</a:t>
              </a:r>
            </a:p>
            <a:p>
              <a:pPr marL="0" lvl="1" algn="ctr" defTabSz="914400" fontAlgn="base">
                <a:spcAft>
                  <a:spcPct val="0"/>
                </a:spcAft>
              </a:pPr>
              <a:r>
                <a:rPr kumimoji="1" lang="en-US" altLang="ko-KR" sz="1000" b="1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sym typeface="Monotype Sorts" pitchFamily="2" charset="2"/>
                </a:rPr>
                <a:t>(GPU)</a:t>
              </a:r>
            </a:p>
          </p:txBody>
        </p:sp>
        <p:sp>
          <p:nvSpPr>
            <p:cNvPr id="28" name="모서리가 둥근 직사각형 299">
              <a:extLst>
                <a:ext uri="{FF2B5EF4-FFF2-40B4-BE49-F238E27FC236}">
                  <a16:creationId xmlns:a16="http://schemas.microsoft.com/office/drawing/2014/main" id="{7918355A-13B8-6ED2-CE3D-C830810E3F8E}"/>
                </a:ext>
              </a:extLst>
            </p:cNvPr>
            <p:cNvSpPr/>
            <p:nvPr/>
          </p:nvSpPr>
          <p:spPr>
            <a:xfrm>
              <a:off x="4625826" y="2591908"/>
              <a:ext cx="2592000" cy="192657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C7CED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t"/>
            <a:lstStyle/>
            <a:p>
              <a:pPr marL="0" lvl="1" algn="ctr" defTabSz="1516258" eaLnBrk="0" hangingPunct="0">
                <a:lnSpc>
                  <a:spcPct val="150000"/>
                </a:lnSpc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en-US" altLang="ko-KR" sz="1000" b="1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Agent Platform</a:t>
              </a:r>
              <a:endParaRPr lang="en-US" altLang="ko-KR" sz="1050" b="1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DDC7FC4C-EB21-18AF-E849-9887CAAD1EED}"/>
                </a:ext>
              </a:extLst>
            </p:cNvPr>
            <p:cNvCxnSpPr>
              <a:cxnSpLocks/>
              <a:stCxn id="35" idx="1"/>
              <a:endCxn id="49" idx="3"/>
            </p:cNvCxnSpPr>
            <p:nvPr/>
          </p:nvCxnSpPr>
          <p:spPr>
            <a:xfrm flipH="1">
              <a:off x="5345690" y="3537955"/>
              <a:ext cx="252136" cy="0"/>
            </a:xfrm>
            <a:prstGeom prst="straightConnector1">
              <a:avLst/>
            </a:prstGeom>
            <a:ln w="9525">
              <a:solidFill>
                <a:srgbClr val="434759"/>
              </a:solidFill>
              <a:headEnd type="triangl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화살표 연결선 109">
              <a:extLst>
                <a:ext uri="{FF2B5EF4-FFF2-40B4-BE49-F238E27FC236}">
                  <a16:creationId xmlns:a16="http://schemas.microsoft.com/office/drawing/2014/main" id="{E4068A7B-B073-CBF5-3624-E850E2E751F4}"/>
                </a:ext>
              </a:extLst>
            </p:cNvPr>
            <p:cNvCxnSpPr>
              <a:cxnSpLocks/>
              <a:stCxn id="1003" idx="3"/>
              <a:endCxn id="35" idx="0"/>
            </p:cNvCxnSpPr>
            <p:nvPr/>
          </p:nvCxnSpPr>
          <p:spPr>
            <a:xfrm>
              <a:off x="5345690" y="2925955"/>
              <a:ext cx="576136" cy="396000"/>
            </a:xfrm>
            <a:prstGeom prst="bentConnector2">
              <a:avLst/>
            </a:prstGeom>
            <a:ln w="9525">
              <a:solidFill>
                <a:srgbClr val="434759"/>
              </a:solidFill>
              <a:headEnd type="triangl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화살표 연결선 109">
              <a:extLst>
                <a:ext uri="{FF2B5EF4-FFF2-40B4-BE49-F238E27FC236}">
                  <a16:creationId xmlns:a16="http://schemas.microsoft.com/office/drawing/2014/main" id="{E79E4408-CE48-E02A-0D07-A90B11017C97}"/>
                </a:ext>
              </a:extLst>
            </p:cNvPr>
            <p:cNvCxnSpPr>
              <a:cxnSpLocks/>
              <a:stCxn id="46" idx="0"/>
              <a:endCxn id="47" idx="2"/>
            </p:cNvCxnSpPr>
            <p:nvPr/>
          </p:nvCxnSpPr>
          <p:spPr>
            <a:xfrm flipV="1">
              <a:off x="6821962" y="3141955"/>
              <a:ext cx="0" cy="180000"/>
            </a:xfrm>
            <a:prstGeom prst="straightConnector1">
              <a:avLst/>
            </a:prstGeom>
            <a:ln w="9525">
              <a:solidFill>
                <a:srgbClr val="9CA5AC"/>
              </a:solidFill>
              <a:headEnd type="triangl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화살표 연결선 31">
              <a:extLst>
                <a:ext uri="{FF2B5EF4-FFF2-40B4-BE49-F238E27FC236}">
                  <a16:creationId xmlns:a16="http://schemas.microsoft.com/office/drawing/2014/main" id="{A9E68D8C-C3CF-8DAD-CCF7-9CE05E7062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56261" y="3537955"/>
              <a:ext cx="432000" cy="0"/>
            </a:xfrm>
            <a:prstGeom prst="straightConnector1">
              <a:avLst/>
            </a:prstGeom>
            <a:ln w="9525">
              <a:solidFill>
                <a:srgbClr val="434759"/>
              </a:solidFill>
              <a:headEnd type="triangl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3" name="Picture 2" descr="Red Hat OpenShift full logo transparent PNG - StickPNG">
              <a:extLst>
                <a:ext uri="{FF2B5EF4-FFF2-40B4-BE49-F238E27FC236}">
                  <a16:creationId xmlns:a16="http://schemas.microsoft.com/office/drawing/2014/main" id="{097FB22E-A4A0-F0EB-30EA-C952A90394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980658" y="2504485"/>
              <a:ext cx="700952" cy="1800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4" name="모서리가 둥근 직사각형 299">
              <a:extLst>
                <a:ext uri="{FF2B5EF4-FFF2-40B4-BE49-F238E27FC236}">
                  <a16:creationId xmlns:a16="http://schemas.microsoft.com/office/drawing/2014/main" id="{21A9DC7B-B5AC-D1DA-2EAB-72D7566D15D0}"/>
                </a:ext>
              </a:extLst>
            </p:cNvPr>
            <p:cNvSpPr/>
            <p:nvPr/>
          </p:nvSpPr>
          <p:spPr>
            <a:xfrm>
              <a:off x="1119033" y="3366911"/>
              <a:ext cx="503954" cy="64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C7CED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ko-KR" altLang="en-US" sz="7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외부</a:t>
              </a:r>
              <a:endParaRPr lang="en-US" altLang="ko-KR" sz="7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  <a:p>
              <a:pPr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ko-KR" altLang="en-US" sz="7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시스템</a:t>
              </a:r>
            </a:p>
          </p:txBody>
        </p:sp>
        <p:sp>
          <p:nvSpPr>
            <p:cNvPr id="35" name="모서리가 둥근 직사각형 299">
              <a:extLst>
                <a:ext uri="{FF2B5EF4-FFF2-40B4-BE49-F238E27FC236}">
                  <a16:creationId xmlns:a16="http://schemas.microsoft.com/office/drawing/2014/main" id="{A497EC02-471B-257E-FE58-8454B250F001}"/>
                </a:ext>
              </a:extLst>
            </p:cNvPr>
            <p:cNvSpPr/>
            <p:nvPr/>
          </p:nvSpPr>
          <p:spPr>
            <a:xfrm>
              <a:off x="5597826" y="3321955"/>
              <a:ext cx="648000" cy="432000"/>
            </a:xfrm>
            <a:prstGeom prst="rect">
              <a:avLst/>
            </a:prstGeom>
            <a:solidFill>
              <a:srgbClr val="D6D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en-US" altLang="ko-KR" sz="7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Agent</a:t>
              </a:r>
            </a:p>
          </p:txBody>
        </p:sp>
        <p:sp>
          <p:nvSpPr>
            <p:cNvPr id="36" name="모서리가 둥근 직사각형 299">
              <a:extLst>
                <a:ext uri="{FF2B5EF4-FFF2-40B4-BE49-F238E27FC236}">
                  <a16:creationId xmlns:a16="http://schemas.microsoft.com/office/drawing/2014/main" id="{73FC8DDD-2166-0A6C-CF76-3D4DE54BFAE0}"/>
                </a:ext>
              </a:extLst>
            </p:cNvPr>
            <p:cNvSpPr/>
            <p:nvPr/>
          </p:nvSpPr>
          <p:spPr>
            <a:xfrm>
              <a:off x="3716074" y="2771909"/>
              <a:ext cx="538127" cy="900000"/>
            </a:xfrm>
            <a:prstGeom prst="rect">
              <a:avLst/>
            </a:prstGeom>
            <a:solidFill>
              <a:srgbClr val="D6D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en-US" altLang="ko-KR" sz="7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Agent</a:t>
              </a:r>
            </a:p>
            <a:p>
              <a:pPr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en-US" altLang="ko-KR" sz="7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Gateway</a:t>
              </a:r>
              <a:endParaRPr lang="ko-KR" altLang="en-US" sz="7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7" name="모서리가 둥근 직사각형 299">
              <a:extLst>
                <a:ext uri="{FF2B5EF4-FFF2-40B4-BE49-F238E27FC236}">
                  <a16:creationId xmlns:a16="http://schemas.microsoft.com/office/drawing/2014/main" id="{6D5F7186-9408-90CE-A867-F8C910096E52}"/>
                </a:ext>
              </a:extLst>
            </p:cNvPr>
            <p:cNvSpPr/>
            <p:nvPr/>
          </p:nvSpPr>
          <p:spPr>
            <a:xfrm>
              <a:off x="3498493" y="5014220"/>
              <a:ext cx="1980000" cy="648000"/>
            </a:xfrm>
            <a:prstGeom prst="rect">
              <a:avLst/>
            </a:prstGeom>
            <a:solidFill>
              <a:srgbClr val="DDE1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t"/>
            <a:lstStyle/>
            <a:p>
              <a:pPr algn="ctr" defTabSz="1516258" eaLnBrk="0" hangingPunct="0">
                <a:lnSpc>
                  <a:spcPct val="150000"/>
                </a:lnSpc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ko-KR" altLang="en-US" sz="900" b="1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서비스 </a:t>
              </a:r>
              <a:r>
                <a:rPr lang="en-US" altLang="ko-KR" sz="900" b="1" spc="-30" dirty="0" err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FQDN</a:t>
              </a:r>
              <a:endParaRPr lang="ko-KR" altLang="en-US" sz="900" b="1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8" name="모서리가 둥근 직사각형 299">
              <a:extLst>
                <a:ext uri="{FF2B5EF4-FFF2-40B4-BE49-F238E27FC236}">
                  <a16:creationId xmlns:a16="http://schemas.microsoft.com/office/drawing/2014/main" id="{50E449C0-4E40-7D45-0662-CF02517D5344}"/>
                </a:ext>
              </a:extLst>
            </p:cNvPr>
            <p:cNvSpPr/>
            <p:nvPr/>
          </p:nvSpPr>
          <p:spPr>
            <a:xfrm>
              <a:off x="2141610" y="2771909"/>
              <a:ext cx="540000" cy="97287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C7CED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en-US" altLang="ko-KR" sz="7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Ingress</a:t>
              </a:r>
            </a:p>
            <a:p>
              <a:pPr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en-US" altLang="ko-KR" sz="7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Router</a:t>
              </a:r>
              <a:endParaRPr lang="ko-KR" altLang="en-US" sz="7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9" name="모서리가 둥근 직사각형 299">
              <a:extLst>
                <a:ext uri="{FF2B5EF4-FFF2-40B4-BE49-F238E27FC236}">
                  <a16:creationId xmlns:a16="http://schemas.microsoft.com/office/drawing/2014/main" id="{80147BA5-ACBD-82EE-910D-E3F0C2EE1AC0}"/>
                </a:ext>
              </a:extLst>
            </p:cNvPr>
            <p:cNvSpPr/>
            <p:nvPr/>
          </p:nvSpPr>
          <p:spPr>
            <a:xfrm>
              <a:off x="2899808" y="2771909"/>
              <a:ext cx="612000" cy="432000"/>
            </a:xfrm>
            <a:prstGeom prst="rect">
              <a:avLst/>
            </a:prstGeom>
            <a:solidFill>
              <a:srgbClr val="D6D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ko-KR" altLang="en-US" sz="7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통합 포털</a:t>
              </a:r>
            </a:p>
          </p:txBody>
        </p:sp>
        <p:sp>
          <p:nvSpPr>
            <p:cNvPr id="40" name="모서리가 둥근 직사각형 299">
              <a:extLst>
                <a:ext uri="{FF2B5EF4-FFF2-40B4-BE49-F238E27FC236}">
                  <a16:creationId xmlns:a16="http://schemas.microsoft.com/office/drawing/2014/main" id="{21574FCA-5201-C2E6-AC25-E6FFB420B8EF}"/>
                </a:ext>
              </a:extLst>
            </p:cNvPr>
            <p:cNvSpPr/>
            <p:nvPr/>
          </p:nvSpPr>
          <p:spPr>
            <a:xfrm>
              <a:off x="2899808" y="3671908"/>
              <a:ext cx="612000" cy="94518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C7CED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en-US" altLang="ko-KR" sz="7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Egress</a:t>
              </a:r>
              <a:endParaRPr lang="ko-KR" altLang="en-US" sz="7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41" name="모서리가 둥근 직사각형 299">
              <a:extLst>
                <a:ext uri="{FF2B5EF4-FFF2-40B4-BE49-F238E27FC236}">
                  <a16:creationId xmlns:a16="http://schemas.microsoft.com/office/drawing/2014/main" id="{2D70F5B1-7341-782F-6ABC-73E0B8BA157B}"/>
                </a:ext>
              </a:extLst>
            </p:cNvPr>
            <p:cNvSpPr/>
            <p:nvPr/>
          </p:nvSpPr>
          <p:spPr>
            <a:xfrm>
              <a:off x="1995438" y="6012190"/>
              <a:ext cx="1764000" cy="93599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C7CED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54000" anchor="b"/>
            <a:lstStyle/>
            <a:p>
              <a:pPr marL="0" lvl="1"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en-US" altLang="ko-KR" sz="10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GPU </a:t>
              </a:r>
              <a:r>
                <a:rPr lang="ko-KR" altLang="en-US" sz="10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서버 </a:t>
              </a:r>
              <a:r>
                <a:rPr lang="en-US" altLang="ko-KR" sz="10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#1</a:t>
              </a:r>
              <a:endParaRPr lang="ko-KR" altLang="en-US" sz="10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79E1251A-E2EB-F1B4-B5F5-0D1A396D2293}"/>
                </a:ext>
              </a:extLst>
            </p:cNvPr>
            <p:cNvSpPr>
              <a:spLocks/>
            </p:cNvSpPr>
            <p:nvPr/>
          </p:nvSpPr>
          <p:spPr>
            <a:xfrm>
              <a:off x="2307562" y="6059343"/>
              <a:ext cx="180000" cy="180000"/>
            </a:xfrm>
            <a:prstGeom prst="ellipse">
              <a:avLst/>
            </a:prstGeom>
            <a:solidFill>
              <a:srgbClr val="9CA5AC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 defTabSz="1591820"/>
              <a:r>
                <a:rPr lang="en-US" altLang="ko-KR" sz="9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A</a:t>
              </a:r>
              <a:endParaRPr lang="ko-KR" altLang="en-US" sz="9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B8C6D27B-FC20-F155-7B6B-9A7F74FBB513}"/>
                </a:ext>
              </a:extLst>
            </p:cNvPr>
            <p:cNvSpPr>
              <a:spLocks/>
            </p:cNvSpPr>
            <p:nvPr/>
          </p:nvSpPr>
          <p:spPr>
            <a:xfrm>
              <a:off x="3444438" y="6059343"/>
              <a:ext cx="180000" cy="180000"/>
            </a:xfrm>
            <a:prstGeom prst="ellipse">
              <a:avLst/>
            </a:prstGeom>
            <a:solidFill>
              <a:srgbClr val="9CA5AC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 defTabSz="1591820"/>
              <a:r>
                <a:rPr lang="en-US" altLang="ko-KR" sz="9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B</a:t>
              </a:r>
              <a:endParaRPr lang="ko-KR" altLang="en-US" sz="9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cxnSp>
          <p:nvCxnSpPr>
            <p:cNvPr id="44" name="직선 화살표 연결선 251">
              <a:extLst>
                <a:ext uri="{FF2B5EF4-FFF2-40B4-BE49-F238E27FC236}">
                  <a16:creationId xmlns:a16="http://schemas.microsoft.com/office/drawing/2014/main" id="{D2A2D7DD-6F8A-0F09-6DE4-5C88DC9A5193}"/>
                </a:ext>
              </a:extLst>
            </p:cNvPr>
            <p:cNvCxnSpPr>
              <a:cxnSpLocks/>
              <a:stCxn id="896" idx="0"/>
              <a:endCxn id="42" idx="2"/>
            </p:cNvCxnSpPr>
            <p:nvPr/>
          </p:nvCxnSpPr>
          <p:spPr>
            <a:xfrm rot="5400000" flipH="1" flipV="1">
              <a:off x="2171293" y="6243489"/>
              <a:ext cx="230415" cy="42124"/>
            </a:xfrm>
            <a:prstGeom prst="curvedConnector2">
              <a:avLst/>
            </a:prstGeom>
            <a:ln w="9525">
              <a:solidFill>
                <a:srgbClr val="434759"/>
              </a:solidFill>
              <a:headEnd type="triangl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화살표 연결선 251">
              <a:extLst>
                <a:ext uri="{FF2B5EF4-FFF2-40B4-BE49-F238E27FC236}">
                  <a16:creationId xmlns:a16="http://schemas.microsoft.com/office/drawing/2014/main" id="{F7A35AB6-DAC1-45E0-4C73-F95FBD42EA98}"/>
                </a:ext>
              </a:extLst>
            </p:cNvPr>
            <p:cNvCxnSpPr>
              <a:cxnSpLocks/>
              <a:stCxn id="61" idx="0"/>
              <a:endCxn id="43" idx="4"/>
            </p:cNvCxnSpPr>
            <p:nvPr/>
          </p:nvCxnSpPr>
          <p:spPr>
            <a:xfrm flipV="1">
              <a:off x="3488398" y="6239343"/>
              <a:ext cx="46040" cy="140415"/>
            </a:xfrm>
            <a:prstGeom prst="straightConnector1">
              <a:avLst/>
            </a:prstGeom>
            <a:ln w="9525">
              <a:solidFill>
                <a:srgbClr val="434759"/>
              </a:solidFill>
              <a:headEnd type="triangl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모서리가 둥근 직사각형 299">
              <a:extLst>
                <a:ext uri="{FF2B5EF4-FFF2-40B4-BE49-F238E27FC236}">
                  <a16:creationId xmlns:a16="http://schemas.microsoft.com/office/drawing/2014/main" id="{974E037F-40CF-4787-AA53-A76085DD16E4}"/>
                </a:ext>
              </a:extLst>
            </p:cNvPr>
            <p:cNvSpPr/>
            <p:nvPr/>
          </p:nvSpPr>
          <p:spPr>
            <a:xfrm>
              <a:off x="6497962" y="3321955"/>
              <a:ext cx="648000" cy="432000"/>
            </a:xfrm>
            <a:prstGeom prst="rect">
              <a:avLst/>
            </a:prstGeom>
            <a:solidFill>
              <a:srgbClr val="D6D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en-US" altLang="ko-KR" sz="7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Task</a:t>
              </a:r>
            </a:p>
            <a:p>
              <a:pPr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en-US" altLang="ko-KR" sz="7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Manager</a:t>
              </a:r>
            </a:p>
          </p:txBody>
        </p:sp>
        <p:sp>
          <p:nvSpPr>
            <p:cNvPr id="47" name="모서리가 둥근 직사각형 299">
              <a:extLst>
                <a:ext uri="{FF2B5EF4-FFF2-40B4-BE49-F238E27FC236}">
                  <a16:creationId xmlns:a16="http://schemas.microsoft.com/office/drawing/2014/main" id="{012A531F-EF49-160E-C1ED-8CBB4F51DEAC}"/>
                </a:ext>
              </a:extLst>
            </p:cNvPr>
            <p:cNvSpPr/>
            <p:nvPr/>
          </p:nvSpPr>
          <p:spPr>
            <a:xfrm>
              <a:off x="6497962" y="2709955"/>
              <a:ext cx="648000" cy="432000"/>
            </a:xfrm>
            <a:prstGeom prst="rect">
              <a:avLst/>
            </a:prstGeom>
            <a:solidFill>
              <a:srgbClr val="D6D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ko-KR" altLang="en-US" sz="7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학습</a:t>
              </a:r>
              <a:endParaRPr lang="en-US" altLang="ko-KR" sz="7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48" name="모서리가 둥근 직사각형 299">
              <a:extLst>
                <a:ext uri="{FF2B5EF4-FFF2-40B4-BE49-F238E27FC236}">
                  <a16:creationId xmlns:a16="http://schemas.microsoft.com/office/drawing/2014/main" id="{15EAC9A0-77BB-6296-291F-2F8EEC2CBC12}"/>
                </a:ext>
              </a:extLst>
            </p:cNvPr>
            <p:cNvSpPr/>
            <p:nvPr/>
          </p:nvSpPr>
          <p:spPr>
            <a:xfrm>
              <a:off x="6497962" y="3933955"/>
              <a:ext cx="648000" cy="432000"/>
            </a:xfrm>
            <a:prstGeom prst="rect">
              <a:avLst/>
            </a:prstGeom>
            <a:solidFill>
              <a:srgbClr val="D6D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ko-KR" altLang="en-US" sz="7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평가</a:t>
              </a:r>
              <a:endParaRPr lang="en-US" altLang="ko-KR" sz="7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49" name="모서리가 둥근 직사각형 299">
              <a:extLst>
                <a:ext uri="{FF2B5EF4-FFF2-40B4-BE49-F238E27FC236}">
                  <a16:creationId xmlns:a16="http://schemas.microsoft.com/office/drawing/2014/main" id="{4941BC35-0BC4-C6E3-F8F9-69BF0A96109E}"/>
                </a:ext>
              </a:extLst>
            </p:cNvPr>
            <p:cNvSpPr/>
            <p:nvPr/>
          </p:nvSpPr>
          <p:spPr>
            <a:xfrm>
              <a:off x="4697690" y="3321955"/>
              <a:ext cx="648000" cy="432000"/>
            </a:xfrm>
            <a:prstGeom prst="rect">
              <a:avLst/>
            </a:prstGeom>
            <a:solidFill>
              <a:srgbClr val="D6D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en-US" altLang="ko-KR" sz="7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Agent</a:t>
              </a:r>
            </a:p>
            <a:p>
              <a:pPr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en-US" altLang="ko-KR" sz="7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Gateway</a:t>
              </a: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FFC8C5EB-FBBE-256D-197A-DB4AD8B5AD6B}"/>
                </a:ext>
              </a:extLst>
            </p:cNvPr>
            <p:cNvGrpSpPr/>
            <p:nvPr/>
          </p:nvGrpSpPr>
          <p:grpSpPr>
            <a:xfrm>
              <a:off x="3570493" y="5280596"/>
              <a:ext cx="1836000" cy="324000"/>
              <a:chOff x="3836644" y="5208603"/>
              <a:chExt cx="1836000" cy="324000"/>
            </a:xfrm>
          </p:grpSpPr>
          <p:sp>
            <p:nvSpPr>
              <p:cNvPr id="51" name="모서리가 둥근 직사각형 299">
                <a:extLst>
                  <a:ext uri="{FF2B5EF4-FFF2-40B4-BE49-F238E27FC236}">
                    <a16:creationId xmlns:a16="http://schemas.microsoft.com/office/drawing/2014/main" id="{B6305646-0D86-6245-3C87-82EFD6CFAB5B}"/>
                  </a:ext>
                </a:extLst>
              </p:cNvPr>
              <p:cNvSpPr/>
              <p:nvPr/>
            </p:nvSpPr>
            <p:spPr>
              <a:xfrm>
                <a:off x="4468171" y="5208603"/>
                <a:ext cx="577698" cy="324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7CED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 defTabSz="1516258" eaLnBrk="0" hangingPunct="0">
                  <a:buClr>
                    <a:srgbClr val="3271AA"/>
                  </a:buClr>
                  <a:buSzPct val="140000"/>
                  <a:tabLst>
                    <a:tab pos="5648325" algn="l"/>
                  </a:tabLst>
                </a:pPr>
                <a:r>
                  <a:rPr lang="en-US" altLang="ko-KR" sz="7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Endpoint</a:t>
                </a:r>
              </a:p>
              <a:p>
                <a:pPr algn="ctr" defTabSz="1516258" eaLnBrk="0" hangingPunct="0">
                  <a:buClr>
                    <a:srgbClr val="3271AA"/>
                  </a:buClr>
                  <a:buSzPct val="140000"/>
                  <a:tabLst>
                    <a:tab pos="5648325" algn="l"/>
                  </a:tabLst>
                </a:pPr>
                <a:r>
                  <a:rPr lang="en-US" altLang="ko-KR" sz="7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B</a:t>
                </a:r>
              </a:p>
            </p:txBody>
          </p:sp>
          <p:sp>
            <p:nvSpPr>
              <p:cNvPr id="52" name="모서리가 둥근 직사각형 299">
                <a:extLst>
                  <a:ext uri="{FF2B5EF4-FFF2-40B4-BE49-F238E27FC236}">
                    <a16:creationId xmlns:a16="http://schemas.microsoft.com/office/drawing/2014/main" id="{38CA114E-0FF9-6D47-DEE5-CDC0C70998CA}"/>
                  </a:ext>
                </a:extLst>
              </p:cNvPr>
              <p:cNvSpPr/>
              <p:nvPr/>
            </p:nvSpPr>
            <p:spPr>
              <a:xfrm>
                <a:off x="5094946" y="5208603"/>
                <a:ext cx="577698" cy="324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7CED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 defTabSz="1516258" eaLnBrk="0" hangingPunct="0">
                  <a:buClr>
                    <a:srgbClr val="3271AA"/>
                  </a:buClr>
                  <a:buSzPct val="140000"/>
                  <a:tabLst>
                    <a:tab pos="5648325" algn="l"/>
                  </a:tabLst>
                </a:pPr>
                <a:r>
                  <a:rPr lang="en-US" altLang="ko-KR" sz="7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Endpoint</a:t>
                </a:r>
              </a:p>
              <a:p>
                <a:pPr algn="ctr" defTabSz="1516258" eaLnBrk="0" hangingPunct="0">
                  <a:buClr>
                    <a:srgbClr val="3271AA"/>
                  </a:buClr>
                  <a:buSzPct val="140000"/>
                  <a:tabLst>
                    <a:tab pos="5648325" algn="l"/>
                  </a:tabLst>
                </a:pPr>
                <a:r>
                  <a:rPr lang="en-US" altLang="ko-KR" sz="7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C</a:t>
                </a:r>
              </a:p>
            </p:txBody>
          </p:sp>
          <p:sp>
            <p:nvSpPr>
              <p:cNvPr id="53" name="모서리가 둥근 직사각형 299">
                <a:extLst>
                  <a:ext uri="{FF2B5EF4-FFF2-40B4-BE49-F238E27FC236}">
                    <a16:creationId xmlns:a16="http://schemas.microsoft.com/office/drawing/2014/main" id="{A3813B58-B8C6-8249-C377-8B4A73C8A20D}"/>
                  </a:ext>
                </a:extLst>
              </p:cNvPr>
              <p:cNvSpPr/>
              <p:nvPr/>
            </p:nvSpPr>
            <p:spPr>
              <a:xfrm>
                <a:off x="3836644" y="5208603"/>
                <a:ext cx="577698" cy="324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7CED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 defTabSz="1516258" eaLnBrk="0" hangingPunct="0">
                  <a:buClr>
                    <a:srgbClr val="3271AA"/>
                  </a:buClr>
                  <a:buSzPct val="140000"/>
                  <a:tabLst>
                    <a:tab pos="5648325" algn="l"/>
                  </a:tabLst>
                </a:pPr>
                <a:r>
                  <a:rPr lang="en-US" altLang="ko-KR" sz="700" spc="-3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Endpoint</a:t>
                </a:r>
                <a:endParaRPr lang="en-US" altLang="ko-KR" sz="7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  <a:p>
                <a:pPr algn="ctr" defTabSz="1516258" eaLnBrk="0" hangingPunct="0">
                  <a:buClr>
                    <a:srgbClr val="3271AA"/>
                  </a:buClr>
                  <a:buSzPct val="140000"/>
                  <a:tabLst>
                    <a:tab pos="5648325" algn="l"/>
                  </a:tabLst>
                </a:pPr>
                <a:r>
                  <a:rPr lang="en-US" altLang="ko-KR" sz="7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A</a:t>
                </a:r>
              </a:p>
            </p:txBody>
          </p:sp>
        </p:grpSp>
        <p:cxnSp>
          <p:nvCxnSpPr>
            <p:cNvPr id="54" name="직선 화살표 연결선 109">
              <a:extLst>
                <a:ext uri="{FF2B5EF4-FFF2-40B4-BE49-F238E27FC236}">
                  <a16:creationId xmlns:a16="http://schemas.microsoft.com/office/drawing/2014/main" id="{72A20DAE-1409-4384-C089-2CF653F714AF}"/>
                </a:ext>
              </a:extLst>
            </p:cNvPr>
            <p:cNvCxnSpPr>
              <a:cxnSpLocks/>
              <a:stCxn id="46" idx="2"/>
              <a:endCxn id="48" idx="0"/>
            </p:cNvCxnSpPr>
            <p:nvPr/>
          </p:nvCxnSpPr>
          <p:spPr>
            <a:xfrm>
              <a:off x="6821962" y="3753955"/>
              <a:ext cx="0" cy="180000"/>
            </a:xfrm>
            <a:prstGeom prst="straightConnector1">
              <a:avLst/>
            </a:prstGeom>
            <a:ln w="9525">
              <a:solidFill>
                <a:srgbClr val="9CA5AC"/>
              </a:solidFill>
              <a:headEnd type="triangl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직선 화살표 연결선 243">
              <a:extLst>
                <a:ext uri="{FF2B5EF4-FFF2-40B4-BE49-F238E27FC236}">
                  <a16:creationId xmlns:a16="http://schemas.microsoft.com/office/drawing/2014/main" id="{64367E9F-A611-43C2-0AE1-DE76732FE647}"/>
                </a:ext>
              </a:extLst>
            </p:cNvPr>
            <p:cNvCxnSpPr>
              <a:cxnSpLocks/>
              <a:stCxn id="43" idx="0"/>
              <a:endCxn id="51" idx="2"/>
            </p:cNvCxnSpPr>
            <p:nvPr/>
          </p:nvCxnSpPr>
          <p:spPr>
            <a:xfrm rot="5400000" flipH="1" flipV="1">
              <a:off x="3785280" y="5353755"/>
              <a:ext cx="454747" cy="956431"/>
            </a:xfrm>
            <a:prstGeom prst="curvedConnector3">
              <a:avLst>
                <a:gd name="adj1" fmla="val 50000"/>
              </a:avLst>
            </a:prstGeom>
            <a:ln w="9525">
              <a:solidFill>
                <a:srgbClr val="434759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094029A3-B01A-F474-F054-C63338B4B267}"/>
                </a:ext>
              </a:extLst>
            </p:cNvPr>
            <p:cNvGrpSpPr/>
            <p:nvPr/>
          </p:nvGrpSpPr>
          <p:grpSpPr>
            <a:xfrm>
              <a:off x="3043834" y="6487758"/>
              <a:ext cx="141832" cy="36000"/>
              <a:chOff x="3077658" y="6416276"/>
              <a:chExt cx="141832" cy="36000"/>
            </a:xfrm>
          </p:grpSpPr>
          <p:sp>
            <p:nvSpPr>
              <p:cNvPr id="57" name="타원 56">
                <a:extLst>
                  <a:ext uri="{FF2B5EF4-FFF2-40B4-BE49-F238E27FC236}">
                    <a16:creationId xmlns:a16="http://schemas.microsoft.com/office/drawing/2014/main" id="{CF59EAA5-DB1E-90F9-CB16-72A0D48F87CD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3077658" y="6416276"/>
                <a:ext cx="36000" cy="36000"/>
              </a:xfrm>
              <a:prstGeom prst="ellipse">
                <a:avLst/>
              </a:prstGeom>
              <a:solidFill>
                <a:srgbClr val="4347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 defTabSz="1516258" eaLnBrk="0" hangingPunct="0">
                  <a:buClr>
                    <a:srgbClr val="3271AA"/>
                  </a:buClr>
                  <a:buSzPct val="140000"/>
                  <a:tabLst>
                    <a:tab pos="5648325" algn="l"/>
                  </a:tabLst>
                </a:pPr>
                <a:endParaRPr lang="ko-KR" altLang="en-US" sz="10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  <p:sp>
            <p:nvSpPr>
              <p:cNvPr id="58" name="타원 57">
                <a:extLst>
                  <a:ext uri="{FF2B5EF4-FFF2-40B4-BE49-F238E27FC236}">
                    <a16:creationId xmlns:a16="http://schemas.microsoft.com/office/drawing/2014/main" id="{962D3EFA-265F-18AD-7229-C4E1E5FD31ED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3130574" y="6416276"/>
                <a:ext cx="36000" cy="36000"/>
              </a:xfrm>
              <a:prstGeom prst="ellipse">
                <a:avLst/>
              </a:prstGeom>
              <a:solidFill>
                <a:srgbClr val="4347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 defTabSz="1516258" eaLnBrk="0" hangingPunct="0">
                  <a:buClr>
                    <a:srgbClr val="3271AA"/>
                  </a:buClr>
                  <a:buSzPct val="140000"/>
                  <a:tabLst>
                    <a:tab pos="5648325" algn="l"/>
                  </a:tabLst>
                </a:pPr>
                <a:endParaRPr lang="ko-KR" altLang="en-US" sz="10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  <p:sp>
            <p:nvSpPr>
              <p:cNvPr id="59" name="타원 58">
                <a:extLst>
                  <a:ext uri="{FF2B5EF4-FFF2-40B4-BE49-F238E27FC236}">
                    <a16:creationId xmlns:a16="http://schemas.microsoft.com/office/drawing/2014/main" id="{42707920-CED6-2576-DB31-BEA8CC4E7F56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3183490" y="6416276"/>
                <a:ext cx="36000" cy="36000"/>
              </a:xfrm>
              <a:prstGeom prst="ellipse">
                <a:avLst/>
              </a:prstGeom>
              <a:solidFill>
                <a:srgbClr val="4347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 defTabSz="1516258" eaLnBrk="0" hangingPunct="0">
                  <a:buClr>
                    <a:srgbClr val="3271AA"/>
                  </a:buClr>
                  <a:buSzPct val="140000"/>
                  <a:tabLst>
                    <a:tab pos="5648325" algn="l"/>
                  </a:tabLst>
                </a:pPr>
                <a:endParaRPr lang="ko-KR" altLang="en-US" sz="10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</p:grpSp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15DDD0D0-5BC9-4F3F-B784-488DBEC7D424}"/>
                </a:ext>
              </a:extLst>
            </p:cNvPr>
            <p:cNvGrpSpPr/>
            <p:nvPr/>
          </p:nvGrpSpPr>
          <p:grpSpPr>
            <a:xfrm>
              <a:off x="2067438" y="6379758"/>
              <a:ext cx="1618960" cy="252000"/>
              <a:chOff x="2333589" y="6264133"/>
              <a:chExt cx="1618960" cy="252000"/>
            </a:xfrm>
          </p:grpSpPr>
          <p:sp>
            <p:nvSpPr>
              <p:cNvPr id="61" name="모서리가 둥근 직사각형 299">
                <a:extLst>
                  <a:ext uri="{FF2B5EF4-FFF2-40B4-BE49-F238E27FC236}">
                    <a16:creationId xmlns:a16="http://schemas.microsoft.com/office/drawing/2014/main" id="{635477D8-2566-4B06-A8E8-6043938F0CF7}"/>
                  </a:ext>
                </a:extLst>
              </p:cNvPr>
              <p:cNvSpPr/>
              <p:nvPr/>
            </p:nvSpPr>
            <p:spPr>
              <a:xfrm>
                <a:off x="3556549" y="6264133"/>
                <a:ext cx="396000" cy="252000"/>
              </a:xfrm>
              <a:prstGeom prst="rect">
                <a:avLst/>
              </a:prstGeom>
              <a:solidFill>
                <a:srgbClr val="DDE1E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 defTabSz="1516258" eaLnBrk="0" hangingPunct="0">
                  <a:buClr>
                    <a:srgbClr val="3271AA"/>
                  </a:buClr>
                  <a:buSzPct val="140000"/>
                  <a:tabLst>
                    <a:tab pos="5648325" algn="l"/>
                  </a:tabLst>
                </a:pPr>
                <a:r>
                  <a:rPr lang="en-US" altLang="ko-KR" sz="700" spc="-30" dirty="0" err="1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vGPU</a:t>
                </a:r>
                <a:endParaRPr lang="ko-KR" altLang="en-US" sz="7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grpSp>
            <p:nvGrpSpPr>
              <p:cNvPr id="62" name="그룹 61">
                <a:extLst>
                  <a:ext uri="{FF2B5EF4-FFF2-40B4-BE49-F238E27FC236}">
                    <a16:creationId xmlns:a16="http://schemas.microsoft.com/office/drawing/2014/main" id="{75215F25-1E8F-C6A1-80EA-E6D79C926682}"/>
                  </a:ext>
                </a:extLst>
              </p:cNvPr>
              <p:cNvGrpSpPr/>
              <p:nvPr/>
            </p:nvGrpSpPr>
            <p:grpSpPr>
              <a:xfrm>
                <a:off x="2333589" y="6264133"/>
                <a:ext cx="902204" cy="252000"/>
                <a:chOff x="2333589" y="6228109"/>
                <a:chExt cx="902204" cy="288000"/>
              </a:xfrm>
            </p:grpSpPr>
            <p:sp>
              <p:nvSpPr>
                <p:cNvPr id="63" name="모서리가 둥근 직사각형 299">
                  <a:extLst>
                    <a:ext uri="{FF2B5EF4-FFF2-40B4-BE49-F238E27FC236}">
                      <a16:creationId xmlns:a16="http://schemas.microsoft.com/office/drawing/2014/main" id="{C46D9C63-6598-EA33-5ED9-4DD06F5DFC58}"/>
                    </a:ext>
                  </a:extLst>
                </p:cNvPr>
                <p:cNvSpPr/>
                <p:nvPr/>
              </p:nvSpPr>
              <p:spPr>
                <a:xfrm>
                  <a:off x="2839793" y="6228109"/>
                  <a:ext cx="396000" cy="288000"/>
                </a:xfrm>
                <a:prstGeom prst="rect">
                  <a:avLst/>
                </a:prstGeom>
                <a:solidFill>
                  <a:srgbClr val="DDE1E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anchor="ctr"/>
                <a:lstStyle/>
                <a:p>
                  <a:pPr algn="ctr" defTabSz="1516258" eaLnBrk="0" hangingPunct="0">
                    <a:buClr>
                      <a:srgbClr val="3271AA"/>
                    </a:buClr>
                    <a:buSzPct val="140000"/>
                    <a:tabLst>
                      <a:tab pos="5648325" algn="l"/>
                    </a:tabLst>
                  </a:pPr>
                  <a:r>
                    <a:rPr lang="en-US" altLang="ko-KR" sz="700" spc="-30" dirty="0" err="1">
                      <a:ln>
                        <a:solidFill>
                          <a:schemeClr val="tx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Malgun Gothic" panose="020B0503020000020004" pitchFamily="34" charset="-127"/>
                      <a:ea typeface="Malgun Gothic" panose="020B0503020000020004" pitchFamily="34" charset="-127"/>
                    </a:rPr>
                    <a:t>vGPU</a:t>
                  </a:r>
                  <a:endParaRPr lang="ko-KR" altLang="en-US" sz="7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  <p:sp>
              <p:nvSpPr>
                <p:cNvPr id="896" name="모서리가 둥근 직사각형 299">
                  <a:extLst>
                    <a:ext uri="{FF2B5EF4-FFF2-40B4-BE49-F238E27FC236}">
                      <a16:creationId xmlns:a16="http://schemas.microsoft.com/office/drawing/2014/main" id="{75F724C5-1625-C6EA-F7BE-3F35EA54FB25}"/>
                    </a:ext>
                  </a:extLst>
                </p:cNvPr>
                <p:cNvSpPr/>
                <p:nvPr/>
              </p:nvSpPr>
              <p:spPr>
                <a:xfrm>
                  <a:off x="2333589" y="6228109"/>
                  <a:ext cx="396000" cy="288000"/>
                </a:xfrm>
                <a:prstGeom prst="rect">
                  <a:avLst/>
                </a:prstGeom>
                <a:solidFill>
                  <a:srgbClr val="DDE1E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anchor="ctr"/>
                <a:lstStyle/>
                <a:p>
                  <a:pPr algn="ctr" defTabSz="1516258" eaLnBrk="0" hangingPunct="0">
                    <a:buClr>
                      <a:srgbClr val="3271AA"/>
                    </a:buClr>
                    <a:buSzPct val="140000"/>
                    <a:tabLst>
                      <a:tab pos="5648325" algn="l"/>
                    </a:tabLst>
                  </a:pPr>
                  <a:r>
                    <a:rPr lang="en-US" altLang="ko-KR" sz="700" spc="-30" dirty="0" err="1">
                      <a:ln>
                        <a:solidFill>
                          <a:schemeClr val="tx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Malgun Gothic" panose="020B0503020000020004" pitchFamily="34" charset="-127"/>
                      <a:ea typeface="Malgun Gothic" panose="020B0503020000020004" pitchFamily="34" charset="-127"/>
                    </a:rPr>
                    <a:t>vGPU</a:t>
                  </a:r>
                  <a:endParaRPr lang="ko-KR" altLang="en-US" sz="7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</p:grpSp>
        </p:grpSp>
        <p:cxnSp>
          <p:nvCxnSpPr>
            <p:cNvPr id="897" name="직선 화살표 연결선 243">
              <a:extLst>
                <a:ext uri="{FF2B5EF4-FFF2-40B4-BE49-F238E27FC236}">
                  <a16:creationId xmlns:a16="http://schemas.microsoft.com/office/drawing/2014/main" id="{4318A1C5-B40B-27D3-3FE7-1F90F45DD3B0}"/>
                </a:ext>
              </a:extLst>
            </p:cNvPr>
            <p:cNvCxnSpPr>
              <a:cxnSpLocks/>
              <a:stCxn id="42" idx="0"/>
              <a:endCxn id="53" idx="2"/>
            </p:cNvCxnSpPr>
            <p:nvPr/>
          </p:nvCxnSpPr>
          <p:spPr>
            <a:xfrm rot="5400000" flipH="1" flipV="1">
              <a:off x="2901079" y="5101080"/>
              <a:ext cx="454747" cy="1461780"/>
            </a:xfrm>
            <a:prstGeom prst="curvedConnector3">
              <a:avLst>
                <a:gd name="adj1" fmla="val 50000"/>
              </a:avLst>
            </a:prstGeom>
            <a:ln w="9525">
              <a:solidFill>
                <a:srgbClr val="434759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8" name="직선 화살표 연결선 295">
              <a:extLst>
                <a:ext uri="{FF2B5EF4-FFF2-40B4-BE49-F238E27FC236}">
                  <a16:creationId xmlns:a16="http://schemas.microsoft.com/office/drawing/2014/main" id="{3CC4E2B2-8013-9140-C2BA-4AB397627BEC}"/>
                </a:ext>
              </a:extLst>
            </p:cNvPr>
            <p:cNvCxnSpPr>
              <a:cxnSpLocks/>
              <a:endCxn id="52" idx="2"/>
            </p:cNvCxnSpPr>
            <p:nvPr/>
          </p:nvCxnSpPr>
          <p:spPr>
            <a:xfrm rot="16200000" flipV="1">
              <a:off x="5746079" y="4976161"/>
              <a:ext cx="460462" cy="1717331"/>
            </a:xfrm>
            <a:prstGeom prst="curvedConnector3">
              <a:avLst>
                <a:gd name="adj1" fmla="val 50000"/>
              </a:avLst>
            </a:prstGeom>
            <a:ln w="9525">
              <a:solidFill>
                <a:srgbClr val="434759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9" name="자유형 117">
              <a:extLst>
                <a:ext uri="{FF2B5EF4-FFF2-40B4-BE49-F238E27FC236}">
                  <a16:creationId xmlns:a16="http://schemas.microsoft.com/office/drawing/2014/main" id="{95B29C5A-FFDC-1675-97C2-1F1B963DE809}"/>
                </a:ext>
              </a:extLst>
            </p:cNvPr>
            <p:cNvSpPr/>
            <p:nvPr/>
          </p:nvSpPr>
          <p:spPr bwMode="gray">
            <a:xfrm>
              <a:off x="4477330" y="2925701"/>
              <a:ext cx="303293" cy="2013204"/>
            </a:xfrm>
            <a:custGeom>
              <a:avLst/>
              <a:gdLst>
                <a:gd name="connsiteX0" fmla="*/ 1541721 w 1541721"/>
                <a:gd name="connsiteY0" fmla="*/ 0 h 2025503"/>
                <a:gd name="connsiteX1" fmla="*/ 1206796 w 1541721"/>
                <a:gd name="connsiteY1" fmla="*/ 0 h 2025503"/>
                <a:gd name="connsiteX2" fmla="*/ 1206796 w 1541721"/>
                <a:gd name="connsiteY2" fmla="*/ 1392865 h 2025503"/>
                <a:gd name="connsiteX3" fmla="*/ 1143000 w 1541721"/>
                <a:gd name="connsiteY3" fmla="*/ 1387549 h 2025503"/>
                <a:gd name="connsiteX4" fmla="*/ 0 w 1541721"/>
                <a:gd name="connsiteY4" fmla="*/ 1387549 h 2025503"/>
                <a:gd name="connsiteX5" fmla="*/ 0 w 1541721"/>
                <a:gd name="connsiteY5" fmla="*/ 1775637 h 2025503"/>
                <a:gd name="connsiteX6" fmla="*/ 1451345 w 1541721"/>
                <a:gd name="connsiteY6" fmla="*/ 1775637 h 2025503"/>
                <a:gd name="connsiteX7" fmla="*/ 1451345 w 1541721"/>
                <a:gd name="connsiteY7" fmla="*/ 2025503 h 2025503"/>
                <a:gd name="connsiteX0" fmla="*/ 1541721 w 1541721"/>
                <a:gd name="connsiteY0" fmla="*/ 0 h 2025503"/>
                <a:gd name="connsiteX1" fmla="*/ 1206796 w 1541721"/>
                <a:gd name="connsiteY1" fmla="*/ 0 h 2025503"/>
                <a:gd name="connsiteX2" fmla="*/ 1206796 w 1541721"/>
                <a:gd name="connsiteY2" fmla="*/ 1392865 h 2025503"/>
                <a:gd name="connsiteX3" fmla="*/ 0 w 1541721"/>
                <a:gd name="connsiteY3" fmla="*/ 1387549 h 2025503"/>
                <a:gd name="connsiteX4" fmla="*/ 0 w 1541721"/>
                <a:gd name="connsiteY4" fmla="*/ 1775637 h 2025503"/>
                <a:gd name="connsiteX5" fmla="*/ 1451345 w 1541721"/>
                <a:gd name="connsiteY5" fmla="*/ 1775637 h 2025503"/>
                <a:gd name="connsiteX6" fmla="*/ 1451345 w 1541721"/>
                <a:gd name="connsiteY6" fmla="*/ 2025503 h 2025503"/>
                <a:gd name="connsiteX0" fmla="*/ 1541721 w 1541721"/>
                <a:gd name="connsiteY0" fmla="*/ 0 h 2025503"/>
                <a:gd name="connsiteX1" fmla="*/ 1206796 w 1541721"/>
                <a:gd name="connsiteY1" fmla="*/ 0 h 2025503"/>
                <a:gd name="connsiteX2" fmla="*/ 1206796 w 1541721"/>
                <a:gd name="connsiteY2" fmla="*/ 1392865 h 2025503"/>
                <a:gd name="connsiteX3" fmla="*/ 1231741 w 1541721"/>
                <a:gd name="connsiteY3" fmla="*/ 1402829 h 2025503"/>
                <a:gd name="connsiteX4" fmla="*/ 0 w 1541721"/>
                <a:gd name="connsiteY4" fmla="*/ 1387549 h 2025503"/>
                <a:gd name="connsiteX5" fmla="*/ 0 w 1541721"/>
                <a:gd name="connsiteY5" fmla="*/ 1775637 h 2025503"/>
                <a:gd name="connsiteX6" fmla="*/ 1451345 w 1541721"/>
                <a:gd name="connsiteY6" fmla="*/ 1775637 h 2025503"/>
                <a:gd name="connsiteX7" fmla="*/ 1451345 w 1541721"/>
                <a:gd name="connsiteY7" fmla="*/ 2025503 h 2025503"/>
                <a:gd name="connsiteX0" fmla="*/ 1541721 w 1541721"/>
                <a:gd name="connsiteY0" fmla="*/ 0 h 2025503"/>
                <a:gd name="connsiteX1" fmla="*/ 1206796 w 1541721"/>
                <a:gd name="connsiteY1" fmla="*/ 0 h 2025503"/>
                <a:gd name="connsiteX2" fmla="*/ 1182942 w 1541721"/>
                <a:gd name="connsiteY2" fmla="*/ 925726 h 2025503"/>
                <a:gd name="connsiteX3" fmla="*/ 1231741 w 1541721"/>
                <a:gd name="connsiteY3" fmla="*/ 1402829 h 2025503"/>
                <a:gd name="connsiteX4" fmla="*/ 0 w 1541721"/>
                <a:gd name="connsiteY4" fmla="*/ 1387549 h 2025503"/>
                <a:gd name="connsiteX5" fmla="*/ 0 w 1541721"/>
                <a:gd name="connsiteY5" fmla="*/ 1775637 h 2025503"/>
                <a:gd name="connsiteX6" fmla="*/ 1451345 w 1541721"/>
                <a:gd name="connsiteY6" fmla="*/ 1775637 h 2025503"/>
                <a:gd name="connsiteX7" fmla="*/ 1451345 w 1541721"/>
                <a:gd name="connsiteY7" fmla="*/ 2025503 h 2025503"/>
                <a:gd name="connsiteX0" fmla="*/ 1541721 w 1541721"/>
                <a:gd name="connsiteY0" fmla="*/ 0 h 2025503"/>
                <a:gd name="connsiteX1" fmla="*/ 1206796 w 1541721"/>
                <a:gd name="connsiteY1" fmla="*/ 0 h 2025503"/>
                <a:gd name="connsiteX2" fmla="*/ 1216735 w 1541721"/>
                <a:gd name="connsiteY2" fmla="*/ 876030 h 2025503"/>
                <a:gd name="connsiteX3" fmla="*/ 1231741 w 1541721"/>
                <a:gd name="connsiteY3" fmla="*/ 1402829 h 2025503"/>
                <a:gd name="connsiteX4" fmla="*/ 0 w 1541721"/>
                <a:gd name="connsiteY4" fmla="*/ 1387549 h 2025503"/>
                <a:gd name="connsiteX5" fmla="*/ 0 w 1541721"/>
                <a:gd name="connsiteY5" fmla="*/ 1775637 h 2025503"/>
                <a:gd name="connsiteX6" fmla="*/ 1451345 w 1541721"/>
                <a:gd name="connsiteY6" fmla="*/ 1775637 h 2025503"/>
                <a:gd name="connsiteX7" fmla="*/ 1451345 w 1541721"/>
                <a:gd name="connsiteY7" fmla="*/ 2025503 h 2025503"/>
                <a:gd name="connsiteX0" fmla="*/ 1541721 w 1541721"/>
                <a:gd name="connsiteY0" fmla="*/ 0 h 2025503"/>
                <a:gd name="connsiteX1" fmla="*/ 1206796 w 1541721"/>
                <a:gd name="connsiteY1" fmla="*/ 0 h 2025503"/>
                <a:gd name="connsiteX2" fmla="*/ 1216735 w 1541721"/>
                <a:gd name="connsiteY2" fmla="*/ 526172 h 2025503"/>
                <a:gd name="connsiteX3" fmla="*/ 1231741 w 1541721"/>
                <a:gd name="connsiteY3" fmla="*/ 1402829 h 2025503"/>
                <a:gd name="connsiteX4" fmla="*/ 0 w 1541721"/>
                <a:gd name="connsiteY4" fmla="*/ 1387549 h 2025503"/>
                <a:gd name="connsiteX5" fmla="*/ 0 w 1541721"/>
                <a:gd name="connsiteY5" fmla="*/ 1775637 h 2025503"/>
                <a:gd name="connsiteX6" fmla="*/ 1451345 w 1541721"/>
                <a:gd name="connsiteY6" fmla="*/ 1775637 h 2025503"/>
                <a:gd name="connsiteX7" fmla="*/ 1451345 w 1541721"/>
                <a:gd name="connsiteY7" fmla="*/ 2025503 h 2025503"/>
                <a:gd name="connsiteX0" fmla="*/ 1541721 w 1541721"/>
                <a:gd name="connsiteY0" fmla="*/ 0 h 2025503"/>
                <a:gd name="connsiteX1" fmla="*/ 1206796 w 1541721"/>
                <a:gd name="connsiteY1" fmla="*/ 0 h 2025503"/>
                <a:gd name="connsiteX2" fmla="*/ 1216735 w 1541721"/>
                <a:gd name="connsiteY2" fmla="*/ 526172 h 2025503"/>
                <a:gd name="connsiteX3" fmla="*/ 1215533 w 1541721"/>
                <a:gd name="connsiteY3" fmla="*/ 533662 h 2025503"/>
                <a:gd name="connsiteX4" fmla="*/ 1231741 w 1541721"/>
                <a:gd name="connsiteY4" fmla="*/ 1402829 h 2025503"/>
                <a:gd name="connsiteX5" fmla="*/ 0 w 1541721"/>
                <a:gd name="connsiteY5" fmla="*/ 1387549 h 2025503"/>
                <a:gd name="connsiteX6" fmla="*/ 0 w 1541721"/>
                <a:gd name="connsiteY6" fmla="*/ 1775637 h 2025503"/>
                <a:gd name="connsiteX7" fmla="*/ 1451345 w 1541721"/>
                <a:gd name="connsiteY7" fmla="*/ 1775637 h 2025503"/>
                <a:gd name="connsiteX8" fmla="*/ 1451345 w 1541721"/>
                <a:gd name="connsiteY8" fmla="*/ 2025503 h 2025503"/>
                <a:gd name="connsiteX0" fmla="*/ 1541721 w 1541721"/>
                <a:gd name="connsiteY0" fmla="*/ 0 h 2025503"/>
                <a:gd name="connsiteX1" fmla="*/ 1206796 w 1541721"/>
                <a:gd name="connsiteY1" fmla="*/ 0 h 2025503"/>
                <a:gd name="connsiteX2" fmla="*/ 1216735 w 1541721"/>
                <a:gd name="connsiteY2" fmla="*/ 526172 h 2025503"/>
                <a:gd name="connsiteX3" fmla="*/ 1316913 w 1541721"/>
                <a:gd name="connsiteY3" fmla="*/ 704615 h 2025503"/>
                <a:gd name="connsiteX4" fmla="*/ 1231741 w 1541721"/>
                <a:gd name="connsiteY4" fmla="*/ 1402829 h 2025503"/>
                <a:gd name="connsiteX5" fmla="*/ 0 w 1541721"/>
                <a:gd name="connsiteY5" fmla="*/ 1387549 h 2025503"/>
                <a:gd name="connsiteX6" fmla="*/ 0 w 1541721"/>
                <a:gd name="connsiteY6" fmla="*/ 1775637 h 2025503"/>
                <a:gd name="connsiteX7" fmla="*/ 1451345 w 1541721"/>
                <a:gd name="connsiteY7" fmla="*/ 1775637 h 2025503"/>
                <a:gd name="connsiteX8" fmla="*/ 1451345 w 1541721"/>
                <a:gd name="connsiteY8" fmla="*/ 2025503 h 2025503"/>
                <a:gd name="connsiteX0" fmla="*/ 1541721 w 1541721"/>
                <a:gd name="connsiteY0" fmla="*/ 0 h 2025503"/>
                <a:gd name="connsiteX1" fmla="*/ 1206796 w 1541721"/>
                <a:gd name="connsiteY1" fmla="*/ 0 h 2025503"/>
                <a:gd name="connsiteX2" fmla="*/ 1216735 w 1541721"/>
                <a:gd name="connsiteY2" fmla="*/ 526172 h 2025503"/>
                <a:gd name="connsiteX3" fmla="*/ 1223486 w 1541721"/>
                <a:gd name="connsiteY3" fmla="*/ 702628 h 2025503"/>
                <a:gd name="connsiteX4" fmla="*/ 1231741 w 1541721"/>
                <a:gd name="connsiteY4" fmla="*/ 1402829 h 2025503"/>
                <a:gd name="connsiteX5" fmla="*/ 0 w 1541721"/>
                <a:gd name="connsiteY5" fmla="*/ 1387549 h 2025503"/>
                <a:gd name="connsiteX6" fmla="*/ 0 w 1541721"/>
                <a:gd name="connsiteY6" fmla="*/ 1775637 h 2025503"/>
                <a:gd name="connsiteX7" fmla="*/ 1451345 w 1541721"/>
                <a:gd name="connsiteY7" fmla="*/ 1775637 h 2025503"/>
                <a:gd name="connsiteX8" fmla="*/ 1451345 w 1541721"/>
                <a:gd name="connsiteY8" fmla="*/ 2025503 h 2025503"/>
                <a:gd name="connsiteX0" fmla="*/ 1541721 w 1541721"/>
                <a:gd name="connsiteY0" fmla="*/ 0 h 2025503"/>
                <a:gd name="connsiteX1" fmla="*/ 1206796 w 1541721"/>
                <a:gd name="connsiteY1" fmla="*/ 0 h 2025503"/>
                <a:gd name="connsiteX2" fmla="*/ 1216735 w 1541721"/>
                <a:gd name="connsiteY2" fmla="*/ 526172 h 2025503"/>
                <a:gd name="connsiteX3" fmla="*/ 1223486 w 1541721"/>
                <a:gd name="connsiteY3" fmla="*/ 702628 h 2025503"/>
                <a:gd name="connsiteX4" fmla="*/ 1231436 w 1541721"/>
                <a:gd name="connsiteY4" fmla="*/ 706603 h 2025503"/>
                <a:gd name="connsiteX5" fmla="*/ 1231741 w 1541721"/>
                <a:gd name="connsiteY5" fmla="*/ 1402829 h 2025503"/>
                <a:gd name="connsiteX6" fmla="*/ 0 w 1541721"/>
                <a:gd name="connsiteY6" fmla="*/ 1387549 h 2025503"/>
                <a:gd name="connsiteX7" fmla="*/ 0 w 1541721"/>
                <a:gd name="connsiteY7" fmla="*/ 1775637 h 2025503"/>
                <a:gd name="connsiteX8" fmla="*/ 1451345 w 1541721"/>
                <a:gd name="connsiteY8" fmla="*/ 1775637 h 2025503"/>
                <a:gd name="connsiteX9" fmla="*/ 1451345 w 1541721"/>
                <a:gd name="connsiteY9" fmla="*/ 2025503 h 2025503"/>
                <a:gd name="connsiteX0" fmla="*/ 1541721 w 1541721"/>
                <a:gd name="connsiteY0" fmla="*/ 0 h 2025503"/>
                <a:gd name="connsiteX1" fmla="*/ 1206796 w 1541721"/>
                <a:gd name="connsiteY1" fmla="*/ 0 h 2025503"/>
                <a:gd name="connsiteX2" fmla="*/ 1216735 w 1541721"/>
                <a:gd name="connsiteY2" fmla="*/ 526172 h 2025503"/>
                <a:gd name="connsiteX3" fmla="*/ 1223486 w 1541721"/>
                <a:gd name="connsiteY3" fmla="*/ 702628 h 2025503"/>
                <a:gd name="connsiteX4" fmla="*/ 1225472 w 1541721"/>
                <a:gd name="connsiteY4" fmla="*/ 959057 h 2025503"/>
                <a:gd name="connsiteX5" fmla="*/ 1231741 w 1541721"/>
                <a:gd name="connsiteY5" fmla="*/ 1402829 h 2025503"/>
                <a:gd name="connsiteX6" fmla="*/ 0 w 1541721"/>
                <a:gd name="connsiteY6" fmla="*/ 1387549 h 2025503"/>
                <a:gd name="connsiteX7" fmla="*/ 0 w 1541721"/>
                <a:gd name="connsiteY7" fmla="*/ 1775637 h 2025503"/>
                <a:gd name="connsiteX8" fmla="*/ 1451345 w 1541721"/>
                <a:gd name="connsiteY8" fmla="*/ 1775637 h 2025503"/>
                <a:gd name="connsiteX9" fmla="*/ 1451345 w 1541721"/>
                <a:gd name="connsiteY9" fmla="*/ 2025503 h 2025503"/>
                <a:gd name="connsiteX0" fmla="*/ 1541721 w 1541721"/>
                <a:gd name="connsiteY0" fmla="*/ 0 h 2025503"/>
                <a:gd name="connsiteX1" fmla="*/ 1206796 w 1541721"/>
                <a:gd name="connsiteY1" fmla="*/ 0 h 2025503"/>
                <a:gd name="connsiteX2" fmla="*/ 1216735 w 1541721"/>
                <a:gd name="connsiteY2" fmla="*/ 526172 h 2025503"/>
                <a:gd name="connsiteX3" fmla="*/ 1223486 w 1541721"/>
                <a:gd name="connsiteY3" fmla="*/ 702628 h 2025503"/>
                <a:gd name="connsiteX4" fmla="*/ 1229448 w 1541721"/>
                <a:gd name="connsiteY4" fmla="*/ 1145913 h 2025503"/>
                <a:gd name="connsiteX5" fmla="*/ 1231741 w 1541721"/>
                <a:gd name="connsiteY5" fmla="*/ 1402829 h 2025503"/>
                <a:gd name="connsiteX6" fmla="*/ 0 w 1541721"/>
                <a:gd name="connsiteY6" fmla="*/ 1387549 h 2025503"/>
                <a:gd name="connsiteX7" fmla="*/ 0 w 1541721"/>
                <a:gd name="connsiteY7" fmla="*/ 1775637 h 2025503"/>
                <a:gd name="connsiteX8" fmla="*/ 1451345 w 1541721"/>
                <a:gd name="connsiteY8" fmla="*/ 1775637 h 2025503"/>
                <a:gd name="connsiteX9" fmla="*/ 1451345 w 1541721"/>
                <a:gd name="connsiteY9" fmla="*/ 2025503 h 2025503"/>
                <a:gd name="connsiteX0" fmla="*/ 1541721 w 1541721"/>
                <a:gd name="connsiteY0" fmla="*/ 0 h 2025503"/>
                <a:gd name="connsiteX1" fmla="*/ 1206796 w 1541721"/>
                <a:gd name="connsiteY1" fmla="*/ 0 h 2025503"/>
                <a:gd name="connsiteX2" fmla="*/ 1216735 w 1541721"/>
                <a:gd name="connsiteY2" fmla="*/ 526172 h 2025503"/>
                <a:gd name="connsiteX3" fmla="*/ 1223486 w 1541721"/>
                <a:gd name="connsiteY3" fmla="*/ 702628 h 2025503"/>
                <a:gd name="connsiteX4" fmla="*/ 1229448 w 1541721"/>
                <a:gd name="connsiteY4" fmla="*/ 1145913 h 2025503"/>
                <a:gd name="connsiteX5" fmla="*/ 1231741 w 1541721"/>
                <a:gd name="connsiteY5" fmla="*/ 1402829 h 2025503"/>
                <a:gd name="connsiteX6" fmla="*/ 1241375 w 1541721"/>
                <a:gd name="connsiteY6" fmla="*/ 1404330 h 2025503"/>
                <a:gd name="connsiteX7" fmla="*/ 0 w 1541721"/>
                <a:gd name="connsiteY7" fmla="*/ 1387549 h 2025503"/>
                <a:gd name="connsiteX8" fmla="*/ 0 w 1541721"/>
                <a:gd name="connsiteY8" fmla="*/ 1775637 h 2025503"/>
                <a:gd name="connsiteX9" fmla="*/ 1451345 w 1541721"/>
                <a:gd name="connsiteY9" fmla="*/ 1775637 h 2025503"/>
                <a:gd name="connsiteX10" fmla="*/ 1451345 w 1541721"/>
                <a:gd name="connsiteY10" fmla="*/ 2025503 h 2025503"/>
                <a:gd name="connsiteX0" fmla="*/ 1541721 w 1541721"/>
                <a:gd name="connsiteY0" fmla="*/ 0 h 2025503"/>
                <a:gd name="connsiteX1" fmla="*/ 1206796 w 1541721"/>
                <a:gd name="connsiteY1" fmla="*/ 0 h 2025503"/>
                <a:gd name="connsiteX2" fmla="*/ 1216735 w 1541721"/>
                <a:gd name="connsiteY2" fmla="*/ 526172 h 2025503"/>
                <a:gd name="connsiteX3" fmla="*/ 1223486 w 1541721"/>
                <a:gd name="connsiteY3" fmla="*/ 702628 h 2025503"/>
                <a:gd name="connsiteX4" fmla="*/ 1229448 w 1541721"/>
                <a:gd name="connsiteY4" fmla="*/ 1145913 h 2025503"/>
                <a:gd name="connsiteX5" fmla="*/ 1231741 w 1541721"/>
                <a:gd name="connsiteY5" fmla="*/ 1402829 h 2025503"/>
                <a:gd name="connsiteX6" fmla="*/ 1247338 w 1541721"/>
                <a:gd name="connsiteY6" fmla="*/ 1294999 h 2025503"/>
                <a:gd name="connsiteX7" fmla="*/ 0 w 1541721"/>
                <a:gd name="connsiteY7" fmla="*/ 1387549 h 2025503"/>
                <a:gd name="connsiteX8" fmla="*/ 0 w 1541721"/>
                <a:gd name="connsiteY8" fmla="*/ 1775637 h 2025503"/>
                <a:gd name="connsiteX9" fmla="*/ 1451345 w 1541721"/>
                <a:gd name="connsiteY9" fmla="*/ 1775637 h 2025503"/>
                <a:gd name="connsiteX10" fmla="*/ 1451345 w 1541721"/>
                <a:gd name="connsiteY10" fmla="*/ 2025503 h 2025503"/>
                <a:gd name="connsiteX0" fmla="*/ 1541721 w 1541721"/>
                <a:gd name="connsiteY0" fmla="*/ 0 h 2025503"/>
                <a:gd name="connsiteX1" fmla="*/ 1206796 w 1541721"/>
                <a:gd name="connsiteY1" fmla="*/ 0 h 2025503"/>
                <a:gd name="connsiteX2" fmla="*/ 1216735 w 1541721"/>
                <a:gd name="connsiteY2" fmla="*/ 526172 h 2025503"/>
                <a:gd name="connsiteX3" fmla="*/ 1223486 w 1541721"/>
                <a:gd name="connsiteY3" fmla="*/ 702628 h 2025503"/>
                <a:gd name="connsiteX4" fmla="*/ 1229448 w 1541721"/>
                <a:gd name="connsiteY4" fmla="*/ 1145913 h 2025503"/>
                <a:gd name="connsiteX5" fmla="*/ 1231741 w 1541721"/>
                <a:gd name="connsiteY5" fmla="*/ 1402829 h 2025503"/>
                <a:gd name="connsiteX6" fmla="*/ 1197642 w 1541721"/>
                <a:gd name="connsiteY6" fmla="*/ 1398366 h 2025503"/>
                <a:gd name="connsiteX7" fmla="*/ 0 w 1541721"/>
                <a:gd name="connsiteY7" fmla="*/ 1387549 h 2025503"/>
                <a:gd name="connsiteX8" fmla="*/ 0 w 1541721"/>
                <a:gd name="connsiteY8" fmla="*/ 1775637 h 2025503"/>
                <a:gd name="connsiteX9" fmla="*/ 1451345 w 1541721"/>
                <a:gd name="connsiteY9" fmla="*/ 1775637 h 2025503"/>
                <a:gd name="connsiteX10" fmla="*/ 1451345 w 1541721"/>
                <a:gd name="connsiteY10" fmla="*/ 2025503 h 2025503"/>
                <a:gd name="connsiteX0" fmla="*/ 1541721 w 1541721"/>
                <a:gd name="connsiteY0" fmla="*/ 0 h 2025503"/>
                <a:gd name="connsiteX1" fmla="*/ 1206796 w 1541721"/>
                <a:gd name="connsiteY1" fmla="*/ 0 h 2025503"/>
                <a:gd name="connsiteX2" fmla="*/ 1216735 w 1541721"/>
                <a:gd name="connsiteY2" fmla="*/ 526172 h 2025503"/>
                <a:gd name="connsiteX3" fmla="*/ 1223486 w 1541721"/>
                <a:gd name="connsiteY3" fmla="*/ 702628 h 2025503"/>
                <a:gd name="connsiteX4" fmla="*/ 1229448 w 1541721"/>
                <a:gd name="connsiteY4" fmla="*/ 1145913 h 2025503"/>
                <a:gd name="connsiteX5" fmla="*/ 1231741 w 1541721"/>
                <a:gd name="connsiteY5" fmla="*/ 1323316 h 2025503"/>
                <a:gd name="connsiteX6" fmla="*/ 1197642 w 1541721"/>
                <a:gd name="connsiteY6" fmla="*/ 1398366 h 2025503"/>
                <a:gd name="connsiteX7" fmla="*/ 0 w 1541721"/>
                <a:gd name="connsiteY7" fmla="*/ 1387549 h 2025503"/>
                <a:gd name="connsiteX8" fmla="*/ 0 w 1541721"/>
                <a:gd name="connsiteY8" fmla="*/ 1775637 h 2025503"/>
                <a:gd name="connsiteX9" fmla="*/ 1451345 w 1541721"/>
                <a:gd name="connsiteY9" fmla="*/ 1775637 h 2025503"/>
                <a:gd name="connsiteX10" fmla="*/ 1451345 w 1541721"/>
                <a:gd name="connsiteY10" fmla="*/ 2025503 h 2025503"/>
                <a:gd name="connsiteX0" fmla="*/ 1541721 w 1541721"/>
                <a:gd name="connsiteY0" fmla="*/ 0 h 2025503"/>
                <a:gd name="connsiteX1" fmla="*/ 1206796 w 1541721"/>
                <a:gd name="connsiteY1" fmla="*/ 0 h 2025503"/>
                <a:gd name="connsiteX2" fmla="*/ 1216735 w 1541721"/>
                <a:gd name="connsiteY2" fmla="*/ 526172 h 2025503"/>
                <a:gd name="connsiteX3" fmla="*/ 1223486 w 1541721"/>
                <a:gd name="connsiteY3" fmla="*/ 702628 h 2025503"/>
                <a:gd name="connsiteX4" fmla="*/ 1229448 w 1541721"/>
                <a:gd name="connsiteY4" fmla="*/ 1145913 h 2025503"/>
                <a:gd name="connsiteX5" fmla="*/ 1231741 w 1541721"/>
                <a:gd name="connsiteY5" fmla="*/ 1323316 h 2025503"/>
                <a:gd name="connsiteX6" fmla="*/ 1229447 w 1541721"/>
                <a:gd name="connsiteY6" fmla="*/ 1402341 h 2025503"/>
                <a:gd name="connsiteX7" fmla="*/ 0 w 1541721"/>
                <a:gd name="connsiteY7" fmla="*/ 1387549 h 2025503"/>
                <a:gd name="connsiteX8" fmla="*/ 0 w 1541721"/>
                <a:gd name="connsiteY8" fmla="*/ 1775637 h 2025503"/>
                <a:gd name="connsiteX9" fmla="*/ 1451345 w 1541721"/>
                <a:gd name="connsiteY9" fmla="*/ 1775637 h 2025503"/>
                <a:gd name="connsiteX10" fmla="*/ 1451345 w 1541721"/>
                <a:gd name="connsiteY10" fmla="*/ 2025503 h 2025503"/>
                <a:gd name="connsiteX0" fmla="*/ 1541721 w 1541721"/>
                <a:gd name="connsiteY0" fmla="*/ 0 h 2025503"/>
                <a:gd name="connsiteX1" fmla="*/ 1206796 w 1541721"/>
                <a:gd name="connsiteY1" fmla="*/ 0 h 2025503"/>
                <a:gd name="connsiteX2" fmla="*/ 1216735 w 1541721"/>
                <a:gd name="connsiteY2" fmla="*/ 526172 h 2025503"/>
                <a:gd name="connsiteX3" fmla="*/ 1223486 w 1541721"/>
                <a:gd name="connsiteY3" fmla="*/ 702628 h 2025503"/>
                <a:gd name="connsiteX4" fmla="*/ 1229448 w 1541721"/>
                <a:gd name="connsiteY4" fmla="*/ 1145913 h 2025503"/>
                <a:gd name="connsiteX5" fmla="*/ 1231741 w 1541721"/>
                <a:gd name="connsiteY5" fmla="*/ 1323316 h 2025503"/>
                <a:gd name="connsiteX6" fmla="*/ 1233423 w 1541721"/>
                <a:gd name="connsiteY6" fmla="*/ 1368548 h 2025503"/>
                <a:gd name="connsiteX7" fmla="*/ 0 w 1541721"/>
                <a:gd name="connsiteY7" fmla="*/ 1387549 h 2025503"/>
                <a:gd name="connsiteX8" fmla="*/ 0 w 1541721"/>
                <a:gd name="connsiteY8" fmla="*/ 1775637 h 2025503"/>
                <a:gd name="connsiteX9" fmla="*/ 1451345 w 1541721"/>
                <a:gd name="connsiteY9" fmla="*/ 1775637 h 2025503"/>
                <a:gd name="connsiteX10" fmla="*/ 1451345 w 1541721"/>
                <a:gd name="connsiteY10" fmla="*/ 2025503 h 2025503"/>
                <a:gd name="connsiteX0" fmla="*/ 1543709 w 1543709"/>
                <a:gd name="connsiteY0" fmla="*/ 0 h 2025503"/>
                <a:gd name="connsiteX1" fmla="*/ 1208784 w 1543709"/>
                <a:gd name="connsiteY1" fmla="*/ 0 h 2025503"/>
                <a:gd name="connsiteX2" fmla="*/ 1218723 w 1543709"/>
                <a:gd name="connsiteY2" fmla="*/ 526172 h 2025503"/>
                <a:gd name="connsiteX3" fmla="*/ 1225474 w 1543709"/>
                <a:gd name="connsiteY3" fmla="*/ 702628 h 2025503"/>
                <a:gd name="connsiteX4" fmla="*/ 1231436 w 1543709"/>
                <a:gd name="connsiteY4" fmla="*/ 1145913 h 2025503"/>
                <a:gd name="connsiteX5" fmla="*/ 1233729 w 1543709"/>
                <a:gd name="connsiteY5" fmla="*/ 1323316 h 2025503"/>
                <a:gd name="connsiteX6" fmla="*/ 1235411 w 1543709"/>
                <a:gd name="connsiteY6" fmla="*/ 1368548 h 2025503"/>
                <a:gd name="connsiteX7" fmla="*/ 0 w 1543709"/>
                <a:gd name="connsiteY7" fmla="*/ 1361707 h 2025503"/>
                <a:gd name="connsiteX8" fmla="*/ 1988 w 1543709"/>
                <a:gd name="connsiteY8" fmla="*/ 1775637 h 2025503"/>
                <a:gd name="connsiteX9" fmla="*/ 1453333 w 1543709"/>
                <a:gd name="connsiteY9" fmla="*/ 1775637 h 2025503"/>
                <a:gd name="connsiteX10" fmla="*/ 1453333 w 1543709"/>
                <a:gd name="connsiteY10" fmla="*/ 2025503 h 2025503"/>
                <a:gd name="connsiteX0" fmla="*/ 1543709 w 1543709"/>
                <a:gd name="connsiteY0" fmla="*/ 0 h 2025503"/>
                <a:gd name="connsiteX1" fmla="*/ 1208784 w 1543709"/>
                <a:gd name="connsiteY1" fmla="*/ 0 h 2025503"/>
                <a:gd name="connsiteX2" fmla="*/ 1218723 w 1543709"/>
                <a:gd name="connsiteY2" fmla="*/ 526172 h 2025503"/>
                <a:gd name="connsiteX3" fmla="*/ 1225474 w 1543709"/>
                <a:gd name="connsiteY3" fmla="*/ 702628 h 2025503"/>
                <a:gd name="connsiteX4" fmla="*/ 1231436 w 1543709"/>
                <a:gd name="connsiteY4" fmla="*/ 1145913 h 2025503"/>
                <a:gd name="connsiteX5" fmla="*/ 1231741 w 1543709"/>
                <a:gd name="connsiteY5" fmla="*/ 1277596 h 2025503"/>
                <a:gd name="connsiteX6" fmla="*/ 1235411 w 1543709"/>
                <a:gd name="connsiteY6" fmla="*/ 1368548 h 2025503"/>
                <a:gd name="connsiteX7" fmla="*/ 0 w 1543709"/>
                <a:gd name="connsiteY7" fmla="*/ 1361707 h 2025503"/>
                <a:gd name="connsiteX8" fmla="*/ 1988 w 1543709"/>
                <a:gd name="connsiteY8" fmla="*/ 1775637 h 2025503"/>
                <a:gd name="connsiteX9" fmla="*/ 1453333 w 1543709"/>
                <a:gd name="connsiteY9" fmla="*/ 1775637 h 2025503"/>
                <a:gd name="connsiteX10" fmla="*/ 1453333 w 1543709"/>
                <a:gd name="connsiteY10" fmla="*/ 2025503 h 2025503"/>
                <a:gd name="connsiteX0" fmla="*/ 1543709 w 1543709"/>
                <a:gd name="connsiteY0" fmla="*/ 0 h 2025503"/>
                <a:gd name="connsiteX1" fmla="*/ 1208784 w 1543709"/>
                <a:gd name="connsiteY1" fmla="*/ 0 h 2025503"/>
                <a:gd name="connsiteX2" fmla="*/ 1218723 w 1543709"/>
                <a:gd name="connsiteY2" fmla="*/ 526172 h 2025503"/>
                <a:gd name="connsiteX3" fmla="*/ 1221498 w 1543709"/>
                <a:gd name="connsiteY3" fmla="*/ 696664 h 2025503"/>
                <a:gd name="connsiteX4" fmla="*/ 1231436 w 1543709"/>
                <a:gd name="connsiteY4" fmla="*/ 1145913 h 2025503"/>
                <a:gd name="connsiteX5" fmla="*/ 1231741 w 1543709"/>
                <a:gd name="connsiteY5" fmla="*/ 1277596 h 2025503"/>
                <a:gd name="connsiteX6" fmla="*/ 1235411 w 1543709"/>
                <a:gd name="connsiteY6" fmla="*/ 1368548 h 2025503"/>
                <a:gd name="connsiteX7" fmla="*/ 0 w 1543709"/>
                <a:gd name="connsiteY7" fmla="*/ 1361707 h 2025503"/>
                <a:gd name="connsiteX8" fmla="*/ 1988 w 1543709"/>
                <a:gd name="connsiteY8" fmla="*/ 1775637 h 2025503"/>
                <a:gd name="connsiteX9" fmla="*/ 1453333 w 1543709"/>
                <a:gd name="connsiteY9" fmla="*/ 1775637 h 2025503"/>
                <a:gd name="connsiteX10" fmla="*/ 1453333 w 1543709"/>
                <a:gd name="connsiteY10" fmla="*/ 2025503 h 2025503"/>
                <a:gd name="connsiteX0" fmla="*/ 1543709 w 1543709"/>
                <a:gd name="connsiteY0" fmla="*/ 0 h 2025503"/>
                <a:gd name="connsiteX1" fmla="*/ 1208784 w 1543709"/>
                <a:gd name="connsiteY1" fmla="*/ 0 h 2025503"/>
                <a:gd name="connsiteX2" fmla="*/ 1218723 w 1543709"/>
                <a:gd name="connsiteY2" fmla="*/ 526172 h 2025503"/>
                <a:gd name="connsiteX3" fmla="*/ 1219510 w 1543709"/>
                <a:gd name="connsiteY3" fmla="*/ 684737 h 2025503"/>
                <a:gd name="connsiteX4" fmla="*/ 1231436 w 1543709"/>
                <a:gd name="connsiteY4" fmla="*/ 1145913 h 2025503"/>
                <a:gd name="connsiteX5" fmla="*/ 1231741 w 1543709"/>
                <a:gd name="connsiteY5" fmla="*/ 1277596 h 2025503"/>
                <a:gd name="connsiteX6" fmla="*/ 1235411 w 1543709"/>
                <a:gd name="connsiteY6" fmla="*/ 1368548 h 2025503"/>
                <a:gd name="connsiteX7" fmla="*/ 0 w 1543709"/>
                <a:gd name="connsiteY7" fmla="*/ 1361707 h 2025503"/>
                <a:gd name="connsiteX8" fmla="*/ 1988 w 1543709"/>
                <a:gd name="connsiteY8" fmla="*/ 1775637 h 2025503"/>
                <a:gd name="connsiteX9" fmla="*/ 1453333 w 1543709"/>
                <a:gd name="connsiteY9" fmla="*/ 1775637 h 2025503"/>
                <a:gd name="connsiteX10" fmla="*/ 1453333 w 1543709"/>
                <a:gd name="connsiteY10" fmla="*/ 2025503 h 2025503"/>
                <a:gd name="connsiteX0" fmla="*/ 1543709 w 1543709"/>
                <a:gd name="connsiteY0" fmla="*/ 0 h 2025503"/>
                <a:gd name="connsiteX1" fmla="*/ 1208784 w 1543709"/>
                <a:gd name="connsiteY1" fmla="*/ 0 h 2025503"/>
                <a:gd name="connsiteX2" fmla="*/ 1218723 w 1543709"/>
                <a:gd name="connsiteY2" fmla="*/ 526172 h 2025503"/>
                <a:gd name="connsiteX3" fmla="*/ 1219510 w 1543709"/>
                <a:gd name="connsiteY3" fmla="*/ 684737 h 2025503"/>
                <a:gd name="connsiteX4" fmla="*/ 1231436 w 1543709"/>
                <a:gd name="connsiteY4" fmla="*/ 1145913 h 2025503"/>
                <a:gd name="connsiteX5" fmla="*/ 1231741 w 1543709"/>
                <a:gd name="connsiteY5" fmla="*/ 1277596 h 2025503"/>
                <a:gd name="connsiteX6" fmla="*/ 1221496 w 1543709"/>
                <a:gd name="connsiteY6" fmla="*/ 1368548 h 2025503"/>
                <a:gd name="connsiteX7" fmla="*/ 0 w 1543709"/>
                <a:gd name="connsiteY7" fmla="*/ 1361707 h 2025503"/>
                <a:gd name="connsiteX8" fmla="*/ 1988 w 1543709"/>
                <a:gd name="connsiteY8" fmla="*/ 1775637 h 2025503"/>
                <a:gd name="connsiteX9" fmla="*/ 1453333 w 1543709"/>
                <a:gd name="connsiteY9" fmla="*/ 1775637 h 2025503"/>
                <a:gd name="connsiteX10" fmla="*/ 1453333 w 1543709"/>
                <a:gd name="connsiteY10" fmla="*/ 2025503 h 2025503"/>
                <a:gd name="connsiteX0" fmla="*/ 1543709 w 1543709"/>
                <a:gd name="connsiteY0" fmla="*/ 0 h 2025503"/>
                <a:gd name="connsiteX1" fmla="*/ 1208784 w 1543709"/>
                <a:gd name="connsiteY1" fmla="*/ 0 h 2025503"/>
                <a:gd name="connsiteX2" fmla="*/ 1218723 w 1543709"/>
                <a:gd name="connsiteY2" fmla="*/ 526172 h 2025503"/>
                <a:gd name="connsiteX3" fmla="*/ 1219510 w 1543709"/>
                <a:gd name="connsiteY3" fmla="*/ 684737 h 2025503"/>
                <a:gd name="connsiteX4" fmla="*/ 1231436 w 1543709"/>
                <a:gd name="connsiteY4" fmla="*/ 1145913 h 2025503"/>
                <a:gd name="connsiteX5" fmla="*/ 1221801 w 1543709"/>
                <a:gd name="connsiteY5" fmla="*/ 1277596 h 2025503"/>
                <a:gd name="connsiteX6" fmla="*/ 1221496 w 1543709"/>
                <a:gd name="connsiteY6" fmla="*/ 1368548 h 2025503"/>
                <a:gd name="connsiteX7" fmla="*/ 0 w 1543709"/>
                <a:gd name="connsiteY7" fmla="*/ 1361707 h 2025503"/>
                <a:gd name="connsiteX8" fmla="*/ 1988 w 1543709"/>
                <a:gd name="connsiteY8" fmla="*/ 1775637 h 2025503"/>
                <a:gd name="connsiteX9" fmla="*/ 1453333 w 1543709"/>
                <a:gd name="connsiteY9" fmla="*/ 1775637 h 2025503"/>
                <a:gd name="connsiteX10" fmla="*/ 1453333 w 1543709"/>
                <a:gd name="connsiteY10" fmla="*/ 2025503 h 2025503"/>
                <a:gd name="connsiteX0" fmla="*/ 1543709 w 1543709"/>
                <a:gd name="connsiteY0" fmla="*/ 0 h 2025503"/>
                <a:gd name="connsiteX1" fmla="*/ 1208784 w 1543709"/>
                <a:gd name="connsiteY1" fmla="*/ 0 h 2025503"/>
                <a:gd name="connsiteX2" fmla="*/ 1218723 w 1543709"/>
                <a:gd name="connsiteY2" fmla="*/ 526172 h 2025503"/>
                <a:gd name="connsiteX3" fmla="*/ 1219510 w 1543709"/>
                <a:gd name="connsiteY3" fmla="*/ 684737 h 2025503"/>
                <a:gd name="connsiteX4" fmla="*/ 1219509 w 1543709"/>
                <a:gd name="connsiteY4" fmla="*/ 1143925 h 2025503"/>
                <a:gd name="connsiteX5" fmla="*/ 1221801 w 1543709"/>
                <a:gd name="connsiteY5" fmla="*/ 1277596 h 2025503"/>
                <a:gd name="connsiteX6" fmla="*/ 1221496 w 1543709"/>
                <a:gd name="connsiteY6" fmla="*/ 1368548 h 2025503"/>
                <a:gd name="connsiteX7" fmla="*/ 0 w 1543709"/>
                <a:gd name="connsiteY7" fmla="*/ 1361707 h 2025503"/>
                <a:gd name="connsiteX8" fmla="*/ 1988 w 1543709"/>
                <a:gd name="connsiteY8" fmla="*/ 1775637 h 2025503"/>
                <a:gd name="connsiteX9" fmla="*/ 1453333 w 1543709"/>
                <a:gd name="connsiteY9" fmla="*/ 1775637 h 2025503"/>
                <a:gd name="connsiteX10" fmla="*/ 1453333 w 1543709"/>
                <a:gd name="connsiteY10" fmla="*/ 2025503 h 2025503"/>
                <a:gd name="connsiteX0" fmla="*/ 1543709 w 1543709"/>
                <a:gd name="connsiteY0" fmla="*/ 0 h 2025503"/>
                <a:gd name="connsiteX1" fmla="*/ 1224687 w 1543709"/>
                <a:gd name="connsiteY1" fmla="*/ 0 h 2025503"/>
                <a:gd name="connsiteX2" fmla="*/ 1218723 w 1543709"/>
                <a:gd name="connsiteY2" fmla="*/ 526172 h 2025503"/>
                <a:gd name="connsiteX3" fmla="*/ 1219510 w 1543709"/>
                <a:gd name="connsiteY3" fmla="*/ 684737 h 2025503"/>
                <a:gd name="connsiteX4" fmla="*/ 1219509 w 1543709"/>
                <a:gd name="connsiteY4" fmla="*/ 1143925 h 2025503"/>
                <a:gd name="connsiteX5" fmla="*/ 1221801 w 1543709"/>
                <a:gd name="connsiteY5" fmla="*/ 1277596 h 2025503"/>
                <a:gd name="connsiteX6" fmla="*/ 1221496 w 1543709"/>
                <a:gd name="connsiteY6" fmla="*/ 1368548 h 2025503"/>
                <a:gd name="connsiteX7" fmla="*/ 0 w 1543709"/>
                <a:gd name="connsiteY7" fmla="*/ 1361707 h 2025503"/>
                <a:gd name="connsiteX8" fmla="*/ 1988 w 1543709"/>
                <a:gd name="connsiteY8" fmla="*/ 1775637 h 2025503"/>
                <a:gd name="connsiteX9" fmla="*/ 1453333 w 1543709"/>
                <a:gd name="connsiteY9" fmla="*/ 1775637 h 2025503"/>
                <a:gd name="connsiteX10" fmla="*/ 1453333 w 1543709"/>
                <a:gd name="connsiteY10" fmla="*/ 2025503 h 2025503"/>
                <a:gd name="connsiteX0" fmla="*/ 1543709 w 1543709"/>
                <a:gd name="connsiteY0" fmla="*/ 1988 h 2027491"/>
                <a:gd name="connsiteX1" fmla="*/ 1218723 w 1543709"/>
                <a:gd name="connsiteY1" fmla="*/ 0 h 2027491"/>
                <a:gd name="connsiteX2" fmla="*/ 1218723 w 1543709"/>
                <a:gd name="connsiteY2" fmla="*/ 528160 h 2027491"/>
                <a:gd name="connsiteX3" fmla="*/ 1219510 w 1543709"/>
                <a:gd name="connsiteY3" fmla="*/ 686725 h 2027491"/>
                <a:gd name="connsiteX4" fmla="*/ 1219509 w 1543709"/>
                <a:gd name="connsiteY4" fmla="*/ 1145913 h 2027491"/>
                <a:gd name="connsiteX5" fmla="*/ 1221801 w 1543709"/>
                <a:gd name="connsiteY5" fmla="*/ 1279584 h 2027491"/>
                <a:gd name="connsiteX6" fmla="*/ 1221496 w 1543709"/>
                <a:gd name="connsiteY6" fmla="*/ 1370536 h 2027491"/>
                <a:gd name="connsiteX7" fmla="*/ 0 w 1543709"/>
                <a:gd name="connsiteY7" fmla="*/ 1363695 h 2027491"/>
                <a:gd name="connsiteX8" fmla="*/ 1988 w 1543709"/>
                <a:gd name="connsiteY8" fmla="*/ 1777625 h 2027491"/>
                <a:gd name="connsiteX9" fmla="*/ 1453333 w 1543709"/>
                <a:gd name="connsiteY9" fmla="*/ 1777625 h 2027491"/>
                <a:gd name="connsiteX10" fmla="*/ 1453333 w 1543709"/>
                <a:gd name="connsiteY10" fmla="*/ 2027491 h 2027491"/>
                <a:gd name="connsiteX0" fmla="*/ 1543709 w 1543709"/>
                <a:gd name="connsiteY0" fmla="*/ 1988 h 2027491"/>
                <a:gd name="connsiteX1" fmla="*/ 1218723 w 1543709"/>
                <a:gd name="connsiteY1" fmla="*/ 0 h 2027491"/>
                <a:gd name="connsiteX2" fmla="*/ 1218723 w 1543709"/>
                <a:gd name="connsiteY2" fmla="*/ 528160 h 2027491"/>
                <a:gd name="connsiteX3" fmla="*/ 1219510 w 1543709"/>
                <a:gd name="connsiteY3" fmla="*/ 686725 h 2027491"/>
                <a:gd name="connsiteX4" fmla="*/ 1219509 w 1543709"/>
                <a:gd name="connsiteY4" fmla="*/ 1145913 h 2027491"/>
                <a:gd name="connsiteX5" fmla="*/ 1221801 w 1543709"/>
                <a:gd name="connsiteY5" fmla="*/ 1279584 h 2027491"/>
                <a:gd name="connsiteX6" fmla="*/ 1221496 w 1543709"/>
                <a:gd name="connsiteY6" fmla="*/ 1370536 h 2027491"/>
                <a:gd name="connsiteX7" fmla="*/ 0 w 1543709"/>
                <a:gd name="connsiteY7" fmla="*/ 1363695 h 2027491"/>
                <a:gd name="connsiteX8" fmla="*/ 1988 w 1543709"/>
                <a:gd name="connsiteY8" fmla="*/ 1777625 h 2027491"/>
                <a:gd name="connsiteX9" fmla="*/ 1453333 w 1543709"/>
                <a:gd name="connsiteY9" fmla="*/ 1777625 h 2027491"/>
                <a:gd name="connsiteX10" fmla="*/ 1453333 w 1543709"/>
                <a:gd name="connsiteY10" fmla="*/ 2027491 h 2027491"/>
                <a:gd name="connsiteX0" fmla="*/ 1543709 w 1543709"/>
                <a:gd name="connsiteY0" fmla="*/ 1988 h 2027491"/>
                <a:gd name="connsiteX1" fmla="*/ 1218723 w 1543709"/>
                <a:gd name="connsiteY1" fmla="*/ 0 h 2027491"/>
                <a:gd name="connsiteX2" fmla="*/ 1218723 w 1543709"/>
                <a:gd name="connsiteY2" fmla="*/ 528160 h 2027491"/>
                <a:gd name="connsiteX3" fmla="*/ 1219510 w 1543709"/>
                <a:gd name="connsiteY3" fmla="*/ 686725 h 2027491"/>
                <a:gd name="connsiteX4" fmla="*/ 1219509 w 1543709"/>
                <a:gd name="connsiteY4" fmla="*/ 1145913 h 2027491"/>
                <a:gd name="connsiteX5" fmla="*/ 1221801 w 1543709"/>
                <a:gd name="connsiteY5" fmla="*/ 1279584 h 2027491"/>
                <a:gd name="connsiteX6" fmla="*/ 1221496 w 1543709"/>
                <a:gd name="connsiteY6" fmla="*/ 1370536 h 2027491"/>
                <a:gd name="connsiteX7" fmla="*/ 0 w 1543709"/>
                <a:gd name="connsiteY7" fmla="*/ 1363695 h 2027491"/>
                <a:gd name="connsiteX8" fmla="*/ 1988 w 1543709"/>
                <a:gd name="connsiteY8" fmla="*/ 1777625 h 2027491"/>
                <a:gd name="connsiteX9" fmla="*/ 1453333 w 1543709"/>
                <a:gd name="connsiteY9" fmla="*/ 1777625 h 2027491"/>
                <a:gd name="connsiteX10" fmla="*/ 1453333 w 1543709"/>
                <a:gd name="connsiteY10" fmla="*/ 2027491 h 2027491"/>
                <a:gd name="connsiteX0" fmla="*/ 1543709 w 1543709"/>
                <a:gd name="connsiteY0" fmla="*/ 1988 h 2027491"/>
                <a:gd name="connsiteX1" fmla="*/ 1218723 w 1543709"/>
                <a:gd name="connsiteY1" fmla="*/ 0 h 2027491"/>
                <a:gd name="connsiteX2" fmla="*/ 1218723 w 1543709"/>
                <a:gd name="connsiteY2" fmla="*/ 528160 h 2027491"/>
                <a:gd name="connsiteX3" fmla="*/ 1219510 w 1543709"/>
                <a:gd name="connsiteY3" fmla="*/ 692688 h 2027491"/>
                <a:gd name="connsiteX4" fmla="*/ 1219509 w 1543709"/>
                <a:gd name="connsiteY4" fmla="*/ 1145913 h 2027491"/>
                <a:gd name="connsiteX5" fmla="*/ 1221801 w 1543709"/>
                <a:gd name="connsiteY5" fmla="*/ 1279584 h 2027491"/>
                <a:gd name="connsiteX6" fmla="*/ 1221496 w 1543709"/>
                <a:gd name="connsiteY6" fmla="*/ 1370536 h 2027491"/>
                <a:gd name="connsiteX7" fmla="*/ 0 w 1543709"/>
                <a:gd name="connsiteY7" fmla="*/ 1363695 h 2027491"/>
                <a:gd name="connsiteX8" fmla="*/ 1988 w 1543709"/>
                <a:gd name="connsiteY8" fmla="*/ 1777625 h 2027491"/>
                <a:gd name="connsiteX9" fmla="*/ 1453333 w 1543709"/>
                <a:gd name="connsiteY9" fmla="*/ 1777625 h 2027491"/>
                <a:gd name="connsiteX10" fmla="*/ 1453333 w 1543709"/>
                <a:gd name="connsiteY10" fmla="*/ 2027491 h 2027491"/>
                <a:gd name="connsiteX0" fmla="*/ 1543709 w 1543709"/>
                <a:gd name="connsiteY0" fmla="*/ 1988 h 2027491"/>
                <a:gd name="connsiteX1" fmla="*/ 1218723 w 1543709"/>
                <a:gd name="connsiteY1" fmla="*/ 0 h 2027491"/>
                <a:gd name="connsiteX2" fmla="*/ 1218723 w 1543709"/>
                <a:gd name="connsiteY2" fmla="*/ 528160 h 2027491"/>
                <a:gd name="connsiteX3" fmla="*/ 1219510 w 1543709"/>
                <a:gd name="connsiteY3" fmla="*/ 692688 h 2027491"/>
                <a:gd name="connsiteX4" fmla="*/ 1219509 w 1543709"/>
                <a:gd name="connsiteY4" fmla="*/ 1145913 h 2027491"/>
                <a:gd name="connsiteX5" fmla="*/ 1221801 w 1543709"/>
                <a:gd name="connsiteY5" fmla="*/ 1287535 h 2027491"/>
                <a:gd name="connsiteX6" fmla="*/ 1221496 w 1543709"/>
                <a:gd name="connsiteY6" fmla="*/ 1370536 h 2027491"/>
                <a:gd name="connsiteX7" fmla="*/ 0 w 1543709"/>
                <a:gd name="connsiteY7" fmla="*/ 1363695 h 2027491"/>
                <a:gd name="connsiteX8" fmla="*/ 1988 w 1543709"/>
                <a:gd name="connsiteY8" fmla="*/ 1777625 h 2027491"/>
                <a:gd name="connsiteX9" fmla="*/ 1453333 w 1543709"/>
                <a:gd name="connsiteY9" fmla="*/ 1777625 h 2027491"/>
                <a:gd name="connsiteX10" fmla="*/ 1453333 w 1543709"/>
                <a:gd name="connsiteY10" fmla="*/ 2027491 h 2027491"/>
                <a:gd name="connsiteX0" fmla="*/ 1543709 w 1543709"/>
                <a:gd name="connsiteY0" fmla="*/ 1988 h 2027491"/>
                <a:gd name="connsiteX1" fmla="*/ 1218723 w 1543709"/>
                <a:gd name="connsiteY1" fmla="*/ 0 h 2027491"/>
                <a:gd name="connsiteX2" fmla="*/ 1218723 w 1543709"/>
                <a:gd name="connsiteY2" fmla="*/ 528160 h 2027491"/>
                <a:gd name="connsiteX3" fmla="*/ 1219510 w 1543709"/>
                <a:gd name="connsiteY3" fmla="*/ 692688 h 2027491"/>
                <a:gd name="connsiteX4" fmla="*/ 1219509 w 1543709"/>
                <a:gd name="connsiteY4" fmla="*/ 1145913 h 2027491"/>
                <a:gd name="connsiteX5" fmla="*/ 1221801 w 1543709"/>
                <a:gd name="connsiteY5" fmla="*/ 1287535 h 2027491"/>
                <a:gd name="connsiteX6" fmla="*/ 1221496 w 1543709"/>
                <a:gd name="connsiteY6" fmla="*/ 1370536 h 2027491"/>
                <a:gd name="connsiteX7" fmla="*/ 0 w 1543709"/>
                <a:gd name="connsiteY7" fmla="*/ 1363695 h 2027491"/>
                <a:gd name="connsiteX8" fmla="*/ 1988 w 1543709"/>
                <a:gd name="connsiteY8" fmla="*/ 1777625 h 2027491"/>
                <a:gd name="connsiteX9" fmla="*/ 1453333 w 1543709"/>
                <a:gd name="connsiteY9" fmla="*/ 1777625 h 2027491"/>
                <a:gd name="connsiteX10" fmla="*/ 1453333 w 1543709"/>
                <a:gd name="connsiteY10" fmla="*/ 2027491 h 2027491"/>
                <a:gd name="connsiteX0" fmla="*/ 1543709 w 1543709"/>
                <a:gd name="connsiteY0" fmla="*/ 1988 h 2027491"/>
                <a:gd name="connsiteX1" fmla="*/ 1218723 w 1543709"/>
                <a:gd name="connsiteY1" fmla="*/ 0 h 2027491"/>
                <a:gd name="connsiteX2" fmla="*/ 1218723 w 1543709"/>
                <a:gd name="connsiteY2" fmla="*/ 528160 h 2027491"/>
                <a:gd name="connsiteX3" fmla="*/ 1219510 w 1543709"/>
                <a:gd name="connsiteY3" fmla="*/ 692688 h 2027491"/>
                <a:gd name="connsiteX4" fmla="*/ 1219509 w 1543709"/>
                <a:gd name="connsiteY4" fmla="*/ 1145913 h 2027491"/>
                <a:gd name="connsiteX5" fmla="*/ 1221801 w 1543709"/>
                <a:gd name="connsiteY5" fmla="*/ 1287535 h 2027491"/>
                <a:gd name="connsiteX6" fmla="*/ 1221496 w 1543709"/>
                <a:gd name="connsiteY6" fmla="*/ 1370536 h 2027491"/>
                <a:gd name="connsiteX7" fmla="*/ 0 w 1543709"/>
                <a:gd name="connsiteY7" fmla="*/ 1363695 h 2027491"/>
                <a:gd name="connsiteX8" fmla="*/ 1988 w 1543709"/>
                <a:gd name="connsiteY8" fmla="*/ 1777625 h 2027491"/>
                <a:gd name="connsiteX9" fmla="*/ 1453333 w 1543709"/>
                <a:gd name="connsiteY9" fmla="*/ 1777625 h 2027491"/>
                <a:gd name="connsiteX10" fmla="*/ 1453333 w 1543709"/>
                <a:gd name="connsiteY10" fmla="*/ 2027491 h 2027491"/>
                <a:gd name="connsiteX0" fmla="*/ 1543709 w 1543709"/>
                <a:gd name="connsiteY0" fmla="*/ 1988 h 2027491"/>
                <a:gd name="connsiteX1" fmla="*/ 1218723 w 1543709"/>
                <a:gd name="connsiteY1" fmla="*/ 0 h 2027491"/>
                <a:gd name="connsiteX2" fmla="*/ 1218723 w 1543709"/>
                <a:gd name="connsiteY2" fmla="*/ 528160 h 2027491"/>
                <a:gd name="connsiteX3" fmla="*/ 1219510 w 1543709"/>
                <a:gd name="connsiteY3" fmla="*/ 692688 h 2027491"/>
                <a:gd name="connsiteX4" fmla="*/ 1219509 w 1543709"/>
                <a:gd name="connsiteY4" fmla="*/ 1145913 h 2027491"/>
                <a:gd name="connsiteX5" fmla="*/ 1221801 w 1543709"/>
                <a:gd name="connsiteY5" fmla="*/ 1287535 h 2027491"/>
                <a:gd name="connsiteX6" fmla="*/ 1221496 w 1543709"/>
                <a:gd name="connsiteY6" fmla="*/ 1370536 h 2027491"/>
                <a:gd name="connsiteX7" fmla="*/ 0 w 1543709"/>
                <a:gd name="connsiteY7" fmla="*/ 1363695 h 2027491"/>
                <a:gd name="connsiteX8" fmla="*/ 1988 w 1543709"/>
                <a:gd name="connsiteY8" fmla="*/ 1777625 h 2027491"/>
                <a:gd name="connsiteX9" fmla="*/ 1453333 w 1543709"/>
                <a:gd name="connsiteY9" fmla="*/ 1777625 h 2027491"/>
                <a:gd name="connsiteX10" fmla="*/ 1453333 w 1543709"/>
                <a:gd name="connsiteY10" fmla="*/ 2027491 h 2027491"/>
                <a:gd name="connsiteX0" fmla="*/ 1543709 w 1543709"/>
                <a:gd name="connsiteY0" fmla="*/ 1988 h 2027491"/>
                <a:gd name="connsiteX1" fmla="*/ 1218723 w 1543709"/>
                <a:gd name="connsiteY1" fmla="*/ 0 h 2027491"/>
                <a:gd name="connsiteX2" fmla="*/ 1218723 w 1543709"/>
                <a:gd name="connsiteY2" fmla="*/ 528160 h 2027491"/>
                <a:gd name="connsiteX3" fmla="*/ 1219510 w 1543709"/>
                <a:gd name="connsiteY3" fmla="*/ 692688 h 2027491"/>
                <a:gd name="connsiteX4" fmla="*/ 1219509 w 1543709"/>
                <a:gd name="connsiteY4" fmla="*/ 1145913 h 2027491"/>
                <a:gd name="connsiteX5" fmla="*/ 1221801 w 1543709"/>
                <a:gd name="connsiteY5" fmla="*/ 1287535 h 2027491"/>
                <a:gd name="connsiteX6" fmla="*/ 1221496 w 1543709"/>
                <a:gd name="connsiteY6" fmla="*/ 1370536 h 2027491"/>
                <a:gd name="connsiteX7" fmla="*/ 0 w 1543709"/>
                <a:gd name="connsiteY7" fmla="*/ 1363695 h 2027491"/>
                <a:gd name="connsiteX8" fmla="*/ 1988 w 1543709"/>
                <a:gd name="connsiteY8" fmla="*/ 1777625 h 2027491"/>
                <a:gd name="connsiteX9" fmla="*/ 1453333 w 1543709"/>
                <a:gd name="connsiteY9" fmla="*/ 1777625 h 2027491"/>
                <a:gd name="connsiteX10" fmla="*/ 1453333 w 1543709"/>
                <a:gd name="connsiteY10" fmla="*/ 2027491 h 2027491"/>
                <a:gd name="connsiteX0" fmla="*/ 1543709 w 1543709"/>
                <a:gd name="connsiteY0" fmla="*/ 1988 h 2027491"/>
                <a:gd name="connsiteX1" fmla="*/ 1218723 w 1543709"/>
                <a:gd name="connsiteY1" fmla="*/ 0 h 2027491"/>
                <a:gd name="connsiteX2" fmla="*/ 1218723 w 1543709"/>
                <a:gd name="connsiteY2" fmla="*/ 528160 h 2027491"/>
                <a:gd name="connsiteX3" fmla="*/ 1219510 w 1543709"/>
                <a:gd name="connsiteY3" fmla="*/ 692688 h 2027491"/>
                <a:gd name="connsiteX4" fmla="*/ 1219509 w 1543709"/>
                <a:gd name="connsiteY4" fmla="*/ 1145913 h 2027491"/>
                <a:gd name="connsiteX5" fmla="*/ 1221801 w 1543709"/>
                <a:gd name="connsiteY5" fmla="*/ 1287535 h 2027491"/>
                <a:gd name="connsiteX6" fmla="*/ 1221496 w 1543709"/>
                <a:gd name="connsiteY6" fmla="*/ 1370536 h 2027491"/>
                <a:gd name="connsiteX7" fmla="*/ 0 w 1543709"/>
                <a:gd name="connsiteY7" fmla="*/ 1363695 h 2027491"/>
                <a:gd name="connsiteX8" fmla="*/ 1988 w 1543709"/>
                <a:gd name="connsiteY8" fmla="*/ 1777625 h 2027491"/>
                <a:gd name="connsiteX9" fmla="*/ 1453333 w 1543709"/>
                <a:gd name="connsiteY9" fmla="*/ 1777625 h 2027491"/>
                <a:gd name="connsiteX10" fmla="*/ 1453333 w 1543709"/>
                <a:gd name="connsiteY10" fmla="*/ 2027491 h 2027491"/>
                <a:gd name="connsiteX0" fmla="*/ 1543709 w 1543709"/>
                <a:gd name="connsiteY0" fmla="*/ 1988 h 2027491"/>
                <a:gd name="connsiteX1" fmla="*/ 1218723 w 1543709"/>
                <a:gd name="connsiteY1" fmla="*/ 0 h 2027491"/>
                <a:gd name="connsiteX2" fmla="*/ 1218723 w 1543709"/>
                <a:gd name="connsiteY2" fmla="*/ 540087 h 2027491"/>
                <a:gd name="connsiteX3" fmla="*/ 1219510 w 1543709"/>
                <a:gd name="connsiteY3" fmla="*/ 692688 h 2027491"/>
                <a:gd name="connsiteX4" fmla="*/ 1219509 w 1543709"/>
                <a:gd name="connsiteY4" fmla="*/ 1145913 h 2027491"/>
                <a:gd name="connsiteX5" fmla="*/ 1221801 w 1543709"/>
                <a:gd name="connsiteY5" fmla="*/ 1287535 h 2027491"/>
                <a:gd name="connsiteX6" fmla="*/ 1221496 w 1543709"/>
                <a:gd name="connsiteY6" fmla="*/ 1370536 h 2027491"/>
                <a:gd name="connsiteX7" fmla="*/ 0 w 1543709"/>
                <a:gd name="connsiteY7" fmla="*/ 1363695 h 2027491"/>
                <a:gd name="connsiteX8" fmla="*/ 1988 w 1543709"/>
                <a:gd name="connsiteY8" fmla="*/ 1777625 h 2027491"/>
                <a:gd name="connsiteX9" fmla="*/ 1453333 w 1543709"/>
                <a:gd name="connsiteY9" fmla="*/ 1777625 h 2027491"/>
                <a:gd name="connsiteX10" fmla="*/ 1453333 w 1543709"/>
                <a:gd name="connsiteY10" fmla="*/ 2027491 h 2027491"/>
                <a:gd name="connsiteX0" fmla="*/ 1543709 w 1543709"/>
                <a:gd name="connsiteY0" fmla="*/ 1988 h 2027491"/>
                <a:gd name="connsiteX1" fmla="*/ 1218723 w 1543709"/>
                <a:gd name="connsiteY1" fmla="*/ 0 h 2027491"/>
                <a:gd name="connsiteX2" fmla="*/ 1218723 w 1543709"/>
                <a:gd name="connsiteY2" fmla="*/ 540087 h 2027491"/>
                <a:gd name="connsiteX3" fmla="*/ 1219510 w 1543709"/>
                <a:gd name="connsiteY3" fmla="*/ 686725 h 2027491"/>
                <a:gd name="connsiteX4" fmla="*/ 1219509 w 1543709"/>
                <a:gd name="connsiteY4" fmla="*/ 1145913 h 2027491"/>
                <a:gd name="connsiteX5" fmla="*/ 1221801 w 1543709"/>
                <a:gd name="connsiteY5" fmla="*/ 1287535 h 2027491"/>
                <a:gd name="connsiteX6" fmla="*/ 1221496 w 1543709"/>
                <a:gd name="connsiteY6" fmla="*/ 1370536 h 2027491"/>
                <a:gd name="connsiteX7" fmla="*/ 0 w 1543709"/>
                <a:gd name="connsiteY7" fmla="*/ 1363695 h 2027491"/>
                <a:gd name="connsiteX8" fmla="*/ 1988 w 1543709"/>
                <a:gd name="connsiteY8" fmla="*/ 1777625 h 2027491"/>
                <a:gd name="connsiteX9" fmla="*/ 1453333 w 1543709"/>
                <a:gd name="connsiteY9" fmla="*/ 1777625 h 2027491"/>
                <a:gd name="connsiteX10" fmla="*/ 1453333 w 1543709"/>
                <a:gd name="connsiteY10" fmla="*/ 2027491 h 2027491"/>
                <a:gd name="connsiteX0" fmla="*/ 1543709 w 1543709"/>
                <a:gd name="connsiteY0" fmla="*/ 1988 h 2027491"/>
                <a:gd name="connsiteX1" fmla="*/ 1218723 w 1543709"/>
                <a:gd name="connsiteY1" fmla="*/ 0 h 2027491"/>
                <a:gd name="connsiteX2" fmla="*/ 1218723 w 1543709"/>
                <a:gd name="connsiteY2" fmla="*/ 540087 h 2027491"/>
                <a:gd name="connsiteX3" fmla="*/ 1219510 w 1543709"/>
                <a:gd name="connsiteY3" fmla="*/ 686725 h 2027491"/>
                <a:gd name="connsiteX4" fmla="*/ 1219509 w 1543709"/>
                <a:gd name="connsiteY4" fmla="*/ 1145913 h 2027491"/>
                <a:gd name="connsiteX5" fmla="*/ 1221801 w 1543709"/>
                <a:gd name="connsiteY5" fmla="*/ 1287535 h 2027491"/>
                <a:gd name="connsiteX6" fmla="*/ 1221496 w 1543709"/>
                <a:gd name="connsiteY6" fmla="*/ 1370536 h 2027491"/>
                <a:gd name="connsiteX7" fmla="*/ 0 w 1543709"/>
                <a:gd name="connsiteY7" fmla="*/ 1363695 h 2027491"/>
                <a:gd name="connsiteX8" fmla="*/ 1988 w 1543709"/>
                <a:gd name="connsiteY8" fmla="*/ 1777625 h 2027491"/>
                <a:gd name="connsiteX9" fmla="*/ 1453333 w 1543709"/>
                <a:gd name="connsiteY9" fmla="*/ 1777625 h 2027491"/>
                <a:gd name="connsiteX10" fmla="*/ 1453333 w 1543709"/>
                <a:gd name="connsiteY10" fmla="*/ 2027491 h 2027491"/>
                <a:gd name="connsiteX0" fmla="*/ 1543709 w 1543709"/>
                <a:gd name="connsiteY0" fmla="*/ 1988 h 2027491"/>
                <a:gd name="connsiteX1" fmla="*/ 1218723 w 1543709"/>
                <a:gd name="connsiteY1" fmla="*/ 0 h 2027491"/>
                <a:gd name="connsiteX2" fmla="*/ 1218723 w 1543709"/>
                <a:gd name="connsiteY2" fmla="*/ 540087 h 2027491"/>
                <a:gd name="connsiteX3" fmla="*/ 1219510 w 1543709"/>
                <a:gd name="connsiteY3" fmla="*/ 686725 h 2027491"/>
                <a:gd name="connsiteX4" fmla="*/ 1219509 w 1543709"/>
                <a:gd name="connsiteY4" fmla="*/ 1145913 h 2027491"/>
                <a:gd name="connsiteX5" fmla="*/ 1221801 w 1543709"/>
                <a:gd name="connsiteY5" fmla="*/ 1287535 h 2027491"/>
                <a:gd name="connsiteX6" fmla="*/ 1221496 w 1543709"/>
                <a:gd name="connsiteY6" fmla="*/ 1370536 h 2027491"/>
                <a:gd name="connsiteX7" fmla="*/ 0 w 1543709"/>
                <a:gd name="connsiteY7" fmla="*/ 1363695 h 2027491"/>
                <a:gd name="connsiteX8" fmla="*/ 1988 w 1543709"/>
                <a:gd name="connsiteY8" fmla="*/ 1777625 h 2027491"/>
                <a:gd name="connsiteX9" fmla="*/ 1453333 w 1543709"/>
                <a:gd name="connsiteY9" fmla="*/ 1777625 h 2027491"/>
                <a:gd name="connsiteX10" fmla="*/ 1453333 w 1543709"/>
                <a:gd name="connsiteY10" fmla="*/ 2027491 h 2027491"/>
                <a:gd name="connsiteX0" fmla="*/ 1541913 w 1541913"/>
                <a:gd name="connsiteY0" fmla="*/ 1988 h 2027491"/>
                <a:gd name="connsiteX1" fmla="*/ 1216927 w 1541913"/>
                <a:gd name="connsiteY1" fmla="*/ 0 h 2027491"/>
                <a:gd name="connsiteX2" fmla="*/ 1216927 w 1541913"/>
                <a:gd name="connsiteY2" fmla="*/ 540087 h 2027491"/>
                <a:gd name="connsiteX3" fmla="*/ 1217714 w 1541913"/>
                <a:gd name="connsiteY3" fmla="*/ 686725 h 2027491"/>
                <a:gd name="connsiteX4" fmla="*/ 1217713 w 1541913"/>
                <a:gd name="connsiteY4" fmla="*/ 1145913 h 2027491"/>
                <a:gd name="connsiteX5" fmla="*/ 1220005 w 1541913"/>
                <a:gd name="connsiteY5" fmla="*/ 1287535 h 2027491"/>
                <a:gd name="connsiteX6" fmla="*/ 1219700 w 1541913"/>
                <a:gd name="connsiteY6" fmla="*/ 1370536 h 2027491"/>
                <a:gd name="connsiteX7" fmla="*/ 191 w 1541913"/>
                <a:gd name="connsiteY7" fmla="*/ 1367671 h 2027491"/>
                <a:gd name="connsiteX8" fmla="*/ 192 w 1541913"/>
                <a:gd name="connsiteY8" fmla="*/ 1777625 h 2027491"/>
                <a:gd name="connsiteX9" fmla="*/ 1451537 w 1541913"/>
                <a:gd name="connsiteY9" fmla="*/ 1777625 h 2027491"/>
                <a:gd name="connsiteX10" fmla="*/ 1451537 w 1541913"/>
                <a:gd name="connsiteY10" fmla="*/ 2027491 h 2027491"/>
                <a:gd name="connsiteX0" fmla="*/ 1541721 w 1541721"/>
                <a:gd name="connsiteY0" fmla="*/ 1988 h 2027491"/>
                <a:gd name="connsiteX1" fmla="*/ 1216735 w 1541721"/>
                <a:gd name="connsiteY1" fmla="*/ 0 h 2027491"/>
                <a:gd name="connsiteX2" fmla="*/ 1216735 w 1541721"/>
                <a:gd name="connsiteY2" fmla="*/ 540087 h 2027491"/>
                <a:gd name="connsiteX3" fmla="*/ 1217522 w 1541721"/>
                <a:gd name="connsiteY3" fmla="*/ 686725 h 2027491"/>
                <a:gd name="connsiteX4" fmla="*/ 1217521 w 1541721"/>
                <a:gd name="connsiteY4" fmla="*/ 1145913 h 2027491"/>
                <a:gd name="connsiteX5" fmla="*/ 1219813 w 1541721"/>
                <a:gd name="connsiteY5" fmla="*/ 1287535 h 2027491"/>
                <a:gd name="connsiteX6" fmla="*/ 1219508 w 1541721"/>
                <a:gd name="connsiteY6" fmla="*/ 1370536 h 2027491"/>
                <a:gd name="connsiteX7" fmla="*/ 0 w 1541721"/>
                <a:gd name="connsiteY7" fmla="*/ 1777625 h 2027491"/>
                <a:gd name="connsiteX8" fmla="*/ 1451345 w 1541721"/>
                <a:gd name="connsiteY8" fmla="*/ 1777625 h 2027491"/>
                <a:gd name="connsiteX9" fmla="*/ 1451345 w 1541721"/>
                <a:gd name="connsiteY9" fmla="*/ 2027491 h 2027491"/>
                <a:gd name="connsiteX0" fmla="*/ 324986 w 324986"/>
                <a:gd name="connsiteY0" fmla="*/ 1988 h 2027491"/>
                <a:gd name="connsiteX1" fmla="*/ 0 w 324986"/>
                <a:gd name="connsiteY1" fmla="*/ 0 h 2027491"/>
                <a:gd name="connsiteX2" fmla="*/ 0 w 324986"/>
                <a:gd name="connsiteY2" fmla="*/ 540087 h 2027491"/>
                <a:gd name="connsiteX3" fmla="*/ 787 w 324986"/>
                <a:gd name="connsiteY3" fmla="*/ 686725 h 2027491"/>
                <a:gd name="connsiteX4" fmla="*/ 786 w 324986"/>
                <a:gd name="connsiteY4" fmla="*/ 1145913 h 2027491"/>
                <a:gd name="connsiteX5" fmla="*/ 3078 w 324986"/>
                <a:gd name="connsiteY5" fmla="*/ 1287535 h 2027491"/>
                <a:gd name="connsiteX6" fmla="*/ 2773 w 324986"/>
                <a:gd name="connsiteY6" fmla="*/ 1370536 h 2027491"/>
                <a:gd name="connsiteX7" fmla="*/ 234610 w 324986"/>
                <a:gd name="connsiteY7" fmla="*/ 1777625 h 2027491"/>
                <a:gd name="connsiteX8" fmla="*/ 234610 w 324986"/>
                <a:gd name="connsiteY8" fmla="*/ 2027491 h 2027491"/>
                <a:gd name="connsiteX0" fmla="*/ 324986 w 324986"/>
                <a:gd name="connsiteY0" fmla="*/ 1988 h 2027491"/>
                <a:gd name="connsiteX1" fmla="*/ 0 w 324986"/>
                <a:gd name="connsiteY1" fmla="*/ 0 h 2027491"/>
                <a:gd name="connsiteX2" fmla="*/ 0 w 324986"/>
                <a:gd name="connsiteY2" fmla="*/ 540087 h 2027491"/>
                <a:gd name="connsiteX3" fmla="*/ 787 w 324986"/>
                <a:gd name="connsiteY3" fmla="*/ 686725 h 2027491"/>
                <a:gd name="connsiteX4" fmla="*/ 786 w 324986"/>
                <a:gd name="connsiteY4" fmla="*/ 1145913 h 2027491"/>
                <a:gd name="connsiteX5" fmla="*/ 3078 w 324986"/>
                <a:gd name="connsiteY5" fmla="*/ 1287535 h 2027491"/>
                <a:gd name="connsiteX6" fmla="*/ 2773 w 324986"/>
                <a:gd name="connsiteY6" fmla="*/ 1370536 h 2027491"/>
                <a:gd name="connsiteX7" fmla="*/ 234610 w 324986"/>
                <a:gd name="connsiteY7" fmla="*/ 2027491 h 2027491"/>
                <a:gd name="connsiteX0" fmla="*/ 324986 w 324986"/>
                <a:gd name="connsiteY0" fmla="*/ 1988 h 2013204"/>
                <a:gd name="connsiteX1" fmla="*/ 0 w 324986"/>
                <a:gd name="connsiteY1" fmla="*/ 0 h 2013204"/>
                <a:gd name="connsiteX2" fmla="*/ 0 w 324986"/>
                <a:gd name="connsiteY2" fmla="*/ 540087 h 2013204"/>
                <a:gd name="connsiteX3" fmla="*/ 787 w 324986"/>
                <a:gd name="connsiteY3" fmla="*/ 686725 h 2013204"/>
                <a:gd name="connsiteX4" fmla="*/ 786 w 324986"/>
                <a:gd name="connsiteY4" fmla="*/ 1145913 h 2013204"/>
                <a:gd name="connsiteX5" fmla="*/ 3078 w 324986"/>
                <a:gd name="connsiteY5" fmla="*/ 1287535 h 2013204"/>
                <a:gd name="connsiteX6" fmla="*/ 2773 w 324986"/>
                <a:gd name="connsiteY6" fmla="*/ 1370536 h 2013204"/>
                <a:gd name="connsiteX7" fmla="*/ 15176 w 324986"/>
                <a:gd name="connsiteY7" fmla="*/ 2013204 h 2013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4986" h="2013204">
                  <a:moveTo>
                    <a:pt x="324986" y="1988"/>
                  </a:moveTo>
                  <a:lnTo>
                    <a:pt x="0" y="0"/>
                  </a:lnTo>
                  <a:lnTo>
                    <a:pt x="0" y="540087"/>
                  </a:lnTo>
                  <a:cubicBezTo>
                    <a:pt x="55921" y="614808"/>
                    <a:pt x="44258" y="608028"/>
                    <a:pt x="787" y="686725"/>
                  </a:cubicBezTo>
                  <a:cubicBezTo>
                    <a:pt x="3237" y="716797"/>
                    <a:pt x="-590" y="1029213"/>
                    <a:pt x="786" y="1145913"/>
                  </a:cubicBezTo>
                  <a:cubicBezTo>
                    <a:pt x="47882" y="1216893"/>
                    <a:pt x="50786" y="1218625"/>
                    <a:pt x="3078" y="1287535"/>
                  </a:cubicBezTo>
                  <a:cubicBezTo>
                    <a:pt x="2313" y="1313877"/>
                    <a:pt x="3538" y="1344194"/>
                    <a:pt x="2773" y="1370536"/>
                  </a:cubicBezTo>
                  <a:lnTo>
                    <a:pt x="15176" y="2013204"/>
                  </a:lnTo>
                </a:path>
              </a:pathLst>
            </a:custGeom>
            <a:ln w="9525">
              <a:solidFill>
                <a:srgbClr val="434759"/>
              </a:solidFill>
              <a:headEnd type="none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0" name="TextBox 111">
              <a:extLst>
                <a:ext uri="{FF2B5EF4-FFF2-40B4-BE49-F238E27FC236}">
                  <a16:creationId xmlns:a16="http://schemas.microsoft.com/office/drawing/2014/main" id="{0735E0D6-011C-11F9-F916-D0E9F2F7BA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4580016" y="4641370"/>
              <a:ext cx="1155246" cy="312181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>
              <a:defPPr>
                <a:defRPr lang="en-US"/>
              </a:defPPr>
              <a:lvl2pPr marL="0" lvl="1" algn="ctr" defTabSz="1474905">
                <a:buClr>
                  <a:prstClr val="black"/>
                </a:buClr>
                <a:buSzPct val="140000"/>
                <a:tabLst>
                  <a:tab pos="5648325" algn="l"/>
                </a:tabLst>
                <a:defRPr sz="900" kern="0" spc="-3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defRPr>
              </a:lvl2pPr>
            </a:lstStyle>
            <a:p>
              <a:pPr lvl="1" algn="l"/>
              <a:r>
                <a:rPr lang="ko-KR" altLang="en-US" sz="800" b="1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그룹공동 클라우드 내</a:t>
              </a:r>
              <a:endParaRPr lang="en-US" altLang="ko-KR" sz="800" b="1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  <a:p>
              <a:pPr lvl="1" algn="l"/>
              <a:r>
                <a:rPr lang="en-US" altLang="ko-KR" sz="800" b="1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GPU</a:t>
              </a:r>
              <a:r>
                <a:rPr lang="ko-KR" altLang="en-US" sz="800" b="1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 서빙 </a:t>
              </a:r>
              <a:r>
                <a:rPr lang="en-US" altLang="ko-KR" sz="800" b="1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Endpoint</a:t>
              </a:r>
            </a:p>
          </p:txBody>
        </p:sp>
        <p:cxnSp>
          <p:nvCxnSpPr>
            <p:cNvPr id="901" name="직선 화살표 연결선 109">
              <a:extLst>
                <a:ext uri="{FF2B5EF4-FFF2-40B4-BE49-F238E27FC236}">
                  <a16:creationId xmlns:a16="http://schemas.microsoft.com/office/drawing/2014/main" id="{93592AAA-770F-4979-D271-8EC906E817D2}"/>
                </a:ext>
              </a:extLst>
            </p:cNvPr>
            <p:cNvCxnSpPr>
              <a:cxnSpLocks/>
              <a:endCxn id="35" idx="2"/>
            </p:cNvCxnSpPr>
            <p:nvPr/>
          </p:nvCxnSpPr>
          <p:spPr>
            <a:xfrm flipV="1">
              <a:off x="1623060" y="3753955"/>
              <a:ext cx="4212000" cy="109385"/>
            </a:xfrm>
            <a:prstGeom prst="bentConnector2">
              <a:avLst/>
            </a:prstGeom>
            <a:ln w="9525">
              <a:solidFill>
                <a:srgbClr val="434759"/>
              </a:solidFill>
              <a:headEnd type="triangl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02" name="그룹 901">
              <a:extLst>
                <a:ext uri="{FF2B5EF4-FFF2-40B4-BE49-F238E27FC236}">
                  <a16:creationId xmlns:a16="http://schemas.microsoft.com/office/drawing/2014/main" id="{8F140AF8-D114-A1CF-FE58-5DD532508F8B}"/>
                </a:ext>
              </a:extLst>
            </p:cNvPr>
            <p:cNvGrpSpPr/>
            <p:nvPr/>
          </p:nvGrpSpPr>
          <p:grpSpPr>
            <a:xfrm>
              <a:off x="1180894" y="2580968"/>
              <a:ext cx="380232" cy="658809"/>
              <a:chOff x="1205446" y="2580968"/>
              <a:chExt cx="380232" cy="658809"/>
            </a:xfrm>
          </p:grpSpPr>
          <p:sp>
            <p:nvSpPr>
              <p:cNvPr id="903" name="직사각형 41">
                <a:extLst>
                  <a:ext uri="{FF2B5EF4-FFF2-40B4-BE49-F238E27FC236}">
                    <a16:creationId xmlns:a16="http://schemas.microsoft.com/office/drawing/2014/main" id="{DB38F330-1E76-D0A5-2A9F-C5E49C7A8782}"/>
                  </a:ext>
                </a:extLst>
              </p:cNvPr>
              <p:cNvSpPr/>
              <p:nvPr/>
            </p:nvSpPr>
            <p:spPr>
              <a:xfrm>
                <a:off x="1205446" y="2932000"/>
                <a:ext cx="380232" cy="307777"/>
              </a:xfrm>
              <a:prstGeom prst="rect">
                <a:avLst/>
              </a:prstGeom>
              <a:noFill/>
              <a:ln w="6350" cap="flat" cmpd="sng" algn="ctr">
                <a:noFill/>
                <a:prstDash val="solid"/>
              </a:ln>
              <a:effectLst/>
            </p:spPr>
            <p:txBody>
              <a:bodyPr wrap="none" lIns="0" tIns="0" rIns="0" bIns="0" anchor="t">
                <a:spAutoFit/>
              </a:bodyPr>
              <a:lstStyle/>
              <a:p>
                <a:pPr marL="0" lvl="1" indent="1569" algn="ctr" defTabSz="1484587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buSzPct val="80000"/>
                  <a:defRPr/>
                </a:pPr>
                <a:r>
                  <a:rPr lang="ko-KR" altLang="en-US" sz="10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운영자</a:t>
                </a:r>
                <a:r>
                  <a:rPr lang="en-US" altLang="ko-KR" sz="10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/</a:t>
                </a:r>
              </a:p>
              <a:p>
                <a:pPr marL="0" lvl="1" indent="1569" algn="ctr" defTabSz="1484587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buSzPct val="80000"/>
                  <a:defRPr/>
                </a:pPr>
                <a:r>
                  <a:rPr lang="ko-KR" altLang="en-US" sz="10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사용자</a:t>
                </a:r>
              </a:p>
            </p:txBody>
          </p:sp>
          <p:grpSp>
            <p:nvGrpSpPr>
              <p:cNvPr id="904" name="그룹 903">
                <a:extLst>
                  <a:ext uri="{FF2B5EF4-FFF2-40B4-BE49-F238E27FC236}">
                    <a16:creationId xmlns:a16="http://schemas.microsoft.com/office/drawing/2014/main" id="{A93D1AC6-7D97-A63B-FE01-F84353B9C0B7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246929" y="2580968"/>
                <a:ext cx="297266" cy="321840"/>
                <a:chOff x="8448675" y="4302125"/>
                <a:chExt cx="998538" cy="1081088"/>
              </a:xfrm>
            </p:grpSpPr>
            <p:sp>
              <p:nvSpPr>
                <p:cNvPr id="905" name="Freeform 276">
                  <a:extLst>
                    <a:ext uri="{FF2B5EF4-FFF2-40B4-BE49-F238E27FC236}">
                      <a16:creationId xmlns:a16="http://schemas.microsoft.com/office/drawing/2014/main" id="{54D7DEA6-199A-17BB-381E-2AFB4CC98A9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448675" y="4302125"/>
                  <a:ext cx="998538" cy="1081088"/>
                </a:xfrm>
                <a:custGeom>
                  <a:avLst/>
                  <a:gdLst>
                    <a:gd name="T0" fmla="*/ 1093 w 1139"/>
                    <a:gd name="T1" fmla="*/ 1230 h 1230"/>
                    <a:gd name="T2" fmla="*/ 1097 w 1139"/>
                    <a:gd name="T3" fmla="*/ 1230 h 1230"/>
                    <a:gd name="T4" fmla="*/ 1116 w 1139"/>
                    <a:gd name="T5" fmla="*/ 1212 h 1230"/>
                    <a:gd name="T6" fmla="*/ 1134 w 1139"/>
                    <a:gd name="T7" fmla="*/ 924 h 1230"/>
                    <a:gd name="T8" fmla="*/ 1020 w 1139"/>
                    <a:gd name="T9" fmla="*/ 782 h 1230"/>
                    <a:gd name="T10" fmla="*/ 1020 w 1139"/>
                    <a:gd name="T11" fmla="*/ 782 h 1230"/>
                    <a:gd name="T12" fmla="*/ 754 w 1139"/>
                    <a:gd name="T13" fmla="*/ 745 h 1230"/>
                    <a:gd name="T14" fmla="*/ 731 w 1139"/>
                    <a:gd name="T15" fmla="*/ 631 h 1230"/>
                    <a:gd name="T16" fmla="*/ 791 w 1139"/>
                    <a:gd name="T17" fmla="*/ 503 h 1230"/>
                    <a:gd name="T18" fmla="*/ 864 w 1139"/>
                    <a:gd name="T19" fmla="*/ 453 h 1230"/>
                    <a:gd name="T20" fmla="*/ 878 w 1139"/>
                    <a:gd name="T21" fmla="*/ 416 h 1230"/>
                    <a:gd name="T22" fmla="*/ 887 w 1139"/>
                    <a:gd name="T23" fmla="*/ 324 h 1230"/>
                    <a:gd name="T24" fmla="*/ 571 w 1139"/>
                    <a:gd name="T25" fmla="*/ 0 h 1230"/>
                    <a:gd name="T26" fmla="*/ 256 w 1139"/>
                    <a:gd name="T27" fmla="*/ 324 h 1230"/>
                    <a:gd name="T28" fmla="*/ 256 w 1139"/>
                    <a:gd name="T29" fmla="*/ 329 h 1230"/>
                    <a:gd name="T30" fmla="*/ 260 w 1139"/>
                    <a:gd name="T31" fmla="*/ 416 h 1230"/>
                    <a:gd name="T32" fmla="*/ 260 w 1139"/>
                    <a:gd name="T33" fmla="*/ 416 h 1230"/>
                    <a:gd name="T34" fmla="*/ 260 w 1139"/>
                    <a:gd name="T35" fmla="*/ 416 h 1230"/>
                    <a:gd name="T36" fmla="*/ 260 w 1139"/>
                    <a:gd name="T37" fmla="*/ 416 h 1230"/>
                    <a:gd name="T38" fmla="*/ 260 w 1139"/>
                    <a:gd name="T39" fmla="*/ 416 h 1230"/>
                    <a:gd name="T40" fmla="*/ 352 w 1139"/>
                    <a:gd name="T41" fmla="*/ 503 h 1230"/>
                    <a:gd name="T42" fmla="*/ 411 w 1139"/>
                    <a:gd name="T43" fmla="*/ 631 h 1230"/>
                    <a:gd name="T44" fmla="*/ 388 w 1139"/>
                    <a:gd name="T45" fmla="*/ 745 h 1230"/>
                    <a:gd name="T46" fmla="*/ 118 w 1139"/>
                    <a:gd name="T47" fmla="*/ 782 h 1230"/>
                    <a:gd name="T48" fmla="*/ 4 w 1139"/>
                    <a:gd name="T49" fmla="*/ 924 h 1230"/>
                    <a:gd name="T50" fmla="*/ 27 w 1139"/>
                    <a:gd name="T51" fmla="*/ 1212 h 1230"/>
                    <a:gd name="T52" fmla="*/ 45 w 1139"/>
                    <a:gd name="T53" fmla="*/ 1230 h 12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1139" h="1230">
                      <a:moveTo>
                        <a:pt x="1093" y="1230"/>
                      </a:moveTo>
                      <a:cubicBezTo>
                        <a:pt x="1097" y="1230"/>
                        <a:pt x="1097" y="1230"/>
                        <a:pt x="1097" y="1230"/>
                      </a:cubicBezTo>
                      <a:cubicBezTo>
                        <a:pt x="1107" y="1230"/>
                        <a:pt x="1116" y="1221"/>
                        <a:pt x="1116" y="1212"/>
                      </a:cubicBezTo>
                      <a:cubicBezTo>
                        <a:pt x="1134" y="924"/>
                        <a:pt x="1134" y="924"/>
                        <a:pt x="1134" y="924"/>
                      </a:cubicBezTo>
                      <a:cubicBezTo>
                        <a:pt x="1139" y="855"/>
                        <a:pt x="1088" y="791"/>
                        <a:pt x="1020" y="782"/>
                      </a:cubicBezTo>
                      <a:cubicBezTo>
                        <a:pt x="1020" y="782"/>
                        <a:pt x="1020" y="782"/>
                        <a:pt x="1020" y="782"/>
                      </a:cubicBezTo>
                      <a:cubicBezTo>
                        <a:pt x="754" y="745"/>
                        <a:pt x="754" y="745"/>
                        <a:pt x="754" y="745"/>
                      </a:cubicBezTo>
                      <a:cubicBezTo>
                        <a:pt x="731" y="631"/>
                        <a:pt x="731" y="631"/>
                        <a:pt x="731" y="631"/>
                      </a:cubicBezTo>
                      <a:cubicBezTo>
                        <a:pt x="754" y="594"/>
                        <a:pt x="777" y="549"/>
                        <a:pt x="791" y="503"/>
                      </a:cubicBezTo>
                      <a:cubicBezTo>
                        <a:pt x="823" y="498"/>
                        <a:pt x="850" y="480"/>
                        <a:pt x="864" y="453"/>
                      </a:cubicBezTo>
                      <a:cubicBezTo>
                        <a:pt x="873" y="443"/>
                        <a:pt x="878" y="430"/>
                        <a:pt x="878" y="416"/>
                      </a:cubicBezTo>
                      <a:cubicBezTo>
                        <a:pt x="882" y="388"/>
                        <a:pt x="887" y="356"/>
                        <a:pt x="887" y="324"/>
                      </a:cubicBezTo>
                      <a:cubicBezTo>
                        <a:pt x="887" y="146"/>
                        <a:pt x="745" y="0"/>
                        <a:pt x="571" y="0"/>
                      </a:cubicBezTo>
                      <a:cubicBezTo>
                        <a:pt x="398" y="0"/>
                        <a:pt x="256" y="146"/>
                        <a:pt x="256" y="324"/>
                      </a:cubicBezTo>
                      <a:cubicBezTo>
                        <a:pt x="256" y="329"/>
                        <a:pt x="256" y="329"/>
                        <a:pt x="256" y="329"/>
                      </a:cubicBezTo>
                      <a:cubicBezTo>
                        <a:pt x="256" y="356"/>
                        <a:pt x="256" y="388"/>
                        <a:pt x="260" y="416"/>
                      </a:cubicBezTo>
                      <a:cubicBezTo>
                        <a:pt x="260" y="416"/>
                        <a:pt x="260" y="416"/>
                        <a:pt x="260" y="416"/>
                      </a:cubicBezTo>
                      <a:cubicBezTo>
                        <a:pt x="260" y="416"/>
                        <a:pt x="260" y="416"/>
                        <a:pt x="260" y="416"/>
                      </a:cubicBezTo>
                      <a:cubicBezTo>
                        <a:pt x="260" y="416"/>
                        <a:pt x="260" y="416"/>
                        <a:pt x="260" y="416"/>
                      </a:cubicBezTo>
                      <a:cubicBezTo>
                        <a:pt x="260" y="416"/>
                        <a:pt x="260" y="416"/>
                        <a:pt x="260" y="416"/>
                      </a:cubicBezTo>
                      <a:cubicBezTo>
                        <a:pt x="265" y="466"/>
                        <a:pt x="306" y="498"/>
                        <a:pt x="352" y="503"/>
                      </a:cubicBezTo>
                      <a:cubicBezTo>
                        <a:pt x="366" y="549"/>
                        <a:pt x="384" y="594"/>
                        <a:pt x="411" y="631"/>
                      </a:cubicBezTo>
                      <a:cubicBezTo>
                        <a:pt x="388" y="745"/>
                        <a:pt x="388" y="745"/>
                        <a:pt x="388" y="745"/>
                      </a:cubicBezTo>
                      <a:cubicBezTo>
                        <a:pt x="118" y="782"/>
                        <a:pt x="118" y="782"/>
                        <a:pt x="118" y="782"/>
                      </a:cubicBezTo>
                      <a:cubicBezTo>
                        <a:pt x="50" y="791"/>
                        <a:pt x="0" y="855"/>
                        <a:pt x="4" y="924"/>
                      </a:cubicBezTo>
                      <a:cubicBezTo>
                        <a:pt x="27" y="1212"/>
                        <a:pt x="27" y="1212"/>
                        <a:pt x="27" y="1212"/>
                      </a:cubicBezTo>
                      <a:cubicBezTo>
                        <a:pt x="27" y="1221"/>
                        <a:pt x="36" y="1230"/>
                        <a:pt x="45" y="1230"/>
                      </a:cubicBezTo>
                    </a:path>
                  </a:pathLst>
                </a:custGeom>
                <a:solidFill>
                  <a:srgbClr val="F1F3F4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pc="-3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lt1"/>
                    </a:solidFill>
                  </a:endParaRPr>
                </a:p>
              </p:txBody>
            </p:sp>
            <p:grpSp>
              <p:nvGrpSpPr>
                <p:cNvPr id="906" name="그룹 905">
                  <a:extLst>
                    <a:ext uri="{FF2B5EF4-FFF2-40B4-BE49-F238E27FC236}">
                      <a16:creationId xmlns:a16="http://schemas.microsoft.com/office/drawing/2014/main" id="{38026D82-F110-6A22-72DB-D61C8A9453A7}"/>
                    </a:ext>
                  </a:extLst>
                </p:cNvPr>
                <p:cNvGrpSpPr/>
                <p:nvPr/>
              </p:nvGrpSpPr>
              <p:grpSpPr>
                <a:xfrm>
                  <a:off x="8448675" y="4302125"/>
                  <a:ext cx="998538" cy="1081088"/>
                  <a:chOff x="8448675" y="4302125"/>
                  <a:chExt cx="998538" cy="1081088"/>
                </a:xfrm>
              </p:grpSpPr>
              <p:sp>
                <p:nvSpPr>
                  <p:cNvPr id="991" name="Freeform 277">
                    <a:extLst>
                      <a:ext uri="{FF2B5EF4-FFF2-40B4-BE49-F238E27FC236}">
                        <a16:creationId xmlns:a16="http://schemas.microsoft.com/office/drawing/2014/main" id="{0044E164-0BFA-C836-DFBC-007158CAF59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9145588" y="5214938"/>
                    <a:ext cx="144463" cy="31750"/>
                  </a:xfrm>
                  <a:custGeom>
                    <a:avLst/>
                    <a:gdLst>
                      <a:gd name="T0" fmla="*/ 147 w 165"/>
                      <a:gd name="T1" fmla="*/ 0 h 36"/>
                      <a:gd name="T2" fmla="*/ 19 w 165"/>
                      <a:gd name="T3" fmla="*/ 0 h 36"/>
                      <a:gd name="T4" fmla="*/ 0 w 165"/>
                      <a:gd name="T5" fmla="*/ 18 h 36"/>
                      <a:gd name="T6" fmla="*/ 19 w 165"/>
                      <a:gd name="T7" fmla="*/ 36 h 36"/>
                      <a:gd name="T8" fmla="*/ 147 w 165"/>
                      <a:gd name="T9" fmla="*/ 36 h 36"/>
                      <a:gd name="T10" fmla="*/ 165 w 165"/>
                      <a:gd name="T11" fmla="*/ 18 h 36"/>
                      <a:gd name="T12" fmla="*/ 147 w 165"/>
                      <a:gd name="T13" fmla="*/ 0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65" h="36">
                        <a:moveTo>
                          <a:pt x="147" y="0"/>
                        </a:moveTo>
                        <a:cubicBezTo>
                          <a:pt x="19" y="0"/>
                          <a:pt x="19" y="0"/>
                          <a:pt x="19" y="0"/>
                        </a:cubicBezTo>
                        <a:cubicBezTo>
                          <a:pt x="10" y="0"/>
                          <a:pt x="0" y="5"/>
                          <a:pt x="0" y="18"/>
                        </a:cubicBezTo>
                        <a:cubicBezTo>
                          <a:pt x="0" y="27"/>
                          <a:pt x="10" y="36"/>
                          <a:pt x="19" y="36"/>
                        </a:cubicBezTo>
                        <a:cubicBezTo>
                          <a:pt x="147" y="36"/>
                          <a:pt x="147" y="36"/>
                          <a:pt x="147" y="36"/>
                        </a:cubicBezTo>
                        <a:cubicBezTo>
                          <a:pt x="156" y="36"/>
                          <a:pt x="165" y="27"/>
                          <a:pt x="165" y="18"/>
                        </a:cubicBezTo>
                        <a:cubicBezTo>
                          <a:pt x="165" y="5"/>
                          <a:pt x="156" y="0"/>
                          <a:pt x="147" y="0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>
                      <a:ln>
                        <a:solidFill>
                          <a:schemeClr val="tx1">
                            <a:alpha val="0"/>
                          </a:schemeClr>
                        </a:solidFill>
                      </a:ln>
                    </a:endParaRPr>
                  </a:p>
                </p:txBody>
              </p:sp>
              <p:sp>
                <p:nvSpPr>
                  <p:cNvPr id="992" name="Freeform 278">
                    <a:extLst>
                      <a:ext uri="{FF2B5EF4-FFF2-40B4-BE49-F238E27FC236}">
                        <a16:creationId xmlns:a16="http://schemas.microsoft.com/office/drawing/2014/main" id="{EF332917-FF69-F06B-80CB-8C9964D19EA9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8448675" y="4302125"/>
                    <a:ext cx="998538" cy="1081088"/>
                  </a:xfrm>
                  <a:custGeom>
                    <a:avLst/>
                    <a:gdLst>
                      <a:gd name="T0" fmla="*/ 754 w 1139"/>
                      <a:gd name="T1" fmla="*/ 745 h 1230"/>
                      <a:gd name="T2" fmla="*/ 791 w 1139"/>
                      <a:gd name="T3" fmla="*/ 503 h 1230"/>
                      <a:gd name="T4" fmla="*/ 878 w 1139"/>
                      <a:gd name="T5" fmla="*/ 416 h 1230"/>
                      <a:gd name="T6" fmla="*/ 571 w 1139"/>
                      <a:gd name="T7" fmla="*/ 0 h 1230"/>
                      <a:gd name="T8" fmla="*/ 256 w 1139"/>
                      <a:gd name="T9" fmla="*/ 329 h 1230"/>
                      <a:gd name="T10" fmla="*/ 260 w 1139"/>
                      <a:gd name="T11" fmla="*/ 416 h 1230"/>
                      <a:gd name="T12" fmla="*/ 260 w 1139"/>
                      <a:gd name="T13" fmla="*/ 416 h 1230"/>
                      <a:gd name="T14" fmla="*/ 352 w 1139"/>
                      <a:gd name="T15" fmla="*/ 503 h 1230"/>
                      <a:gd name="T16" fmla="*/ 388 w 1139"/>
                      <a:gd name="T17" fmla="*/ 745 h 1230"/>
                      <a:gd name="T18" fmla="*/ 4 w 1139"/>
                      <a:gd name="T19" fmla="*/ 924 h 1230"/>
                      <a:gd name="T20" fmla="*/ 45 w 1139"/>
                      <a:gd name="T21" fmla="*/ 1230 h 1230"/>
                      <a:gd name="T22" fmla="*/ 41 w 1139"/>
                      <a:gd name="T23" fmla="*/ 919 h 1230"/>
                      <a:gd name="T24" fmla="*/ 388 w 1139"/>
                      <a:gd name="T25" fmla="*/ 782 h 1230"/>
                      <a:gd name="T26" fmla="*/ 571 w 1139"/>
                      <a:gd name="T27" fmla="*/ 1230 h 1230"/>
                      <a:gd name="T28" fmla="*/ 603 w 1139"/>
                      <a:gd name="T29" fmla="*/ 1207 h 1230"/>
                      <a:gd name="T30" fmla="*/ 1015 w 1139"/>
                      <a:gd name="T31" fmla="*/ 818 h 1230"/>
                      <a:gd name="T32" fmla="*/ 1079 w 1139"/>
                      <a:gd name="T33" fmla="*/ 1212 h 1230"/>
                      <a:gd name="T34" fmla="*/ 1097 w 1139"/>
                      <a:gd name="T35" fmla="*/ 1230 h 1230"/>
                      <a:gd name="T36" fmla="*/ 1134 w 1139"/>
                      <a:gd name="T37" fmla="*/ 924 h 1230"/>
                      <a:gd name="T38" fmla="*/ 571 w 1139"/>
                      <a:gd name="T39" fmla="*/ 36 h 1230"/>
                      <a:gd name="T40" fmla="*/ 850 w 1139"/>
                      <a:gd name="T41" fmla="*/ 338 h 1230"/>
                      <a:gd name="T42" fmla="*/ 786 w 1139"/>
                      <a:gd name="T43" fmla="*/ 320 h 1230"/>
                      <a:gd name="T44" fmla="*/ 709 w 1139"/>
                      <a:gd name="T45" fmla="*/ 334 h 1230"/>
                      <a:gd name="T46" fmla="*/ 439 w 1139"/>
                      <a:gd name="T47" fmla="*/ 183 h 1230"/>
                      <a:gd name="T48" fmla="*/ 635 w 1139"/>
                      <a:gd name="T49" fmla="*/ 361 h 1230"/>
                      <a:gd name="T50" fmla="*/ 796 w 1139"/>
                      <a:gd name="T51" fmla="*/ 356 h 1230"/>
                      <a:gd name="T52" fmla="*/ 823 w 1139"/>
                      <a:gd name="T53" fmla="*/ 361 h 1230"/>
                      <a:gd name="T54" fmla="*/ 832 w 1139"/>
                      <a:gd name="T55" fmla="*/ 434 h 1230"/>
                      <a:gd name="T56" fmla="*/ 786 w 1139"/>
                      <a:gd name="T57" fmla="*/ 462 h 1230"/>
                      <a:gd name="T58" fmla="*/ 777 w 1139"/>
                      <a:gd name="T59" fmla="*/ 462 h 1230"/>
                      <a:gd name="T60" fmla="*/ 754 w 1139"/>
                      <a:gd name="T61" fmla="*/ 494 h 1230"/>
                      <a:gd name="T62" fmla="*/ 690 w 1139"/>
                      <a:gd name="T63" fmla="*/ 622 h 1230"/>
                      <a:gd name="T64" fmla="*/ 448 w 1139"/>
                      <a:gd name="T65" fmla="*/ 622 h 1230"/>
                      <a:gd name="T66" fmla="*/ 384 w 1139"/>
                      <a:gd name="T67" fmla="*/ 475 h 1230"/>
                      <a:gd name="T68" fmla="*/ 352 w 1139"/>
                      <a:gd name="T69" fmla="*/ 466 h 1230"/>
                      <a:gd name="T70" fmla="*/ 297 w 1139"/>
                      <a:gd name="T71" fmla="*/ 411 h 1230"/>
                      <a:gd name="T72" fmla="*/ 297 w 1139"/>
                      <a:gd name="T73" fmla="*/ 411 h 1230"/>
                      <a:gd name="T74" fmla="*/ 292 w 1139"/>
                      <a:gd name="T75" fmla="*/ 324 h 1230"/>
                      <a:gd name="T76" fmla="*/ 571 w 1139"/>
                      <a:gd name="T77" fmla="*/ 1193 h 1230"/>
                      <a:gd name="T78" fmla="*/ 439 w 1139"/>
                      <a:gd name="T79" fmla="*/ 663 h 1230"/>
                      <a:gd name="T80" fmla="*/ 699 w 1139"/>
                      <a:gd name="T81" fmla="*/ 663 h 1230"/>
                      <a:gd name="T82" fmla="*/ 571 w 1139"/>
                      <a:gd name="T83" fmla="*/ 1193 h 12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1139" h="1230">
                        <a:moveTo>
                          <a:pt x="1020" y="782"/>
                        </a:moveTo>
                        <a:cubicBezTo>
                          <a:pt x="754" y="745"/>
                          <a:pt x="754" y="745"/>
                          <a:pt x="754" y="745"/>
                        </a:cubicBezTo>
                        <a:cubicBezTo>
                          <a:pt x="731" y="631"/>
                          <a:pt x="731" y="631"/>
                          <a:pt x="731" y="631"/>
                        </a:cubicBezTo>
                        <a:cubicBezTo>
                          <a:pt x="754" y="594"/>
                          <a:pt x="777" y="549"/>
                          <a:pt x="791" y="503"/>
                        </a:cubicBezTo>
                        <a:cubicBezTo>
                          <a:pt x="823" y="498"/>
                          <a:pt x="850" y="480"/>
                          <a:pt x="864" y="453"/>
                        </a:cubicBezTo>
                        <a:cubicBezTo>
                          <a:pt x="873" y="443"/>
                          <a:pt x="878" y="430"/>
                          <a:pt x="878" y="416"/>
                        </a:cubicBezTo>
                        <a:cubicBezTo>
                          <a:pt x="882" y="388"/>
                          <a:pt x="887" y="356"/>
                          <a:pt x="887" y="324"/>
                        </a:cubicBezTo>
                        <a:cubicBezTo>
                          <a:pt x="887" y="146"/>
                          <a:pt x="745" y="0"/>
                          <a:pt x="571" y="0"/>
                        </a:cubicBezTo>
                        <a:cubicBezTo>
                          <a:pt x="398" y="0"/>
                          <a:pt x="256" y="146"/>
                          <a:pt x="256" y="324"/>
                        </a:cubicBezTo>
                        <a:cubicBezTo>
                          <a:pt x="256" y="329"/>
                          <a:pt x="256" y="329"/>
                          <a:pt x="256" y="329"/>
                        </a:cubicBezTo>
                        <a:cubicBezTo>
                          <a:pt x="256" y="356"/>
                          <a:pt x="256" y="388"/>
                          <a:pt x="260" y="416"/>
                        </a:cubicBezTo>
                        <a:cubicBezTo>
                          <a:pt x="260" y="416"/>
                          <a:pt x="260" y="416"/>
                          <a:pt x="260" y="416"/>
                        </a:cubicBezTo>
                        <a:cubicBezTo>
                          <a:pt x="260" y="416"/>
                          <a:pt x="260" y="416"/>
                          <a:pt x="260" y="416"/>
                        </a:cubicBezTo>
                        <a:cubicBezTo>
                          <a:pt x="260" y="416"/>
                          <a:pt x="260" y="416"/>
                          <a:pt x="260" y="416"/>
                        </a:cubicBezTo>
                        <a:cubicBezTo>
                          <a:pt x="260" y="416"/>
                          <a:pt x="260" y="416"/>
                          <a:pt x="260" y="416"/>
                        </a:cubicBezTo>
                        <a:cubicBezTo>
                          <a:pt x="265" y="466"/>
                          <a:pt x="306" y="498"/>
                          <a:pt x="352" y="503"/>
                        </a:cubicBezTo>
                        <a:cubicBezTo>
                          <a:pt x="366" y="549"/>
                          <a:pt x="384" y="594"/>
                          <a:pt x="411" y="631"/>
                        </a:cubicBezTo>
                        <a:cubicBezTo>
                          <a:pt x="388" y="745"/>
                          <a:pt x="388" y="745"/>
                          <a:pt x="388" y="745"/>
                        </a:cubicBezTo>
                        <a:cubicBezTo>
                          <a:pt x="118" y="782"/>
                          <a:pt x="118" y="782"/>
                          <a:pt x="118" y="782"/>
                        </a:cubicBezTo>
                        <a:cubicBezTo>
                          <a:pt x="50" y="791"/>
                          <a:pt x="0" y="855"/>
                          <a:pt x="4" y="924"/>
                        </a:cubicBezTo>
                        <a:cubicBezTo>
                          <a:pt x="27" y="1212"/>
                          <a:pt x="27" y="1212"/>
                          <a:pt x="27" y="1212"/>
                        </a:cubicBezTo>
                        <a:cubicBezTo>
                          <a:pt x="27" y="1221"/>
                          <a:pt x="36" y="1230"/>
                          <a:pt x="45" y="1230"/>
                        </a:cubicBezTo>
                        <a:cubicBezTo>
                          <a:pt x="54" y="1230"/>
                          <a:pt x="64" y="1221"/>
                          <a:pt x="64" y="1212"/>
                        </a:cubicBezTo>
                        <a:cubicBezTo>
                          <a:pt x="41" y="919"/>
                          <a:pt x="41" y="919"/>
                          <a:pt x="41" y="919"/>
                        </a:cubicBezTo>
                        <a:cubicBezTo>
                          <a:pt x="41" y="873"/>
                          <a:pt x="77" y="828"/>
                          <a:pt x="123" y="818"/>
                        </a:cubicBezTo>
                        <a:cubicBezTo>
                          <a:pt x="388" y="782"/>
                          <a:pt x="388" y="782"/>
                          <a:pt x="388" y="782"/>
                        </a:cubicBezTo>
                        <a:cubicBezTo>
                          <a:pt x="535" y="1207"/>
                          <a:pt x="535" y="1207"/>
                          <a:pt x="535" y="1207"/>
                        </a:cubicBezTo>
                        <a:cubicBezTo>
                          <a:pt x="539" y="1221"/>
                          <a:pt x="553" y="1230"/>
                          <a:pt x="571" y="1230"/>
                        </a:cubicBezTo>
                        <a:cubicBezTo>
                          <a:pt x="571" y="1230"/>
                          <a:pt x="571" y="1230"/>
                          <a:pt x="571" y="1230"/>
                        </a:cubicBezTo>
                        <a:cubicBezTo>
                          <a:pt x="585" y="1230"/>
                          <a:pt x="599" y="1221"/>
                          <a:pt x="603" y="1207"/>
                        </a:cubicBezTo>
                        <a:cubicBezTo>
                          <a:pt x="750" y="782"/>
                          <a:pt x="750" y="782"/>
                          <a:pt x="750" y="782"/>
                        </a:cubicBezTo>
                        <a:cubicBezTo>
                          <a:pt x="1015" y="818"/>
                          <a:pt x="1015" y="818"/>
                          <a:pt x="1015" y="818"/>
                        </a:cubicBezTo>
                        <a:cubicBezTo>
                          <a:pt x="1065" y="828"/>
                          <a:pt x="1102" y="873"/>
                          <a:pt x="1097" y="919"/>
                        </a:cubicBezTo>
                        <a:cubicBezTo>
                          <a:pt x="1079" y="1212"/>
                          <a:pt x="1079" y="1212"/>
                          <a:pt x="1079" y="1212"/>
                        </a:cubicBezTo>
                        <a:cubicBezTo>
                          <a:pt x="1079" y="1221"/>
                          <a:pt x="1084" y="1230"/>
                          <a:pt x="1093" y="1230"/>
                        </a:cubicBezTo>
                        <a:cubicBezTo>
                          <a:pt x="1097" y="1230"/>
                          <a:pt x="1097" y="1230"/>
                          <a:pt x="1097" y="1230"/>
                        </a:cubicBezTo>
                        <a:cubicBezTo>
                          <a:pt x="1107" y="1230"/>
                          <a:pt x="1116" y="1221"/>
                          <a:pt x="1116" y="1212"/>
                        </a:cubicBezTo>
                        <a:cubicBezTo>
                          <a:pt x="1134" y="924"/>
                          <a:pt x="1134" y="924"/>
                          <a:pt x="1134" y="924"/>
                        </a:cubicBezTo>
                        <a:cubicBezTo>
                          <a:pt x="1139" y="855"/>
                          <a:pt x="1088" y="791"/>
                          <a:pt x="1020" y="782"/>
                        </a:cubicBezTo>
                        <a:close/>
                        <a:moveTo>
                          <a:pt x="571" y="36"/>
                        </a:moveTo>
                        <a:cubicBezTo>
                          <a:pt x="722" y="36"/>
                          <a:pt x="850" y="164"/>
                          <a:pt x="850" y="324"/>
                        </a:cubicBezTo>
                        <a:cubicBezTo>
                          <a:pt x="850" y="329"/>
                          <a:pt x="850" y="334"/>
                          <a:pt x="850" y="338"/>
                        </a:cubicBezTo>
                        <a:cubicBezTo>
                          <a:pt x="846" y="338"/>
                          <a:pt x="846" y="334"/>
                          <a:pt x="841" y="334"/>
                        </a:cubicBezTo>
                        <a:cubicBezTo>
                          <a:pt x="828" y="320"/>
                          <a:pt x="809" y="315"/>
                          <a:pt x="786" y="320"/>
                        </a:cubicBezTo>
                        <a:cubicBezTo>
                          <a:pt x="786" y="320"/>
                          <a:pt x="786" y="320"/>
                          <a:pt x="786" y="320"/>
                        </a:cubicBezTo>
                        <a:cubicBezTo>
                          <a:pt x="759" y="329"/>
                          <a:pt x="731" y="334"/>
                          <a:pt x="709" y="334"/>
                        </a:cubicBezTo>
                        <a:cubicBezTo>
                          <a:pt x="599" y="334"/>
                          <a:pt x="498" y="274"/>
                          <a:pt x="462" y="192"/>
                        </a:cubicBezTo>
                        <a:cubicBezTo>
                          <a:pt x="457" y="183"/>
                          <a:pt x="448" y="178"/>
                          <a:pt x="439" y="183"/>
                        </a:cubicBezTo>
                        <a:cubicBezTo>
                          <a:pt x="430" y="187"/>
                          <a:pt x="425" y="196"/>
                          <a:pt x="430" y="206"/>
                        </a:cubicBezTo>
                        <a:cubicBezTo>
                          <a:pt x="466" y="283"/>
                          <a:pt x="544" y="343"/>
                          <a:pt x="635" y="361"/>
                        </a:cubicBezTo>
                        <a:cubicBezTo>
                          <a:pt x="658" y="366"/>
                          <a:pt x="681" y="370"/>
                          <a:pt x="709" y="370"/>
                        </a:cubicBezTo>
                        <a:cubicBezTo>
                          <a:pt x="736" y="370"/>
                          <a:pt x="768" y="366"/>
                          <a:pt x="796" y="356"/>
                        </a:cubicBezTo>
                        <a:cubicBezTo>
                          <a:pt x="796" y="356"/>
                          <a:pt x="796" y="356"/>
                          <a:pt x="796" y="356"/>
                        </a:cubicBezTo>
                        <a:cubicBezTo>
                          <a:pt x="805" y="356"/>
                          <a:pt x="814" y="356"/>
                          <a:pt x="823" y="361"/>
                        </a:cubicBezTo>
                        <a:cubicBezTo>
                          <a:pt x="832" y="370"/>
                          <a:pt x="841" y="393"/>
                          <a:pt x="841" y="411"/>
                        </a:cubicBezTo>
                        <a:cubicBezTo>
                          <a:pt x="841" y="421"/>
                          <a:pt x="837" y="430"/>
                          <a:pt x="832" y="434"/>
                        </a:cubicBezTo>
                        <a:cubicBezTo>
                          <a:pt x="823" y="453"/>
                          <a:pt x="809" y="466"/>
                          <a:pt x="786" y="466"/>
                        </a:cubicBezTo>
                        <a:cubicBezTo>
                          <a:pt x="786" y="462"/>
                          <a:pt x="786" y="462"/>
                          <a:pt x="786" y="462"/>
                        </a:cubicBezTo>
                        <a:cubicBezTo>
                          <a:pt x="782" y="462"/>
                          <a:pt x="782" y="462"/>
                          <a:pt x="777" y="462"/>
                        </a:cubicBezTo>
                        <a:cubicBezTo>
                          <a:pt x="777" y="462"/>
                          <a:pt x="777" y="462"/>
                          <a:pt x="777" y="462"/>
                        </a:cubicBezTo>
                        <a:cubicBezTo>
                          <a:pt x="768" y="462"/>
                          <a:pt x="759" y="466"/>
                          <a:pt x="759" y="475"/>
                        </a:cubicBezTo>
                        <a:cubicBezTo>
                          <a:pt x="754" y="485"/>
                          <a:pt x="754" y="489"/>
                          <a:pt x="754" y="494"/>
                        </a:cubicBezTo>
                        <a:cubicBezTo>
                          <a:pt x="741" y="535"/>
                          <a:pt x="727" y="567"/>
                          <a:pt x="709" y="599"/>
                        </a:cubicBezTo>
                        <a:cubicBezTo>
                          <a:pt x="704" y="603"/>
                          <a:pt x="695" y="613"/>
                          <a:pt x="690" y="622"/>
                        </a:cubicBezTo>
                        <a:cubicBezTo>
                          <a:pt x="658" y="663"/>
                          <a:pt x="613" y="686"/>
                          <a:pt x="571" y="686"/>
                        </a:cubicBezTo>
                        <a:cubicBezTo>
                          <a:pt x="526" y="686"/>
                          <a:pt x="484" y="663"/>
                          <a:pt x="448" y="622"/>
                        </a:cubicBezTo>
                        <a:cubicBezTo>
                          <a:pt x="443" y="613"/>
                          <a:pt x="439" y="603"/>
                          <a:pt x="434" y="599"/>
                        </a:cubicBezTo>
                        <a:cubicBezTo>
                          <a:pt x="411" y="562"/>
                          <a:pt x="393" y="521"/>
                          <a:pt x="384" y="475"/>
                        </a:cubicBezTo>
                        <a:cubicBezTo>
                          <a:pt x="379" y="466"/>
                          <a:pt x="370" y="462"/>
                          <a:pt x="361" y="462"/>
                        </a:cubicBezTo>
                        <a:cubicBezTo>
                          <a:pt x="361" y="462"/>
                          <a:pt x="356" y="466"/>
                          <a:pt x="352" y="466"/>
                        </a:cubicBezTo>
                        <a:cubicBezTo>
                          <a:pt x="324" y="466"/>
                          <a:pt x="301" y="443"/>
                          <a:pt x="297" y="411"/>
                        </a:cubicBezTo>
                        <a:cubicBezTo>
                          <a:pt x="297" y="411"/>
                          <a:pt x="297" y="411"/>
                          <a:pt x="297" y="411"/>
                        </a:cubicBezTo>
                        <a:cubicBezTo>
                          <a:pt x="297" y="411"/>
                          <a:pt x="297" y="411"/>
                          <a:pt x="297" y="411"/>
                        </a:cubicBezTo>
                        <a:cubicBezTo>
                          <a:pt x="297" y="411"/>
                          <a:pt x="297" y="411"/>
                          <a:pt x="297" y="411"/>
                        </a:cubicBezTo>
                        <a:cubicBezTo>
                          <a:pt x="292" y="384"/>
                          <a:pt x="292" y="356"/>
                          <a:pt x="292" y="324"/>
                        </a:cubicBezTo>
                        <a:cubicBezTo>
                          <a:pt x="292" y="324"/>
                          <a:pt x="292" y="324"/>
                          <a:pt x="292" y="324"/>
                        </a:cubicBezTo>
                        <a:cubicBezTo>
                          <a:pt x="292" y="164"/>
                          <a:pt x="416" y="36"/>
                          <a:pt x="571" y="36"/>
                        </a:cubicBezTo>
                        <a:close/>
                        <a:moveTo>
                          <a:pt x="571" y="1193"/>
                        </a:moveTo>
                        <a:cubicBezTo>
                          <a:pt x="420" y="759"/>
                          <a:pt x="420" y="759"/>
                          <a:pt x="420" y="759"/>
                        </a:cubicBezTo>
                        <a:cubicBezTo>
                          <a:pt x="439" y="663"/>
                          <a:pt x="439" y="663"/>
                          <a:pt x="439" y="663"/>
                        </a:cubicBezTo>
                        <a:cubicBezTo>
                          <a:pt x="480" y="704"/>
                          <a:pt x="521" y="722"/>
                          <a:pt x="571" y="722"/>
                        </a:cubicBezTo>
                        <a:cubicBezTo>
                          <a:pt x="617" y="722"/>
                          <a:pt x="663" y="704"/>
                          <a:pt x="699" y="663"/>
                        </a:cubicBezTo>
                        <a:cubicBezTo>
                          <a:pt x="718" y="759"/>
                          <a:pt x="718" y="759"/>
                          <a:pt x="718" y="759"/>
                        </a:cubicBezTo>
                        <a:cubicBezTo>
                          <a:pt x="571" y="1193"/>
                          <a:pt x="571" y="1193"/>
                          <a:pt x="571" y="1193"/>
                        </a:cubicBezTo>
                        <a:cubicBezTo>
                          <a:pt x="571" y="1193"/>
                          <a:pt x="571" y="1193"/>
                          <a:pt x="571" y="1193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>
                      <a:ln>
                        <a:solidFill>
                          <a:schemeClr val="tx1">
                            <a:alpha val="0"/>
                          </a:schemeClr>
                        </a:solidFill>
                      </a:ln>
                    </a:endParaRPr>
                  </a:p>
                </p:txBody>
              </p:sp>
              <p:sp>
                <p:nvSpPr>
                  <p:cNvPr id="993" name="Freeform 279">
                    <a:extLst>
                      <a:ext uri="{FF2B5EF4-FFF2-40B4-BE49-F238E27FC236}">
                        <a16:creationId xmlns:a16="http://schemas.microsoft.com/office/drawing/2014/main" id="{DD07DAB6-95B9-A828-8904-C562273FEED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8932863" y="4976813"/>
                    <a:ext cx="31750" cy="184150"/>
                  </a:xfrm>
                  <a:custGeom>
                    <a:avLst/>
                    <a:gdLst>
                      <a:gd name="T0" fmla="*/ 18 w 36"/>
                      <a:gd name="T1" fmla="*/ 0 h 210"/>
                      <a:gd name="T2" fmla="*/ 0 w 36"/>
                      <a:gd name="T3" fmla="*/ 19 h 210"/>
                      <a:gd name="T4" fmla="*/ 0 w 36"/>
                      <a:gd name="T5" fmla="*/ 192 h 210"/>
                      <a:gd name="T6" fmla="*/ 18 w 36"/>
                      <a:gd name="T7" fmla="*/ 210 h 210"/>
                      <a:gd name="T8" fmla="*/ 36 w 36"/>
                      <a:gd name="T9" fmla="*/ 192 h 210"/>
                      <a:gd name="T10" fmla="*/ 36 w 36"/>
                      <a:gd name="T11" fmla="*/ 19 h 210"/>
                      <a:gd name="T12" fmla="*/ 18 w 36"/>
                      <a:gd name="T13" fmla="*/ 0 h 2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36" h="210">
                        <a:moveTo>
                          <a:pt x="18" y="0"/>
                        </a:moveTo>
                        <a:cubicBezTo>
                          <a:pt x="9" y="0"/>
                          <a:pt x="0" y="9"/>
                          <a:pt x="0" y="19"/>
                        </a:cubicBezTo>
                        <a:cubicBezTo>
                          <a:pt x="0" y="192"/>
                          <a:pt x="0" y="192"/>
                          <a:pt x="0" y="192"/>
                        </a:cubicBezTo>
                        <a:cubicBezTo>
                          <a:pt x="0" y="201"/>
                          <a:pt x="9" y="210"/>
                          <a:pt x="18" y="210"/>
                        </a:cubicBezTo>
                        <a:cubicBezTo>
                          <a:pt x="27" y="210"/>
                          <a:pt x="36" y="201"/>
                          <a:pt x="36" y="192"/>
                        </a:cubicBezTo>
                        <a:cubicBezTo>
                          <a:pt x="36" y="19"/>
                          <a:pt x="36" y="19"/>
                          <a:pt x="36" y="19"/>
                        </a:cubicBezTo>
                        <a:cubicBezTo>
                          <a:pt x="36" y="9"/>
                          <a:pt x="27" y="0"/>
                          <a:pt x="18" y="0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>
                      <a:ln>
                        <a:solidFill>
                          <a:schemeClr val="tx1">
                            <a:alpha val="0"/>
                          </a:schemeClr>
                        </a:solidFill>
                      </a:ln>
                    </a:endParaRPr>
                  </a:p>
                </p:txBody>
              </p:sp>
            </p:grpSp>
          </p:grpSp>
        </p:grpSp>
        <p:sp>
          <p:nvSpPr>
            <p:cNvPr id="994" name="TextBox 111">
              <a:extLst>
                <a:ext uri="{FF2B5EF4-FFF2-40B4-BE49-F238E27FC236}">
                  <a16:creationId xmlns:a16="http://schemas.microsoft.com/office/drawing/2014/main" id="{EEC8D5A6-9424-90CE-B089-FB86DB3712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1694994" y="3355409"/>
              <a:ext cx="389850" cy="13849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>
              <a:defPPr>
                <a:defRPr lang="en-US"/>
              </a:defPPr>
              <a:lvl2pPr marL="0" lvl="1" algn="ctr" defTabSz="1474905">
                <a:buClr>
                  <a:prstClr val="black"/>
                </a:buClr>
                <a:buSzPct val="140000"/>
                <a:tabLst>
                  <a:tab pos="5648325" algn="l"/>
                </a:tabLst>
                <a:defRPr sz="1100" kern="0" spc="-3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defRPr>
              </a:lvl2pPr>
            </a:lstStyle>
            <a:p>
              <a:pPr lvl="1"/>
              <a:r>
                <a:rPr lang="en-US" altLang="ko-KR" sz="900" dirty="0"/>
                <a:t>Inbound</a:t>
              </a:r>
            </a:p>
          </p:txBody>
        </p:sp>
        <p:sp>
          <p:nvSpPr>
            <p:cNvPr id="995" name="TextBox 111">
              <a:extLst>
                <a:ext uri="{FF2B5EF4-FFF2-40B4-BE49-F238E27FC236}">
                  <a16:creationId xmlns:a16="http://schemas.microsoft.com/office/drawing/2014/main" id="{E982F9EB-95D9-790B-4D22-D9A169C776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1687374" y="3930942"/>
              <a:ext cx="482183" cy="13849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>
              <a:defPPr>
                <a:defRPr lang="en-US"/>
              </a:defPPr>
              <a:lvl2pPr marL="0" lvl="1" algn="ctr" defTabSz="1474905">
                <a:buClr>
                  <a:prstClr val="black"/>
                </a:buClr>
                <a:buSzPct val="140000"/>
                <a:tabLst>
                  <a:tab pos="5648325" algn="l"/>
                </a:tabLst>
                <a:defRPr sz="1100" kern="0" spc="-3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defRPr>
              </a:lvl2pPr>
            </a:lstStyle>
            <a:p>
              <a:pPr lvl="1"/>
              <a:r>
                <a:rPr lang="en-US" altLang="ko-KR" sz="900" dirty="0"/>
                <a:t>Outbound</a:t>
              </a:r>
            </a:p>
          </p:txBody>
        </p:sp>
        <p:cxnSp>
          <p:nvCxnSpPr>
            <p:cNvPr id="996" name="직선 화살표 연결선 304">
              <a:extLst>
                <a:ext uri="{FF2B5EF4-FFF2-40B4-BE49-F238E27FC236}">
                  <a16:creationId xmlns:a16="http://schemas.microsoft.com/office/drawing/2014/main" id="{A4A7F146-A4BA-3436-CCC6-DB3C45857D4A}"/>
                </a:ext>
              </a:extLst>
            </p:cNvPr>
            <p:cNvCxnSpPr>
              <a:cxnSpLocks/>
              <a:endCxn id="39" idx="1"/>
            </p:cNvCxnSpPr>
            <p:nvPr/>
          </p:nvCxnSpPr>
          <p:spPr>
            <a:xfrm>
              <a:off x="1508503" y="2869006"/>
              <a:ext cx="1391305" cy="0"/>
            </a:xfrm>
            <a:prstGeom prst="straightConnector1">
              <a:avLst/>
            </a:prstGeom>
            <a:ln w="9525">
              <a:solidFill>
                <a:srgbClr val="434759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7" name="직선 화살표 연결선 304">
              <a:extLst>
                <a:ext uri="{FF2B5EF4-FFF2-40B4-BE49-F238E27FC236}">
                  <a16:creationId xmlns:a16="http://schemas.microsoft.com/office/drawing/2014/main" id="{8AE23454-089B-982B-42C1-62EDD6B864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22987" y="3537955"/>
              <a:ext cx="2088000" cy="0"/>
            </a:xfrm>
            <a:prstGeom prst="straightConnector1">
              <a:avLst/>
            </a:prstGeom>
            <a:ln w="9525">
              <a:solidFill>
                <a:srgbClr val="434759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8" name="TextBox 111">
              <a:extLst>
                <a:ext uri="{FF2B5EF4-FFF2-40B4-BE49-F238E27FC236}">
                  <a16:creationId xmlns:a16="http://schemas.microsoft.com/office/drawing/2014/main" id="{F56800C4-CAB8-CCBA-5D35-C34DB0C1D3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5554265" y="2964723"/>
              <a:ext cx="735122" cy="312181"/>
            </a:xfrm>
            <a:prstGeom prst="rect">
              <a:avLst/>
            </a:prstGeom>
            <a:solidFill>
              <a:schemeClr val="bg1"/>
            </a:solidFill>
            <a:ln w="25400" algn="ctr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>
              <a:defPPr>
                <a:defRPr lang="en-US"/>
              </a:defPPr>
              <a:lvl2pPr marL="0" lvl="1" algn="ctr" defTabSz="1474905">
                <a:buClr>
                  <a:prstClr val="black"/>
                </a:buClr>
                <a:buSzPct val="140000"/>
                <a:tabLst>
                  <a:tab pos="5648325" algn="l"/>
                </a:tabLst>
                <a:defRPr sz="900" kern="0" spc="-3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defRPr>
              </a:lvl2pPr>
            </a:lstStyle>
            <a:p>
              <a:pPr lvl="1"/>
              <a:r>
                <a:rPr lang="ko-KR" altLang="en-US" sz="800" b="1" dirty="0" err="1">
                  <a:latin typeface="Malgun Gothic" panose="020B0503020000020004" pitchFamily="34" charset="-127"/>
                  <a:ea typeface="Malgun Gothic" panose="020B0503020000020004" pitchFamily="34" charset="-127"/>
                </a:rPr>
                <a:t>모델서빙</a:t>
              </a:r>
              <a:endParaRPr lang="en-US" altLang="ko-KR" sz="800" b="1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  <a:p>
              <a:pPr lvl="1"/>
              <a:r>
                <a:rPr lang="en-US" altLang="ko-KR" sz="800" b="1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Endpoint</a:t>
              </a:r>
              <a:r>
                <a:rPr lang="ko-KR" altLang="en-US" sz="800" b="1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호출</a:t>
              </a:r>
              <a:endParaRPr lang="en-US" altLang="ko-KR" sz="800" b="1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999" name="타원 998">
              <a:extLst>
                <a:ext uri="{FF2B5EF4-FFF2-40B4-BE49-F238E27FC236}">
                  <a16:creationId xmlns:a16="http://schemas.microsoft.com/office/drawing/2014/main" id="{F3C1469B-1FC7-57A4-43F9-3E83B0DFCD17}"/>
                </a:ext>
              </a:extLst>
            </p:cNvPr>
            <p:cNvSpPr>
              <a:spLocks/>
            </p:cNvSpPr>
            <p:nvPr/>
          </p:nvSpPr>
          <p:spPr bwMode="gray">
            <a:xfrm>
              <a:off x="7083826" y="2492478"/>
              <a:ext cx="216000" cy="216000"/>
            </a:xfrm>
            <a:prstGeom prst="ellipse">
              <a:avLst/>
            </a:prstGeom>
            <a:solidFill>
              <a:srgbClr val="5C67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en-US" altLang="ko-KR" sz="7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NS</a:t>
              </a:r>
              <a:endParaRPr lang="ko-KR" altLang="en-US" sz="7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1000" name="타원 999">
              <a:extLst>
                <a:ext uri="{FF2B5EF4-FFF2-40B4-BE49-F238E27FC236}">
                  <a16:creationId xmlns:a16="http://schemas.microsoft.com/office/drawing/2014/main" id="{C275F98F-DD0F-0A31-1807-FD654A8CD9CB}"/>
                </a:ext>
              </a:extLst>
            </p:cNvPr>
            <p:cNvSpPr>
              <a:spLocks/>
            </p:cNvSpPr>
            <p:nvPr/>
          </p:nvSpPr>
          <p:spPr bwMode="gray">
            <a:xfrm>
              <a:off x="4248037" y="2616303"/>
              <a:ext cx="216000" cy="216000"/>
            </a:xfrm>
            <a:prstGeom prst="ellipse">
              <a:avLst/>
            </a:prstGeom>
            <a:solidFill>
              <a:srgbClr val="5C67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en-US" altLang="ko-KR" sz="700" spc="-3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NS</a:t>
              </a:r>
              <a:endParaRPr lang="ko-KR" altLang="en-US" sz="7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1001" name="타원 1000">
              <a:extLst>
                <a:ext uri="{FF2B5EF4-FFF2-40B4-BE49-F238E27FC236}">
                  <a16:creationId xmlns:a16="http://schemas.microsoft.com/office/drawing/2014/main" id="{251BBB29-482C-F650-604C-DECF411B4296}"/>
                </a:ext>
              </a:extLst>
            </p:cNvPr>
            <p:cNvSpPr>
              <a:spLocks/>
            </p:cNvSpPr>
            <p:nvPr/>
          </p:nvSpPr>
          <p:spPr bwMode="gray">
            <a:xfrm>
              <a:off x="3375677" y="2616303"/>
              <a:ext cx="216000" cy="216000"/>
            </a:xfrm>
            <a:prstGeom prst="ellipse">
              <a:avLst/>
            </a:prstGeom>
            <a:solidFill>
              <a:srgbClr val="5C67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en-US" altLang="ko-KR" sz="700" spc="-3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NS</a:t>
              </a:r>
              <a:endParaRPr lang="ko-KR" altLang="en-US" sz="7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1002" name="TextBox 111">
              <a:extLst>
                <a:ext uri="{FF2B5EF4-FFF2-40B4-BE49-F238E27FC236}">
                  <a16:creationId xmlns:a16="http://schemas.microsoft.com/office/drawing/2014/main" id="{BF19C80C-6FCC-AB21-9E26-1671CA8900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4049762" y="6035967"/>
              <a:ext cx="1152450" cy="300154"/>
            </a:xfrm>
            <a:prstGeom prst="rect">
              <a:avLst/>
            </a:prstGeom>
            <a:solidFill>
              <a:srgbClr val="EAECF1"/>
            </a:solidFill>
            <a:ln w="25400" algn="ctr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noAutofit/>
            </a:bodyPr>
            <a:lstStyle>
              <a:defPPr>
                <a:defRPr lang="en-US"/>
              </a:defPPr>
              <a:lvl2pPr marL="0" lvl="1" algn="ctr" defTabSz="1474905">
                <a:buClr>
                  <a:prstClr val="black"/>
                </a:buClr>
                <a:buSzPct val="140000"/>
                <a:tabLst>
                  <a:tab pos="5648325" algn="l"/>
                </a:tabLst>
                <a:defRPr sz="900" kern="0" spc="-3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defRPr>
              </a:lvl2pPr>
            </a:lstStyle>
            <a:p>
              <a:pPr lvl="1"/>
              <a:r>
                <a:rPr lang="en-US" altLang="ko-KR" sz="800" b="1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Time-Slicing </a:t>
              </a:r>
              <a:r>
                <a:rPr lang="ko-KR" altLang="en-US" sz="800" b="1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방식</a:t>
              </a:r>
              <a:endParaRPr lang="en-US" altLang="ko-KR" sz="800" b="1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  <a:p>
              <a:pPr lvl="1"/>
              <a:r>
                <a:rPr lang="en-US" altLang="ko-KR" sz="800" b="1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GPU </a:t>
              </a:r>
              <a:r>
                <a:rPr lang="ko-KR" altLang="en-US" sz="800" b="1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자원 할당</a:t>
              </a:r>
              <a:endParaRPr lang="en-US" altLang="ko-KR" sz="800" b="1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1003" name="모서리가 둥근 직사각형 299">
              <a:extLst>
                <a:ext uri="{FF2B5EF4-FFF2-40B4-BE49-F238E27FC236}">
                  <a16:creationId xmlns:a16="http://schemas.microsoft.com/office/drawing/2014/main" id="{2AE64159-9DAF-9ED1-B8EE-D238F17EFC07}"/>
                </a:ext>
              </a:extLst>
            </p:cNvPr>
            <p:cNvSpPr/>
            <p:nvPr/>
          </p:nvSpPr>
          <p:spPr>
            <a:xfrm>
              <a:off x="4697690" y="2709955"/>
              <a:ext cx="648000" cy="432000"/>
            </a:xfrm>
            <a:prstGeom prst="rect">
              <a:avLst/>
            </a:prstGeom>
            <a:solidFill>
              <a:srgbClr val="D6D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en-US" altLang="ko-KR" sz="7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Model</a:t>
              </a:r>
            </a:p>
            <a:p>
              <a:pPr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en-US" altLang="ko-KR" sz="7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Gateway</a:t>
              </a:r>
            </a:p>
          </p:txBody>
        </p:sp>
        <p:sp>
          <p:nvSpPr>
            <p:cNvPr id="1004" name="모서리가 둥근 직사각형 299">
              <a:extLst>
                <a:ext uri="{FF2B5EF4-FFF2-40B4-BE49-F238E27FC236}">
                  <a16:creationId xmlns:a16="http://schemas.microsoft.com/office/drawing/2014/main" id="{5301E922-8476-8C9D-6D9D-13679B2751DD}"/>
                </a:ext>
              </a:extLst>
            </p:cNvPr>
            <p:cNvSpPr/>
            <p:nvPr/>
          </p:nvSpPr>
          <p:spPr>
            <a:xfrm>
              <a:off x="5295975" y="6012190"/>
              <a:ext cx="1764000" cy="93599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C7CED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54000" anchor="b"/>
            <a:lstStyle/>
            <a:p>
              <a:pPr marL="0" lvl="1"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en-US" altLang="ko-KR" sz="10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GPU </a:t>
              </a:r>
              <a:r>
                <a:rPr lang="ko-KR" altLang="en-US" sz="10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서버 </a:t>
              </a:r>
              <a:r>
                <a:rPr lang="en-US" altLang="ko-KR" sz="10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#N</a:t>
              </a:r>
              <a:endParaRPr lang="ko-KR" altLang="en-US" sz="10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005" name="타원 1004">
              <a:extLst>
                <a:ext uri="{FF2B5EF4-FFF2-40B4-BE49-F238E27FC236}">
                  <a16:creationId xmlns:a16="http://schemas.microsoft.com/office/drawing/2014/main" id="{63D487D7-60E3-D663-8C5C-35529D21C07E}"/>
                </a:ext>
              </a:extLst>
            </p:cNvPr>
            <p:cNvSpPr>
              <a:spLocks/>
            </p:cNvSpPr>
            <p:nvPr/>
          </p:nvSpPr>
          <p:spPr>
            <a:xfrm>
              <a:off x="6678300" y="6065058"/>
              <a:ext cx="180000" cy="180000"/>
            </a:xfrm>
            <a:prstGeom prst="ellipse">
              <a:avLst/>
            </a:prstGeom>
            <a:solidFill>
              <a:srgbClr val="9CA5AC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 defTabSz="1591820"/>
              <a:r>
                <a:rPr lang="en-US" altLang="ko-KR" sz="9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C</a:t>
              </a:r>
              <a:endParaRPr lang="ko-KR" altLang="en-US" sz="9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cxnSp>
          <p:nvCxnSpPr>
            <p:cNvPr id="1006" name="직선 화살표 연결선 1005">
              <a:extLst>
                <a:ext uri="{FF2B5EF4-FFF2-40B4-BE49-F238E27FC236}">
                  <a16:creationId xmlns:a16="http://schemas.microsoft.com/office/drawing/2014/main" id="{5911416A-7686-B017-0FF9-0AC43A1721B0}"/>
                </a:ext>
              </a:extLst>
            </p:cNvPr>
            <p:cNvCxnSpPr>
              <a:cxnSpLocks/>
              <a:stCxn id="1009" idx="0"/>
              <a:endCxn id="1005" idx="4"/>
            </p:cNvCxnSpPr>
            <p:nvPr/>
          </p:nvCxnSpPr>
          <p:spPr>
            <a:xfrm flipV="1">
              <a:off x="6768042" y="6245058"/>
              <a:ext cx="258" cy="134699"/>
            </a:xfrm>
            <a:prstGeom prst="straightConnector1">
              <a:avLst/>
            </a:prstGeom>
            <a:ln w="9525">
              <a:solidFill>
                <a:srgbClr val="434759"/>
              </a:solidFill>
              <a:headEnd type="triangl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7" name="모서리가 둥근 직사각형 299">
              <a:extLst>
                <a:ext uri="{FF2B5EF4-FFF2-40B4-BE49-F238E27FC236}">
                  <a16:creationId xmlns:a16="http://schemas.microsoft.com/office/drawing/2014/main" id="{8BBA0155-D2D4-AB77-FED8-1EC1E6D90190}"/>
                </a:ext>
              </a:extLst>
            </p:cNvPr>
            <p:cNvSpPr/>
            <p:nvPr/>
          </p:nvSpPr>
          <p:spPr>
            <a:xfrm>
              <a:off x="5367975" y="6379758"/>
              <a:ext cx="396000" cy="252000"/>
            </a:xfrm>
            <a:prstGeom prst="rect">
              <a:avLst/>
            </a:prstGeom>
            <a:solidFill>
              <a:srgbClr val="DDE1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en-US" altLang="ko-KR" sz="700" spc="-30" dirty="0" err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vGPU</a:t>
              </a:r>
              <a:endParaRPr lang="ko-KR" altLang="en-US" sz="7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1008" name="모서리가 둥근 직사각형 299">
              <a:extLst>
                <a:ext uri="{FF2B5EF4-FFF2-40B4-BE49-F238E27FC236}">
                  <a16:creationId xmlns:a16="http://schemas.microsoft.com/office/drawing/2014/main" id="{A15EB69E-1608-AB08-DDDC-3E8A194AC86B}"/>
                </a:ext>
              </a:extLst>
            </p:cNvPr>
            <p:cNvSpPr/>
            <p:nvPr/>
          </p:nvSpPr>
          <p:spPr>
            <a:xfrm>
              <a:off x="5849962" y="6379758"/>
              <a:ext cx="396000" cy="252000"/>
            </a:xfrm>
            <a:prstGeom prst="rect">
              <a:avLst/>
            </a:prstGeom>
            <a:solidFill>
              <a:srgbClr val="DDE1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en-US" altLang="ko-KR" sz="700" spc="-30" dirty="0" err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vGPU</a:t>
              </a:r>
              <a:endParaRPr lang="ko-KR" altLang="en-US" sz="7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1009" name="모서리가 둥근 직사각형 299">
              <a:extLst>
                <a:ext uri="{FF2B5EF4-FFF2-40B4-BE49-F238E27FC236}">
                  <a16:creationId xmlns:a16="http://schemas.microsoft.com/office/drawing/2014/main" id="{B4047E35-AB5D-C2CA-DA11-EB19EADFD234}"/>
                </a:ext>
              </a:extLst>
            </p:cNvPr>
            <p:cNvSpPr/>
            <p:nvPr/>
          </p:nvSpPr>
          <p:spPr>
            <a:xfrm>
              <a:off x="6570042" y="6379757"/>
              <a:ext cx="396000" cy="252000"/>
            </a:xfrm>
            <a:prstGeom prst="rect">
              <a:avLst/>
            </a:prstGeom>
            <a:solidFill>
              <a:srgbClr val="DDE1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en-US" altLang="ko-KR" sz="700" spc="-30" dirty="0" err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vGPU</a:t>
              </a:r>
              <a:endParaRPr lang="ko-KR" altLang="en-US" sz="7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grpSp>
          <p:nvGrpSpPr>
            <p:cNvPr id="1010" name="그룹 1009">
              <a:extLst>
                <a:ext uri="{FF2B5EF4-FFF2-40B4-BE49-F238E27FC236}">
                  <a16:creationId xmlns:a16="http://schemas.microsoft.com/office/drawing/2014/main" id="{E25BE34B-29C0-2229-BEE9-221997DEA30B}"/>
                </a:ext>
              </a:extLst>
            </p:cNvPr>
            <p:cNvGrpSpPr/>
            <p:nvPr/>
          </p:nvGrpSpPr>
          <p:grpSpPr>
            <a:xfrm>
              <a:off x="6337064" y="6487758"/>
              <a:ext cx="141832" cy="36000"/>
              <a:chOff x="3077658" y="6416276"/>
              <a:chExt cx="141832" cy="36000"/>
            </a:xfrm>
          </p:grpSpPr>
          <p:sp>
            <p:nvSpPr>
              <p:cNvPr id="1011" name="타원 1010">
                <a:extLst>
                  <a:ext uri="{FF2B5EF4-FFF2-40B4-BE49-F238E27FC236}">
                    <a16:creationId xmlns:a16="http://schemas.microsoft.com/office/drawing/2014/main" id="{C0D7F290-9706-F356-37E1-C33A1C97AF47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3077658" y="6416276"/>
                <a:ext cx="36000" cy="36000"/>
              </a:xfrm>
              <a:prstGeom prst="ellipse">
                <a:avLst/>
              </a:prstGeom>
              <a:solidFill>
                <a:srgbClr val="4347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 defTabSz="1516258" eaLnBrk="0" hangingPunct="0">
                  <a:buClr>
                    <a:srgbClr val="3271AA"/>
                  </a:buClr>
                  <a:buSzPct val="140000"/>
                  <a:tabLst>
                    <a:tab pos="5648325" algn="l"/>
                  </a:tabLst>
                </a:pPr>
                <a:endParaRPr lang="ko-KR" altLang="en-US" sz="10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  <p:sp>
            <p:nvSpPr>
              <p:cNvPr id="1012" name="타원 1011">
                <a:extLst>
                  <a:ext uri="{FF2B5EF4-FFF2-40B4-BE49-F238E27FC236}">
                    <a16:creationId xmlns:a16="http://schemas.microsoft.com/office/drawing/2014/main" id="{20DD8BD4-C820-0C9A-2A42-93ED9C849E67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3130574" y="6416276"/>
                <a:ext cx="36000" cy="36000"/>
              </a:xfrm>
              <a:prstGeom prst="ellipse">
                <a:avLst/>
              </a:prstGeom>
              <a:solidFill>
                <a:srgbClr val="4347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 defTabSz="1516258" eaLnBrk="0" hangingPunct="0">
                  <a:buClr>
                    <a:srgbClr val="3271AA"/>
                  </a:buClr>
                  <a:buSzPct val="140000"/>
                  <a:tabLst>
                    <a:tab pos="5648325" algn="l"/>
                  </a:tabLst>
                </a:pPr>
                <a:endParaRPr lang="ko-KR" altLang="en-US" sz="10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  <p:sp>
            <p:nvSpPr>
              <p:cNvPr id="1013" name="타원 1012">
                <a:extLst>
                  <a:ext uri="{FF2B5EF4-FFF2-40B4-BE49-F238E27FC236}">
                    <a16:creationId xmlns:a16="http://schemas.microsoft.com/office/drawing/2014/main" id="{5F7B4FB0-4DE4-3A43-94F6-E2941795DC37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3183490" y="6416276"/>
                <a:ext cx="36000" cy="36000"/>
              </a:xfrm>
              <a:prstGeom prst="ellipse">
                <a:avLst/>
              </a:prstGeom>
              <a:solidFill>
                <a:srgbClr val="4347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 defTabSz="1516258" eaLnBrk="0" hangingPunct="0">
                  <a:buClr>
                    <a:srgbClr val="3271AA"/>
                  </a:buClr>
                  <a:buSzPct val="140000"/>
                  <a:tabLst>
                    <a:tab pos="5648325" algn="l"/>
                  </a:tabLst>
                </a:pPr>
                <a:endParaRPr lang="ko-KR" altLang="en-US" sz="10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</p:grpSp>
        <p:grpSp>
          <p:nvGrpSpPr>
            <p:cNvPr id="1014" name="그룹 1013">
              <a:extLst>
                <a:ext uri="{FF2B5EF4-FFF2-40B4-BE49-F238E27FC236}">
                  <a16:creationId xmlns:a16="http://schemas.microsoft.com/office/drawing/2014/main" id="{BABD4175-65FE-CF3B-41EE-F04351509CC8}"/>
                </a:ext>
              </a:extLst>
            </p:cNvPr>
            <p:cNvGrpSpPr/>
            <p:nvPr/>
          </p:nvGrpSpPr>
          <p:grpSpPr>
            <a:xfrm>
              <a:off x="4041707" y="6516189"/>
              <a:ext cx="972000" cy="432000"/>
              <a:chOff x="6221570" y="4883281"/>
              <a:chExt cx="972000" cy="432000"/>
            </a:xfrm>
          </p:grpSpPr>
          <p:grpSp>
            <p:nvGrpSpPr>
              <p:cNvPr id="1015" name="그룹 1014">
                <a:extLst>
                  <a:ext uri="{FF2B5EF4-FFF2-40B4-BE49-F238E27FC236}">
                    <a16:creationId xmlns:a16="http://schemas.microsoft.com/office/drawing/2014/main" id="{3BA81354-EE87-6CAA-8582-59DC0AAE16BE}"/>
                  </a:ext>
                </a:extLst>
              </p:cNvPr>
              <p:cNvGrpSpPr/>
              <p:nvPr/>
            </p:nvGrpSpPr>
            <p:grpSpPr>
              <a:xfrm>
                <a:off x="6221570" y="4883281"/>
                <a:ext cx="972000" cy="432000"/>
                <a:chOff x="1119033" y="6588197"/>
                <a:chExt cx="972000" cy="432000"/>
              </a:xfrm>
            </p:grpSpPr>
            <p:sp>
              <p:nvSpPr>
                <p:cNvPr id="1019" name="직사각형 1018">
                  <a:extLst>
                    <a:ext uri="{FF2B5EF4-FFF2-40B4-BE49-F238E27FC236}">
                      <a16:creationId xmlns:a16="http://schemas.microsoft.com/office/drawing/2014/main" id="{47D45F31-588D-0089-574D-09582BC5A89B}"/>
                    </a:ext>
                  </a:extLst>
                </p:cNvPr>
                <p:cNvSpPr/>
                <p:nvPr/>
              </p:nvSpPr>
              <p:spPr>
                <a:xfrm>
                  <a:off x="1119033" y="6588197"/>
                  <a:ext cx="972000" cy="432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pc="-3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latin typeface="HG꼬딕씨 80g" panose="02020603020101020101" pitchFamily="18" charset="-127"/>
                    <a:ea typeface="HG꼬딕씨 80g" panose="02020603020101020101" pitchFamily="18" charset="-127"/>
                  </a:endParaRPr>
                </a:p>
              </p:txBody>
            </p:sp>
            <p:sp>
              <p:nvSpPr>
                <p:cNvPr id="1020" name="직사각형 1019">
                  <a:extLst>
                    <a:ext uri="{FF2B5EF4-FFF2-40B4-BE49-F238E27FC236}">
                      <a16:creationId xmlns:a16="http://schemas.microsoft.com/office/drawing/2014/main" id="{A3EB1B98-EAC7-D088-B4A8-FFA1BA74F3DC}"/>
                    </a:ext>
                  </a:extLst>
                </p:cNvPr>
                <p:cNvSpPr/>
                <p:nvPr/>
              </p:nvSpPr>
              <p:spPr>
                <a:xfrm>
                  <a:off x="1119033" y="6588197"/>
                  <a:ext cx="216000" cy="432000"/>
                </a:xfrm>
                <a:prstGeom prst="rect">
                  <a:avLst/>
                </a:prstGeom>
                <a:solidFill>
                  <a:srgbClr val="DDE1E3"/>
                </a:solidFill>
              </p:spPr>
              <p:txBody>
                <a:bodyPr wrap="square" lIns="0" tIns="0" rIns="0" bIns="0" anchor="ctr">
                  <a:noAutofit/>
                </a:bodyPr>
                <a:lstStyle/>
                <a:p>
                  <a:pPr algn="ctr" defTabSz="914400" fontAlgn="base">
                    <a:spcBef>
                      <a:spcPts val="1000"/>
                    </a:spcBef>
                    <a:spcAft>
                      <a:spcPct val="0"/>
                    </a:spcAft>
                  </a:pPr>
                  <a:r>
                    <a:rPr kumimoji="1" lang="ko-KR" altLang="en-US" sz="700" spc="-30" dirty="0">
                      <a:ln>
                        <a:solidFill>
                          <a:schemeClr val="tx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Malgun Gothic" panose="020B0503020000020004" pitchFamily="34" charset="-127"/>
                      <a:ea typeface="Malgun Gothic" panose="020B0503020000020004" pitchFamily="34" charset="-127"/>
                    </a:rPr>
                    <a:t>범</a:t>
                  </a:r>
                  <a:br>
                    <a:rPr kumimoji="1" lang="en-US" altLang="ko-KR" sz="700" spc="-30" dirty="0">
                      <a:ln>
                        <a:solidFill>
                          <a:schemeClr val="tx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Malgun Gothic" panose="020B0503020000020004" pitchFamily="34" charset="-127"/>
                      <a:ea typeface="Malgun Gothic" panose="020B0503020000020004" pitchFamily="34" charset="-127"/>
                    </a:rPr>
                  </a:br>
                  <a:r>
                    <a:rPr kumimoji="1" lang="ko-KR" altLang="en-US" sz="700" spc="-30" dirty="0" err="1">
                      <a:ln>
                        <a:solidFill>
                          <a:schemeClr val="tx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Malgun Gothic" panose="020B0503020000020004" pitchFamily="34" charset="-127"/>
                      <a:ea typeface="Malgun Gothic" panose="020B0503020000020004" pitchFamily="34" charset="-127"/>
                    </a:rPr>
                    <a:t>례</a:t>
                  </a:r>
                  <a:endParaRPr kumimoji="1" lang="ko-KR" altLang="en-US" sz="7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</p:grpSp>
          <p:grpSp>
            <p:nvGrpSpPr>
              <p:cNvPr id="1016" name="그룹 1015">
                <a:extLst>
                  <a:ext uri="{FF2B5EF4-FFF2-40B4-BE49-F238E27FC236}">
                    <a16:creationId xmlns:a16="http://schemas.microsoft.com/office/drawing/2014/main" id="{AFA3DD7D-B81B-6BA2-3E72-196EEDD3C6E1}"/>
                  </a:ext>
                </a:extLst>
              </p:cNvPr>
              <p:cNvGrpSpPr/>
              <p:nvPr/>
            </p:nvGrpSpPr>
            <p:grpSpPr>
              <a:xfrm>
                <a:off x="6531838" y="4962700"/>
                <a:ext cx="598109" cy="273159"/>
                <a:chOff x="1429301" y="6667616"/>
                <a:chExt cx="598109" cy="273159"/>
              </a:xfrm>
            </p:grpSpPr>
            <p:sp>
              <p:nvSpPr>
                <p:cNvPr id="1017" name="TextBox 1016">
                  <a:extLst>
                    <a:ext uri="{FF2B5EF4-FFF2-40B4-BE49-F238E27FC236}">
                      <a16:creationId xmlns:a16="http://schemas.microsoft.com/office/drawing/2014/main" id="{844FE3C7-6ED0-2EF9-3975-CA4F9CC00922}"/>
                    </a:ext>
                  </a:extLst>
                </p:cNvPr>
                <p:cNvSpPr txBox="1"/>
                <p:nvPr/>
              </p:nvSpPr>
              <p:spPr>
                <a:xfrm>
                  <a:off x="1611553" y="6667616"/>
                  <a:ext cx="415857" cy="273159"/>
                </a:xfrm>
                <a:prstGeom prst="rect">
                  <a:avLst/>
                </a:prstGeom>
                <a:noFill/>
                <a:ln w="25400" algn="ctr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 anchor="ctr">
                  <a:spAutoFit/>
                </a:bodyPr>
                <a:lstStyle>
                  <a:defPPr>
                    <a:defRPr lang="en-US"/>
                  </a:defPPr>
                  <a:lvl2pPr marL="0" lvl="1" defTabSz="1474905">
                    <a:buClr>
                      <a:prstClr val="black"/>
                    </a:buClr>
                    <a:buSzPct val="140000"/>
                    <a:tabLst>
                      <a:tab pos="5648325" algn="l"/>
                    </a:tabLst>
                    <a:defRPr sz="900" kern="0" spc="-30">
                      <a:ln>
                        <a:solidFill>
                          <a:schemeClr val="tx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defRPr>
                  </a:lvl2pPr>
                </a:lstStyle>
                <a:p>
                  <a:pPr lvl="1"/>
                  <a:r>
                    <a:rPr lang="en-US" altLang="ko-KR" sz="700" dirty="0">
                      <a:latin typeface="Malgun Gothic" panose="020B0503020000020004" pitchFamily="34" charset="-127"/>
                      <a:ea typeface="Malgun Gothic" panose="020B0503020000020004" pitchFamily="34" charset="-127"/>
                    </a:rPr>
                    <a:t>GPU</a:t>
                  </a:r>
                </a:p>
                <a:p>
                  <a:pPr lvl="1"/>
                  <a:r>
                    <a:rPr lang="ko-KR" altLang="en-US" sz="700" dirty="0">
                      <a:latin typeface="Malgun Gothic" panose="020B0503020000020004" pitchFamily="34" charset="-127"/>
                      <a:ea typeface="Malgun Gothic" panose="020B0503020000020004" pitchFamily="34" charset="-127"/>
                    </a:rPr>
                    <a:t>컨테이너</a:t>
                  </a:r>
                </a:p>
              </p:txBody>
            </p:sp>
            <p:sp>
              <p:nvSpPr>
                <p:cNvPr id="1018" name="타원 1017">
                  <a:extLst>
                    <a:ext uri="{FF2B5EF4-FFF2-40B4-BE49-F238E27FC236}">
                      <a16:creationId xmlns:a16="http://schemas.microsoft.com/office/drawing/2014/main" id="{5C171451-1F79-3281-305D-BF8FF55DE24E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429301" y="6732197"/>
                  <a:ext cx="144000" cy="144000"/>
                </a:xfrm>
                <a:prstGeom prst="ellipse">
                  <a:avLst/>
                </a:prstGeom>
                <a:solidFill>
                  <a:srgbClr val="9CA5AC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anchor="ctr"/>
                <a:lstStyle/>
                <a:p>
                  <a:pPr algn="ctr" defTabSz="1591820"/>
                  <a:endParaRPr lang="ko-KR" altLang="en-US" sz="9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HG꼬딕씨 60g" panose="02020603020101020101" pitchFamily="18" charset="-127"/>
                    <a:ea typeface="HG꼬딕씨 60g" panose="02020603020101020101" pitchFamily="18" charset="-127"/>
                  </a:endParaRPr>
                </a:p>
              </p:txBody>
            </p:sp>
          </p:grpSp>
        </p:grpSp>
        <p:sp>
          <p:nvSpPr>
            <p:cNvPr id="1021" name="TextBox 111">
              <a:extLst>
                <a:ext uri="{FF2B5EF4-FFF2-40B4-BE49-F238E27FC236}">
                  <a16:creationId xmlns:a16="http://schemas.microsoft.com/office/drawing/2014/main" id="{ED990DAA-E98B-5CC5-8D33-E39CF814C6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6221376" y="5049684"/>
              <a:ext cx="1058305" cy="780452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 wrap="square" lIns="0" tIns="0" rIns="0" bIns="0" anchor="ctr">
              <a:spAutoFit/>
            </a:bodyPr>
            <a:lstStyle>
              <a:defPPr>
                <a:defRPr lang="en-US"/>
              </a:defPPr>
              <a:lvl2pPr marL="0" lvl="1" algn="ctr" defTabSz="1474905">
                <a:buClr>
                  <a:prstClr val="black"/>
                </a:buClr>
                <a:buSzPct val="140000"/>
                <a:tabLst>
                  <a:tab pos="5648325" algn="l"/>
                </a:tabLst>
                <a:defRPr sz="900" kern="0" spc="-3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defRPr>
              </a:lvl2pPr>
            </a:lstStyle>
            <a:p>
              <a:pPr lvl="1" algn="l"/>
              <a:r>
                <a:rPr lang="en-US" altLang="ko-KR" sz="800" b="1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[GPU</a:t>
              </a:r>
              <a:r>
                <a:rPr lang="ko-KR" altLang="en-US" sz="800" b="1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 탑재 서비스 </a:t>
              </a:r>
              <a:r>
                <a:rPr lang="en-US" altLang="ko-KR" sz="800" b="1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]</a:t>
              </a:r>
            </a:p>
            <a:p>
              <a:pPr lvl="1" algn="l"/>
              <a:r>
                <a:rPr lang="en-US" altLang="ko-KR" sz="800" b="1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 * AI OCR</a:t>
              </a:r>
            </a:p>
            <a:p>
              <a:pPr lvl="1" algn="l"/>
              <a:r>
                <a:rPr lang="en-US" altLang="ko-KR" sz="800" b="1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 * AI </a:t>
              </a:r>
              <a:r>
                <a:rPr lang="ko-KR" altLang="en-US" sz="800" b="1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보안</a:t>
              </a:r>
              <a:endParaRPr lang="en-US" altLang="ko-KR" sz="800" b="1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  <a:p>
              <a:pPr lvl="1" algn="l"/>
              <a:r>
                <a:rPr lang="en-US" altLang="ko-KR" sz="800" b="1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 * </a:t>
              </a:r>
              <a:r>
                <a:rPr lang="ko-KR" altLang="en-US" sz="800" b="1" dirty="0" err="1">
                  <a:latin typeface="Malgun Gothic" panose="020B0503020000020004" pitchFamily="34" charset="-127"/>
                  <a:ea typeface="Malgun Gothic" panose="020B0503020000020004" pitchFamily="34" charset="-127"/>
                </a:rPr>
                <a:t>임베딩</a:t>
              </a:r>
              <a:r>
                <a:rPr lang="ko-KR" altLang="en-US" sz="800" b="1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 모델</a:t>
              </a:r>
              <a:endParaRPr lang="en-US" altLang="ko-KR" sz="800" b="1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  <a:p>
              <a:pPr lvl="1" algn="l"/>
              <a:r>
                <a:rPr lang="en-US" altLang="ko-KR" sz="800" b="1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 * LLM </a:t>
              </a:r>
              <a:r>
                <a:rPr lang="ko-KR" altLang="en-US" sz="800" b="1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평가</a:t>
              </a:r>
              <a:endParaRPr lang="en-US" altLang="ko-KR" sz="800" b="1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1022" name="모서리가 둥근 직사각형 299">
              <a:extLst>
                <a:ext uri="{FF2B5EF4-FFF2-40B4-BE49-F238E27FC236}">
                  <a16:creationId xmlns:a16="http://schemas.microsoft.com/office/drawing/2014/main" id="{C4603591-CD50-8709-726E-242C255B1774}"/>
                </a:ext>
              </a:extLst>
            </p:cNvPr>
            <p:cNvSpPr/>
            <p:nvPr/>
          </p:nvSpPr>
          <p:spPr>
            <a:xfrm>
              <a:off x="1119033" y="4128781"/>
              <a:ext cx="503954" cy="64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C7CED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en-US" altLang="ko-KR" sz="7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AI </a:t>
              </a:r>
              <a:r>
                <a:rPr lang="ko-KR" altLang="en-US" sz="7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서비스</a:t>
              </a:r>
              <a:endParaRPr lang="en-US" altLang="ko-KR" sz="7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  <a:p>
              <a:pPr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ko-KR" altLang="en-US" sz="7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허브</a:t>
              </a:r>
              <a:endParaRPr lang="en-US" altLang="ko-KR" sz="7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cxnSp>
          <p:nvCxnSpPr>
            <p:cNvPr id="1023" name="직선 화살표 연결선 109">
              <a:extLst>
                <a:ext uri="{FF2B5EF4-FFF2-40B4-BE49-F238E27FC236}">
                  <a16:creationId xmlns:a16="http://schemas.microsoft.com/office/drawing/2014/main" id="{C79428B0-FCBB-A4D0-FED9-64238313E958}"/>
                </a:ext>
              </a:extLst>
            </p:cNvPr>
            <p:cNvCxnSpPr>
              <a:cxnSpLocks/>
              <a:stCxn id="1022" idx="3"/>
              <a:endCxn id="35" idx="2"/>
            </p:cNvCxnSpPr>
            <p:nvPr/>
          </p:nvCxnSpPr>
          <p:spPr>
            <a:xfrm flipV="1">
              <a:off x="1622987" y="3753955"/>
              <a:ext cx="4298839" cy="698826"/>
            </a:xfrm>
            <a:prstGeom prst="bentConnector2">
              <a:avLst/>
            </a:prstGeom>
            <a:ln w="9525">
              <a:solidFill>
                <a:srgbClr val="434759"/>
              </a:solidFill>
              <a:headEnd type="triangl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6" name="TextBox 111">
              <a:extLst>
                <a:ext uri="{FF2B5EF4-FFF2-40B4-BE49-F238E27FC236}">
                  <a16:creationId xmlns:a16="http://schemas.microsoft.com/office/drawing/2014/main" id="{115710EA-FAE9-F5CB-87DC-1DF801F99F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4803495" y="4133488"/>
              <a:ext cx="1057101" cy="312181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>
              <a:defPPr>
                <a:defRPr lang="en-US"/>
              </a:defPPr>
              <a:lvl2pPr marL="0" lvl="1" algn="ctr" defTabSz="1474905">
                <a:buClr>
                  <a:prstClr val="black"/>
                </a:buClr>
                <a:buSzPct val="140000"/>
                <a:tabLst>
                  <a:tab pos="5648325" algn="l"/>
                </a:tabLst>
                <a:defRPr sz="900" kern="0" spc="-3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defRPr>
              </a:lvl2pPr>
            </a:lstStyle>
            <a:p>
              <a:pPr lvl="1" algn="l"/>
              <a:r>
                <a:rPr lang="en-US" altLang="ko-KR" sz="800" b="1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AI </a:t>
              </a:r>
              <a:r>
                <a:rPr lang="ko-KR" altLang="en-US" sz="800" b="1" dirty="0" err="1">
                  <a:latin typeface="Malgun Gothic" panose="020B0503020000020004" pitchFamily="34" charset="-127"/>
                  <a:ea typeface="Malgun Gothic" panose="020B0503020000020004" pitchFamily="34" charset="-127"/>
                </a:rPr>
                <a:t>서비스허브</a:t>
              </a:r>
              <a:r>
                <a:rPr lang="ko-KR" altLang="en-US" sz="800" b="1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 내</a:t>
              </a:r>
              <a:endParaRPr lang="en-US" altLang="ko-KR" sz="800" b="1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  <a:p>
              <a:pPr lvl="1" algn="l"/>
              <a:r>
                <a:rPr lang="en-US" altLang="ko-KR" sz="800" b="1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GPU</a:t>
              </a:r>
              <a:r>
                <a:rPr lang="ko-KR" altLang="en-US" sz="800" b="1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 서빙 </a:t>
              </a:r>
              <a:r>
                <a:rPr lang="en-US" altLang="ko-KR" sz="800" b="1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Endpoint</a:t>
              </a:r>
            </a:p>
          </p:txBody>
        </p:sp>
      </p:grpSp>
      <p:sp>
        <p:nvSpPr>
          <p:cNvPr id="688" name="모서리가 둥근 사각형 설명선[R] 687">
            <a:extLst>
              <a:ext uri="{FF2B5EF4-FFF2-40B4-BE49-F238E27FC236}">
                <a16:creationId xmlns:a16="http://schemas.microsoft.com/office/drawing/2014/main" id="{EC516C6C-CD4E-63E1-7D4A-E8BA9515079C}"/>
              </a:ext>
            </a:extLst>
          </p:cNvPr>
          <p:cNvSpPr/>
          <p:nvPr/>
        </p:nvSpPr>
        <p:spPr bwMode="auto">
          <a:xfrm>
            <a:off x="5996712" y="1603832"/>
            <a:ext cx="2556710" cy="809176"/>
          </a:xfrm>
          <a:prstGeom prst="wedgeRoundRectCallout">
            <a:avLst>
              <a:gd name="adj1" fmla="val -53617"/>
              <a:gd name="adj2" fmla="val 36404"/>
              <a:gd name="adj3" fmla="val 16667"/>
            </a:avLst>
          </a:prstGeom>
          <a:solidFill>
            <a:schemeClr val="bg2">
              <a:lumMod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95350" latinLnBrk="0">
              <a:spcAft>
                <a:spcPts val="600"/>
              </a:spcAft>
              <a:buSzPct val="120000"/>
            </a:pPr>
            <a:r>
              <a:rPr kumimoji="1" lang="ko-KR" altLang="en-US" sz="1300" b="1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물리적 상세 구성방안 작성</a:t>
            </a:r>
          </a:p>
        </p:txBody>
      </p:sp>
    </p:spTree>
    <p:extLst>
      <p:ext uri="{BB962C8B-B14F-4D97-AF65-F5344CB8AC3E}">
        <p14:creationId xmlns:p14="http://schemas.microsoft.com/office/powerpoint/2010/main" val="17504798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59B618-C2C2-5537-A41C-6C80F7051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2.5</a:t>
            </a:r>
            <a:r>
              <a:rPr kumimoji="1" lang="ko-KR" altLang="en-US" dirty="0"/>
              <a:t> 논리 구성방안</a:t>
            </a:r>
            <a:r>
              <a:rPr kumimoji="1" lang="en-US" altLang="ko-KR" dirty="0"/>
              <a:t>(2/2)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B59475-945D-4749-A4A1-E0E92D1BE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047" y="504827"/>
            <a:ext cx="8639908" cy="294777"/>
          </a:xfrm>
        </p:spPr>
        <p:txBody>
          <a:bodyPr/>
          <a:lstStyle/>
          <a:p>
            <a:r>
              <a:rPr kumimoji="1" lang="ko-KR" altLang="en-US" dirty="0"/>
              <a:t>컨테이너 기반의 학습</a:t>
            </a:r>
            <a:r>
              <a:rPr kumimoji="1" lang="en-US" altLang="ko-KR" dirty="0"/>
              <a:t>,</a:t>
            </a:r>
            <a:r>
              <a:rPr kumimoji="1" lang="ko-KR" altLang="en-US" dirty="0"/>
              <a:t> 추론 모델 서비스를 구성하고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Agent </a:t>
            </a:r>
            <a:r>
              <a:rPr kumimoji="1" lang="ko-KR" altLang="en-US" dirty="0"/>
              <a:t>는 </a:t>
            </a:r>
            <a:r>
              <a:rPr kumimoji="1" lang="en-US" altLang="ko-KR" dirty="0"/>
              <a:t>Endpoint </a:t>
            </a:r>
            <a:r>
              <a:rPr kumimoji="1" lang="ko-KR" altLang="en-US" dirty="0"/>
              <a:t>로 연계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C979164-F009-9C00-17E3-3CEE9D304F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dirty="0"/>
              <a:t>2.</a:t>
            </a:r>
            <a:r>
              <a:rPr kumimoji="1" lang="ko-KR" altLang="en-US" dirty="0"/>
              <a:t> 시스템 아키텍처</a:t>
            </a:r>
          </a:p>
        </p:txBody>
      </p:sp>
      <p:grpSp>
        <p:nvGrpSpPr>
          <p:cNvPr id="653" name="그룹 652">
            <a:extLst>
              <a:ext uri="{FF2B5EF4-FFF2-40B4-BE49-F238E27FC236}">
                <a16:creationId xmlns:a16="http://schemas.microsoft.com/office/drawing/2014/main" id="{DEA1ECE4-C151-CF11-C423-818C9B28F622}"/>
              </a:ext>
            </a:extLst>
          </p:cNvPr>
          <p:cNvGrpSpPr/>
          <p:nvPr/>
        </p:nvGrpSpPr>
        <p:grpSpPr>
          <a:xfrm>
            <a:off x="348929" y="899618"/>
            <a:ext cx="8331955" cy="4139106"/>
            <a:chOff x="305347" y="1943633"/>
            <a:chExt cx="10081665" cy="5184427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A6EA280C-D9A5-CBC0-70E6-E85394FCB706}"/>
                </a:ext>
              </a:extLst>
            </p:cNvPr>
            <p:cNvGrpSpPr/>
            <p:nvPr/>
          </p:nvGrpSpPr>
          <p:grpSpPr>
            <a:xfrm>
              <a:off x="305347" y="1944060"/>
              <a:ext cx="7128000" cy="5184000"/>
              <a:chOff x="305347" y="1944060"/>
              <a:chExt cx="7128000" cy="5184000"/>
            </a:xfrm>
          </p:grpSpPr>
          <p:sp>
            <p:nvSpPr>
              <p:cNvPr id="907" name="직사각형 906">
                <a:extLst>
                  <a:ext uri="{FF2B5EF4-FFF2-40B4-BE49-F238E27FC236}">
                    <a16:creationId xmlns:a16="http://schemas.microsoft.com/office/drawing/2014/main" id="{4DF007DE-B001-5EAD-1420-40DF23C8E09B}"/>
                  </a:ext>
                </a:extLst>
              </p:cNvPr>
              <p:cNvSpPr/>
              <p:nvPr/>
            </p:nvSpPr>
            <p:spPr>
              <a:xfrm>
                <a:off x="305347" y="1944060"/>
                <a:ext cx="7128000" cy="5184000"/>
              </a:xfrm>
              <a:prstGeom prst="rect">
                <a:avLst/>
              </a:prstGeom>
              <a:solidFill>
                <a:srgbClr val="F1F3F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pc="-30">
                  <a:ln>
                    <a:solidFill>
                      <a:schemeClr val="tx1">
                        <a:alpha val="0"/>
                      </a:schemeClr>
                    </a:solidFill>
                  </a:ln>
                </a:endParaRPr>
              </a:p>
            </p:txBody>
          </p:sp>
          <p:sp>
            <p:nvSpPr>
              <p:cNvPr id="908" name="직사각형 907">
                <a:extLst>
                  <a:ext uri="{FF2B5EF4-FFF2-40B4-BE49-F238E27FC236}">
                    <a16:creationId xmlns:a16="http://schemas.microsoft.com/office/drawing/2014/main" id="{7033C14D-81EA-FA76-3301-5B53D90A19F9}"/>
                  </a:ext>
                </a:extLst>
              </p:cNvPr>
              <p:cNvSpPr/>
              <p:nvPr/>
            </p:nvSpPr>
            <p:spPr>
              <a:xfrm>
                <a:off x="305347" y="1944060"/>
                <a:ext cx="7128000" cy="360000"/>
              </a:xfrm>
              <a:prstGeom prst="rect">
                <a:avLst/>
              </a:prstGeom>
              <a:solidFill>
                <a:srgbClr val="9CA5A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400" b="1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AI </a:t>
                </a:r>
                <a:r>
                  <a:rPr lang="ko-KR" altLang="en-US" sz="1400" b="1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서비스 허브</a:t>
                </a:r>
              </a:p>
            </p:txBody>
          </p:sp>
        </p:grpSp>
        <p:sp>
          <p:nvSpPr>
            <p:cNvPr id="909" name="모서리가 둥근 직사각형 299">
              <a:extLst>
                <a:ext uri="{FF2B5EF4-FFF2-40B4-BE49-F238E27FC236}">
                  <a16:creationId xmlns:a16="http://schemas.microsoft.com/office/drawing/2014/main" id="{C450864E-5B49-A492-209C-132210A71CCE}"/>
                </a:ext>
              </a:extLst>
            </p:cNvPr>
            <p:cNvSpPr/>
            <p:nvPr/>
          </p:nvSpPr>
          <p:spPr>
            <a:xfrm>
              <a:off x="1890126" y="2447688"/>
              <a:ext cx="5436000" cy="4571257"/>
            </a:xfrm>
            <a:prstGeom prst="rect">
              <a:avLst/>
            </a:prstGeom>
            <a:solidFill>
              <a:srgbClr val="EAECF1"/>
            </a:solidFill>
            <a:ln w="3175">
              <a:solidFill>
                <a:srgbClr val="98A1B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endParaRPr lang="ko-KR" altLang="en-US" sz="12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grpSp>
          <p:nvGrpSpPr>
            <p:cNvPr id="910" name="그룹 909">
              <a:extLst>
                <a:ext uri="{FF2B5EF4-FFF2-40B4-BE49-F238E27FC236}">
                  <a16:creationId xmlns:a16="http://schemas.microsoft.com/office/drawing/2014/main" id="{BD83E1F2-EEFA-5359-2433-85F857177417}"/>
                </a:ext>
              </a:extLst>
            </p:cNvPr>
            <p:cNvGrpSpPr/>
            <p:nvPr/>
          </p:nvGrpSpPr>
          <p:grpSpPr>
            <a:xfrm>
              <a:off x="7866466" y="1943633"/>
              <a:ext cx="2520000" cy="5184000"/>
              <a:chOff x="7866466" y="1943633"/>
              <a:chExt cx="2520000" cy="5184000"/>
            </a:xfrm>
          </p:grpSpPr>
          <p:sp>
            <p:nvSpPr>
              <p:cNvPr id="911" name="직사각형 910">
                <a:extLst>
                  <a:ext uri="{FF2B5EF4-FFF2-40B4-BE49-F238E27FC236}">
                    <a16:creationId xmlns:a16="http://schemas.microsoft.com/office/drawing/2014/main" id="{682106B2-47B5-4413-FFEB-27F3E50E1DAB}"/>
                  </a:ext>
                </a:extLst>
              </p:cNvPr>
              <p:cNvSpPr/>
              <p:nvPr/>
            </p:nvSpPr>
            <p:spPr>
              <a:xfrm>
                <a:off x="7866466" y="1943633"/>
                <a:ext cx="2520000" cy="5184000"/>
              </a:xfrm>
              <a:prstGeom prst="rect">
                <a:avLst/>
              </a:prstGeom>
              <a:solidFill>
                <a:srgbClr val="F1F3F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pc="-30">
                  <a:ln>
                    <a:solidFill>
                      <a:schemeClr val="tx1">
                        <a:alpha val="0"/>
                      </a:schemeClr>
                    </a:solidFill>
                  </a:ln>
                </a:endParaRPr>
              </a:p>
            </p:txBody>
          </p:sp>
          <p:sp>
            <p:nvSpPr>
              <p:cNvPr id="912" name="직사각형 911">
                <a:extLst>
                  <a:ext uri="{FF2B5EF4-FFF2-40B4-BE49-F238E27FC236}">
                    <a16:creationId xmlns:a16="http://schemas.microsoft.com/office/drawing/2014/main" id="{F572799C-4C72-8CB1-A1D5-F4E6A53A77AB}"/>
                  </a:ext>
                </a:extLst>
              </p:cNvPr>
              <p:cNvSpPr/>
              <p:nvPr/>
            </p:nvSpPr>
            <p:spPr>
              <a:xfrm>
                <a:off x="7866466" y="1943633"/>
                <a:ext cx="2520000" cy="360000"/>
              </a:xfrm>
              <a:prstGeom prst="rect">
                <a:avLst/>
              </a:prstGeom>
              <a:solidFill>
                <a:srgbClr val="43475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1400" b="1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구성 방안</a:t>
                </a:r>
              </a:p>
            </p:txBody>
          </p:sp>
        </p:grpSp>
        <p:grpSp>
          <p:nvGrpSpPr>
            <p:cNvPr id="913" name="그룹 912">
              <a:extLst>
                <a:ext uri="{FF2B5EF4-FFF2-40B4-BE49-F238E27FC236}">
                  <a16:creationId xmlns:a16="http://schemas.microsoft.com/office/drawing/2014/main" id="{FC4F69EE-06CA-4A02-6479-0A93C7FB515E}"/>
                </a:ext>
              </a:extLst>
            </p:cNvPr>
            <p:cNvGrpSpPr/>
            <p:nvPr/>
          </p:nvGrpSpPr>
          <p:grpSpPr>
            <a:xfrm>
              <a:off x="7974505" y="2421983"/>
              <a:ext cx="2412507" cy="1123602"/>
              <a:chOff x="7974505" y="2421983"/>
              <a:chExt cx="2412507" cy="1123602"/>
            </a:xfrm>
          </p:grpSpPr>
          <p:sp>
            <p:nvSpPr>
              <p:cNvPr id="914" name="모서리가 둥근 직사각형 16">
                <a:extLst>
                  <a:ext uri="{FF2B5EF4-FFF2-40B4-BE49-F238E27FC236}">
                    <a16:creationId xmlns:a16="http://schemas.microsoft.com/office/drawing/2014/main" id="{ADADFB0D-6824-B2AA-FD31-8A5B4CB5E147}"/>
                  </a:ext>
                </a:extLst>
              </p:cNvPr>
              <p:cNvSpPr/>
              <p:nvPr/>
            </p:nvSpPr>
            <p:spPr bwMode="auto">
              <a:xfrm flipH="1">
                <a:off x="7974505" y="2421983"/>
                <a:ext cx="2412507" cy="28912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216000" rtlCol="0" anchor="t">
                <a:spAutoFit/>
              </a:bodyPr>
              <a:lstStyle/>
              <a:p>
                <a:pPr marL="0" lvl="1" defTabSz="1042988">
                  <a:buClr>
                    <a:srgbClr val="3271AA"/>
                  </a:buClr>
                  <a:buSzPct val="140000"/>
                  <a:tabLst>
                    <a:tab pos="5648325" algn="l"/>
                  </a:tabLst>
                </a:pPr>
                <a:r>
                  <a:rPr lang="ko-KR" altLang="en-US" sz="900" b="1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  <a:cs typeface="KoPub돋움체 Medium  Medium" panose="02000603000000020004" pitchFamily="50" charset="-127"/>
                    <a:sym typeface="KoPub돋움체 Medium "/>
                  </a:rPr>
                  <a:t>논리적 격리 및 자원 관리</a:t>
                </a:r>
              </a:p>
            </p:txBody>
          </p:sp>
          <p:sp>
            <p:nvSpPr>
              <p:cNvPr id="915" name="Freeform 33">
                <a:extLst>
                  <a:ext uri="{FF2B5EF4-FFF2-40B4-BE49-F238E27FC236}">
                    <a16:creationId xmlns:a16="http://schemas.microsoft.com/office/drawing/2014/main" id="{ED7AB477-7547-763F-A99F-C6ADFE66023A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7978861" y="2480953"/>
                <a:ext cx="146360" cy="146360"/>
              </a:xfrm>
              <a:custGeom>
                <a:avLst/>
                <a:gdLst>
                  <a:gd name="T0" fmla="*/ 220 w 440"/>
                  <a:gd name="T1" fmla="*/ 0 h 441"/>
                  <a:gd name="T2" fmla="*/ 0 w 440"/>
                  <a:gd name="T3" fmla="*/ 220 h 441"/>
                  <a:gd name="T4" fmla="*/ 220 w 440"/>
                  <a:gd name="T5" fmla="*/ 441 h 441"/>
                  <a:gd name="T6" fmla="*/ 440 w 440"/>
                  <a:gd name="T7" fmla="*/ 220 h 441"/>
                  <a:gd name="T8" fmla="*/ 220 w 440"/>
                  <a:gd name="T9" fmla="*/ 0 h 441"/>
                  <a:gd name="T10" fmla="*/ 200 w 440"/>
                  <a:gd name="T11" fmla="*/ 330 h 441"/>
                  <a:gd name="T12" fmla="*/ 93 w 440"/>
                  <a:gd name="T13" fmla="*/ 222 h 441"/>
                  <a:gd name="T14" fmla="*/ 120 w 440"/>
                  <a:gd name="T15" fmla="*/ 200 h 441"/>
                  <a:gd name="T16" fmla="*/ 182 w 440"/>
                  <a:gd name="T17" fmla="*/ 248 h 441"/>
                  <a:gd name="T18" fmla="*/ 341 w 440"/>
                  <a:gd name="T19" fmla="*/ 111 h 441"/>
                  <a:gd name="T20" fmla="*/ 347 w 440"/>
                  <a:gd name="T21" fmla="*/ 126 h 441"/>
                  <a:gd name="T22" fmla="*/ 200 w 440"/>
                  <a:gd name="T23" fmla="*/ 330 h 4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40" h="441">
                    <a:moveTo>
                      <a:pt x="220" y="0"/>
                    </a:moveTo>
                    <a:cubicBezTo>
                      <a:pt x="98" y="0"/>
                      <a:pt x="0" y="99"/>
                      <a:pt x="0" y="220"/>
                    </a:cubicBezTo>
                    <a:cubicBezTo>
                      <a:pt x="0" y="342"/>
                      <a:pt x="98" y="441"/>
                      <a:pt x="220" y="441"/>
                    </a:cubicBezTo>
                    <a:cubicBezTo>
                      <a:pt x="342" y="441"/>
                      <a:pt x="440" y="342"/>
                      <a:pt x="440" y="220"/>
                    </a:cubicBezTo>
                    <a:cubicBezTo>
                      <a:pt x="440" y="99"/>
                      <a:pt x="342" y="0"/>
                      <a:pt x="220" y="0"/>
                    </a:cubicBezTo>
                    <a:close/>
                    <a:moveTo>
                      <a:pt x="200" y="330"/>
                    </a:moveTo>
                    <a:cubicBezTo>
                      <a:pt x="93" y="222"/>
                      <a:pt x="93" y="222"/>
                      <a:pt x="93" y="222"/>
                    </a:cubicBezTo>
                    <a:cubicBezTo>
                      <a:pt x="120" y="200"/>
                      <a:pt x="120" y="200"/>
                      <a:pt x="120" y="200"/>
                    </a:cubicBezTo>
                    <a:cubicBezTo>
                      <a:pt x="182" y="248"/>
                      <a:pt x="182" y="248"/>
                      <a:pt x="182" y="248"/>
                    </a:cubicBezTo>
                    <a:cubicBezTo>
                      <a:pt x="207" y="218"/>
                      <a:pt x="263" y="158"/>
                      <a:pt x="341" y="111"/>
                    </a:cubicBezTo>
                    <a:cubicBezTo>
                      <a:pt x="347" y="126"/>
                      <a:pt x="347" y="126"/>
                      <a:pt x="347" y="126"/>
                    </a:cubicBezTo>
                    <a:cubicBezTo>
                      <a:pt x="276" y="191"/>
                      <a:pt x="218" y="283"/>
                      <a:pt x="200" y="330"/>
                    </a:cubicBezTo>
                    <a:close/>
                  </a:path>
                </a:pathLst>
              </a:custGeom>
              <a:solidFill>
                <a:srgbClr val="98A1B7"/>
              </a:solidFill>
              <a:ln>
                <a:noFill/>
              </a:ln>
            </p:spPr>
            <p:txBody>
              <a:bodyPr wrap="none" anchor="ctr"/>
              <a:lstStyle/>
              <a:p>
                <a:pPr algn="ctr" defTabSz="1043056"/>
                <a:endParaRPr lang="ko-KR" altLang="en-US" sz="11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B42658">
                      <a:alpha val="50000"/>
                    </a:srgb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916" name="텍스트 개체 틀 16">
                <a:extLst>
                  <a:ext uri="{FF2B5EF4-FFF2-40B4-BE49-F238E27FC236}">
                    <a16:creationId xmlns:a16="http://schemas.microsoft.com/office/drawing/2014/main" id="{68DE94B2-EAD7-B084-9EB5-695B70BDFF9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190210" y="2726387"/>
                <a:ext cx="2088853" cy="819198"/>
              </a:xfrm>
              <a:prstGeom prst="rect">
                <a:avLst/>
              </a:prstGeom>
            </p:spPr>
            <p:txBody>
              <a:bodyPr wrap="square" lIns="0" tIns="0" rIns="0" bIns="0" anchor="t">
                <a:sp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KoPub돋움체 Medium 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92075" indent="-92075" fontAlgn="base" latinLnBrk="0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SzPct val="80000"/>
                  <a:buFont typeface="Arial" panose="020B0604020202020204" pitchFamily="34" charset="0"/>
                  <a:buChar char="•"/>
                </a:pPr>
                <a:r>
                  <a:rPr kumimoji="1" lang="en-US" altLang="ko-KR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AI Agent </a:t>
                </a:r>
                <a:r>
                  <a:rPr kumimoji="1" lang="ko-KR" altLang="en-US" sz="800" spc="-30" dirty="0" err="1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모델서빙용</a:t>
                </a:r>
                <a:r>
                  <a:rPr kumimoji="1" lang="ko-KR" altLang="en-US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 네임스페이스</a:t>
                </a:r>
                <a:r>
                  <a:rPr kumimoji="1" lang="en-US" altLang="ko-KR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(NS)  </a:t>
                </a:r>
                <a:r>
                  <a:rPr kumimoji="1" lang="ko-KR" altLang="en-US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분리 구성</a:t>
                </a:r>
                <a:endParaRPr kumimoji="1" lang="en-US" altLang="ko-KR" sz="8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  <a:p>
                <a:pPr marL="92075" indent="-92075" fontAlgn="base" latinLnBrk="0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SzPct val="80000"/>
                  <a:buFont typeface="Arial" panose="020B0604020202020204" pitchFamily="34" charset="0"/>
                  <a:buChar char="•"/>
                </a:pPr>
                <a:r>
                  <a:rPr kumimoji="1" lang="en-US" altLang="ko-KR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GPU Worker Node </a:t>
                </a:r>
                <a:r>
                  <a:rPr kumimoji="1" lang="ko-KR" altLang="en-US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사용 지정 필요 시</a:t>
                </a:r>
                <a:r>
                  <a:rPr kumimoji="1" lang="en-US" altLang="ko-KR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, Worker </a:t>
                </a:r>
                <a:r>
                  <a:rPr kumimoji="1" lang="ko-KR" altLang="en-US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노드 </a:t>
                </a:r>
                <a:r>
                  <a:rPr kumimoji="1" lang="ko-KR" altLang="en-US" sz="800" spc="-30" dirty="0" err="1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라벨링</a:t>
                </a:r>
                <a:r>
                  <a:rPr kumimoji="1" lang="ko-KR" altLang="en-US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 및 해당 네임스페이스에서 사용하도록 구성</a:t>
                </a:r>
              </a:p>
            </p:txBody>
          </p:sp>
        </p:grpSp>
        <p:grpSp>
          <p:nvGrpSpPr>
            <p:cNvPr id="917" name="그룹 916">
              <a:extLst>
                <a:ext uri="{FF2B5EF4-FFF2-40B4-BE49-F238E27FC236}">
                  <a16:creationId xmlns:a16="http://schemas.microsoft.com/office/drawing/2014/main" id="{DC6B4714-790E-8667-A10D-2B0294B454C6}"/>
                </a:ext>
              </a:extLst>
            </p:cNvPr>
            <p:cNvGrpSpPr/>
            <p:nvPr/>
          </p:nvGrpSpPr>
          <p:grpSpPr>
            <a:xfrm>
              <a:off x="7974506" y="3635821"/>
              <a:ext cx="2304557" cy="1740410"/>
              <a:chOff x="7974506" y="2421983"/>
              <a:chExt cx="2304557" cy="1740410"/>
            </a:xfrm>
          </p:grpSpPr>
          <p:sp>
            <p:nvSpPr>
              <p:cNvPr id="918" name="모서리가 둥근 직사각형 16">
                <a:extLst>
                  <a:ext uri="{FF2B5EF4-FFF2-40B4-BE49-F238E27FC236}">
                    <a16:creationId xmlns:a16="http://schemas.microsoft.com/office/drawing/2014/main" id="{1502FC4E-90B4-4D7E-9AE5-AFBBCB3FC4AA}"/>
                  </a:ext>
                </a:extLst>
              </p:cNvPr>
              <p:cNvSpPr/>
              <p:nvPr/>
            </p:nvSpPr>
            <p:spPr bwMode="auto">
              <a:xfrm flipH="1">
                <a:off x="7974506" y="2421983"/>
                <a:ext cx="2304557" cy="28912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216000" rtlCol="0" anchor="t">
                <a:spAutoFit/>
              </a:bodyPr>
              <a:lstStyle/>
              <a:p>
                <a:pPr marL="0" lvl="1" defTabSz="1042988">
                  <a:buClr>
                    <a:srgbClr val="3271AA"/>
                  </a:buClr>
                  <a:buSzPct val="140000"/>
                  <a:tabLst>
                    <a:tab pos="5648325" algn="l"/>
                  </a:tabLst>
                </a:pPr>
                <a:r>
                  <a:rPr lang="ko-KR" altLang="en-US" sz="900" b="1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  <a:cs typeface="KoPub돋움체 Medium  Medium" panose="02000603000000020004" pitchFamily="50" charset="-127"/>
                    <a:sym typeface="KoPub돋움체 Medium "/>
                  </a:rPr>
                  <a:t>모델 저장소 구성 및 공유</a:t>
                </a:r>
              </a:p>
            </p:txBody>
          </p:sp>
          <p:sp>
            <p:nvSpPr>
              <p:cNvPr id="919" name="Freeform 33">
                <a:extLst>
                  <a:ext uri="{FF2B5EF4-FFF2-40B4-BE49-F238E27FC236}">
                    <a16:creationId xmlns:a16="http://schemas.microsoft.com/office/drawing/2014/main" id="{D0A3AAC8-95FE-37A2-BF20-21C4986F4B81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7978861" y="2480953"/>
                <a:ext cx="146360" cy="146360"/>
              </a:xfrm>
              <a:custGeom>
                <a:avLst/>
                <a:gdLst>
                  <a:gd name="T0" fmla="*/ 220 w 440"/>
                  <a:gd name="T1" fmla="*/ 0 h 441"/>
                  <a:gd name="T2" fmla="*/ 0 w 440"/>
                  <a:gd name="T3" fmla="*/ 220 h 441"/>
                  <a:gd name="T4" fmla="*/ 220 w 440"/>
                  <a:gd name="T5" fmla="*/ 441 h 441"/>
                  <a:gd name="T6" fmla="*/ 440 w 440"/>
                  <a:gd name="T7" fmla="*/ 220 h 441"/>
                  <a:gd name="T8" fmla="*/ 220 w 440"/>
                  <a:gd name="T9" fmla="*/ 0 h 441"/>
                  <a:gd name="T10" fmla="*/ 200 w 440"/>
                  <a:gd name="T11" fmla="*/ 330 h 441"/>
                  <a:gd name="T12" fmla="*/ 93 w 440"/>
                  <a:gd name="T13" fmla="*/ 222 h 441"/>
                  <a:gd name="T14" fmla="*/ 120 w 440"/>
                  <a:gd name="T15" fmla="*/ 200 h 441"/>
                  <a:gd name="T16" fmla="*/ 182 w 440"/>
                  <a:gd name="T17" fmla="*/ 248 h 441"/>
                  <a:gd name="T18" fmla="*/ 341 w 440"/>
                  <a:gd name="T19" fmla="*/ 111 h 441"/>
                  <a:gd name="T20" fmla="*/ 347 w 440"/>
                  <a:gd name="T21" fmla="*/ 126 h 441"/>
                  <a:gd name="T22" fmla="*/ 200 w 440"/>
                  <a:gd name="T23" fmla="*/ 330 h 4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40" h="441">
                    <a:moveTo>
                      <a:pt x="220" y="0"/>
                    </a:moveTo>
                    <a:cubicBezTo>
                      <a:pt x="98" y="0"/>
                      <a:pt x="0" y="99"/>
                      <a:pt x="0" y="220"/>
                    </a:cubicBezTo>
                    <a:cubicBezTo>
                      <a:pt x="0" y="342"/>
                      <a:pt x="98" y="441"/>
                      <a:pt x="220" y="441"/>
                    </a:cubicBezTo>
                    <a:cubicBezTo>
                      <a:pt x="342" y="441"/>
                      <a:pt x="440" y="342"/>
                      <a:pt x="440" y="220"/>
                    </a:cubicBezTo>
                    <a:cubicBezTo>
                      <a:pt x="440" y="99"/>
                      <a:pt x="342" y="0"/>
                      <a:pt x="220" y="0"/>
                    </a:cubicBezTo>
                    <a:close/>
                    <a:moveTo>
                      <a:pt x="200" y="330"/>
                    </a:moveTo>
                    <a:cubicBezTo>
                      <a:pt x="93" y="222"/>
                      <a:pt x="93" y="222"/>
                      <a:pt x="93" y="222"/>
                    </a:cubicBezTo>
                    <a:cubicBezTo>
                      <a:pt x="120" y="200"/>
                      <a:pt x="120" y="200"/>
                      <a:pt x="120" y="200"/>
                    </a:cubicBezTo>
                    <a:cubicBezTo>
                      <a:pt x="182" y="248"/>
                      <a:pt x="182" y="248"/>
                      <a:pt x="182" y="248"/>
                    </a:cubicBezTo>
                    <a:cubicBezTo>
                      <a:pt x="207" y="218"/>
                      <a:pt x="263" y="158"/>
                      <a:pt x="341" y="111"/>
                    </a:cubicBezTo>
                    <a:cubicBezTo>
                      <a:pt x="347" y="126"/>
                      <a:pt x="347" y="126"/>
                      <a:pt x="347" y="126"/>
                    </a:cubicBezTo>
                    <a:cubicBezTo>
                      <a:pt x="276" y="191"/>
                      <a:pt x="218" y="283"/>
                      <a:pt x="200" y="330"/>
                    </a:cubicBezTo>
                    <a:close/>
                  </a:path>
                </a:pathLst>
              </a:custGeom>
              <a:solidFill>
                <a:srgbClr val="98A1B7"/>
              </a:solidFill>
              <a:ln>
                <a:noFill/>
              </a:ln>
            </p:spPr>
            <p:txBody>
              <a:bodyPr wrap="none" anchor="ctr"/>
              <a:lstStyle/>
              <a:p>
                <a:pPr algn="ctr" defTabSz="1043056"/>
                <a:endParaRPr lang="ko-KR" altLang="en-US" sz="11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B42658">
                      <a:alpha val="50000"/>
                    </a:srgb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920" name="텍스트 개체 틀 16">
                <a:extLst>
                  <a:ext uri="{FF2B5EF4-FFF2-40B4-BE49-F238E27FC236}">
                    <a16:creationId xmlns:a16="http://schemas.microsoft.com/office/drawing/2014/main" id="{A2A41CA3-0F68-E11D-012E-CEE199DA6F2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190210" y="2726387"/>
                <a:ext cx="2088853" cy="1436006"/>
              </a:xfrm>
              <a:prstGeom prst="rect">
                <a:avLst/>
              </a:prstGeom>
            </p:spPr>
            <p:txBody>
              <a:bodyPr wrap="square" lIns="0" tIns="0" rIns="0" bIns="0" anchor="t">
                <a:sp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KoPub돋움체 Medium 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92075" indent="-92075" fontAlgn="base" latinLnBrk="0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SzPct val="80000"/>
                  <a:buFont typeface="Arial" panose="020B0604020202020204" pitchFamily="34" charset="0"/>
                  <a:buChar char="•"/>
                </a:pPr>
                <a:r>
                  <a:rPr kumimoji="1" lang="en-US" altLang="ko-KR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NAS </a:t>
                </a:r>
                <a:r>
                  <a:rPr kumimoji="1" lang="ko-KR" altLang="en-US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스토리지 할당</a:t>
                </a:r>
                <a:r>
                  <a:rPr kumimoji="1" lang="en-US" altLang="ko-KR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(</a:t>
                </a:r>
                <a:r>
                  <a:rPr kumimoji="1" lang="ko-KR" altLang="en-US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사전 구성</a:t>
                </a:r>
                <a:r>
                  <a:rPr kumimoji="1" lang="en-US" altLang="ko-KR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)</a:t>
                </a:r>
                <a:endParaRPr kumimoji="1" lang="ko-KR" altLang="en-US" sz="8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  <a:p>
                <a:pPr marL="180975" indent="-92075" fontAlgn="base" latinLnBrk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SzPct val="80000"/>
                  <a:buFont typeface="KoPub돋움체 Medium  Medium" panose="02000603000000020004" pitchFamily="50" charset="-127"/>
                  <a:buChar char="–"/>
                </a:pPr>
                <a:r>
                  <a:rPr kumimoji="1" lang="en-US" altLang="ko-KR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NAS </a:t>
                </a:r>
                <a:r>
                  <a:rPr kumimoji="1" lang="ko-KR" altLang="en-US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디스크 볼륨은 </a:t>
                </a:r>
                <a:r>
                  <a:rPr kumimoji="1" lang="en-US" altLang="ko-KR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GPU Worker Node </a:t>
                </a:r>
                <a:r>
                  <a:rPr kumimoji="1" lang="ko-KR" altLang="en-US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로 </a:t>
                </a:r>
                <a:r>
                  <a:rPr kumimoji="1" lang="en-US" altLang="ko-KR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Export  </a:t>
                </a:r>
                <a:r>
                  <a:rPr kumimoji="1" lang="ko-KR" altLang="en-US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및 </a:t>
                </a:r>
                <a:r>
                  <a:rPr kumimoji="1" lang="en-US" altLang="ko-KR" sz="800" spc="-30" dirty="0" err="1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RW</a:t>
                </a:r>
                <a:r>
                  <a:rPr kumimoji="1" lang="en-US" altLang="ko-KR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 </a:t>
                </a:r>
                <a:r>
                  <a:rPr kumimoji="1" lang="ko-KR" altLang="en-US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권한 부여 하여 접근 허용 설정</a:t>
                </a:r>
              </a:p>
              <a:p>
                <a:pPr marL="92075" indent="-92075" fontAlgn="base" latinLnBrk="0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SzPct val="80000"/>
                  <a:buFont typeface="Arial" panose="020B0604020202020204" pitchFamily="34" charset="0"/>
                  <a:buChar char="•"/>
                </a:pPr>
                <a:r>
                  <a:rPr kumimoji="1" lang="en-US" altLang="ko-KR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PV/PVC </a:t>
                </a:r>
                <a:r>
                  <a:rPr kumimoji="1" lang="ko-KR" altLang="en-US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구성</a:t>
                </a:r>
              </a:p>
              <a:p>
                <a:pPr marL="180975" indent="-92075" fontAlgn="base" latinLnBrk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SzPct val="80000"/>
                  <a:buFont typeface="KoPub돋움체 Medium  Medium" panose="02000603000000020004" pitchFamily="50" charset="-127"/>
                  <a:buChar char="–"/>
                </a:pPr>
                <a:r>
                  <a:rPr kumimoji="1" lang="en-US" altLang="ko-KR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NAS </a:t>
                </a:r>
                <a:r>
                  <a:rPr kumimoji="1" lang="ko-KR" altLang="en-US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디스크 볼륨에 대한 </a:t>
                </a:r>
                <a:r>
                  <a:rPr kumimoji="1" lang="en-US" altLang="ko-KR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PV(</a:t>
                </a:r>
                <a:r>
                  <a:rPr kumimoji="1" lang="ko-KR" altLang="en-US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영구저장소</a:t>
                </a:r>
                <a:r>
                  <a:rPr kumimoji="1" lang="en-US" altLang="ko-KR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) </a:t>
                </a:r>
                <a:r>
                  <a:rPr kumimoji="1" lang="ko-KR" altLang="en-US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설정 및 </a:t>
                </a:r>
                <a:r>
                  <a:rPr kumimoji="1" lang="en-US" altLang="ko-KR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PVC </a:t>
                </a:r>
                <a:r>
                  <a:rPr kumimoji="1" lang="ko-KR" altLang="en-US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생성</a:t>
                </a:r>
                <a:endParaRPr kumimoji="1" lang="en-US" altLang="ko-KR" sz="8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  <a:p>
                <a:pPr marL="180975" indent="-92075" fontAlgn="base" latinLnBrk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SzPct val="80000"/>
                  <a:buFont typeface="KoPub돋움체 Medium  Medium" panose="02000603000000020004" pitchFamily="50" charset="-127"/>
                  <a:buChar char="–"/>
                </a:pPr>
                <a:r>
                  <a:rPr kumimoji="1" lang="en-US" altLang="ko-KR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Deploy </a:t>
                </a:r>
                <a:r>
                  <a:rPr kumimoji="1" lang="ko-KR" altLang="en-US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되는 </a:t>
                </a:r>
                <a:r>
                  <a:rPr kumimoji="1" lang="en-US" altLang="ko-KR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GPU Pod </a:t>
                </a:r>
                <a:r>
                  <a:rPr kumimoji="1" lang="ko-KR" altLang="en-US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에서 </a:t>
                </a:r>
                <a:r>
                  <a:rPr kumimoji="1" lang="en-US" altLang="ko-KR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PVC </a:t>
                </a:r>
                <a:r>
                  <a:rPr kumimoji="1" lang="ko-KR" altLang="en-US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를 이용한 모델 </a:t>
                </a:r>
                <a:r>
                  <a:rPr kumimoji="1" lang="en-US" altLang="ko-KR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Mount </a:t>
                </a:r>
                <a:r>
                  <a:rPr kumimoji="1" lang="ko-KR" altLang="en-US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수행</a:t>
                </a:r>
              </a:p>
            </p:txBody>
          </p:sp>
        </p:grpSp>
        <p:grpSp>
          <p:nvGrpSpPr>
            <p:cNvPr id="921" name="그룹 920">
              <a:extLst>
                <a:ext uri="{FF2B5EF4-FFF2-40B4-BE49-F238E27FC236}">
                  <a16:creationId xmlns:a16="http://schemas.microsoft.com/office/drawing/2014/main" id="{DB4737AC-F0B1-8350-6A85-A7CBF00B834C}"/>
                </a:ext>
              </a:extLst>
            </p:cNvPr>
            <p:cNvGrpSpPr/>
            <p:nvPr/>
          </p:nvGrpSpPr>
          <p:grpSpPr>
            <a:xfrm>
              <a:off x="7974506" y="5544033"/>
              <a:ext cx="2304557" cy="1075414"/>
              <a:chOff x="7974506" y="5652045"/>
              <a:chExt cx="2304557" cy="1075414"/>
            </a:xfrm>
          </p:grpSpPr>
          <p:sp>
            <p:nvSpPr>
              <p:cNvPr id="922" name="모서리가 둥근 직사각형 16">
                <a:extLst>
                  <a:ext uri="{FF2B5EF4-FFF2-40B4-BE49-F238E27FC236}">
                    <a16:creationId xmlns:a16="http://schemas.microsoft.com/office/drawing/2014/main" id="{4A90DB48-23F5-0D90-68E5-C901689F4550}"/>
                  </a:ext>
                </a:extLst>
              </p:cNvPr>
              <p:cNvSpPr/>
              <p:nvPr/>
            </p:nvSpPr>
            <p:spPr bwMode="auto">
              <a:xfrm flipH="1">
                <a:off x="7974506" y="5652045"/>
                <a:ext cx="2304557" cy="28912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216000" rtlCol="0" anchor="t">
                <a:spAutoFit/>
              </a:bodyPr>
              <a:lstStyle/>
              <a:p>
                <a:pPr marL="0" lvl="1" defTabSz="1042988">
                  <a:buClr>
                    <a:srgbClr val="3271AA"/>
                  </a:buClr>
                  <a:buSzPct val="140000"/>
                  <a:tabLst>
                    <a:tab pos="5648325" algn="l"/>
                  </a:tabLst>
                </a:pPr>
                <a:r>
                  <a:rPr lang="en-US" altLang="ko-KR" sz="900" b="1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  <a:cs typeface="KoPub돋움체 Medium  Medium" panose="02000603000000020004" pitchFamily="50" charset="-127"/>
                    <a:sym typeface="KoPub돋움체 Medium "/>
                  </a:rPr>
                  <a:t>Agent </a:t>
                </a:r>
                <a:r>
                  <a:rPr lang="ko-KR" altLang="en-US" sz="900" b="1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  <a:cs typeface="KoPub돋움체 Medium  Medium" panose="02000603000000020004" pitchFamily="50" charset="-127"/>
                    <a:sym typeface="KoPub돋움체 Medium "/>
                  </a:rPr>
                  <a:t>의 서빙 모델 연계</a:t>
                </a:r>
              </a:p>
            </p:txBody>
          </p:sp>
          <p:sp>
            <p:nvSpPr>
              <p:cNvPr id="923" name="Freeform 33">
                <a:extLst>
                  <a:ext uri="{FF2B5EF4-FFF2-40B4-BE49-F238E27FC236}">
                    <a16:creationId xmlns:a16="http://schemas.microsoft.com/office/drawing/2014/main" id="{214A32ED-1262-C147-37D0-78500A1407CB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7978861" y="5711015"/>
                <a:ext cx="146360" cy="146360"/>
              </a:xfrm>
              <a:custGeom>
                <a:avLst/>
                <a:gdLst>
                  <a:gd name="T0" fmla="*/ 220 w 440"/>
                  <a:gd name="T1" fmla="*/ 0 h 441"/>
                  <a:gd name="T2" fmla="*/ 0 w 440"/>
                  <a:gd name="T3" fmla="*/ 220 h 441"/>
                  <a:gd name="T4" fmla="*/ 220 w 440"/>
                  <a:gd name="T5" fmla="*/ 441 h 441"/>
                  <a:gd name="T6" fmla="*/ 440 w 440"/>
                  <a:gd name="T7" fmla="*/ 220 h 441"/>
                  <a:gd name="T8" fmla="*/ 220 w 440"/>
                  <a:gd name="T9" fmla="*/ 0 h 441"/>
                  <a:gd name="T10" fmla="*/ 200 w 440"/>
                  <a:gd name="T11" fmla="*/ 330 h 441"/>
                  <a:gd name="T12" fmla="*/ 93 w 440"/>
                  <a:gd name="T13" fmla="*/ 222 h 441"/>
                  <a:gd name="T14" fmla="*/ 120 w 440"/>
                  <a:gd name="T15" fmla="*/ 200 h 441"/>
                  <a:gd name="T16" fmla="*/ 182 w 440"/>
                  <a:gd name="T17" fmla="*/ 248 h 441"/>
                  <a:gd name="T18" fmla="*/ 341 w 440"/>
                  <a:gd name="T19" fmla="*/ 111 h 441"/>
                  <a:gd name="T20" fmla="*/ 347 w 440"/>
                  <a:gd name="T21" fmla="*/ 126 h 441"/>
                  <a:gd name="T22" fmla="*/ 200 w 440"/>
                  <a:gd name="T23" fmla="*/ 330 h 4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40" h="441">
                    <a:moveTo>
                      <a:pt x="220" y="0"/>
                    </a:moveTo>
                    <a:cubicBezTo>
                      <a:pt x="98" y="0"/>
                      <a:pt x="0" y="99"/>
                      <a:pt x="0" y="220"/>
                    </a:cubicBezTo>
                    <a:cubicBezTo>
                      <a:pt x="0" y="342"/>
                      <a:pt x="98" y="441"/>
                      <a:pt x="220" y="441"/>
                    </a:cubicBezTo>
                    <a:cubicBezTo>
                      <a:pt x="342" y="441"/>
                      <a:pt x="440" y="342"/>
                      <a:pt x="440" y="220"/>
                    </a:cubicBezTo>
                    <a:cubicBezTo>
                      <a:pt x="440" y="99"/>
                      <a:pt x="342" y="0"/>
                      <a:pt x="220" y="0"/>
                    </a:cubicBezTo>
                    <a:close/>
                    <a:moveTo>
                      <a:pt x="200" y="330"/>
                    </a:moveTo>
                    <a:cubicBezTo>
                      <a:pt x="93" y="222"/>
                      <a:pt x="93" y="222"/>
                      <a:pt x="93" y="222"/>
                    </a:cubicBezTo>
                    <a:cubicBezTo>
                      <a:pt x="120" y="200"/>
                      <a:pt x="120" y="200"/>
                      <a:pt x="120" y="200"/>
                    </a:cubicBezTo>
                    <a:cubicBezTo>
                      <a:pt x="182" y="248"/>
                      <a:pt x="182" y="248"/>
                      <a:pt x="182" y="248"/>
                    </a:cubicBezTo>
                    <a:cubicBezTo>
                      <a:pt x="207" y="218"/>
                      <a:pt x="263" y="158"/>
                      <a:pt x="341" y="111"/>
                    </a:cubicBezTo>
                    <a:cubicBezTo>
                      <a:pt x="347" y="126"/>
                      <a:pt x="347" y="126"/>
                      <a:pt x="347" y="126"/>
                    </a:cubicBezTo>
                    <a:cubicBezTo>
                      <a:pt x="276" y="191"/>
                      <a:pt x="218" y="283"/>
                      <a:pt x="200" y="330"/>
                    </a:cubicBezTo>
                    <a:close/>
                  </a:path>
                </a:pathLst>
              </a:custGeom>
              <a:solidFill>
                <a:srgbClr val="98A1B7"/>
              </a:solidFill>
              <a:ln>
                <a:noFill/>
              </a:ln>
            </p:spPr>
            <p:txBody>
              <a:bodyPr wrap="none" anchor="ctr"/>
              <a:lstStyle/>
              <a:p>
                <a:pPr algn="ctr" defTabSz="1043056"/>
                <a:endParaRPr lang="ko-KR" altLang="en-US" sz="11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B42658">
                      <a:alpha val="50000"/>
                    </a:srgb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924" name="텍스트 개체 틀 16">
                <a:extLst>
                  <a:ext uri="{FF2B5EF4-FFF2-40B4-BE49-F238E27FC236}">
                    <a16:creationId xmlns:a16="http://schemas.microsoft.com/office/drawing/2014/main" id="{BDACFB0C-6386-866A-E718-F214024C261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190210" y="5956449"/>
                <a:ext cx="2088853" cy="771010"/>
              </a:xfrm>
              <a:prstGeom prst="rect">
                <a:avLst/>
              </a:prstGeom>
            </p:spPr>
            <p:txBody>
              <a:bodyPr wrap="square" lIns="0" tIns="0" rIns="0" bIns="0" anchor="t">
                <a:sp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KoPub돋움체 Medium 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92075" indent="-92075" fontAlgn="base" latinLnBrk="0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SzPct val="80000"/>
                  <a:buFont typeface="Arial" panose="020B0604020202020204" pitchFamily="34" charset="0"/>
                  <a:buChar char="•"/>
                </a:pPr>
                <a:r>
                  <a:rPr kumimoji="1" lang="en-US" altLang="ko-KR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AI Agent </a:t>
                </a:r>
                <a:r>
                  <a:rPr kumimoji="1" lang="ko-KR" altLang="en-US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플랫폼의 </a:t>
                </a:r>
                <a:r>
                  <a:rPr kumimoji="1" lang="en-US" altLang="ko-KR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Agent </a:t>
                </a:r>
                <a:r>
                  <a:rPr kumimoji="1" lang="ko-KR" altLang="en-US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는 </a:t>
                </a:r>
                <a:r>
                  <a:rPr kumimoji="1" lang="ko-KR" altLang="en-US" sz="800" spc="-30" dirty="0" err="1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서빙모델</a:t>
                </a:r>
                <a:r>
                  <a:rPr kumimoji="1" lang="ko-KR" altLang="en-US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 </a:t>
                </a:r>
                <a:r>
                  <a:rPr kumimoji="1" lang="en-US" altLang="ko-KR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Endpoint </a:t>
                </a:r>
                <a:r>
                  <a:rPr kumimoji="1" lang="ko-KR" altLang="en-US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호출</a:t>
                </a:r>
              </a:p>
              <a:p>
                <a:pPr marL="180975" indent="-92075" fontAlgn="base" latinLnBrk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SzPct val="80000"/>
                  <a:buFont typeface="KoPub돋움체 Medium  Medium" panose="02000603000000020004" pitchFamily="50" charset="-127"/>
                  <a:buChar char="–"/>
                </a:pPr>
                <a:r>
                  <a:rPr kumimoji="1" lang="en-US" altLang="ko-KR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Agent → </a:t>
                </a:r>
                <a:r>
                  <a:rPr kumimoji="1" lang="en-US" altLang="ko-KR" sz="800" spc="-30" dirty="0" err="1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K8S</a:t>
                </a:r>
                <a:r>
                  <a:rPr kumimoji="1" lang="en-US" altLang="ko-KR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 Ingress Router → GPU Pod(</a:t>
                </a:r>
                <a:r>
                  <a:rPr kumimoji="1" lang="ko-KR" altLang="en-US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컨테이너</a:t>
                </a:r>
                <a:r>
                  <a:rPr kumimoji="1" lang="en-US" altLang="ko-KR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)</a:t>
                </a:r>
                <a:br>
                  <a:rPr kumimoji="1" lang="en-US" altLang="ko-KR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</a:br>
                <a:endParaRPr kumimoji="1" lang="ko-KR" altLang="en-US" sz="8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</p:grpSp>
        <p:sp>
          <p:nvSpPr>
            <p:cNvPr id="925" name="모서리가 둥근 직사각형 299">
              <a:extLst>
                <a:ext uri="{FF2B5EF4-FFF2-40B4-BE49-F238E27FC236}">
                  <a16:creationId xmlns:a16="http://schemas.microsoft.com/office/drawing/2014/main" id="{A8815EFE-AE16-48B9-831E-3F7C005E2B20}"/>
                </a:ext>
              </a:extLst>
            </p:cNvPr>
            <p:cNvSpPr/>
            <p:nvPr/>
          </p:nvSpPr>
          <p:spPr>
            <a:xfrm>
              <a:off x="2122750" y="3374503"/>
              <a:ext cx="486852" cy="828000"/>
            </a:xfrm>
            <a:prstGeom prst="rect">
              <a:avLst/>
            </a:prstGeom>
            <a:solidFill>
              <a:srgbClr val="DDE1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en-US" altLang="ko-KR" sz="8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CMP</a:t>
              </a:r>
            </a:p>
            <a:p>
              <a:pPr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en-US" altLang="ko-KR" sz="8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(</a:t>
              </a:r>
              <a:r>
                <a:rPr lang="en-US" altLang="ko-KR" sz="800" spc="-30" dirty="0" err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Clush</a:t>
              </a:r>
              <a:r>
                <a:rPr lang="en-US" altLang="ko-KR" sz="8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)</a:t>
              </a:r>
              <a:endParaRPr lang="ko-KR" altLang="en-US" sz="8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926" name="모서리가 둥근 직사각형 299">
              <a:extLst>
                <a:ext uri="{FF2B5EF4-FFF2-40B4-BE49-F238E27FC236}">
                  <a16:creationId xmlns:a16="http://schemas.microsoft.com/office/drawing/2014/main" id="{BE998577-D321-53DF-ED69-2596E1A1BEC8}"/>
                </a:ext>
              </a:extLst>
            </p:cNvPr>
            <p:cNvSpPr/>
            <p:nvPr/>
          </p:nvSpPr>
          <p:spPr>
            <a:xfrm>
              <a:off x="1119033" y="2447689"/>
              <a:ext cx="663690" cy="64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C7CED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en-US" altLang="ko-KR" sz="10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Agent</a:t>
              </a:r>
            </a:p>
            <a:p>
              <a:pPr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en-US" altLang="ko-KR" sz="10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(</a:t>
              </a:r>
              <a:r>
                <a:rPr lang="ko-KR" altLang="en-US" sz="10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그룹공동</a:t>
              </a:r>
              <a:endParaRPr lang="en-US" altLang="ko-KR" sz="10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ko-KR" altLang="en-US" sz="10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클라우드</a:t>
              </a:r>
              <a:r>
                <a:rPr lang="en-US" altLang="ko-KR" sz="10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)</a:t>
              </a:r>
              <a:endParaRPr lang="ko-KR" altLang="en-US" sz="10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927" name="TextBox 111">
              <a:extLst>
                <a:ext uri="{FF2B5EF4-FFF2-40B4-BE49-F238E27FC236}">
                  <a16:creationId xmlns:a16="http://schemas.microsoft.com/office/drawing/2014/main" id="{73698B21-FBA8-1946-DB17-124F23360A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6066689" y="3652748"/>
              <a:ext cx="701760" cy="154202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>
              <a:defPPr>
                <a:defRPr lang="en-US"/>
              </a:defPPr>
              <a:lvl2pPr marL="0" lvl="1" defTabSz="1474905">
                <a:buClr>
                  <a:prstClr val="black"/>
                </a:buClr>
                <a:buSzPct val="140000"/>
                <a:tabLst>
                  <a:tab pos="5648325" algn="l"/>
                </a:tabLst>
                <a:defRPr sz="900" kern="0" spc="-3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defRPr>
              </a:lvl2pPr>
            </a:lstStyle>
            <a:p>
              <a:pPr lvl="1"/>
              <a:r>
                <a:rPr lang="en-US" altLang="ko-KR" sz="800" b="1">
                  <a:latin typeface="Malgun Gothic" panose="020B0503020000020004" pitchFamily="34" charset="-127"/>
                  <a:ea typeface="Malgun Gothic" panose="020B0503020000020004" pitchFamily="34" charset="-127"/>
                </a:rPr>
                <a:t>IDE </a:t>
              </a:r>
              <a:r>
                <a:rPr lang="ko-KR" altLang="en-US" sz="800" b="1">
                  <a:latin typeface="Malgun Gothic" panose="020B0503020000020004" pitchFamily="34" charset="-127"/>
                  <a:ea typeface="Malgun Gothic" panose="020B0503020000020004" pitchFamily="34" charset="-127"/>
                </a:rPr>
                <a:t>세션연결</a:t>
              </a:r>
              <a:endParaRPr lang="en-US" altLang="ko-KR" sz="800" b="1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928" name="TextBox 111">
              <a:extLst>
                <a:ext uri="{FF2B5EF4-FFF2-40B4-BE49-F238E27FC236}">
                  <a16:creationId xmlns:a16="http://schemas.microsoft.com/office/drawing/2014/main" id="{31E6D396-39AB-46B2-402D-DBC1757E7D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2222072" y="3008050"/>
              <a:ext cx="1035765" cy="308404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>
              <a:defPPr>
                <a:defRPr lang="en-US"/>
              </a:defPPr>
              <a:lvl2pPr marL="0" lvl="1" algn="ctr" defTabSz="1474905">
                <a:buClr>
                  <a:prstClr val="black"/>
                </a:buClr>
                <a:buSzPct val="140000"/>
                <a:tabLst>
                  <a:tab pos="5648325" algn="l"/>
                </a:tabLst>
                <a:defRPr sz="900" kern="0" spc="-3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defRPr>
              </a:lvl2pPr>
            </a:lstStyle>
            <a:p>
              <a:pPr lvl="1"/>
              <a:r>
                <a:rPr lang="ko-KR" altLang="en-US" sz="800" b="1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모델 서빙</a:t>
              </a:r>
              <a:r>
                <a:rPr lang="en-US" altLang="ko-KR" sz="800" b="1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 </a:t>
              </a:r>
              <a:r>
                <a:rPr lang="ko-KR" altLang="en-US" sz="800" b="1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컨테이너</a:t>
              </a:r>
              <a:endParaRPr lang="en-US" altLang="ko-KR" sz="800" b="1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  <a:p>
              <a:pPr lvl="1"/>
              <a:r>
                <a:rPr lang="ko-KR" altLang="en-US" sz="800" b="1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생성 요청</a:t>
              </a:r>
              <a:endParaRPr lang="en-US" altLang="ko-KR" sz="800" b="1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929" name="모서리가 둥근 직사각형 299">
              <a:extLst>
                <a:ext uri="{FF2B5EF4-FFF2-40B4-BE49-F238E27FC236}">
                  <a16:creationId xmlns:a16="http://schemas.microsoft.com/office/drawing/2014/main" id="{FF64FCB9-F264-7CCB-D2DE-7F1A007E65A5}"/>
                </a:ext>
              </a:extLst>
            </p:cNvPr>
            <p:cNvSpPr/>
            <p:nvPr/>
          </p:nvSpPr>
          <p:spPr>
            <a:xfrm>
              <a:off x="3764644" y="3374503"/>
              <a:ext cx="1980000" cy="828000"/>
            </a:xfrm>
            <a:prstGeom prst="rect">
              <a:avLst/>
            </a:prstGeom>
            <a:solidFill>
              <a:srgbClr val="DDE1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t"/>
            <a:lstStyle/>
            <a:p>
              <a:pPr algn="ctr" defTabSz="1516258" eaLnBrk="0" hangingPunct="0">
                <a:lnSpc>
                  <a:spcPct val="150000"/>
                </a:lnSpc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en-US" altLang="ko-KR" sz="800" spc="-30" dirty="0" err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K8S</a:t>
              </a:r>
              <a:r>
                <a:rPr lang="en-US" altLang="ko-KR" sz="8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 Ingress Router</a:t>
              </a:r>
              <a:endParaRPr lang="ko-KR" altLang="en-US" sz="8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cxnSp>
          <p:nvCxnSpPr>
            <p:cNvPr id="930" name="직선 화살표 연결선 304">
              <a:extLst>
                <a:ext uri="{FF2B5EF4-FFF2-40B4-BE49-F238E27FC236}">
                  <a16:creationId xmlns:a16="http://schemas.microsoft.com/office/drawing/2014/main" id="{4238C6D3-548A-482C-88DD-DA638FF638CF}"/>
                </a:ext>
              </a:extLst>
            </p:cNvPr>
            <p:cNvCxnSpPr>
              <a:cxnSpLocks/>
              <a:stCxn id="936" idx="1"/>
              <a:endCxn id="925" idx="3"/>
            </p:cNvCxnSpPr>
            <p:nvPr/>
          </p:nvCxnSpPr>
          <p:spPr>
            <a:xfrm flipH="1">
              <a:off x="2609602" y="3788503"/>
              <a:ext cx="269628" cy="0"/>
            </a:xfrm>
            <a:prstGeom prst="straightConnector1">
              <a:avLst/>
            </a:prstGeom>
            <a:ln w="9525">
              <a:solidFill>
                <a:srgbClr val="9CA5AC"/>
              </a:solidFill>
              <a:headEnd type="triangl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31" name="그룹 930">
              <a:extLst>
                <a:ext uri="{FF2B5EF4-FFF2-40B4-BE49-F238E27FC236}">
                  <a16:creationId xmlns:a16="http://schemas.microsoft.com/office/drawing/2014/main" id="{7A9DD7BD-1DA3-B968-74C8-A01EF23FC979}"/>
                </a:ext>
              </a:extLst>
            </p:cNvPr>
            <p:cNvGrpSpPr/>
            <p:nvPr/>
          </p:nvGrpSpPr>
          <p:grpSpPr>
            <a:xfrm>
              <a:off x="3836644" y="3778921"/>
              <a:ext cx="1836000" cy="324000"/>
              <a:chOff x="3836644" y="5208603"/>
              <a:chExt cx="1836000" cy="324000"/>
            </a:xfrm>
          </p:grpSpPr>
          <p:sp>
            <p:nvSpPr>
              <p:cNvPr id="932" name="모서리가 둥근 직사각형 299">
                <a:extLst>
                  <a:ext uri="{FF2B5EF4-FFF2-40B4-BE49-F238E27FC236}">
                    <a16:creationId xmlns:a16="http://schemas.microsoft.com/office/drawing/2014/main" id="{85C18A31-B144-D1F1-61BA-7C4F737613FB}"/>
                  </a:ext>
                </a:extLst>
              </p:cNvPr>
              <p:cNvSpPr/>
              <p:nvPr/>
            </p:nvSpPr>
            <p:spPr>
              <a:xfrm>
                <a:off x="4468171" y="5208603"/>
                <a:ext cx="577698" cy="324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7CED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 defTabSz="1516258" eaLnBrk="0" hangingPunct="0">
                  <a:buClr>
                    <a:srgbClr val="3271AA"/>
                  </a:buClr>
                  <a:buSzPct val="140000"/>
                  <a:tabLst>
                    <a:tab pos="5648325" algn="l"/>
                  </a:tabLst>
                </a:pPr>
                <a:r>
                  <a:rPr lang="en-US" altLang="ko-KR" sz="7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Endpoint</a:t>
                </a:r>
              </a:p>
              <a:p>
                <a:pPr algn="ctr" defTabSz="1516258" eaLnBrk="0" hangingPunct="0">
                  <a:buClr>
                    <a:srgbClr val="3271AA"/>
                  </a:buClr>
                  <a:buSzPct val="140000"/>
                  <a:tabLst>
                    <a:tab pos="5648325" algn="l"/>
                  </a:tabLst>
                </a:pPr>
                <a:r>
                  <a:rPr lang="en-US" altLang="ko-KR" sz="7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B</a:t>
                </a:r>
              </a:p>
            </p:txBody>
          </p:sp>
          <p:sp>
            <p:nvSpPr>
              <p:cNvPr id="933" name="모서리가 둥근 직사각형 299">
                <a:extLst>
                  <a:ext uri="{FF2B5EF4-FFF2-40B4-BE49-F238E27FC236}">
                    <a16:creationId xmlns:a16="http://schemas.microsoft.com/office/drawing/2014/main" id="{5532B548-724B-9F26-FED3-24F131972A6F}"/>
                  </a:ext>
                </a:extLst>
              </p:cNvPr>
              <p:cNvSpPr/>
              <p:nvPr/>
            </p:nvSpPr>
            <p:spPr>
              <a:xfrm>
                <a:off x="5094946" y="5208603"/>
                <a:ext cx="577698" cy="324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7CED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 defTabSz="1516258" eaLnBrk="0" hangingPunct="0">
                  <a:buClr>
                    <a:srgbClr val="3271AA"/>
                  </a:buClr>
                  <a:buSzPct val="140000"/>
                  <a:tabLst>
                    <a:tab pos="5648325" algn="l"/>
                  </a:tabLst>
                </a:pPr>
                <a:r>
                  <a:rPr lang="en-US" altLang="ko-KR" sz="7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Endpoint</a:t>
                </a:r>
              </a:p>
              <a:p>
                <a:pPr algn="ctr" defTabSz="1516258" eaLnBrk="0" hangingPunct="0">
                  <a:buClr>
                    <a:srgbClr val="3271AA"/>
                  </a:buClr>
                  <a:buSzPct val="140000"/>
                  <a:tabLst>
                    <a:tab pos="5648325" algn="l"/>
                  </a:tabLst>
                </a:pPr>
                <a:r>
                  <a:rPr lang="en-US" altLang="ko-KR" sz="7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C</a:t>
                </a:r>
              </a:p>
            </p:txBody>
          </p:sp>
          <p:sp>
            <p:nvSpPr>
              <p:cNvPr id="934" name="모서리가 둥근 직사각형 299">
                <a:extLst>
                  <a:ext uri="{FF2B5EF4-FFF2-40B4-BE49-F238E27FC236}">
                    <a16:creationId xmlns:a16="http://schemas.microsoft.com/office/drawing/2014/main" id="{46DACAEE-17BA-CA84-81AC-F291FA1F5515}"/>
                  </a:ext>
                </a:extLst>
              </p:cNvPr>
              <p:cNvSpPr/>
              <p:nvPr/>
            </p:nvSpPr>
            <p:spPr>
              <a:xfrm>
                <a:off x="3836644" y="5208603"/>
                <a:ext cx="577698" cy="324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7CED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 defTabSz="1516258" eaLnBrk="0" hangingPunct="0">
                  <a:buClr>
                    <a:srgbClr val="3271AA"/>
                  </a:buClr>
                  <a:buSzPct val="140000"/>
                  <a:tabLst>
                    <a:tab pos="5648325" algn="l"/>
                  </a:tabLst>
                </a:pPr>
                <a:r>
                  <a:rPr lang="en-US" altLang="ko-KR" sz="7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Endpoint</a:t>
                </a:r>
              </a:p>
              <a:p>
                <a:pPr algn="ctr" defTabSz="1516258" eaLnBrk="0" hangingPunct="0">
                  <a:buClr>
                    <a:srgbClr val="3271AA"/>
                  </a:buClr>
                  <a:buSzPct val="140000"/>
                  <a:tabLst>
                    <a:tab pos="5648325" algn="l"/>
                  </a:tabLst>
                </a:pPr>
                <a:r>
                  <a:rPr lang="en-US" altLang="ko-KR" sz="7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A</a:t>
                </a:r>
              </a:p>
            </p:txBody>
          </p:sp>
        </p:grpSp>
        <p:cxnSp>
          <p:nvCxnSpPr>
            <p:cNvPr id="935" name="직선 화살표 연결선 304">
              <a:extLst>
                <a:ext uri="{FF2B5EF4-FFF2-40B4-BE49-F238E27FC236}">
                  <a16:creationId xmlns:a16="http://schemas.microsoft.com/office/drawing/2014/main" id="{BCAEFB45-770A-C0BC-D129-81C7EE89A542}"/>
                </a:ext>
              </a:extLst>
            </p:cNvPr>
            <p:cNvCxnSpPr>
              <a:cxnSpLocks/>
            </p:cNvCxnSpPr>
            <p:nvPr/>
          </p:nvCxnSpPr>
          <p:spPr>
            <a:xfrm>
              <a:off x="5744644" y="3836545"/>
              <a:ext cx="1235276" cy="0"/>
            </a:xfrm>
            <a:prstGeom prst="straightConnector1">
              <a:avLst/>
            </a:prstGeom>
            <a:ln w="9525">
              <a:solidFill>
                <a:srgbClr val="9CA5AC"/>
              </a:solidFill>
              <a:headEnd type="triangl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6" name="모서리가 둥근 직사각형 299">
              <a:extLst>
                <a:ext uri="{FF2B5EF4-FFF2-40B4-BE49-F238E27FC236}">
                  <a16:creationId xmlns:a16="http://schemas.microsoft.com/office/drawing/2014/main" id="{6CD00AA3-C4ED-C3DE-55EB-00649FFC2FBB}"/>
                </a:ext>
              </a:extLst>
            </p:cNvPr>
            <p:cNvSpPr/>
            <p:nvPr/>
          </p:nvSpPr>
          <p:spPr>
            <a:xfrm>
              <a:off x="2879230" y="3374503"/>
              <a:ext cx="648000" cy="828000"/>
            </a:xfrm>
            <a:prstGeom prst="rect">
              <a:avLst/>
            </a:prstGeom>
            <a:solidFill>
              <a:srgbClr val="DDE1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en-US" altLang="ko-KR" sz="800" spc="-30" dirty="0" err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K8S</a:t>
              </a:r>
              <a:endParaRPr lang="en-US" altLang="ko-KR" sz="8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  <a:p>
              <a:pPr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en-US" altLang="ko-KR" sz="8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Master</a:t>
              </a:r>
            </a:p>
          </p:txBody>
        </p:sp>
        <p:sp>
          <p:nvSpPr>
            <p:cNvPr id="937" name="TextBox 111">
              <a:extLst>
                <a:ext uri="{FF2B5EF4-FFF2-40B4-BE49-F238E27FC236}">
                  <a16:creationId xmlns:a16="http://schemas.microsoft.com/office/drawing/2014/main" id="{EC3E5069-888B-5F95-6A37-9462951776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3894235" y="2580753"/>
              <a:ext cx="1151141" cy="154202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 wrap="square" lIns="0" tIns="0" rIns="0" bIns="0" anchor="ctr">
              <a:spAutoFit/>
            </a:bodyPr>
            <a:lstStyle>
              <a:defPPr>
                <a:defRPr lang="en-US"/>
              </a:defPPr>
              <a:lvl2pPr marL="0" lvl="1" algn="ctr" defTabSz="1474905">
                <a:buClr>
                  <a:prstClr val="black"/>
                </a:buClr>
                <a:buSzPct val="140000"/>
                <a:tabLst>
                  <a:tab pos="5648325" algn="l"/>
                </a:tabLst>
                <a:defRPr sz="900" kern="0" spc="-3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defRPr>
              </a:lvl2pPr>
            </a:lstStyle>
            <a:p>
              <a:pPr lvl="1" algn="l"/>
              <a:r>
                <a:rPr lang="ko-KR" altLang="en-US" sz="800" b="1" dirty="0" err="1">
                  <a:latin typeface="Malgun Gothic" panose="020B0503020000020004" pitchFamily="34" charset="-127"/>
                  <a:ea typeface="Malgun Gothic" panose="020B0503020000020004" pitchFamily="34" charset="-127"/>
                </a:rPr>
                <a:t>모델서빙</a:t>
              </a:r>
              <a:r>
                <a:rPr lang="ko-KR" altLang="en-US" sz="800" b="1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 </a:t>
              </a:r>
              <a:r>
                <a:rPr lang="en-US" altLang="ko-KR" sz="800" b="1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Endpoint</a:t>
              </a:r>
            </a:p>
          </p:txBody>
        </p:sp>
        <p:grpSp>
          <p:nvGrpSpPr>
            <p:cNvPr id="938" name="그룹 937">
              <a:extLst>
                <a:ext uri="{FF2B5EF4-FFF2-40B4-BE49-F238E27FC236}">
                  <a16:creationId xmlns:a16="http://schemas.microsoft.com/office/drawing/2014/main" id="{3AEF8EC4-94D1-895D-0499-01A7952645C4}"/>
                </a:ext>
              </a:extLst>
            </p:cNvPr>
            <p:cNvGrpSpPr/>
            <p:nvPr/>
          </p:nvGrpSpPr>
          <p:grpSpPr>
            <a:xfrm>
              <a:off x="6817985" y="3571918"/>
              <a:ext cx="406547" cy="524509"/>
              <a:chOff x="6959666" y="5001600"/>
              <a:chExt cx="406547" cy="524509"/>
            </a:xfrm>
          </p:grpSpPr>
          <p:sp>
            <p:nvSpPr>
              <p:cNvPr id="939" name="직사각형 41">
                <a:extLst>
                  <a:ext uri="{FF2B5EF4-FFF2-40B4-BE49-F238E27FC236}">
                    <a16:creationId xmlns:a16="http://schemas.microsoft.com/office/drawing/2014/main" id="{4B5DD29D-9A6B-9649-1970-DEA9698DB818}"/>
                  </a:ext>
                </a:extLst>
              </p:cNvPr>
              <p:cNvSpPr/>
              <p:nvPr/>
            </p:nvSpPr>
            <p:spPr>
              <a:xfrm>
                <a:off x="6959666" y="5352632"/>
                <a:ext cx="406547" cy="173477"/>
              </a:xfrm>
              <a:prstGeom prst="rect">
                <a:avLst/>
              </a:prstGeom>
              <a:noFill/>
              <a:ln w="6350" cap="flat" cmpd="sng" algn="ctr">
                <a:noFill/>
                <a:prstDash val="solid"/>
              </a:ln>
              <a:effectLst/>
            </p:spPr>
            <p:txBody>
              <a:bodyPr wrap="none" lIns="0" tIns="0" rIns="0" bIns="0" anchor="t">
                <a:spAutoFit/>
              </a:bodyPr>
              <a:lstStyle/>
              <a:p>
                <a:pPr marL="0" lvl="1" indent="1569" algn="ctr" defTabSz="1484587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buSzPct val="80000"/>
                  <a:defRPr/>
                </a:pPr>
                <a:r>
                  <a:rPr lang="ko-KR" altLang="en-US" sz="900" b="1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개발자</a:t>
                </a:r>
              </a:p>
            </p:txBody>
          </p:sp>
          <p:grpSp>
            <p:nvGrpSpPr>
              <p:cNvPr id="940" name="그룹 939">
                <a:extLst>
                  <a:ext uri="{FF2B5EF4-FFF2-40B4-BE49-F238E27FC236}">
                    <a16:creationId xmlns:a16="http://schemas.microsoft.com/office/drawing/2014/main" id="{0D7F239A-D513-1FC3-5B2C-17E81F7F1F50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014308" y="5001600"/>
                <a:ext cx="297266" cy="321840"/>
                <a:chOff x="8448675" y="4302125"/>
                <a:chExt cx="998538" cy="1081088"/>
              </a:xfrm>
            </p:grpSpPr>
            <p:sp>
              <p:nvSpPr>
                <p:cNvPr id="941" name="Freeform 276">
                  <a:extLst>
                    <a:ext uri="{FF2B5EF4-FFF2-40B4-BE49-F238E27FC236}">
                      <a16:creationId xmlns:a16="http://schemas.microsoft.com/office/drawing/2014/main" id="{91E90332-4AAD-128C-BAB5-73B793E4FAA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448675" y="4302125"/>
                  <a:ext cx="998538" cy="1081088"/>
                </a:xfrm>
                <a:custGeom>
                  <a:avLst/>
                  <a:gdLst>
                    <a:gd name="T0" fmla="*/ 1093 w 1139"/>
                    <a:gd name="T1" fmla="*/ 1230 h 1230"/>
                    <a:gd name="T2" fmla="*/ 1097 w 1139"/>
                    <a:gd name="T3" fmla="*/ 1230 h 1230"/>
                    <a:gd name="T4" fmla="*/ 1116 w 1139"/>
                    <a:gd name="T5" fmla="*/ 1212 h 1230"/>
                    <a:gd name="T6" fmla="*/ 1134 w 1139"/>
                    <a:gd name="T7" fmla="*/ 924 h 1230"/>
                    <a:gd name="T8" fmla="*/ 1020 w 1139"/>
                    <a:gd name="T9" fmla="*/ 782 h 1230"/>
                    <a:gd name="T10" fmla="*/ 1020 w 1139"/>
                    <a:gd name="T11" fmla="*/ 782 h 1230"/>
                    <a:gd name="T12" fmla="*/ 754 w 1139"/>
                    <a:gd name="T13" fmla="*/ 745 h 1230"/>
                    <a:gd name="T14" fmla="*/ 731 w 1139"/>
                    <a:gd name="T15" fmla="*/ 631 h 1230"/>
                    <a:gd name="T16" fmla="*/ 791 w 1139"/>
                    <a:gd name="T17" fmla="*/ 503 h 1230"/>
                    <a:gd name="T18" fmla="*/ 864 w 1139"/>
                    <a:gd name="T19" fmla="*/ 453 h 1230"/>
                    <a:gd name="T20" fmla="*/ 878 w 1139"/>
                    <a:gd name="T21" fmla="*/ 416 h 1230"/>
                    <a:gd name="T22" fmla="*/ 887 w 1139"/>
                    <a:gd name="T23" fmla="*/ 324 h 1230"/>
                    <a:gd name="T24" fmla="*/ 571 w 1139"/>
                    <a:gd name="T25" fmla="*/ 0 h 1230"/>
                    <a:gd name="T26" fmla="*/ 256 w 1139"/>
                    <a:gd name="T27" fmla="*/ 324 h 1230"/>
                    <a:gd name="T28" fmla="*/ 256 w 1139"/>
                    <a:gd name="T29" fmla="*/ 329 h 1230"/>
                    <a:gd name="T30" fmla="*/ 260 w 1139"/>
                    <a:gd name="T31" fmla="*/ 416 h 1230"/>
                    <a:gd name="T32" fmla="*/ 260 w 1139"/>
                    <a:gd name="T33" fmla="*/ 416 h 1230"/>
                    <a:gd name="T34" fmla="*/ 260 w 1139"/>
                    <a:gd name="T35" fmla="*/ 416 h 1230"/>
                    <a:gd name="T36" fmla="*/ 260 w 1139"/>
                    <a:gd name="T37" fmla="*/ 416 h 1230"/>
                    <a:gd name="T38" fmla="*/ 260 w 1139"/>
                    <a:gd name="T39" fmla="*/ 416 h 1230"/>
                    <a:gd name="T40" fmla="*/ 352 w 1139"/>
                    <a:gd name="T41" fmla="*/ 503 h 1230"/>
                    <a:gd name="T42" fmla="*/ 411 w 1139"/>
                    <a:gd name="T43" fmla="*/ 631 h 1230"/>
                    <a:gd name="T44" fmla="*/ 388 w 1139"/>
                    <a:gd name="T45" fmla="*/ 745 h 1230"/>
                    <a:gd name="T46" fmla="*/ 118 w 1139"/>
                    <a:gd name="T47" fmla="*/ 782 h 1230"/>
                    <a:gd name="T48" fmla="*/ 4 w 1139"/>
                    <a:gd name="T49" fmla="*/ 924 h 1230"/>
                    <a:gd name="T50" fmla="*/ 27 w 1139"/>
                    <a:gd name="T51" fmla="*/ 1212 h 1230"/>
                    <a:gd name="T52" fmla="*/ 45 w 1139"/>
                    <a:gd name="T53" fmla="*/ 1230 h 12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1139" h="1230">
                      <a:moveTo>
                        <a:pt x="1093" y="1230"/>
                      </a:moveTo>
                      <a:cubicBezTo>
                        <a:pt x="1097" y="1230"/>
                        <a:pt x="1097" y="1230"/>
                        <a:pt x="1097" y="1230"/>
                      </a:cubicBezTo>
                      <a:cubicBezTo>
                        <a:pt x="1107" y="1230"/>
                        <a:pt x="1116" y="1221"/>
                        <a:pt x="1116" y="1212"/>
                      </a:cubicBezTo>
                      <a:cubicBezTo>
                        <a:pt x="1134" y="924"/>
                        <a:pt x="1134" y="924"/>
                        <a:pt x="1134" y="924"/>
                      </a:cubicBezTo>
                      <a:cubicBezTo>
                        <a:pt x="1139" y="855"/>
                        <a:pt x="1088" y="791"/>
                        <a:pt x="1020" y="782"/>
                      </a:cubicBezTo>
                      <a:cubicBezTo>
                        <a:pt x="1020" y="782"/>
                        <a:pt x="1020" y="782"/>
                        <a:pt x="1020" y="782"/>
                      </a:cubicBezTo>
                      <a:cubicBezTo>
                        <a:pt x="754" y="745"/>
                        <a:pt x="754" y="745"/>
                        <a:pt x="754" y="745"/>
                      </a:cubicBezTo>
                      <a:cubicBezTo>
                        <a:pt x="731" y="631"/>
                        <a:pt x="731" y="631"/>
                        <a:pt x="731" y="631"/>
                      </a:cubicBezTo>
                      <a:cubicBezTo>
                        <a:pt x="754" y="594"/>
                        <a:pt x="777" y="549"/>
                        <a:pt x="791" y="503"/>
                      </a:cubicBezTo>
                      <a:cubicBezTo>
                        <a:pt x="823" y="498"/>
                        <a:pt x="850" y="480"/>
                        <a:pt x="864" y="453"/>
                      </a:cubicBezTo>
                      <a:cubicBezTo>
                        <a:pt x="873" y="443"/>
                        <a:pt x="878" y="430"/>
                        <a:pt x="878" y="416"/>
                      </a:cubicBezTo>
                      <a:cubicBezTo>
                        <a:pt x="882" y="388"/>
                        <a:pt x="887" y="356"/>
                        <a:pt x="887" y="324"/>
                      </a:cubicBezTo>
                      <a:cubicBezTo>
                        <a:pt x="887" y="146"/>
                        <a:pt x="745" y="0"/>
                        <a:pt x="571" y="0"/>
                      </a:cubicBezTo>
                      <a:cubicBezTo>
                        <a:pt x="398" y="0"/>
                        <a:pt x="256" y="146"/>
                        <a:pt x="256" y="324"/>
                      </a:cubicBezTo>
                      <a:cubicBezTo>
                        <a:pt x="256" y="329"/>
                        <a:pt x="256" y="329"/>
                        <a:pt x="256" y="329"/>
                      </a:cubicBezTo>
                      <a:cubicBezTo>
                        <a:pt x="256" y="356"/>
                        <a:pt x="256" y="388"/>
                        <a:pt x="260" y="416"/>
                      </a:cubicBezTo>
                      <a:cubicBezTo>
                        <a:pt x="260" y="416"/>
                        <a:pt x="260" y="416"/>
                        <a:pt x="260" y="416"/>
                      </a:cubicBezTo>
                      <a:cubicBezTo>
                        <a:pt x="260" y="416"/>
                        <a:pt x="260" y="416"/>
                        <a:pt x="260" y="416"/>
                      </a:cubicBezTo>
                      <a:cubicBezTo>
                        <a:pt x="260" y="416"/>
                        <a:pt x="260" y="416"/>
                        <a:pt x="260" y="416"/>
                      </a:cubicBezTo>
                      <a:cubicBezTo>
                        <a:pt x="260" y="416"/>
                        <a:pt x="260" y="416"/>
                        <a:pt x="260" y="416"/>
                      </a:cubicBezTo>
                      <a:cubicBezTo>
                        <a:pt x="265" y="466"/>
                        <a:pt x="306" y="498"/>
                        <a:pt x="352" y="503"/>
                      </a:cubicBezTo>
                      <a:cubicBezTo>
                        <a:pt x="366" y="549"/>
                        <a:pt x="384" y="594"/>
                        <a:pt x="411" y="631"/>
                      </a:cubicBezTo>
                      <a:cubicBezTo>
                        <a:pt x="388" y="745"/>
                        <a:pt x="388" y="745"/>
                        <a:pt x="388" y="745"/>
                      </a:cubicBezTo>
                      <a:cubicBezTo>
                        <a:pt x="118" y="782"/>
                        <a:pt x="118" y="782"/>
                        <a:pt x="118" y="782"/>
                      </a:cubicBezTo>
                      <a:cubicBezTo>
                        <a:pt x="50" y="791"/>
                        <a:pt x="0" y="855"/>
                        <a:pt x="4" y="924"/>
                      </a:cubicBezTo>
                      <a:cubicBezTo>
                        <a:pt x="27" y="1212"/>
                        <a:pt x="27" y="1212"/>
                        <a:pt x="27" y="1212"/>
                      </a:cubicBezTo>
                      <a:cubicBezTo>
                        <a:pt x="27" y="1221"/>
                        <a:pt x="36" y="1230"/>
                        <a:pt x="45" y="1230"/>
                      </a:cubicBezTo>
                    </a:path>
                  </a:pathLst>
                </a:custGeom>
                <a:solidFill>
                  <a:srgbClr val="F1F3F4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pc="-3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lt1"/>
                    </a:solidFill>
                  </a:endParaRPr>
                </a:p>
              </p:txBody>
            </p:sp>
            <p:grpSp>
              <p:nvGrpSpPr>
                <p:cNvPr id="942" name="그룹 941">
                  <a:extLst>
                    <a:ext uri="{FF2B5EF4-FFF2-40B4-BE49-F238E27FC236}">
                      <a16:creationId xmlns:a16="http://schemas.microsoft.com/office/drawing/2014/main" id="{41666101-5EFF-AB74-9724-1B2590C19D79}"/>
                    </a:ext>
                  </a:extLst>
                </p:cNvPr>
                <p:cNvGrpSpPr/>
                <p:nvPr/>
              </p:nvGrpSpPr>
              <p:grpSpPr>
                <a:xfrm>
                  <a:off x="8448675" y="4302125"/>
                  <a:ext cx="998538" cy="1081088"/>
                  <a:chOff x="8448675" y="4302125"/>
                  <a:chExt cx="998538" cy="1081088"/>
                </a:xfrm>
              </p:grpSpPr>
              <p:sp>
                <p:nvSpPr>
                  <p:cNvPr id="943" name="Freeform 277">
                    <a:extLst>
                      <a:ext uri="{FF2B5EF4-FFF2-40B4-BE49-F238E27FC236}">
                        <a16:creationId xmlns:a16="http://schemas.microsoft.com/office/drawing/2014/main" id="{A98C3731-DED4-6592-F8C5-0781CF79093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9145588" y="5214938"/>
                    <a:ext cx="144463" cy="31750"/>
                  </a:xfrm>
                  <a:custGeom>
                    <a:avLst/>
                    <a:gdLst>
                      <a:gd name="T0" fmla="*/ 147 w 165"/>
                      <a:gd name="T1" fmla="*/ 0 h 36"/>
                      <a:gd name="T2" fmla="*/ 19 w 165"/>
                      <a:gd name="T3" fmla="*/ 0 h 36"/>
                      <a:gd name="T4" fmla="*/ 0 w 165"/>
                      <a:gd name="T5" fmla="*/ 18 h 36"/>
                      <a:gd name="T6" fmla="*/ 19 w 165"/>
                      <a:gd name="T7" fmla="*/ 36 h 36"/>
                      <a:gd name="T8" fmla="*/ 147 w 165"/>
                      <a:gd name="T9" fmla="*/ 36 h 36"/>
                      <a:gd name="T10" fmla="*/ 165 w 165"/>
                      <a:gd name="T11" fmla="*/ 18 h 36"/>
                      <a:gd name="T12" fmla="*/ 147 w 165"/>
                      <a:gd name="T13" fmla="*/ 0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65" h="36">
                        <a:moveTo>
                          <a:pt x="147" y="0"/>
                        </a:moveTo>
                        <a:cubicBezTo>
                          <a:pt x="19" y="0"/>
                          <a:pt x="19" y="0"/>
                          <a:pt x="19" y="0"/>
                        </a:cubicBezTo>
                        <a:cubicBezTo>
                          <a:pt x="10" y="0"/>
                          <a:pt x="0" y="5"/>
                          <a:pt x="0" y="18"/>
                        </a:cubicBezTo>
                        <a:cubicBezTo>
                          <a:pt x="0" y="27"/>
                          <a:pt x="10" y="36"/>
                          <a:pt x="19" y="36"/>
                        </a:cubicBezTo>
                        <a:cubicBezTo>
                          <a:pt x="147" y="36"/>
                          <a:pt x="147" y="36"/>
                          <a:pt x="147" y="36"/>
                        </a:cubicBezTo>
                        <a:cubicBezTo>
                          <a:pt x="156" y="36"/>
                          <a:pt x="165" y="27"/>
                          <a:pt x="165" y="18"/>
                        </a:cubicBezTo>
                        <a:cubicBezTo>
                          <a:pt x="165" y="5"/>
                          <a:pt x="156" y="0"/>
                          <a:pt x="147" y="0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>
                      <a:ln>
                        <a:solidFill>
                          <a:schemeClr val="tx1">
                            <a:alpha val="0"/>
                          </a:schemeClr>
                        </a:solidFill>
                      </a:ln>
                    </a:endParaRPr>
                  </a:p>
                </p:txBody>
              </p:sp>
              <p:sp>
                <p:nvSpPr>
                  <p:cNvPr id="944" name="Freeform 278">
                    <a:extLst>
                      <a:ext uri="{FF2B5EF4-FFF2-40B4-BE49-F238E27FC236}">
                        <a16:creationId xmlns:a16="http://schemas.microsoft.com/office/drawing/2014/main" id="{3FAE0E95-ED32-6726-A70F-F3460533EC93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8448675" y="4302125"/>
                    <a:ext cx="998538" cy="1081088"/>
                  </a:xfrm>
                  <a:custGeom>
                    <a:avLst/>
                    <a:gdLst>
                      <a:gd name="T0" fmla="*/ 754 w 1139"/>
                      <a:gd name="T1" fmla="*/ 745 h 1230"/>
                      <a:gd name="T2" fmla="*/ 791 w 1139"/>
                      <a:gd name="T3" fmla="*/ 503 h 1230"/>
                      <a:gd name="T4" fmla="*/ 878 w 1139"/>
                      <a:gd name="T5" fmla="*/ 416 h 1230"/>
                      <a:gd name="T6" fmla="*/ 571 w 1139"/>
                      <a:gd name="T7" fmla="*/ 0 h 1230"/>
                      <a:gd name="T8" fmla="*/ 256 w 1139"/>
                      <a:gd name="T9" fmla="*/ 329 h 1230"/>
                      <a:gd name="T10" fmla="*/ 260 w 1139"/>
                      <a:gd name="T11" fmla="*/ 416 h 1230"/>
                      <a:gd name="T12" fmla="*/ 260 w 1139"/>
                      <a:gd name="T13" fmla="*/ 416 h 1230"/>
                      <a:gd name="T14" fmla="*/ 352 w 1139"/>
                      <a:gd name="T15" fmla="*/ 503 h 1230"/>
                      <a:gd name="T16" fmla="*/ 388 w 1139"/>
                      <a:gd name="T17" fmla="*/ 745 h 1230"/>
                      <a:gd name="T18" fmla="*/ 4 w 1139"/>
                      <a:gd name="T19" fmla="*/ 924 h 1230"/>
                      <a:gd name="T20" fmla="*/ 45 w 1139"/>
                      <a:gd name="T21" fmla="*/ 1230 h 1230"/>
                      <a:gd name="T22" fmla="*/ 41 w 1139"/>
                      <a:gd name="T23" fmla="*/ 919 h 1230"/>
                      <a:gd name="T24" fmla="*/ 388 w 1139"/>
                      <a:gd name="T25" fmla="*/ 782 h 1230"/>
                      <a:gd name="T26" fmla="*/ 571 w 1139"/>
                      <a:gd name="T27" fmla="*/ 1230 h 1230"/>
                      <a:gd name="T28" fmla="*/ 603 w 1139"/>
                      <a:gd name="T29" fmla="*/ 1207 h 1230"/>
                      <a:gd name="T30" fmla="*/ 1015 w 1139"/>
                      <a:gd name="T31" fmla="*/ 818 h 1230"/>
                      <a:gd name="T32" fmla="*/ 1079 w 1139"/>
                      <a:gd name="T33" fmla="*/ 1212 h 1230"/>
                      <a:gd name="T34" fmla="*/ 1097 w 1139"/>
                      <a:gd name="T35" fmla="*/ 1230 h 1230"/>
                      <a:gd name="T36" fmla="*/ 1134 w 1139"/>
                      <a:gd name="T37" fmla="*/ 924 h 1230"/>
                      <a:gd name="T38" fmla="*/ 571 w 1139"/>
                      <a:gd name="T39" fmla="*/ 36 h 1230"/>
                      <a:gd name="T40" fmla="*/ 850 w 1139"/>
                      <a:gd name="T41" fmla="*/ 338 h 1230"/>
                      <a:gd name="T42" fmla="*/ 786 w 1139"/>
                      <a:gd name="T43" fmla="*/ 320 h 1230"/>
                      <a:gd name="T44" fmla="*/ 709 w 1139"/>
                      <a:gd name="T45" fmla="*/ 334 h 1230"/>
                      <a:gd name="T46" fmla="*/ 439 w 1139"/>
                      <a:gd name="T47" fmla="*/ 183 h 1230"/>
                      <a:gd name="T48" fmla="*/ 635 w 1139"/>
                      <a:gd name="T49" fmla="*/ 361 h 1230"/>
                      <a:gd name="T50" fmla="*/ 796 w 1139"/>
                      <a:gd name="T51" fmla="*/ 356 h 1230"/>
                      <a:gd name="T52" fmla="*/ 823 w 1139"/>
                      <a:gd name="T53" fmla="*/ 361 h 1230"/>
                      <a:gd name="T54" fmla="*/ 832 w 1139"/>
                      <a:gd name="T55" fmla="*/ 434 h 1230"/>
                      <a:gd name="T56" fmla="*/ 786 w 1139"/>
                      <a:gd name="T57" fmla="*/ 462 h 1230"/>
                      <a:gd name="T58" fmla="*/ 777 w 1139"/>
                      <a:gd name="T59" fmla="*/ 462 h 1230"/>
                      <a:gd name="T60" fmla="*/ 754 w 1139"/>
                      <a:gd name="T61" fmla="*/ 494 h 1230"/>
                      <a:gd name="T62" fmla="*/ 690 w 1139"/>
                      <a:gd name="T63" fmla="*/ 622 h 1230"/>
                      <a:gd name="T64" fmla="*/ 448 w 1139"/>
                      <a:gd name="T65" fmla="*/ 622 h 1230"/>
                      <a:gd name="T66" fmla="*/ 384 w 1139"/>
                      <a:gd name="T67" fmla="*/ 475 h 1230"/>
                      <a:gd name="T68" fmla="*/ 352 w 1139"/>
                      <a:gd name="T69" fmla="*/ 466 h 1230"/>
                      <a:gd name="T70" fmla="*/ 297 w 1139"/>
                      <a:gd name="T71" fmla="*/ 411 h 1230"/>
                      <a:gd name="T72" fmla="*/ 297 w 1139"/>
                      <a:gd name="T73" fmla="*/ 411 h 1230"/>
                      <a:gd name="T74" fmla="*/ 292 w 1139"/>
                      <a:gd name="T75" fmla="*/ 324 h 1230"/>
                      <a:gd name="T76" fmla="*/ 571 w 1139"/>
                      <a:gd name="T77" fmla="*/ 1193 h 1230"/>
                      <a:gd name="T78" fmla="*/ 439 w 1139"/>
                      <a:gd name="T79" fmla="*/ 663 h 1230"/>
                      <a:gd name="T80" fmla="*/ 699 w 1139"/>
                      <a:gd name="T81" fmla="*/ 663 h 1230"/>
                      <a:gd name="T82" fmla="*/ 571 w 1139"/>
                      <a:gd name="T83" fmla="*/ 1193 h 12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1139" h="1230">
                        <a:moveTo>
                          <a:pt x="1020" y="782"/>
                        </a:moveTo>
                        <a:cubicBezTo>
                          <a:pt x="754" y="745"/>
                          <a:pt x="754" y="745"/>
                          <a:pt x="754" y="745"/>
                        </a:cubicBezTo>
                        <a:cubicBezTo>
                          <a:pt x="731" y="631"/>
                          <a:pt x="731" y="631"/>
                          <a:pt x="731" y="631"/>
                        </a:cubicBezTo>
                        <a:cubicBezTo>
                          <a:pt x="754" y="594"/>
                          <a:pt x="777" y="549"/>
                          <a:pt x="791" y="503"/>
                        </a:cubicBezTo>
                        <a:cubicBezTo>
                          <a:pt x="823" y="498"/>
                          <a:pt x="850" y="480"/>
                          <a:pt x="864" y="453"/>
                        </a:cubicBezTo>
                        <a:cubicBezTo>
                          <a:pt x="873" y="443"/>
                          <a:pt x="878" y="430"/>
                          <a:pt x="878" y="416"/>
                        </a:cubicBezTo>
                        <a:cubicBezTo>
                          <a:pt x="882" y="388"/>
                          <a:pt x="887" y="356"/>
                          <a:pt x="887" y="324"/>
                        </a:cubicBezTo>
                        <a:cubicBezTo>
                          <a:pt x="887" y="146"/>
                          <a:pt x="745" y="0"/>
                          <a:pt x="571" y="0"/>
                        </a:cubicBezTo>
                        <a:cubicBezTo>
                          <a:pt x="398" y="0"/>
                          <a:pt x="256" y="146"/>
                          <a:pt x="256" y="324"/>
                        </a:cubicBezTo>
                        <a:cubicBezTo>
                          <a:pt x="256" y="329"/>
                          <a:pt x="256" y="329"/>
                          <a:pt x="256" y="329"/>
                        </a:cubicBezTo>
                        <a:cubicBezTo>
                          <a:pt x="256" y="356"/>
                          <a:pt x="256" y="388"/>
                          <a:pt x="260" y="416"/>
                        </a:cubicBezTo>
                        <a:cubicBezTo>
                          <a:pt x="260" y="416"/>
                          <a:pt x="260" y="416"/>
                          <a:pt x="260" y="416"/>
                        </a:cubicBezTo>
                        <a:cubicBezTo>
                          <a:pt x="260" y="416"/>
                          <a:pt x="260" y="416"/>
                          <a:pt x="260" y="416"/>
                        </a:cubicBezTo>
                        <a:cubicBezTo>
                          <a:pt x="260" y="416"/>
                          <a:pt x="260" y="416"/>
                          <a:pt x="260" y="416"/>
                        </a:cubicBezTo>
                        <a:cubicBezTo>
                          <a:pt x="260" y="416"/>
                          <a:pt x="260" y="416"/>
                          <a:pt x="260" y="416"/>
                        </a:cubicBezTo>
                        <a:cubicBezTo>
                          <a:pt x="265" y="466"/>
                          <a:pt x="306" y="498"/>
                          <a:pt x="352" y="503"/>
                        </a:cubicBezTo>
                        <a:cubicBezTo>
                          <a:pt x="366" y="549"/>
                          <a:pt x="384" y="594"/>
                          <a:pt x="411" y="631"/>
                        </a:cubicBezTo>
                        <a:cubicBezTo>
                          <a:pt x="388" y="745"/>
                          <a:pt x="388" y="745"/>
                          <a:pt x="388" y="745"/>
                        </a:cubicBezTo>
                        <a:cubicBezTo>
                          <a:pt x="118" y="782"/>
                          <a:pt x="118" y="782"/>
                          <a:pt x="118" y="782"/>
                        </a:cubicBezTo>
                        <a:cubicBezTo>
                          <a:pt x="50" y="791"/>
                          <a:pt x="0" y="855"/>
                          <a:pt x="4" y="924"/>
                        </a:cubicBezTo>
                        <a:cubicBezTo>
                          <a:pt x="27" y="1212"/>
                          <a:pt x="27" y="1212"/>
                          <a:pt x="27" y="1212"/>
                        </a:cubicBezTo>
                        <a:cubicBezTo>
                          <a:pt x="27" y="1221"/>
                          <a:pt x="36" y="1230"/>
                          <a:pt x="45" y="1230"/>
                        </a:cubicBezTo>
                        <a:cubicBezTo>
                          <a:pt x="54" y="1230"/>
                          <a:pt x="64" y="1221"/>
                          <a:pt x="64" y="1212"/>
                        </a:cubicBezTo>
                        <a:cubicBezTo>
                          <a:pt x="41" y="919"/>
                          <a:pt x="41" y="919"/>
                          <a:pt x="41" y="919"/>
                        </a:cubicBezTo>
                        <a:cubicBezTo>
                          <a:pt x="41" y="873"/>
                          <a:pt x="77" y="828"/>
                          <a:pt x="123" y="818"/>
                        </a:cubicBezTo>
                        <a:cubicBezTo>
                          <a:pt x="388" y="782"/>
                          <a:pt x="388" y="782"/>
                          <a:pt x="388" y="782"/>
                        </a:cubicBezTo>
                        <a:cubicBezTo>
                          <a:pt x="535" y="1207"/>
                          <a:pt x="535" y="1207"/>
                          <a:pt x="535" y="1207"/>
                        </a:cubicBezTo>
                        <a:cubicBezTo>
                          <a:pt x="539" y="1221"/>
                          <a:pt x="553" y="1230"/>
                          <a:pt x="571" y="1230"/>
                        </a:cubicBezTo>
                        <a:cubicBezTo>
                          <a:pt x="571" y="1230"/>
                          <a:pt x="571" y="1230"/>
                          <a:pt x="571" y="1230"/>
                        </a:cubicBezTo>
                        <a:cubicBezTo>
                          <a:pt x="585" y="1230"/>
                          <a:pt x="599" y="1221"/>
                          <a:pt x="603" y="1207"/>
                        </a:cubicBezTo>
                        <a:cubicBezTo>
                          <a:pt x="750" y="782"/>
                          <a:pt x="750" y="782"/>
                          <a:pt x="750" y="782"/>
                        </a:cubicBezTo>
                        <a:cubicBezTo>
                          <a:pt x="1015" y="818"/>
                          <a:pt x="1015" y="818"/>
                          <a:pt x="1015" y="818"/>
                        </a:cubicBezTo>
                        <a:cubicBezTo>
                          <a:pt x="1065" y="828"/>
                          <a:pt x="1102" y="873"/>
                          <a:pt x="1097" y="919"/>
                        </a:cubicBezTo>
                        <a:cubicBezTo>
                          <a:pt x="1079" y="1212"/>
                          <a:pt x="1079" y="1212"/>
                          <a:pt x="1079" y="1212"/>
                        </a:cubicBezTo>
                        <a:cubicBezTo>
                          <a:pt x="1079" y="1221"/>
                          <a:pt x="1084" y="1230"/>
                          <a:pt x="1093" y="1230"/>
                        </a:cubicBezTo>
                        <a:cubicBezTo>
                          <a:pt x="1097" y="1230"/>
                          <a:pt x="1097" y="1230"/>
                          <a:pt x="1097" y="1230"/>
                        </a:cubicBezTo>
                        <a:cubicBezTo>
                          <a:pt x="1107" y="1230"/>
                          <a:pt x="1116" y="1221"/>
                          <a:pt x="1116" y="1212"/>
                        </a:cubicBezTo>
                        <a:cubicBezTo>
                          <a:pt x="1134" y="924"/>
                          <a:pt x="1134" y="924"/>
                          <a:pt x="1134" y="924"/>
                        </a:cubicBezTo>
                        <a:cubicBezTo>
                          <a:pt x="1139" y="855"/>
                          <a:pt x="1088" y="791"/>
                          <a:pt x="1020" y="782"/>
                        </a:cubicBezTo>
                        <a:close/>
                        <a:moveTo>
                          <a:pt x="571" y="36"/>
                        </a:moveTo>
                        <a:cubicBezTo>
                          <a:pt x="722" y="36"/>
                          <a:pt x="850" y="164"/>
                          <a:pt x="850" y="324"/>
                        </a:cubicBezTo>
                        <a:cubicBezTo>
                          <a:pt x="850" y="329"/>
                          <a:pt x="850" y="334"/>
                          <a:pt x="850" y="338"/>
                        </a:cubicBezTo>
                        <a:cubicBezTo>
                          <a:pt x="846" y="338"/>
                          <a:pt x="846" y="334"/>
                          <a:pt x="841" y="334"/>
                        </a:cubicBezTo>
                        <a:cubicBezTo>
                          <a:pt x="828" y="320"/>
                          <a:pt x="809" y="315"/>
                          <a:pt x="786" y="320"/>
                        </a:cubicBezTo>
                        <a:cubicBezTo>
                          <a:pt x="786" y="320"/>
                          <a:pt x="786" y="320"/>
                          <a:pt x="786" y="320"/>
                        </a:cubicBezTo>
                        <a:cubicBezTo>
                          <a:pt x="759" y="329"/>
                          <a:pt x="731" y="334"/>
                          <a:pt x="709" y="334"/>
                        </a:cubicBezTo>
                        <a:cubicBezTo>
                          <a:pt x="599" y="334"/>
                          <a:pt x="498" y="274"/>
                          <a:pt x="462" y="192"/>
                        </a:cubicBezTo>
                        <a:cubicBezTo>
                          <a:pt x="457" y="183"/>
                          <a:pt x="448" y="178"/>
                          <a:pt x="439" y="183"/>
                        </a:cubicBezTo>
                        <a:cubicBezTo>
                          <a:pt x="430" y="187"/>
                          <a:pt x="425" y="196"/>
                          <a:pt x="430" y="206"/>
                        </a:cubicBezTo>
                        <a:cubicBezTo>
                          <a:pt x="466" y="283"/>
                          <a:pt x="544" y="343"/>
                          <a:pt x="635" y="361"/>
                        </a:cubicBezTo>
                        <a:cubicBezTo>
                          <a:pt x="658" y="366"/>
                          <a:pt x="681" y="370"/>
                          <a:pt x="709" y="370"/>
                        </a:cubicBezTo>
                        <a:cubicBezTo>
                          <a:pt x="736" y="370"/>
                          <a:pt x="768" y="366"/>
                          <a:pt x="796" y="356"/>
                        </a:cubicBezTo>
                        <a:cubicBezTo>
                          <a:pt x="796" y="356"/>
                          <a:pt x="796" y="356"/>
                          <a:pt x="796" y="356"/>
                        </a:cubicBezTo>
                        <a:cubicBezTo>
                          <a:pt x="805" y="356"/>
                          <a:pt x="814" y="356"/>
                          <a:pt x="823" y="361"/>
                        </a:cubicBezTo>
                        <a:cubicBezTo>
                          <a:pt x="832" y="370"/>
                          <a:pt x="841" y="393"/>
                          <a:pt x="841" y="411"/>
                        </a:cubicBezTo>
                        <a:cubicBezTo>
                          <a:pt x="841" y="421"/>
                          <a:pt x="837" y="430"/>
                          <a:pt x="832" y="434"/>
                        </a:cubicBezTo>
                        <a:cubicBezTo>
                          <a:pt x="823" y="453"/>
                          <a:pt x="809" y="466"/>
                          <a:pt x="786" y="466"/>
                        </a:cubicBezTo>
                        <a:cubicBezTo>
                          <a:pt x="786" y="462"/>
                          <a:pt x="786" y="462"/>
                          <a:pt x="786" y="462"/>
                        </a:cubicBezTo>
                        <a:cubicBezTo>
                          <a:pt x="782" y="462"/>
                          <a:pt x="782" y="462"/>
                          <a:pt x="777" y="462"/>
                        </a:cubicBezTo>
                        <a:cubicBezTo>
                          <a:pt x="777" y="462"/>
                          <a:pt x="777" y="462"/>
                          <a:pt x="777" y="462"/>
                        </a:cubicBezTo>
                        <a:cubicBezTo>
                          <a:pt x="768" y="462"/>
                          <a:pt x="759" y="466"/>
                          <a:pt x="759" y="475"/>
                        </a:cubicBezTo>
                        <a:cubicBezTo>
                          <a:pt x="754" y="485"/>
                          <a:pt x="754" y="489"/>
                          <a:pt x="754" y="494"/>
                        </a:cubicBezTo>
                        <a:cubicBezTo>
                          <a:pt x="741" y="535"/>
                          <a:pt x="727" y="567"/>
                          <a:pt x="709" y="599"/>
                        </a:cubicBezTo>
                        <a:cubicBezTo>
                          <a:pt x="704" y="603"/>
                          <a:pt x="695" y="613"/>
                          <a:pt x="690" y="622"/>
                        </a:cubicBezTo>
                        <a:cubicBezTo>
                          <a:pt x="658" y="663"/>
                          <a:pt x="613" y="686"/>
                          <a:pt x="571" y="686"/>
                        </a:cubicBezTo>
                        <a:cubicBezTo>
                          <a:pt x="526" y="686"/>
                          <a:pt x="484" y="663"/>
                          <a:pt x="448" y="622"/>
                        </a:cubicBezTo>
                        <a:cubicBezTo>
                          <a:pt x="443" y="613"/>
                          <a:pt x="439" y="603"/>
                          <a:pt x="434" y="599"/>
                        </a:cubicBezTo>
                        <a:cubicBezTo>
                          <a:pt x="411" y="562"/>
                          <a:pt x="393" y="521"/>
                          <a:pt x="384" y="475"/>
                        </a:cubicBezTo>
                        <a:cubicBezTo>
                          <a:pt x="379" y="466"/>
                          <a:pt x="370" y="462"/>
                          <a:pt x="361" y="462"/>
                        </a:cubicBezTo>
                        <a:cubicBezTo>
                          <a:pt x="361" y="462"/>
                          <a:pt x="356" y="466"/>
                          <a:pt x="352" y="466"/>
                        </a:cubicBezTo>
                        <a:cubicBezTo>
                          <a:pt x="324" y="466"/>
                          <a:pt x="301" y="443"/>
                          <a:pt x="297" y="411"/>
                        </a:cubicBezTo>
                        <a:cubicBezTo>
                          <a:pt x="297" y="411"/>
                          <a:pt x="297" y="411"/>
                          <a:pt x="297" y="411"/>
                        </a:cubicBezTo>
                        <a:cubicBezTo>
                          <a:pt x="297" y="411"/>
                          <a:pt x="297" y="411"/>
                          <a:pt x="297" y="411"/>
                        </a:cubicBezTo>
                        <a:cubicBezTo>
                          <a:pt x="297" y="411"/>
                          <a:pt x="297" y="411"/>
                          <a:pt x="297" y="411"/>
                        </a:cubicBezTo>
                        <a:cubicBezTo>
                          <a:pt x="292" y="384"/>
                          <a:pt x="292" y="356"/>
                          <a:pt x="292" y="324"/>
                        </a:cubicBezTo>
                        <a:cubicBezTo>
                          <a:pt x="292" y="324"/>
                          <a:pt x="292" y="324"/>
                          <a:pt x="292" y="324"/>
                        </a:cubicBezTo>
                        <a:cubicBezTo>
                          <a:pt x="292" y="164"/>
                          <a:pt x="416" y="36"/>
                          <a:pt x="571" y="36"/>
                        </a:cubicBezTo>
                        <a:close/>
                        <a:moveTo>
                          <a:pt x="571" y="1193"/>
                        </a:moveTo>
                        <a:cubicBezTo>
                          <a:pt x="420" y="759"/>
                          <a:pt x="420" y="759"/>
                          <a:pt x="420" y="759"/>
                        </a:cubicBezTo>
                        <a:cubicBezTo>
                          <a:pt x="439" y="663"/>
                          <a:pt x="439" y="663"/>
                          <a:pt x="439" y="663"/>
                        </a:cubicBezTo>
                        <a:cubicBezTo>
                          <a:pt x="480" y="704"/>
                          <a:pt x="521" y="722"/>
                          <a:pt x="571" y="722"/>
                        </a:cubicBezTo>
                        <a:cubicBezTo>
                          <a:pt x="617" y="722"/>
                          <a:pt x="663" y="704"/>
                          <a:pt x="699" y="663"/>
                        </a:cubicBezTo>
                        <a:cubicBezTo>
                          <a:pt x="718" y="759"/>
                          <a:pt x="718" y="759"/>
                          <a:pt x="718" y="759"/>
                        </a:cubicBezTo>
                        <a:cubicBezTo>
                          <a:pt x="571" y="1193"/>
                          <a:pt x="571" y="1193"/>
                          <a:pt x="571" y="1193"/>
                        </a:cubicBezTo>
                        <a:cubicBezTo>
                          <a:pt x="571" y="1193"/>
                          <a:pt x="571" y="1193"/>
                          <a:pt x="571" y="1193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>
                      <a:ln>
                        <a:solidFill>
                          <a:schemeClr val="tx1">
                            <a:alpha val="0"/>
                          </a:schemeClr>
                        </a:solidFill>
                      </a:ln>
                    </a:endParaRPr>
                  </a:p>
                </p:txBody>
              </p:sp>
              <p:sp>
                <p:nvSpPr>
                  <p:cNvPr id="945" name="Freeform 279">
                    <a:extLst>
                      <a:ext uri="{FF2B5EF4-FFF2-40B4-BE49-F238E27FC236}">
                        <a16:creationId xmlns:a16="http://schemas.microsoft.com/office/drawing/2014/main" id="{4BB237FF-9C23-4D40-F19F-0915431A420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8932863" y="4976813"/>
                    <a:ext cx="31750" cy="184150"/>
                  </a:xfrm>
                  <a:custGeom>
                    <a:avLst/>
                    <a:gdLst>
                      <a:gd name="T0" fmla="*/ 18 w 36"/>
                      <a:gd name="T1" fmla="*/ 0 h 210"/>
                      <a:gd name="T2" fmla="*/ 0 w 36"/>
                      <a:gd name="T3" fmla="*/ 19 h 210"/>
                      <a:gd name="T4" fmla="*/ 0 w 36"/>
                      <a:gd name="T5" fmla="*/ 192 h 210"/>
                      <a:gd name="T6" fmla="*/ 18 w 36"/>
                      <a:gd name="T7" fmla="*/ 210 h 210"/>
                      <a:gd name="T8" fmla="*/ 36 w 36"/>
                      <a:gd name="T9" fmla="*/ 192 h 210"/>
                      <a:gd name="T10" fmla="*/ 36 w 36"/>
                      <a:gd name="T11" fmla="*/ 19 h 210"/>
                      <a:gd name="T12" fmla="*/ 18 w 36"/>
                      <a:gd name="T13" fmla="*/ 0 h 2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36" h="210">
                        <a:moveTo>
                          <a:pt x="18" y="0"/>
                        </a:moveTo>
                        <a:cubicBezTo>
                          <a:pt x="9" y="0"/>
                          <a:pt x="0" y="9"/>
                          <a:pt x="0" y="19"/>
                        </a:cubicBezTo>
                        <a:cubicBezTo>
                          <a:pt x="0" y="192"/>
                          <a:pt x="0" y="192"/>
                          <a:pt x="0" y="192"/>
                        </a:cubicBezTo>
                        <a:cubicBezTo>
                          <a:pt x="0" y="201"/>
                          <a:pt x="9" y="210"/>
                          <a:pt x="18" y="210"/>
                        </a:cubicBezTo>
                        <a:cubicBezTo>
                          <a:pt x="27" y="210"/>
                          <a:pt x="36" y="201"/>
                          <a:pt x="36" y="192"/>
                        </a:cubicBezTo>
                        <a:cubicBezTo>
                          <a:pt x="36" y="19"/>
                          <a:pt x="36" y="19"/>
                          <a:pt x="36" y="19"/>
                        </a:cubicBezTo>
                        <a:cubicBezTo>
                          <a:pt x="36" y="9"/>
                          <a:pt x="27" y="0"/>
                          <a:pt x="18" y="0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>
                      <a:ln>
                        <a:solidFill>
                          <a:schemeClr val="tx1">
                            <a:alpha val="0"/>
                          </a:schemeClr>
                        </a:solidFill>
                      </a:ln>
                    </a:endParaRPr>
                  </a:p>
                </p:txBody>
              </p:sp>
            </p:grpSp>
          </p:grpSp>
        </p:grpSp>
        <p:sp>
          <p:nvSpPr>
            <p:cNvPr id="946" name="TextBox 111">
              <a:extLst>
                <a:ext uri="{FF2B5EF4-FFF2-40B4-BE49-F238E27FC236}">
                  <a16:creationId xmlns:a16="http://schemas.microsoft.com/office/drawing/2014/main" id="{D60E4696-78E2-897F-3AF4-075751AFA1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4260024" y="6674955"/>
              <a:ext cx="1085418" cy="173477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>
              <a:defPPr>
                <a:defRPr lang="en-US"/>
              </a:defPPr>
              <a:lvl2pPr marL="0" lvl="1" algn="ctr" defTabSz="1474905">
                <a:buClr>
                  <a:prstClr val="black"/>
                </a:buClr>
                <a:buSzPct val="140000"/>
                <a:tabLst>
                  <a:tab pos="5648325" algn="l"/>
                </a:tabLst>
                <a:defRPr sz="900" kern="0" spc="-3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defRPr>
              </a:lvl2pPr>
            </a:lstStyle>
            <a:p>
              <a:pPr lvl="1"/>
              <a:r>
                <a:rPr lang="en-US" altLang="ko-KR" b="1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NAS (</a:t>
              </a:r>
              <a:r>
                <a:rPr lang="ko-KR" altLang="en-US" b="1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모델저장소</a:t>
              </a:r>
              <a:r>
                <a:rPr lang="en-US" altLang="ko-KR" b="1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)</a:t>
              </a:r>
            </a:p>
          </p:txBody>
        </p:sp>
        <p:cxnSp>
          <p:nvCxnSpPr>
            <p:cNvPr id="947" name="직선 화살표 연결선 221">
              <a:extLst>
                <a:ext uri="{FF2B5EF4-FFF2-40B4-BE49-F238E27FC236}">
                  <a16:creationId xmlns:a16="http://schemas.microsoft.com/office/drawing/2014/main" id="{E9C54F8C-F0BF-8992-31C5-A4993C9FDC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02728" y="6048088"/>
              <a:ext cx="0" cy="252000"/>
            </a:xfrm>
            <a:prstGeom prst="straightConnector1">
              <a:avLst/>
            </a:prstGeom>
            <a:ln w="9525">
              <a:solidFill>
                <a:srgbClr val="9CA5AC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48" name="그룹 947">
              <a:extLst>
                <a:ext uri="{FF2B5EF4-FFF2-40B4-BE49-F238E27FC236}">
                  <a16:creationId xmlns:a16="http://schemas.microsoft.com/office/drawing/2014/main" id="{985B21E8-103B-824C-0C42-50D74CCBCE80}"/>
                </a:ext>
              </a:extLst>
            </p:cNvPr>
            <p:cNvGrpSpPr/>
            <p:nvPr/>
          </p:nvGrpSpPr>
          <p:grpSpPr>
            <a:xfrm>
              <a:off x="4663926" y="6300117"/>
              <a:ext cx="277604" cy="354008"/>
              <a:chOff x="4202586" y="8836726"/>
              <a:chExt cx="705755" cy="900000"/>
            </a:xfrm>
          </p:grpSpPr>
          <p:sp>
            <p:nvSpPr>
              <p:cNvPr id="949" name="자유형: 도형 438">
                <a:extLst>
                  <a:ext uri="{FF2B5EF4-FFF2-40B4-BE49-F238E27FC236}">
                    <a16:creationId xmlns:a16="http://schemas.microsoft.com/office/drawing/2014/main" id="{9F6CB863-6B24-19AE-EDB9-B51AFC1AD1A8}"/>
                  </a:ext>
                </a:extLst>
              </p:cNvPr>
              <p:cNvSpPr/>
              <p:nvPr/>
            </p:nvSpPr>
            <p:spPr>
              <a:xfrm>
                <a:off x="4225792" y="8861529"/>
                <a:ext cx="659342" cy="858014"/>
              </a:xfrm>
              <a:custGeom>
                <a:avLst/>
                <a:gdLst>
                  <a:gd name="connsiteX0" fmla="*/ 330006 w 660012"/>
                  <a:gd name="connsiteY0" fmla="*/ 0 h 858885"/>
                  <a:gd name="connsiteX1" fmla="*/ 660012 w 660012"/>
                  <a:gd name="connsiteY1" fmla="*/ 144183 h 858885"/>
                  <a:gd name="connsiteX2" fmla="*/ 658980 w 660012"/>
                  <a:gd name="connsiteY2" fmla="*/ 148655 h 858885"/>
                  <a:gd name="connsiteX3" fmla="*/ 660012 w 660012"/>
                  <a:gd name="connsiteY3" fmla="*/ 148655 h 858885"/>
                  <a:gd name="connsiteX4" fmla="*/ 660012 w 660012"/>
                  <a:gd name="connsiteY4" fmla="*/ 714702 h 858885"/>
                  <a:gd name="connsiteX5" fmla="*/ 660012 w 660012"/>
                  <a:gd name="connsiteY5" fmla="*/ 730704 h 858885"/>
                  <a:gd name="connsiteX6" fmla="*/ 656320 w 660012"/>
                  <a:gd name="connsiteY6" fmla="*/ 730704 h 858885"/>
                  <a:gd name="connsiteX7" fmla="*/ 653308 w 660012"/>
                  <a:gd name="connsiteY7" fmla="*/ 743760 h 858885"/>
                  <a:gd name="connsiteX8" fmla="*/ 330006 w 660012"/>
                  <a:gd name="connsiteY8" fmla="*/ 858885 h 858885"/>
                  <a:gd name="connsiteX9" fmla="*/ 6704 w 660012"/>
                  <a:gd name="connsiteY9" fmla="*/ 743760 h 858885"/>
                  <a:gd name="connsiteX10" fmla="*/ 3692 w 660012"/>
                  <a:gd name="connsiteY10" fmla="*/ 730704 h 858885"/>
                  <a:gd name="connsiteX11" fmla="*/ 0 w 660012"/>
                  <a:gd name="connsiteY11" fmla="*/ 730704 h 858885"/>
                  <a:gd name="connsiteX12" fmla="*/ 0 w 660012"/>
                  <a:gd name="connsiteY12" fmla="*/ 714702 h 858885"/>
                  <a:gd name="connsiteX13" fmla="*/ 0 w 660012"/>
                  <a:gd name="connsiteY13" fmla="*/ 148655 h 858885"/>
                  <a:gd name="connsiteX14" fmla="*/ 1032 w 660012"/>
                  <a:gd name="connsiteY14" fmla="*/ 148655 h 858885"/>
                  <a:gd name="connsiteX15" fmla="*/ 0 w 660012"/>
                  <a:gd name="connsiteY15" fmla="*/ 144183 h 858885"/>
                  <a:gd name="connsiteX16" fmla="*/ 330006 w 660012"/>
                  <a:gd name="connsiteY16" fmla="*/ 0 h 8588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660012" h="858885">
                    <a:moveTo>
                      <a:pt x="330006" y="0"/>
                    </a:moveTo>
                    <a:cubicBezTo>
                      <a:pt x="512264" y="0"/>
                      <a:pt x="660012" y="64553"/>
                      <a:pt x="660012" y="144183"/>
                    </a:cubicBezTo>
                    <a:lnTo>
                      <a:pt x="658980" y="148655"/>
                    </a:lnTo>
                    <a:lnTo>
                      <a:pt x="660012" y="148655"/>
                    </a:lnTo>
                    <a:lnTo>
                      <a:pt x="660012" y="714702"/>
                    </a:lnTo>
                    <a:lnTo>
                      <a:pt x="660012" y="730704"/>
                    </a:lnTo>
                    <a:lnTo>
                      <a:pt x="656320" y="730704"/>
                    </a:lnTo>
                    <a:lnTo>
                      <a:pt x="653308" y="743760"/>
                    </a:lnTo>
                    <a:cubicBezTo>
                      <a:pt x="622536" y="809462"/>
                      <a:pt x="489482" y="858885"/>
                      <a:pt x="330006" y="858885"/>
                    </a:cubicBezTo>
                    <a:cubicBezTo>
                      <a:pt x="170530" y="858885"/>
                      <a:pt x="37476" y="809462"/>
                      <a:pt x="6704" y="743760"/>
                    </a:cubicBezTo>
                    <a:lnTo>
                      <a:pt x="3692" y="730704"/>
                    </a:lnTo>
                    <a:lnTo>
                      <a:pt x="0" y="730704"/>
                    </a:lnTo>
                    <a:lnTo>
                      <a:pt x="0" y="714702"/>
                    </a:lnTo>
                    <a:lnTo>
                      <a:pt x="0" y="148655"/>
                    </a:lnTo>
                    <a:lnTo>
                      <a:pt x="1032" y="148655"/>
                    </a:lnTo>
                    <a:lnTo>
                      <a:pt x="0" y="144183"/>
                    </a:lnTo>
                    <a:cubicBezTo>
                      <a:pt x="0" y="64553"/>
                      <a:pt x="147748" y="0"/>
                      <a:pt x="330006" y="0"/>
                    </a:cubicBezTo>
                    <a:close/>
                  </a:path>
                </a:pathLst>
              </a:custGeom>
              <a:solidFill>
                <a:srgbClr val="F1F3F4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endParaRPr lang="ko-KR" altLang="en-US">
                  <a:ln>
                    <a:solidFill>
                      <a:schemeClr val="tx1">
                        <a:alpha val="0"/>
                      </a:schemeClr>
                    </a:solidFill>
                  </a:ln>
                </a:endParaRPr>
              </a:p>
            </p:txBody>
          </p:sp>
          <p:sp>
            <p:nvSpPr>
              <p:cNvPr id="950" name="Freeform 200">
                <a:extLst>
                  <a:ext uri="{FF2B5EF4-FFF2-40B4-BE49-F238E27FC236}">
                    <a16:creationId xmlns:a16="http://schemas.microsoft.com/office/drawing/2014/main" id="{BEE5A4D5-9206-A177-4042-E028671EC331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4202586" y="8836726"/>
                <a:ext cx="705755" cy="900000"/>
              </a:xfrm>
              <a:custGeom>
                <a:avLst/>
                <a:gdLst>
                  <a:gd name="T0" fmla="*/ 92 w 184"/>
                  <a:gd name="T1" fmla="*/ 0 h 232"/>
                  <a:gd name="T2" fmla="*/ 0 w 184"/>
                  <a:gd name="T3" fmla="*/ 42 h 232"/>
                  <a:gd name="T4" fmla="*/ 0 w 184"/>
                  <a:gd name="T5" fmla="*/ 92 h 232"/>
                  <a:gd name="T6" fmla="*/ 0 w 184"/>
                  <a:gd name="T7" fmla="*/ 141 h 232"/>
                  <a:gd name="T8" fmla="*/ 0 w 184"/>
                  <a:gd name="T9" fmla="*/ 190 h 232"/>
                  <a:gd name="T10" fmla="*/ 92 w 184"/>
                  <a:gd name="T11" fmla="*/ 232 h 232"/>
                  <a:gd name="T12" fmla="*/ 184 w 184"/>
                  <a:gd name="T13" fmla="*/ 190 h 232"/>
                  <a:gd name="T14" fmla="*/ 184 w 184"/>
                  <a:gd name="T15" fmla="*/ 141 h 232"/>
                  <a:gd name="T16" fmla="*/ 184 w 184"/>
                  <a:gd name="T17" fmla="*/ 92 h 232"/>
                  <a:gd name="T18" fmla="*/ 184 w 184"/>
                  <a:gd name="T19" fmla="*/ 42 h 232"/>
                  <a:gd name="T20" fmla="*/ 92 w 184"/>
                  <a:gd name="T21" fmla="*/ 0 h 232"/>
                  <a:gd name="T22" fmla="*/ 176 w 184"/>
                  <a:gd name="T23" fmla="*/ 190 h 232"/>
                  <a:gd name="T24" fmla="*/ 92 w 184"/>
                  <a:gd name="T25" fmla="*/ 224 h 232"/>
                  <a:gd name="T26" fmla="*/ 8 w 184"/>
                  <a:gd name="T27" fmla="*/ 190 h 232"/>
                  <a:gd name="T28" fmla="*/ 8 w 184"/>
                  <a:gd name="T29" fmla="*/ 159 h 232"/>
                  <a:gd name="T30" fmla="*/ 92 w 184"/>
                  <a:gd name="T31" fmla="*/ 183 h 232"/>
                  <a:gd name="T32" fmla="*/ 176 w 184"/>
                  <a:gd name="T33" fmla="*/ 159 h 232"/>
                  <a:gd name="T34" fmla="*/ 176 w 184"/>
                  <a:gd name="T35" fmla="*/ 190 h 232"/>
                  <a:gd name="T36" fmla="*/ 176 w 184"/>
                  <a:gd name="T37" fmla="*/ 141 h 232"/>
                  <a:gd name="T38" fmla="*/ 92 w 184"/>
                  <a:gd name="T39" fmla="*/ 175 h 232"/>
                  <a:gd name="T40" fmla="*/ 8 w 184"/>
                  <a:gd name="T41" fmla="*/ 141 h 232"/>
                  <a:gd name="T42" fmla="*/ 8 w 184"/>
                  <a:gd name="T43" fmla="*/ 109 h 232"/>
                  <a:gd name="T44" fmla="*/ 92 w 184"/>
                  <a:gd name="T45" fmla="*/ 133 h 232"/>
                  <a:gd name="T46" fmla="*/ 176 w 184"/>
                  <a:gd name="T47" fmla="*/ 109 h 232"/>
                  <a:gd name="T48" fmla="*/ 176 w 184"/>
                  <a:gd name="T49" fmla="*/ 141 h 232"/>
                  <a:gd name="T50" fmla="*/ 176 w 184"/>
                  <a:gd name="T51" fmla="*/ 92 h 232"/>
                  <a:gd name="T52" fmla="*/ 92 w 184"/>
                  <a:gd name="T53" fmla="*/ 125 h 232"/>
                  <a:gd name="T54" fmla="*/ 8 w 184"/>
                  <a:gd name="T55" fmla="*/ 92 h 232"/>
                  <a:gd name="T56" fmla="*/ 8 w 184"/>
                  <a:gd name="T57" fmla="*/ 59 h 232"/>
                  <a:gd name="T58" fmla="*/ 92 w 184"/>
                  <a:gd name="T59" fmla="*/ 84 h 232"/>
                  <a:gd name="T60" fmla="*/ 176 w 184"/>
                  <a:gd name="T61" fmla="*/ 59 h 232"/>
                  <a:gd name="T62" fmla="*/ 176 w 184"/>
                  <a:gd name="T63" fmla="*/ 92 h 232"/>
                  <a:gd name="T64" fmla="*/ 92 w 184"/>
                  <a:gd name="T65" fmla="*/ 76 h 232"/>
                  <a:gd name="T66" fmla="*/ 8 w 184"/>
                  <a:gd name="T67" fmla="*/ 42 h 232"/>
                  <a:gd name="T68" fmla="*/ 92 w 184"/>
                  <a:gd name="T69" fmla="*/ 8 h 232"/>
                  <a:gd name="T70" fmla="*/ 176 w 184"/>
                  <a:gd name="T71" fmla="*/ 42 h 232"/>
                  <a:gd name="T72" fmla="*/ 92 w 184"/>
                  <a:gd name="T73" fmla="*/ 76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84" h="232">
                    <a:moveTo>
                      <a:pt x="92" y="0"/>
                    </a:moveTo>
                    <a:cubicBezTo>
                      <a:pt x="40" y="0"/>
                      <a:pt x="0" y="19"/>
                      <a:pt x="0" y="42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141"/>
                      <a:pt x="0" y="141"/>
                      <a:pt x="0" y="141"/>
                    </a:cubicBezTo>
                    <a:cubicBezTo>
                      <a:pt x="0" y="190"/>
                      <a:pt x="0" y="190"/>
                      <a:pt x="0" y="190"/>
                    </a:cubicBezTo>
                    <a:cubicBezTo>
                      <a:pt x="0" y="214"/>
                      <a:pt x="40" y="232"/>
                      <a:pt x="92" y="232"/>
                    </a:cubicBezTo>
                    <a:cubicBezTo>
                      <a:pt x="144" y="232"/>
                      <a:pt x="184" y="214"/>
                      <a:pt x="184" y="190"/>
                    </a:cubicBezTo>
                    <a:cubicBezTo>
                      <a:pt x="184" y="141"/>
                      <a:pt x="184" y="141"/>
                      <a:pt x="184" y="141"/>
                    </a:cubicBezTo>
                    <a:cubicBezTo>
                      <a:pt x="184" y="92"/>
                      <a:pt x="184" y="92"/>
                      <a:pt x="184" y="92"/>
                    </a:cubicBezTo>
                    <a:cubicBezTo>
                      <a:pt x="184" y="42"/>
                      <a:pt x="184" y="42"/>
                      <a:pt x="184" y="42"/>
                    </a:cubicBezTo>
                    <a:cubicBezTo>
                      <a:pt x="184" y="19"/>
                      <a:pt x="144" y="0"/>
                      <a:pt x="92" y="0"/>
                    </a:cubicBezTo>
                    <a:close/>
                    <a:moveTo>
                      <a:pt x="176" y="190"/>
                    </a:moveTo>
                    <a:cubicBezTo>
                      <a:pt x="176" y="207"/>
                      <a:pt x="143" y="224"/>
                      <a:pt x="92" y="224"/>
                    </a:cubicBezTo>
                    <a:cubicBezTo>
                      <a:pt x="42" y="224"/>
                      <a:pt x="8" y="207"/>
                      <a:pt x="8" y="190"/>
                    </a:cubicBezTo>
                    <a:cubicBezTo>
                      <a:pt x="8" y="159"/>
                      <a:pt x="8" y="159"/>
                      <a:pt x="8" y="159"/>
                    </a:cubicBezTo>
                    <a:cubicBezTo>
                      <a:pt x="22" y="173"/>
                      <a:pt x="54" y="183"/>
                      <a:pt x="92" y="183"/>
                    </a:cubicBezTo>
                    <a:cubicBezTo>
                      <a:pt x="130" y="183"/>
                      <a:pt x="162" y="173"/>
                      <a:pt x="176" y="159"/>
                    </a:cubicBezTo>
                    <a:lnTo>
                      <a:pt x="176" y="190"/>
                    </a:lnTo>
                    <a:close/>
                    <a:moveTo>
                      <a:pt x="176" y="141"/>
                    </a:moveTo>
                    <a:cubicBezTo>
                      <a:pt x="176" y="158"/>
                      <a:pt x="143" y="175"/>
                      <a:pt x="92" y="175"/>
                    </a:cubicBezTo>
                    <a:cubicBezTo>
                      <a:pt x="42" y="175"/>
                      <a:pt x="8" y="158"/>
                      <a:pt x="8" y="141"/>
                    </a:cubicBezTo>
                    <a:cubicBezTo>
                      <a:pt x="8" y="109"/>
                      <a:pt x="8" y="109"/>
                      <a:pt x="8" y="109"/>
                    </a:cubicBezTo>
                    <a:cubicBezTo>
                      <a:pt x="22" y="123"/>
                      <a:pt x="54" y="133"/>
                      <a:pt x="92" y="133"/>
                    </a:cubicBezTo>
                    <a:cubicBezTo>
                      <a:pt x="130" y="133"/>
                      <a:pt x="162" y="123"/>
                      <a:pt x="176" y="109"/>
                    </a:cubicBezTo>
                    <a:lnTo>
                      <a:pt x="176" y="141"/>
                    </a:lnTo>
                    <a:close/>
                    <a:moveTo>
                      <a:pt x="176" y="92"/>
                    </a:moveTo>
                    <a:cubicBezTo>
                      <a:pt x="176" y="108"/>
                      <a:pt x="143" y="125"/>
                      <a:pt x="92" y="125"/>
                    </a:cubicBezTo>
                    <a:cubicBezTo>
                      <a:pt x="42" y="125"/>
                      <a:pt x="8" y="108"/>
                      <a:pt x="8" y="92"/>
                    </a:cubicBezTo>
                    <a:cubicBezTo>
                      <a:pt x="8" y="59"/>
                      <a:pt x="8" y="59"/>
                      <a:pt x="8" y="59"/>
                    </a:cubicBezTo>
                    <a:cubicBezTo>
                      <a:pt x="22" y="74"/>
                      <a:pt x="54" y="84"/>
                      <a:pt x="92" y="84"/>
                    </a:cubicBezTo>
                    <a:cubicBezTo>
                      <a:pt x="130" y="84"/>
                      <a:pt x="162" y="74"/>
                      <a:pt x="176" y="59"/>
                    </a:cubicBezTo>
                    <a:lnTo>
                      <a:pt x="176" y="92"/>
                    </a:lnTo>
                    <a:close/>
                    <a:moveTo>
                      <a:pt x="92" y="76"/>
                    </a:moveTo>
                    <a:cubicBezTo>
                      <a:pt x="42" y="76"/>
                      <a:pt x="8" y="58"/>
                      <a:pt x="8" y="42"/>
                    </a:cubicBezTo>
                    <a:cubicBezTo>
                      <a:pt x="8" y="26"/>
                      <a:pt x="42" y="8"/>
                      <a:pt x="92" y="8"/>
                    </a:cubicBezTo>
                    <a:cubicBezTo>
                      <a:pt x="143" y="8"/>
                      <a:pt x="176" y="26"/>
                      <a:pt x="176" y="42"/>
                    </a:cubicBezTo>
                    <a:cubicBezTo>
                      <a:pt x="176" y="58"/>
                      <a:pt x="143" y="76"/>
                      <a:pt x="92" y="76"/>
                    </a:cubicBezTo>
                    <a:close/>
                  </a:path>
                </a:pathLst>
              </a:custGeom>
              <a:solidFill>
                <a:srgbClr val="26262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>
                  <a:ln>
                    <a:solidFill>
                      <a:schemeClr val="tx1">
                        <a:alpha val="0"/>
                      </a:schemeClr>
                    </a:solidFill>
                  </a:ln>
                </a:endParaRPr>
              </a:p>
            </p:txBody>
          </p:sp>
        </p:grpSp>
        <p:sp>
          <p:nvSpPr>
            <p:cNvPr id="951" name="자유형: 도형 9">
              <a:extLst>
                <a:ext uri="{FF2B5EF4-FFF2-40B4-BE49-F238E27FC236}">
                  <a16:creationId xmlns:a16="http://schemas.microsoft.com/office/drawing/2014/main" id="{83858D87-26B1-C137-2E03-A47A996D7EE5}"/>
                </a:ext>
              </a:extLst>
            </p:cNvPr>
            <p:cNvSpPr/>
            <p:nvPr/>
          </p:nvSpPr>
          <p:spPr bwMode="gray">
            <a:xfrm>
              <a:off x="1988820" y="4213139"/>
              <a:ext cx="1203960" cy="770359"/>
            </a:xfrm>
            <a:custGeom>
              <a:avLst/>
              <a:gdLst>
                <a:gd name="connsiteX0" fmla="*/ 1203960 w 1203960"/>
                <a:gd name="connsiteY0" fmla="*/ 0 h 662940"/>
                <a:gd name="connsiteX1" fmla="*/ 1203960 w 1203960"/>
                <a:gd name="connsiteY1" fmla="*/ 144780 h 662940"/>
                <a:gd name="connsiteX2" fmla="*/ 0 w 1203960"/>
                <a:gd name="connsiteY2" fmla="*/ 472440 h 662940"/>
                <a:gd name="connsiteX3" fmla="*/ 0 w 1203960"/>
                <a:gd name="connsiteY3" fmla="*/ 662940 h 662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3960" h="662940">
                  <a:moveTo>
                    <a:pt x="1203960" y="0"/>
                  </a:moveTo>
                  <a:lnTo>
                    <a:pt x="1203960" y="144780"/>
                  </a:lnTo>
                  <a:lnTo>
                    <a:pt x="0" y="472440"/>
                  </a:lnTo>
                  <a:lnTo>
                    <a:pt x="0" y="662940"/>
                  </a:lnTo>
                </a:path>
              </a:pathLst>
            </a:custGeom>
            <a:noFill/>
            <a:ln w="9525">
              <a:solidFill>
                <a:srgbClr val="434759"/>
              </a:solidFill>
              <a:headEnd type="none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2" name="TextBox 111">
              <a:extLst>
                <a:ext uri="{FF2B5EF4-FFF2-40B4-BE49-F238E27FC236}">
                  <a16:creationId xmlns:a16="http://schemas.microsoft.com/office/drawing/2014/main" id="{80F0FA09-83EE-CC98-EC90-CE88CB9828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2246161" y="4457639"/>
              <a:ext cx="458780" cy="276999"/>
            </a:xfrm>
            <a:prstGeom prst="rect">
              <a:avLst/>
            </a:prstGeom>
            <a:solidFill>
              <a:srgbClr val="EAECF1"/>
            </a:solidFill>
            <a:ln w="25400" algn="ctr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noAutofit/>
            </a:bodyPr>
            <a:lstStyle>
              <a:defPPr>
                <a:defRPr lang="en-US"/>
              </a:defPPr>
              <a:lvl2pPr marL="0" lvl="1" algn="ctr" defTabSz="1474905">
                <a:buClr>
                  <a:prstClr val="black"/>
                </a:buClr>
                <a:buSzPct val="140000"/>
                <a:tabLst>
                  <a:tab pos="5648325" algn="l"/>
                </a:tabLst>
                <a:defRPr sz="900" kern="0" spc="-3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defRPr>
              </a:lvl2pPr>
            </a:lstStyle>
            <a:p>
              <a:pPr lvl="1"/>
              <a:r>
                <a:rPr lang="en-US" altLang="ko-KR" sz="800" b="1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GPU Pod</a:t>
              </a:r>
            </a:p>
            <a:p>
              <a:pPr lvl="1"/>
              <a:r>
                <a:rPr lang="en-US" altLang="ko-KR" sz="800" b="1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Deploy</a:t>
              </a:r>
            </a:p>
          </p:txBody>
        </p:sp>
        <p:pic>
          <p:nvPicPr>
            <p:cNvPr id="953" name="Picture 46" descr="쿠버네티스 | Pod 자원관리">
              <a:extLst>
                <a:ext uri="{FF2B5EF4-FFF2-40B4-BE49-F238E27FC236}">
                  <a16:creationId xmlns:a16="http://schemas.microsoft.com/office/drawing/2014/main" id="{D395E95A-1B1E-9E9E-252E-DC33F9EC55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80658" y="3276050"/>
              <a:ext cx="244395" cy="2370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954" name="직선 화살표 연결선 109">
              <a:extLst>
                <a:ext uri="{FF2B5EF4-FFF2-40B4-BE49-F238E27FC236}">
                  <a16:creationId xmlns:a16="http://schemas.microsoft.com/office/drawing/2014/main" id="{AEA55F6C-5DF5-C639-932A-12530060A3DE}"/>
                </a:ext>
              </a:extLst>
            </p:cNvPr>
            <p:cNvCxnSpPr>
              <a:cxnSpLocks/>
              <a:stCxn id="929" idx="0"/>
              <a:endCxn id="926" idx="3"/>
            </p:cNvCxnSpPr>
            <p:nvPr/>
          </p:nvCxnSpPr>
          <p:spPr>
            <a:xfrm rot="16200000" flipV="1">
              <a:off x="2967277" y="1587135"/>
              <a:ext cx="602814" cy="2971921"/>
            </a:xfrm>
            <a:prstGeom prst="bentConnector2">
              <a:avLst/>
            </a:prstGeom>
            <a:ln w="9525">
              <a:solidFill>
                <a:srgbClr val="434759"/>
              </a:solidFill>
              <a:headEnd type="triangl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5" name="직선 연결선 6">
              <a:extLst>
                <a:ext uri="{FF2B5EF4-FFF2-40B4-BE49-F238E27FC236}">
                  <a16:creationId xmlns:a16="http://schemas.microsoft.com/office/drawing/2014/main" id="{E1439F2A-7314-9459-6658-92683CBE4F9C}"/>
                </a:ext>
              </a:extLst>
            </p:cNvPr>
            <p:cNvCxnSpPr>
              <a:cxnSpLocks/>
            </p:cNvCxnSpPr>
            <p:nvPr/>
          </p:nvCxnSpPr>
          <p:spPr>
            <a:xfrm>
              <a:off x="2883853" y="6048089"/>
              <a:ext cx="3807982" cy="0"/>
            </a:xfrm>
            <a:prstGeom prst="line">
              <a:avLst/>
            </a:prstGeom>
            <a:ln w="9525">
              <a:solidFill>
                <a:srgbClr val="9CA5AC"/>
              </a:soli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6" name="직선 화살표 연결선 221">
              <a:extLst>
                <a:ext uri="{FF2B5EF4-FFF2-40B4-BE49-F238E27FC236}">
                  <a16:creationId xmlns:a16="http://schemas.microsoft.com/office/drawing/2014/main" id="{C0CC8876-3982-0715-4E57-8D5ECFE94D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39770" y="5749453"/>
              <a:ext cx="0" cy="288000"/>
            </a:xfrm>
            <a:prstGeom prst="straightConnector1">
              <a:avLst/>
            </a:prstGeom>
            <a:ln w="9525">
              <a:solidFill>
                <a:srgbClr val="9CA5AC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7" name="직선 화살표 연결선 221">
              <a:extLst>
                <a:ext uri="{FF2B5EF4-FFF2-40B4-BE49-F238E27FC236}">
                  <a16:creationId xmlns:a16="http://schemas.microsoft.com/office/drawing/2014/main" id="{8DB20763-BB01-60C7-5BFC-B72D0D780C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35918" y="5749453"/>
              <a:ext cx="0" cy="288000"/>
            </a:xfrm>
            <a:prstGeom prst="straightConnector1">
              <a:avLst/>
            </a:prstGeom>
            <a:ln w="9525">
              <a:solidFill>
                <a:srgbClr val="9CA5AC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8" name="모서리가 둥근 직사각형 299">
              <a:extLst>
                <a:ext uri="{FF2B5EF4-FFF2-40B4-BE49-F238E27FC236}">
                  <a16:creationId xmlns:a16="http://schemas.microsoft.com/office/drawing/2014/main" id="{20B63CEE-CE4E-B072-1D43-B97BA8845894}"/>
                </a:ext>
              </a:extLst>
            </p:cNvPr>
            <p:cNvSpPr/>
            <p:nvPr/>
          </p:nvSpPr>
          <p:spPr>
            <a:xfrm>
              <a:off x="5453918" y="4798427"/>
              <a:ext cx="1764000" cy="97210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C7CED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54000" anchor="b"/>
            <a:lstStyle/>
            <a:p>
              <a:pPr marL="0" lvl="1"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en-US" altLang="ko-KR" sz="8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GPU </a:t>
              </a:r>
              <a:r>
                <a:rPr lang="ko-KR" altLang="en-US" sz="8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서버 </a:t>
              </a:r>
              <a:r>
                <a:rPr lang="en-US" altLang="ko-KR" sz="8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#N</a:t>
              </a:r>
              <a:endParaRPr lang="ko-KR" altLang="en-US" sz="8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959" name="타원 958">
              <a:extLst>
                <a:ext uri="{FF2B5EF4-FFF2-40B4-BE49-F238E27FC236}">
                  <a16:creationId xmlns:a16="http://schemas.microsoft.com/office/drawing/2014/main" id="{37177FDD-ACFF-8392-5743-A2E5CB50B0C5}"/>
                </a:ext>
              </a:extLst>
            </p:cNvPr>
            <p:cNvSpPr>
              <a:spLocks/>
            </p:cNvSpPr>
            <p:nvPr/>
          </p:nvSpPr>
          <p:spPr>
            <a:xfrm>
              <a:off x="6902918" y="4915803"/>
              <a:ext cx="180000" cy="180000"/>
            </a:xfrm>
            <a:prstGeom prst="ellipse">
              <a:avLst/>
            </a:prstGeom>
            <a:solidFill>
              <a:srgbClr val="9CA5AC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 defTabSz="1591820"/>
              <a:r>
                <a:rPr lang="en-US" altLang="ko-KR" sz="900" spc="-3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C</a:t>
              </a:r>
              <a:endParaRPr lang="ko-KR" altLang="en-US" sz="9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cxnSp>
          <p:nvCxnSpPr>
            <p:cNvPr id="960" name="직선 화살표 연결선 251">
              <a:extLst>
                <a:ext uri="{FF2B5EF4-FFF2-40B4-BE49-F238E27FC236}">
                  <a16:creationId xmlns:a16="http://schemas.microsoft.com/office/drawing/2014/main" id="{84DE1414-25DE-59F4-2EC5-DF6EFFA21964}"/>
                </a:ext>
              </a:extLst>
            </p:cNvPr>
            <p:cNvCxnSpPr>
              <a:cxnSpLocks/>
              <a:stCxn id="966" idx="0"/>
              <a:endCxn id="959" idx="4"/>
            </p:cNvCxnSpPr>
            <p:nvPr/>
          </p:nvCxnSpPr>
          <p:spPr>
            <a:xfrm flipV="1">
              <a:off x="6992918" y="5095803"/>
              <a:ext cx="0" cy="134699"/>
            </a:xfrm>
            <a:prstGeom prst="straightConnector1">
              <a:avLst/>
            </a:prstGeom>
            <a:ln w="9525">
              <a:solidFill>
                <a:srgbClr val="434759"/>
              </a:solidFill>
              <a:headEnd type="triangl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1" name="타원 960">
              <a:extLst>
                <a:ext uri="{FF2B5EF4-FFF2-40B4-BE49-F238E27FC236}">
                  <a16:creationId xmlns:a16="http://schemas.microsoft.com/office/drawing/2014/main" id="{46AB0F06-4039-6A3A-B2C9-2E3F97CD790B}"/>
                </a:ext>
              </a:extLst>
            </p:cNvPr>
            <p:cNvSpPr>
              <a:spLocks/>
            </p:cNvSpPr>
            <p:nvPr/>
          </p:nvSpPr>
          <p:spPr>
            <a:xfrm>
              <a:off x="5588918" y="4915803"/>
              <a:ext cx="180000" cy="180000"/>
            </a:xfrm>
            <a:prstGeom prst="ellipse">
              <a:avLst/>
            </a:prstGeom>
            <a:solidFill>
              <a:srgbClr val="9CA5AC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 defTabSz="1591820"/>
              <a:r>
                <a:rPr lang="en-US" altLang="ko-KR" sz="900" spc="-3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B</a:t>
              </a:r>
              <a:endParaRPr lang="ko-KR" altLang="en-US" sz="9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cxnSp>
          <p:nvCxnSpPr>
            <p:cNvPr id="962" name="직선 화살표 연결선 251">
              <a:extLst>
                <a:ext uri="{FF2B5EF4-FFF2-40B4-BE49-F238E27FC236}">
                  <a16:creationId xmlns:a16="http://schemas.microsoft.com/office/drawing/2014/main" id="{E515D416-B959-0004-41A4-316F23696660}"/>
                </a:ext>
              </a:extLst>
            </p:cNvPr>
            <p:cNvCxnSpPr>
              <a:cxnSpLocks/>
              <a:stCxn id="963" idx="0"/>
              <a:endCxn id="961" idx="4"/>
            </p:cNvCxnSpPr>
            <p:nvPr/>
          </p:nvCxnSpPr>
          <p:spPr>
            <a:xfrm flipV="1">
              <a:off x="5678918" y="5095803"/>
              <a:ext cx="0" cy="134700"/>
            </a:xfrm>
            <a:prstGeom prst="straightConnector1">
              <a:avLst/>
            </a:prstGeom>
            <a:ln w="9525">
              <a:solidFill>
                <a:srgbClr val="434759"/>
              </a:solidFill>
              <a:headEnd type="triangl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3" name="모서리가 둥근 직사각형 299">
              <a:extLst>
                <a:ext uri="{FF2B5EF4-FFF2-40B4-BE49-F238E27FC236}">
                  <a16:creationId xmlns:a16="http://schemas.microsoft.com/office/drawing/2014/main" id="{D324ED2A-C69F-7792-CBD1-858ECF70FC03}"/>
                </a:ext>
              </a:extLst>
            </p:cNvPr>
            <p:cNvSpPr/>
            <p:nvPr/>
          </p:nvSpPr>
          <p:spPr>
            <a:xfrm>
              <a:off x="5525918" y="5230503"/>
              <a:ext cx="306000" cy="252000"/>
            </a:xfrm>
            <a:prstGeom prst="rect">
              <a:avLst/>
            </a:prstGeom>
            <a:solidFill>
              <a:srgbClr val="DDE1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en-US" altLang="ko-KR" sz="8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GPU</a:t>
              </a:r>
              <a:endParaRPr lang="ko-KR" altLang="en-US" sz="8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964" name="모서리가 둥근 직사각형 299">
              <a:extLst>
                <a:ext uri="{FF2B5EF4-FFF2-40B4-BE49-F238E27FC236}">
                  <a16:creationId xmlns:a16="http://schemas.microsoft.com/office/drawing/2014/main" id="{255D2B07-389A-109D-F740-92C90CBD2962}"/>
                </a:ext>
              </a:extLst>
            </p:cNvPr>
            <p:cNvSpPr/>
            <p:nvPr/>
          </p:nvSpPr>
          <p:spPr>
            <a:xfrm>
              <a:off x="5878865" y="5230503"/>
              <a:ext cx="306000" cy="252000"/>
            </a:xfrm>
            <a:prstGeom prst="rect">
              <a:avLst/>
            </a:prstGeom>
            <a:solidFill>
              <a:srgbClr val="DDE1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en-US" altLang="ko-KR" sz="8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GPU</a:t>
              </a:r>
              <a:endParaRPr lang="ko-KR" altLang="en-US" sz="8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965" name="모서리가 둥근 직사각형 299">
              <a:extLst>
                <a:ext uri="{FF2B5EF4-FFF2-40B4-BE49-F238E27FC236}">
                  <a16:creationId xmlns:a16="http://schemas.microsoft.com/office/drawing/2014/main" id="{077FB965-F26E-1F9E-8F2E-D7976895B471}"/>
                </a:ext>
              </a:extLst>
            </p:cNvPr>
            <p:cNvSpPr/>
            <p:nvPr/>
          </p:nvSpPr>
          <p:spPr>
            <a:xfrm>
              <a:off x="6486971" y="5230503"/>
              <a:ext cx="306000" cy="252000"/>
            </a:xfrm>
            <a:prstGeom prst="rect">
              <a:avLst/>
            </a:prstGeom>
            <a:solidFill>
              <a:srgbClr val="DDE1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en-US" altLang="ko-KR" sz="8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GPU</a:t>
              </a:r>
              <a:endParaRPr lang="ko-KR" altLang="en-US" sz="8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966" name="모서리가 둥근 직사각형 299">
              <a:extLst>
                <a:ext uri="{FF2B5EF4-FFF2-40B4-BE49-F238E27FC236}">
                  <a16:creationId xmlns:a16="http://schemas.microsoft.com/office/drawing/2014/main" id="{1B1275E1-6E18-FE6C-A8E1-A2F54D824BD6}"/>
                </a:ext>
              </a:extLst>
            </p:cNvPr>
            <p:cNvSpPr/>
            <p:nvPr/>
          </p:nvSpPr>
          <p:spPr>
            <a:xfrm>
              <a:off x="6839918" y="5230502"/>
              <a:ext cx="306000" cy="252000"/>
            </a:xfrm>
            <a:prstGeom prst="rect">
              <a:avLst/>
            </a:prstGeom>
            <a:solidFill>
              <a:srgbClr val="DDE1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en-US" altLang="ko-KR" sz="8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GPU</a:t>
              </a:r>
              <a:endParaRPr lang="ko-KR" altLang="en-US" sz="8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grpSp>
          <p:nvGrpSpPr>
            <p:cNvPr id="967" name="그룹 966">
              <a:extLst>
                <a:ext uri="{FF2B5EF4-FFF2-40B4-BE49-F238E27FC236}">
                  <a16:creationId xmlns:a16="http://schemas.microsoft.com/office/drawing/2014/main" id="{197FBB07-858D-96F5-1C4B-EA0FB2251BA5}"/>
                </a:ext>
              </a:extLst>
            </p:cNvPr>
            <p:cNvGrpSpPr/>
            <p:nvPr/>
          </p:nvGrpSpPr>
          <p:grpSpPr>
            <a:xfrm>
              <a:off x="6265002" y="5338503"/>
              <a:ext cx="141832" cy="36000"/>
              <a:chOff x="3077658" y="6416276"/>
              <a:chExt cx="141832" cy="36000"/>
            </a:xfrm>
          </p:grpSpPr>
          <p:sp>
            <p:nvSpPr>
              <p:cNvPr id="968" name="타원 967">
                <a:extLst>
                  <a:ext uri="{FF2B5EF4-FFF2-40B4-BE49-F238E27FC236}">
                    <a16:creationId xmlns:a16="http://schemas.microsoft.com/office/drawing/2014/main" id="{F7453800-0A23-022F-997E-41D02604492C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3077658" y="6416276"/>
                <a:ext cx="36000" cy="36000"/>
              </a:xfrm>
              <a:prstGeom prst="ellipse">
                <a:avLst/>
              </a:prstGeom>
              <a:solidFill>
                <a:srgbClr val="4347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 defTabSz="1516258" eaLnBrk="0" hangingPunct="0">
                  <a:buClr>
                    <a:srgbClr val="3271AA"/>
                  </a:buClr>
                  <a:buSzPct val="140000"/>
                  <a:tabLst>
                    <a:tab pos="5648325" algn="l"/>
                  </a:tabLst>
                </a:pPr>
                <a:endParaRPr lang="ko-KR" altLang="en-US" sz="10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  <p:sp>
            <p:nvSpPr>
              <p:cNvPr id="969" name="타원 968">
                <a:extLst>
                  <a:ext uri="{FF2B5EF4-FFF2-40B4-BE49-F238E27FC236}">
                    <a16:creationId xmlns:a16="http://schemas.microsoft.com/office/drawing/2014/main" id="{735E2BAD-8351-282D-A26F-5F99200AC5FC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3130574" y="6416276"/>
                <a:ext cx="36000" cy="36000"/>
              </a:xfrm>
              <a:prstGeom prst="ellipse">
                <a:avLst/>
              </a:prstGeom>
              <a:solidFill>
                <a:srgbClr val="4347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 defTabSz="1516258" eaLnBrk="0" hangingPunct="0">
                  <a:buClr>
                    <a:srgbClr val="3271AA"/>
                  </a:buClr>
                  <a:buSzPct val="140000"/>
                  <a:tabLst>
                    <a:tab pos="5648325" algn="l"/>
                  </a:tabLst>
                </a:pPr>
                <a:endParaRPr lang="ko-KR" altLang="en-US" sz="10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  <p:sp>
            <p:nvSpPr>
              <p:cNvPr id="970" name="타원 969">
                <a:extLst>
                  <a:ext uri="{FF2B5EF4-FFF2-40B4-BE49-F238E27FC236}">
                    <a16:creationId xmlns:a16="http://schemas.microsoft.com/office/drawing/2014/main" id="{434DFEDF-FFCE-4176-0E0E-C9CEBFF40040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3183490" y="6416276"/>
                <a:ext cx="36000" cy="36000"/>
              </a:xfrm>
              <a:prstGeom prst="ellipse">
                <a:avLst/>
              </a:prstGeom>
              <a:solidFill>
                <a:srgbClr val="4347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 defTabSz="1516258" eaLnBrk="0" hangingPunct="0">
                  <a:buClr>
                    <a:srgbClr val="3271AA"/>
                  </a:buClr>
                  <a:buSzPct val="140000"/>
                  <a:tabLst>
                    <a:tab pos="5648325" algn="l"/>
                  </a:tabLst>
                </a:pPr>
                <a:endParaRPr lang="ko-KR" altLang="en-US" sz="10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</p:grpSp>
        <p:sp>
          <p:nvSpPr>
            <p:cNvPr id="971" name="모서리가 둥근 직사각형 299">
              <a:extLst>
                <a:ext uri="{FF2B5EF4-FFF2-40B4-BE49-F238E27FC236}">
                  <a16:creationId xmlns:a16="http://schemas.microsoft.com/office/drawing/2014/main" id="{966A9BC2-6D0E-A6A0-FE91-6CBB552ADA7E}"/>
                </a:ext>
              </a:extLst>
            </p:cNvPr>
            <p:cNvSpPr/>
            <p:nvPr/>
          </p:nvSpPr>
          <p:spPr>
            <a:xfrm>
              <a:off x="2357770" y="4798427"/>
              <a:ext cx="1764000" cy="97210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C7CED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54000" anchor="b"/>
            <a:lstStyle/>
            <a:p>
              <a:pPr marL="0" lvl="1"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en-US" altLang="ko-KR" sz="8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GPU </a:t>
              </a:r>
              <a:r>
                <a:rPr lang="ko-KR" altLang="en-US" sz="8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서버 </a:t>
              </a:r>
              <a:r>
                <a:rPr lang="en-US" altLang="ko-KR" sz="8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#1</a:t>
              </a:r>
              <a:endParaRPr lang="ko-KR" altLang="en-US" sz="8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972" name="타원 971">
              <a:extLst>
                <a:ext uri="{FF2B5EF4-FFF2-40B4-BE49-F238E27FC236}">
                  <a16:creationId xmlns:a16="http://schemas.microsoft.com/office/drawing/2014/main" id="{9097B76A-B1A4-F71C-37FB-622365BCA0FE}"/>
                </a:ext>
              </a:extLst>
            </p:cNvPr>
            <p:cNvSpPr>
              <a:spLocks/>
            </p:cNvSpPr>
            <p:nvPr/>
          </p:nvSpPr>
          <p:spPr>
            <a:xfrm>
              <a:off x="2669894" y="4910088"/>
              <a:ext cx="180000" cy="180000"/>
            </a:xfrm>
            <a:prstGeom prst="ellipse">
              <a:avLst/>
            </a:prstGeom>
            <a:solidFill>
              <a:srgbClr val="9CA5AC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 defTabSz="1591820"/>
              <a:r>
                <a:rPr lang="en-US" altLang="ko-KR" sz="9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A</a:t>
              </a:r>
              <a:endParaRPr lang="ko-KR" altLang="en-US" sz="9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sp>
          <p:nvSpPr>
            <p:cNvPr id="973" name="타원 972">
              <a:extLst>
                <a:ext uri="{FF2B5EF4-FFF2-40B4-BE49-F238E27FC236}">
                  <a16:creationId xmlns:a16="http://schemas.microsoft.com/office/drawing/2014/main" id="{DD9E90E8-629C-F30A-4202-736CADE3308C}"/>
                </a:ext>
              </a:extLst>
            </p:cNvPr>
            <p:cNvSpPr>
              <a:spLocks/>
            </p:cNvSpPr>
            <p:nvPr/>
          </p:nvSpPr>
          <p:spPr>
            <a:xfrm>
              <a:off x="3806770" y="4910088"/>
              <a:ext cx="180000" cy="180000"/>
            </a:xfrm>
            <a:prstGeom prst="ellipse">
              <a:avLst/>
            </a:prstGeom>
            <a:solidFill>
              <a:srgbClr val="9CA5AC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 defTabSz="1591820"/>
              <a:r>
                <a:rPr lang="en-US" altLang="ko-KR" sz="9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B</a:t>
              </a:r>
              <a:endParaRPr lang="ko-KR" altLang="en-US" sz="9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cxnSp>
          <p:nvCxnSpPr>
            <p:cNvPr id="974" name="직선 화살표 연결선 251">
              <a:extLst>
                <a:ext uri="{FF2B5EF4-FFF2-40B4-BE49-F238E27FC236}">
                  <a16:creationId xmlns:a16="http://schemas.microsoft.com/office/drawing/2014/main" id="{5146DC8C-F5D4-E9E8-48F9-4977A80AEC71}"/>
                </a:ext>
              </a:extLst>
            </p:cNvPr>
            <p:cNvCxnSpPr>
              <a:cxnSpLocks/>
              <a:stCxn id="986" idx="0"/>
              <a:endCxn id="972" idx="2"/>
            </p:cNvCxnSpPr>
            <p:nvPr/>
          </p:nvCxnSpPr>
          <p:spPr>
            <a:xfrm rot="5400000" flipH="1" flipV="1">
              <a:off x="2511125" y="5071734"/>
              <a:ext cx="230415" cy="87124"/>
            </a:xfrm>
            <a:prstGeom prst="curvedConnector2">
              <a:avLst/>
            </a:prstGeom>
            <a:ln w="9525">
              <a:solidFill>
                <a:srgbClr val="434759"/>
              </a:solidFill>
              <a:headEnd type="triangl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5" name="직선 화살표 연결선 251">
              <a:extLst>
                <a:ext uri="{FF2B5EF4-FFF2-40B4-BE49-F238E27FC236}">
                  <a16:creationId xmlns:a16="http://schemas.microsoft.com/office/drawing/2014/main" id="{081C2D33-3E0D-227F-9708-1A30F736E0FB}"/>
                </a:ext>
              </a:extLst>
            </p:cNvPr>
            <p:cNvCxnSpPr>
              <a:cxnSpLocks/>
              <a:stCxn id="985" idx="0"/>
              <a:endCxn id="972" idx="6"/>
            </p:cNvCxnSpPr>
            <p:nvPr/>
          </p:nvCxnSpPr>
          <p:spPr>
            <a:xfrm rot="16200000" flipV="1">
              <a:off x="2778249" y="5071734"/>
              <a:ext cx="230415" cy="87124"/>
            </a:xfrm>
            <a:prstGeom prst="curvedConnector2">
              <a:avLst/>
            </a:prstGeom>
            <a:ln w="9525">
              <a:solidFill>
                <a:srgbClr val="434759"/>
              </a:solidFill>
              <a:headEnd type="triangl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6" name="직선 화살표 연결선 251">
              <a:extLst>
                <a:ext uri="{FF2B5EF4-FFF2-40B4-BE49-F238E27FC236}">
                  <a16:creationId xmlns:a16="http://schemas.microsoft.com/office/drawing/2014/main" id="{AB105310-637F-33C6-51C9-7EFA387ECC3A}"/>
                </a:ext>
              </a:extLst>
            </p:cNvPr>
            <p:cNvCxnSpPr>
              <a:cxnSpLocks/>
              <a:stCxn id="983" idx="0"/>
              <a:endCxn id="973" idx="4"/>
            </p:cNvCxnSpPr>
            <p:nvPr/>
          </p:nvCxnSpPr>
          <p:spPr>
            <a:xfrm flipV="1">
              <a:off x="3896770" y="5090088"/>
              <a:ext cx="0" cy="140415"/>
            </a:xfrm>
            <a:prstGeom prst="straightConnector1">
              <a:avLst/>
            </a:prstGeom>
            <a:ln w="9525">
              <a:solidFill>
                <a:srgbClr val="434759"/>
              </a:solidFill>
              <a:headEnd type="triangl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77" name="그룹 976">
              <a:extLst>
                <a:ext uri="{FF2B5EF4-FFF2-40B4-BE49-F238E27FC236}">
                  <a16:creationId xmlns:a16="http://schemas.microsoft.com/office/drawing/2014/main" id="{88777431-CE82-7416-8C41-162C28E2D4D6}"/>
                </a:ext>
              </a:extLst>
            </p:cNvPr>
            <p:cNvGrpSpPr/>
            <p:nvPr/>
          </p:nvGrpSpPr>
          <p:grpSpPr>
            <a:xfrm>
              <a:off x="3169505" y="5338503"/>
              <a:ext cx="141832" cy="36000"/>
              <a:chOff x="3077658" y="6416276"/>
              <a:chExt cx="141832" cy="36000"/>
            </a:xfrm>
          </p:grpSpPr>
          <p:sp>
            <p:nvSpPr>
              <p:cNvPr id="978" name="타원 977">
                <a:extLst>
                  <a:ext uri="{FF2B5EF4-FFF2-40B4-BE49-F238E27FC236}">
                    <a16:creationId xmlns:a16="http://schemas.microsoft.com/office/drawing/2014/main" id="{EE2C1D39-ED1E-C8A3-56E6-35385A486F94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3077658" y="6416276"/>
                <a:ext cx="36000" cy="36000"/>
              </a:xfrm>
              <a:prstGeom prst="ellipse">
                <a:avLst/>
              </a:prstGeom>
              <a:solidFill>
                <a:srgbClr val="4347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 defTabSz="1516258" eaLnBrk="0" hangingPunct="0">
                  <a:buClr>
                    <a:srgbClr val="3271AA"/>
                  </a:buClr>
                  <a:buSzPct val="140000"/>
                  <a:tabLst>
                    <a:tab pos="5648325" algn="l"/>
                  </a:tabLst>
                </a:pPr>
                <a:endParaRPr lang="ko-KR" altLang="en-US" sz="10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  <p:sp>
            <p:nvSpPr>
              <p:cNvPr id="979" name="타원 978">
                <a:extLst>
                  <a:ext uri="{FF2B5EF4-FFF2-40B4-BE49-F238E27FC236}">
                    <a16:creationId xmlns:a16="http://schemas.microsoft.com/office/drawing/2014/main" id="{9FB08346-B49A-136A-FFCA-47AAAB25DF72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3130574" y="6416276"/>
                <a:ext cx="36000" cy="36000"/>
              </a:xfrm>
              <a:prstGeom prst="ellipse">
                <a:avLst/>
              </a:prstGeom>
              <a:solidFill>
                <a:srgbClr val="4347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 defTabSz="1516258" eaLnBrk="0" hangingPunct="0">
                  <a:buClr>
                    <a:srgbClr val="3271AA"/>
                  </a:buClr>
                  <a:buSzPct val="140000"/>
                  <a:tabLst>
                    <a:tab pos="5648325" algn="l"/>
                  </a:tabLst>
                </a:pPr>
                <a:endParaRPr lang="ko-KR" altLang="en-US" sz="10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  <p:sp>
            <p:nvSpPr>
              <p:cNvPr id="980" name="타원 979">
                <a:extLst>
                  <a:ext uri="{FF2B5EF4-FFF2-40B4-BE49-F238E27FC236}">
                    <a16:creationId xmlns:a16="http://schemas.microsoft.com/office/drawing/2014/main" id="{2A445A11-E1E6-776D-D996-9C8D2D664E26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3183490" y="6416276"/>
                <a:ext cx="36000" cy="36000"/>
              </a:xfrm>
              <a:prstGeom prst="ellipse">
                <a:avLst/>
              </a:prstGeom>
              <a:solidFill>
                <a:srgbClr val="4347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 defTabSz="1516258" eaLnBrk="0" hangingPunct="0">
                  <a:buClr>
                    <a:srgbClr val="3271AA"/>
                  </a:buClr>
                  <a:buSzPct val="140000"/>
                  <a:tabLst>
                    <a:tab pos="5648325" algn="l"/>
                  </a:tabLst>
                </a:pPr>
                <a:endParaRPr lang="ko-KR" altLang="en-US" sz="10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</p:grpSp>
        <p:grpSp>
          <p:nvGrpSpPr>
            <p:cNvPr id="981" name="그룹 980">
              <a:extLst>
                <a:ext uri="{FF2B5EF4-FFF2-40B4-BE49-F238E27FC236}">
                  <a16:creationId xmlns:a16="http://schemas.microsoft.com/office/drawing/2014/main" id="{CE6FB71C-09B9-EEDE-CA7A-6DCB34301C6B}"/>
                </a:ext>
              </a:extLst>
            </p:cNvPr>
            <p:cNvGrpSpPr/>
            <p:nvPr/>
          </p:nvGrpSpPr>
          <p:grpSpPr>
            <a:xfrm>
              <a:off x="2429770" y="5230503"/>
              <a:ext cx="1620000" cy="252000"/>
              <a:chOff x="2333589" y="6264133"/>
              <a:chExt cx="1620000" cy="252000"/>
            </a:xfrm>
          </p:grpSpPr>
          <p:sp>
            <p:nvSpPr>
              <p:cNvPr id="982" name="모서리가 둥근 직사각형 299">
                <a:extLst>
                  <a:ext uri="{FF2B5EF4-FFF2-40B4-BE49-F238E27FC236}">
                    <a16:creationId xmlns:a16="http://schemas.microsoft.com/office/drawing/2014/main" id="{24F367BB-BBA1-6DA5-10C5-6898677CF5B7}"/>
                  </a:ext>
                </a:extLst>
              </p:cNvPr>
              <p:cNvSpPr/>
              <p:nvPr/>
            </p:nvSpPr>
            <p:spPr>
              <a:xfrm>
                <a:off x="3294642" y="6264133"/>
                <a:ext cx="306000" cy="252000"/>
              </a:xfrm>
              <a:prstGeom prst="rect">
                <a:avLst/>
              </a:prstGeom>
              <a:solidFill>
                <a:srgbClr val="DDE1E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 defTabSz="1516258" eaLnBrk="0" hangingPunct="0">
                  <a:buClr>
                    <a:srgbClr val="3271AA"/>
                  </a:buClr>
                  <a:buSzPct val="140000"/>
                  <a:tabLst>
                    <a:tab pos="5648325" algn="l"/>
                  </a:tabLst>
                </a:pPr>
                <a:r>
                  <a:rPr lang="en-US" altLang="ko-KR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GPU</a:t>
                </a:r>
                <a:endParaRPr lang="ko-KR" altLang="en-US" sz="8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sp>
            <p:nvSpPr>
              <p:cNvPr id="983" name="모서리가 둥근 직사각형 299">
                <a:extLst>
                  <a:ext uri="{FF2B5EF4-FFF2-40B4-BE49-F238E27FC236}">
                    <a16:creationId xmlns:a16="http://schemas.microsoft.com/office/drawing/2014/main" id="{E9A0E425-C60D-916B-45AD-63838DAA03F1}"/>
                  </a:ext>
                </a:extLst>
              </p:cNvPr>
              <p:cNvSpPr/>
              <p:nvPr/>
            </p:nvSpPr>
            <p:spPr>
              <a:xfrm>
                <a:off x="3647589" y="6264133"/>
                <a:ext cx="306000" cy="252000"/>
              </a:xfrm>
              <a:prstGeom prst="rect">
                <a:avLst/>
              </a:prstGeom>
              <a:solidFill>
                <a:srgbClr val="DDE1E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 defTabSz="1516258" eaLnBrk="0" hangingPunct="0">
                  <a:buClr>
                    <a:srgbClr val="3271AA"/>
                  </a:buClr>
                  <a:buSzPct val="140000"/>
                  <a:tabLst>
                    <a:tab pos="5648325" algn="l"/>
                  </a:tabLst>
                </a:pPr>
                <a:r>
                  <a:rPr lang="en-US" altLang="ko-KR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GPU</a:t>
                </a:r>
                <a:endParaRPr lang="ko-KR" altLang="en-US" sz="800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grpSp>
            <p:nvGrpSpPr>
              <p:cNvPr id="984" name="그룹 983">
                <a:extLst>
                  <a:ext uri="{FF2B5EF4-FFF2-40B4-BE49-F238E27FC236}">
                    <a16:creationId xmlns:a16="http://schemas.microsoft.com/office/drawing/2014/main" id="{A09EA3D0-6A94-5076-FFC4-CB02329BEFBC}"/>
                  </a:ext>
                </a:extLst>
              </p:cNvPr>
              <p:cNvGrpSpPr/>
              <p:nvPr/>
            </p:nvGrpSpPr>
            <p:grpSpPr>
              <a:xfrm>
                <a:off x="2333589" y="6264133"/>
                <a:ext cx="660248" cy="252000"/>
                <a:chOff x="2333589" y="6228109"/>
                <a:chExt cx="660248" cy="288000"/>
              </a:xfrm>
            </p:grpSpPr>
            <p:sp>
              <p:nvSpPr>
                <p:cNvPr id="985" name="모서리가 둥근 직사각형 299">
                  <a:extLst>
                    <a:ext uri="{FF2B5EF4-FFF2-40B4-BE49-F238E27FC236}">
                      <a16:creationId xmlns:a16="http://schemas.microsoft.com/office/drawing/2014/main" id="{BA877D66-58EE-42E1-ECD3-B155077D60CF}"/>
                    </a:ext>
                  </a:extLst>
                </p:cNvPr>
                <p:cNvSpPr/>
                <p:nvPr/>
              </p:nvSpPr>
              <p:spPr>
                <a:xfrm>
                  <a:off x="2687837" y="6228109"/>
                  <a:ext cx="306000" cy="288000"/>
                </a:xfrm>
                <a:prstGeom prst="rect">
                  <a:avLst/>
                </a:prstGeom>
                <a:solidFill>
                  <a:srgbClr val="DDE1E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anchor="ctr"/>
                <a:lstStyle/>
                <a:p>
                  <a:pPr algn="ctr" defTabSz="1516258" eaLnBrk="0" hangingPunct="0">
                    <a:buClr>
                      <a:srgbClr val="3271AA"/>
                    </a:buClr>
                    <a:buSzPct val="140000"/>
                    <a:tabLst>
                      <a:tab pos="5648325" algn="l"/>
                    </a:tabLst>
                  </a:pPr>
                  <a:r>
                    <a:rPr lang="en-US" altLang="ko-KR" sz="800" spc="-30" dirty="0">
                      <a:ln>
                        <a:solidFill>
                          <a:schemeClr val="tx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Malgun Gothic" panose="020B0503020000020004" pitchFamily="34" charset="-127"/>
                      <a:ea typeface="Malgun Gothic" panose="020B0503020000020004" pitchFamily="34" charset="-127"/>
                    </a:rPr>
                    <a:t>GPU</a:t>
                  </a:r>
                  <a:endParaRPr lang="ko-KR" altLang="en-US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  <p:sp>
              <p:nvSpPr>
                <p:cNvPr id="986" name="모서리가 둥근 직사각형 299">
                  <a:extLst>
                    <a:ext uri="{FF2B5EF4-FFF2-40B4-BE49-F238E27FC236}">
                      <a16:creationId xmlns:a16="http://schemas.microsoft.com/office/drawing/2014/main" id="{0A9C573B-B8A3-26DA-FA9D-A1727645E866}"/>
                    </a:ext>
                  </a:extLst>
                </p:cNvPr>
                <p:cNvSpPr/>
                <p:nvPr/>
              </p:nvSpPr>
              <p:spPr>
                <a:xfrm>
                  <a:off x="2333589" y="6228109"/>
                  <a:ext cx="306000" cy="288000"/>
                </a:xfrm>
                <a:prstGeom prst="rect">
                  <a:avLst/>
                </a:prstGeom>
                <a:solidFill>
                  <a:srgbClr val="DDE1E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anchor="ctr"/>
                <a:lstStyle/>
                <a:p>
                  <a:pPr algn="ctr" defTabSz="1516258" eaLnBrk="0" hangingPunct="0">
                    <a:buClr>
                      <a:srgbClr val="3271AA"/>
                    </a:buClr>
                    <a:buSzPct val="140000"/>
                    <a:tabLst>
                      <a:tab pos="5648325" algn="l"/>
                    </a:tabLst>
                  </a:pPr>
                  <a:r>
                    <a:rPr lang="en-US" altLang="ko-KR" sz="800" spc="-30" dirty="0">
                      <a:ln>
                        <a:solidFill>
                          <a:schemeClr val="tx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Malgun Gothic" panose="020B0503020000020004" pitchFamily="34" charset="-127"/>
                      <a:ea typeface="Malgun Gothic" panose="020B0503020000020004" pitchFamily="34" charset="-127"/>
                    </a:rPr>
                    <a:t>GPU</a:t>
                  </a:r>
                  <a:endParaRPr lang="ko-KR" altLang="en-US" sz="8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</p:grpSp>
        </p:grpSp>
        <p:sp>
          <p:nvSpPr>
            <p:cNvPr id="987" name="타원 986">
              <a:extLst>
                <a:ext uri="{FF2B5EF4-FFF2-40B4-BE49-F238E27FC236}">
                  <a16:creationId xmlns:a16="http://schemas.microsoft.com/office/drawing/2014/main" id="{22E734D9-4BED-CE85-A984-29CB48408654}"/>
                </a:ext>
              </a:extLst>
            </p:cNvPr>
            <p:cNvSpPr>
              <a:spLocks/>
            </p:cNvSpPr>
            <p:nvPr/>
          </p:nvSpPr>
          <p:spPr>
            <a:xfrm>
              <a:off x="1938649" y="4993666"/>
              <a:ext cx="98354" cy="98354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 defTabSz="1591820"/>
              <a:endParaRPr lang="ko-KR" altLang="en-US" sz="9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  <p:cxnSp>
          <p:nvCxnSpPr>
            <p:cNvPr id="988" name="직선 화살표 연결선 243">
              <a:extLst>
                <a:ext uri="{FF2B5EF4-FFF2-40B4-BE49-F238E27FC236}">
                  <a16:creationId xmlns:a16="http://schemas.microsoft.com/office/drawing/2014/main" id="{FC2DB9BF-6540-5AE1-937B-4AB563DFA95A}"/>
                </a:ext>
              </a:extLst>
            </p:cNvPr>
            <p:cNvCxnSpPr>
              <a:cxnSpLocks/>
              <a:stCxn id="972" idx="0"/>
              <a:endCxn id="934" idx="2"/>
            </p:cNvCxnSpPr>
            <p:nvPr/>
          </p:nvCxnSpPr>
          <p:spPr>
            <a:xfrm rot="5400000" flipH="1" flipV="1">
              <a:off x="3039110" y="3823706"/>
              <a:ext cx="807167" cy="1365599"/>
            </a:xfrm>
            <a:prstGeom prst="curvedConnector3">
              <a:avLst>
                <a:gd name="adj1" fmla="val 50000"/>
              </a:avLst>
            </a:prstGeom>
            <a:ln w="9525">
              <a:solidFill>
                <a:srgbClr val="434759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9" name="직선 화살표 연결선 295">
              <a:extLst>
                <a:ext uri="{FF2B5EF4-FFF2-40B4-BE49-F238E27FC236}">
                  <a16:creationId xmlns:a16="http://schemas.microsoft.com/office/drawing/2014/main" id="{01D57279-E551-4D97-1A73-588AAAA8FEC1}"/>
                </a:ext>
              </a:extLst>
            </p:cNvPr>
            <p:cNvCxnSpPr>
              <a:cxnSpLocks/>
              <a:stCxn id="961" idx="0"/>
              <a:endCxn id="932" idx="2"/>
            </p:cNvCxnSpPr>
            <p:nvPr/>
          </p:nvCxnSpPr>
          <p:spPr>
            <a:xfrm rot="16200000" flipV="1">
              <a:off x="4811528" y="4048413"/>
              <a:ext cx="812882" cy="921898"/>
            </a:xfrm>
            <a:prstGeom prst="curvedConnector3">
              <a:avLst>
                <a:gd name="adj1" fmla="val 50000"/>
              </a:avLst>
            </a:prstGeom>
            <a:ln w="9525">
              <a:solidFill>
                <a:srgbClr val="434759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0" name="직선 화살표 연결선 243">
              <a:extLst>
                <a:ext uri="{FF2B5EF4-FFF2-40B4-BE49-F238E27FC236}">
                  <a16:creationId xmlns:a16="http://schemas.microsoft.com/office/drawing/2014/main" id="{B4CAB75B-B735-82F8-D042-49320D99BF57}"/>
                </a:ext>
              </a:extLst>
            </p:cNvPr>
            <p:cNvCxnSpPr>
              <a:cxnSpLocks/>
              <a:stCxn id="973" idx="0"/>
              <a:endCxn id="932" idx="2"/>
            </p:cNvCxnSpPr>
            <p:nvPr/>
          </p:nvCxnSpPr>
          <p:spPr>
            <a:xfrm rot="5400000" flipH="1" flipV="1">
              <a:off x="3923312" y="4076380"/>
              <a:ext cx="807167" cy="860250"/>
            </a:xfrm>
            <a:prstGeom prst="curvedConnector3">
              <a:avLst>
                <a:gd name="adj1" fmla="val 50000"/>
              </a:avLst>
            </a:prstGeom>
            <a:ln w="9525">
              <a:solidFill>
                <a:srgbClr val="434759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0" name="직선 화살표 연결선 295">
              <a:extLst>
                <a:ext uri="{FF2B5EF4-FFF2-40B4-BE49-F238E27FC236}">
                  <a16:creationId xmlns:a16="http://schemas.microsoft.com/office/drawing/2014/main" id="{99F3212E-8E24-8C0B-019F-EF9657ACD78E}"/>
                </a:ext>
              </a:extLst>
            </p:cNvPr>
            <p:cNvCxnSpPr>
              <a:cxnSpLocks/>
              <a:stCxn id="959" idx="0"/>
              <a:endCxn id="933" idx="2"/>
            </p:cNvCxnSpPr>
            <p:nvPr/>
          </p:nvCxnSpPr>
          <p:spPr>
            <a:xfrm rot="16200000" flipV="1">
              <a:off x="5781916" y="3704800"/>
              <a:ext cx="812882" cy="1609123"/>
            </a:xfrm>
            <a:prstGeom prst="curvedConnector3">
              <a:avLst>
                <a:gd name="adj1" fmla="val 50000"/>
              </a:avLst>
            </a:prstGeom>
            <a:ln w="9525">
              <a:solidFill>
                <a:srgbClr val="434759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1" name="TextBox 111">
              <a:extLst>
                <a:ext uri="{FF2B5EF4-FFF2-40B4-BE49-F238E27FC236}">
                  <a16:creationId xmlns:a16="http://schemas.microsoft.com/office/drawing/2014/main" id="{DFDC641C-A3D5-1A61-15C0-9FB243E17A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5741950" y="4355901"/>
              <a:ext cx="591389" cy="138499"/>
            </a:xfrm>
            <a:prstGeom prst="rect">
              <a:avLst/>
            </a:prstGeom>
            <a:solidFill>
              <a:srgbClr val="EAECF1"/>
            </a:solidFill>
            <a:ln w="25400" algn="ctr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noAutofit/>
            </a:bodyPr>
            <a:lstStyle>
              <a:defPPr>
                <a:defRPr lang="en-US"/>
              </a:defPPr>
              <a:lvl2pPr marL="0" lvl="1" algn="ctr" defTabSz="1474905">
                <a:buClr>
                  <a:prstClr val="black"/>
                </a:buClr>
                <a:buSzPct val="140000"/>
                <a:tabLst>
                  <a:tab pos="5648325" algn="l"/>
                </a:tabLst>
                <a:defRPr sz="900" kern="0" spc="-3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defRPr>
              </a:lvl2pPr>
            </a:lstStyle>
            <a:p>
              <a:pPr lvl="1"/>
              <a:r>
                <a:rPr lang="en-US" altLang="ko-KR" sz="800" b="1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Single GPU</a:t>
              </a:r>
            </a:p>
          </p:txBody>
        </p:sp>
        <p:sp>
          <p:nvSpPr>
            <p:cNvPr id="642" name="TextBox 111">
              <a:extLst>
                <a:ext uri="{FF2B5EF4-FFF2-40B4-BE49-F238E27FC236}">
                  <a16:creationId xmlns:a16="http://schemas.microsoft.com/office/drawing/2014/main" id="{F5680D0D-177F-33A4-7FE9-AEB23EED65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4305532" y="4355901"/>
              <a:ext cx="898227" cy="138499"/>
            </a:xfrm>
            <a:prstGeom prst="rect">
              <a:avLst/>
            </a:prstGeom>
            <a:solidFill>
              <a:srgbClr val="EAECF1"/>
            </a:solidFill>
            <a:ln w="25400" algn="ctr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noAutofit/>
            </a:bodyPr>
            <a:lstStyle>
              <a:defPPr>
                <a:defRPr lang="en-US"/>
              </a:defPPr>
              <a:lvl2pPr marL="0" lvl="1" algn="ctr" defTabSz="1474905">
                <a:buClr>
                  <a:prstClr val="black"/>
                </a:buClr>
                <a:buSzPct val="140000"/>
                <a:tabLst>
                  <a:tab pos="5648325" algn="l"/>
                </a:tabLst>
                <a:defRPr sz="900" kern="0" spc="-3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defRPr>
              </a:lvl2pPr>
            </a:lstStyle>
            <a:p>
              <a:pPr lvl="1"/>
              <a:r>
                <a:rPr lang="en-US" altLang="ko-KR" sz="800" b="1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Multi-Node GPU</a:t>
              </a:r>
            </a:p>
          </p:txBody>
        </p:sp>
        <p:sp>
          <p:nvSpPr>
            <p:cNvPr id="643" name="TextBox 111">
              <a:extLst>
                <a:ext uri="{FF2B5EF4-FFF2-40B4-BE49-F238E27FC236}">
                  <a16:creationId xmlns:a16="http://schemas.microsoft.com/office/drawing/2014/main" id="{A9564C6B-0774-BBFD-DF8D-C9C2ED3372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3454235" y="4355901"/>
              <a:ext cx="579069" cy="138499"/>
            </a:xfrm>
            <a:prstGeom prst="rect">
              <a:avLst/>
            </a:prstGeom>
            <a:solidFill>
              <a:srgbClr val="EAECF1"/>
            </a:solidFill>
            <a:ln w="25400" algn="ctr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noAutofit/>
            </a:bodyPr>
            <a:lstStyle>
              <a:defPPr>
                <a:defRPr lang="en-US"/>
              </a:defPPr>
              <a:lvl2pPr marL="0" lvl="1" algn="ctr" defTabSz="1474905">
                <a:buClr>
                  <a:prstClr val="black"/>
                </a:buClr>
                <a:buSzPct val="140000"/>
                <a:tabLst>
                  <a:tab pos="5648325" algn="l"/>
                </a:tabLst>
                <a:defRPr sz="900" kern="0" spc="-3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defRPr>
              </a:lvl2pPr>
            </a:lstStyle>
            <a:p>
              <a:pPr lvl="1"/>
              <a:r>
                <a:rPr lang="en-US" altLang="ko-KR" sz="800" b="1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Multi-GPU</a:t>
              </a:r>
            </a:p>
          </p:txBody>
        </p:sp>
        <p:sp>
          <p:nvSpPr>
            <p:cNvPr id="644" name="Rectangle 78">
              <a:extLst>
                <a:ext uri="{FF2B5EF4-FFF2-40B4-BE49-F238E27FC236}">
                  <a16:creationId xmlns:a16="http://schemas.microsoft.com/office/drawing/2014/main" id="{ED93C9B7-A25F-D773-F35C-EF637964A6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358" y="2447689"/>
              <a:ext cx="612000" cy="2087824"/>
            </a:xfrm>
            <a:prstGeom prst="rect">
              <a:avLst/>
            </a:prstGeom>
            <a:solidFill>
              <a:srgbClr val="C7CED2"/>
            </a:solidFill>
          </p:spPr>
          <p:txBody>
            <a:bodyPr wrap="square" lIns="0" tIns="0" rIns="0" bIns="0" anchor="ctr">
              <a:noAutofit/>
            </a:bodyPr>
            <a:lstStyle/>
            <a:p>
              <a:pPr marL="0" lvl="1" algn="ctr" defTabSz="914400" fontAlgn="base">
                <a:spcAft>
                  <a:spcPct val="0"/>
                </a:spcAft>
              </a:pPr>
              <a:r>
                <a:rPr kumimoji="1" lang="en-US" altLang="ko-KR" sz="1000" b="1" spc="-30" dirty="0" err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sym typeface="Monotype Sorts" pitchFamily="2" charset="2"/>
                </a:rPr>
                <a:t>K8S</a:t>
              </a:r>
              <a:endParaRPr kumimoji="1" lang="en-US" altLang="ko-KR" sz="1000" b="1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sym typeface="Monotype Sorts" pitchFamily="2" charset="2"/>
              </a:endParaRPr>
            </a:p>
            <a:p>
              <a:pPr marL="0" lvl="1" algn="ctr" defTabSz="914400" fontAlgn="base">
                <a:spcAft>
                  <a:spcPct val="0"/>
                </a:spcAft>
              </a:pPr>
              <a:r>
                <a:rPr kumimoji="1" lang="en-US" altLang="ko-KR" sz="1000" b="1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sym typeface="Monotype Sorts" pitchFamily="2" charset="2"/>
                </a:rPr>
                <a:t>Worker</a:t>
              </a:r>
            </a:p>
            <a:p>
              <a:pPr marL="0" lvl="1" algn="ctr" defTabSz="914400" fontAlgn="base">
                <a:spcAft>
                  <a:spcPct val="0"/>
                </a:spcAft>
              </a:pPr>
              <a:r>
                <a:rPr kumimoji="1" lang="en-US" altLang="ko-KR" sz="1000" b="1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sym typeface="Monotype Sorts" pitchFamily="2" charset="2"/>
                </a:rPr>
                <a:t>Node</a:t>
              </a:r>
            </a:p>
            <a:p>
              <a:pPr marL="0" lvl="1" algn="ctr" defTabSz="914400" fontAlgn="base">
                <a:spcAft>
                  <a:spcPct val="0"/>
                </a:spcAft>
              </a:pPr>
              <a:r>
                <a:rPr kumimoji="1" lang="en-US" altLang="ko-KR" sz="1000" b="1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sym typeface="Monotype Sorts" pitchFamily="2" charset="2"/>
                </a:rPr>
                <a:t>(CPU)</a:t>
              </a:r>
            </a:p>
          </p:txBody>
        </p:sp>
        <p:sp>
          <p:nvSpPr>
            <p:cNvPr id="645" name="Rectangle 78">
              <a:extLst>
                <a:ext uri="{FF2B5EF4-FFF2-40B4-BE49-F238E27FC236}">
                  <a16:creationId xmlns:a16="http://schemas.microsoft.com/office/drawing/2014/main" id="{362E1BC9-3161-C47C-1E92-99368DA4D4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358" y="4610100"/>
              <a:ext cx="612000" cy="2410097"/>
            </a:xfrm>
            <a:prstGeom prst="rect">
              <a:avLst/>
            </a:prstGeom>
            <a:solidFill>
              <a:srgbClr val="C7CED2"/>
            </a:solidFill>
          </p:spPr>
          <p:txBody>
            <a:bodyPr wrap="square" lIns="0" tIns="0" rIns="0" bIns="0" anchor="ctr">
              <a:noAutofit/>
            </a:bodyPr>
            <a:lstStyle/>
            <a:p>
              <a:pPr marL="0" lvl="1" algn="ctr" defTabSz="914400" fontAlgn="base">
                <a:spcAft>
                  <a:spcPct val="0"/>
                </a:spcAft>
              </a:pPr>
              <a:r>
                <a:rPr kumimoji="1" lang="en-US" altLang="ko-KR" sz="1000" b="1" spc="-30" dirty="0" err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sym typeface="Monotype Sorts" pitchFamily="2" charset="2"/>
                </a:rPr>
                <a:t>K8S</a:t>
              </a:r>
              <a:endParaRPr kumimoji="1" lang="en-US" altLang="ko-KR" sz="1000" b="1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sym typeface="Monotype Sorts" pitchFamily="2" charset="2"/>
              </a:endParaRPr>
            </a:p>
            <a:p>
              <a:pPr marL="0" lvl="1" algn="ctr" defTabSz="914400" fontAlgn="base">
                <a:spcAft>
                  <a:spcPct val="0"/>
                </a:spcAft>
              </a:pPr>
              <a:r>
                <a:rPr kumimoji="1" lang="en-US" altLang="ko-KR" sz="1000" b="1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sym typeface="Monotype Sorts" pitchFamily="2" charset="2"/>
                </a:rPr>
                <a:t>Worker</a:t>
              </a:r>
            </a:p>
            <a:p>
              <a:pPr marL="0" lvl="1" algn="ctr" defTabSz="914400" fontAlgn="base">
                <a:spcAft>
                  <a:spcPct val="0"/>
                </a:spcAft>
              </a:pPr>
              <a:r>
                <a:rPr kumimoji="1" lang="en-US" altLang="ko-KR" sz="1000" b="1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sym typeface="Monotype Sorts" pitchFamily="2" charset="2"/>
                </a:rPr>
                <a:t>Node</a:t>
              </a:r>
            </a:p>
            <a:p>
              <a:pPr marL="0" lvl="1" algn="ctr" defTabSz="914400" fontAlgn="base">
                <a:spcAft>
                  <a:spcPct val="0"/>
                </a:spcAft>
              </a:pPr>
              <a:r>
                <a:rPr kumimoji="1" lang="en-US" altLang="ko-KR" sz="1000" b="1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sym typeface="Monotype Sorts" pitchFamily="2" charset="2"/>
                </a:rPr>
                <a:t>(GPU)</a:t>
              </a:r>
            </a:p>
          </p:txBody>
        </p:sp>
        <p:grpSp>
          <p:nvGrpSpPr>
            <p:cNvPr id="646" name="그룹 645">
              <a:extLst>
                <a:ext uri="{FF2B5EF4-FFF2-40B4-BE49-F238E27FC236}">
                  <a16:creationId xmlns:a16="http://schemas.microsoft.com/office/drawing/2014/main" id="{8049A4FB-6A5E-8EFF-8EF9-573D2A082A74}"/>
                </a:ext>
              </a:extLst>
            </p:cNvPr>
            <p:cNvGrpSpPr/>
            <p:nvPr/>
          </p:nvGrpSpPr>
          <p:grpSpPr>
            <a:xfrm>
              <a:off x="6245918" y="6506789"/>
              <a:ext cx="972000" cy="432000"/>
              <a:chOff x="6221570" y="4883281"/>
              <a:chExt cx="972000" cy="432000"/>
            </a:xfrm>
          </p:grpSpPr>
          <p:grpSp>
            <p:nvGrpSpPr>
              <p:cNvPr id="647" name="그룹 646">
                <a:extLst>
                  <a:ext uri="{FF2B5EF4-FFF2-40B4-BE49-F238E27FC236}">
                    <a16:creationId xmlns:a16="http://schemas.microsoft.com/office/drawing/2014/main" id="{DCF3E20E-CC71-BA46-6C8B-2CA2A2FCE480}"/>
                  </a:ext>
                </a:extLst>
              </p:cNvPr>
              <p:cNvGrpSpPr/>
              <p:nvPr/>
            </p:nvGrpSpPr>
            <p:grpSpPr>
              <a:xfrm>
                <a:off x="6221570" y="4883281"/>
                <a:ext cx="972000" cy="432000"/>
                <a:chOff x="1119033" y="6588197"/>
                <a:chExt cx="972000" cy="432000"/>
              </a:xfrm>
            </p:grpSpPr>
            <p:sp>
              <p:nvSpPr>
                <p:cNvPr id="651" name="직사각형 650">
                  <a:extLst>
                    <a:ext uri="{FF2B5EF4-FFF2-40B4-BE49-F238E27FC236}">
                      <a16:creationId xmlns:a16="http://schemas.microsoft.com/office/drawing/2014/main" id="{E596F856-4559-A0C6-0E1F-FD072CF057A9}"/>
                    </a:ext>
                  </a:extLst>
                </p:cNvPr>
                <p:cNvSpPr/>
                <p:nvPr/>
              </p:nvSpPr>
              <p:spPr>
                <a:xfrm>
                  <a:off x="1119033" y="6588197"/>
                  <a:ext cx="972000" cy="432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pc="-3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latin typeface="HG꼬딕씨 80g" panose="02020603020101020101" pitchFamily="18" charset="-127"/>
                    <a:ea typeface="HG꼬딕씨 80g" panose="02020603020101020101" pitchFamily="18" charset="-127"/>
                  </a:endParaRPr>
                </a:p>
              </p:txBody>
            </p:sp>
            <p:sp>
              <p:nvSpPr>
                <p:cNvPr id="652" name="직사각형 651">
                  <a:extLst>
                    <a:ext uri="{FF2B5EF4-FFF2-40B4-BE49-F238E27FC236}">
                      <a16:creationId xmlns:a16="http://schemas.microsoft.com/office/drawing/2014/main" id="{F25FA96D-6C18-DE9E-3473-A6789B6FCD7A}"/>
                    </a:ext>
                  </a:extLst>
                </p:cNvPr>
                <p:cNvSpPr/>
                <p:nvPr/>
              </p:nvSpPr>
              <p:spPr>
                <a:xfrm>
                  <a:off x="1119033" y="6588197"/>
                  <a:ext cx="216000" cy="432000"/>
                </a:xfrm>
                <a:prstGeom prst="rect">
                  <a:avLst/>
                </a:prstGeom>
                <a:solidFill>
                  <a:srgbClr val="DDE1E3"/>
                </a:solidFill>
              </p:spPr>
              <p:txBody>
                <a:bodyPr wrap="square" lIns="0" tIns="0" rIns="0" bIns="0" anchor="ctr">
                  <a:noAutofit/>
                </a:bodyPr>
                <a:lstStyle/>
                <a:p>
                  <a:pPr algn="ctr" defTabSz="914400" fontAlgn="base">
                    <a:spcBef>
                      <a:spcPts val="1000"/>
                    </a:spcBef>
                    <a:spcAft>
                      <a:spcPct val="0"/>
                    </a:spcAft>
                  </a:pPr>
                  <a:r>
                    <a:rPr kumimoji="1" lang="ko-KR" altLang="en-US" sz="900" b="1" spc="-30" dirty="0">
                      <a:ln>
                        <a:solidFill>
                          <a:schemeClr val="tx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Malgun Gothic" panose="020B0503020000020004" pitchFamily="34" charset="-127"/>
                      <a:ea typeface="Malgun Gothic" panose="020B0503020000020004" pitchFamily="34" charset="-127"/>
                    </a:rPr>
                    <a:t>범</a:t>
                  </a:r>
                  <a:br>
                    <a:rPr kumimoji="1" lang="en-US" altLang="ko-KR" sz="900" b="1" spc="-30" dirty="0">
                      <a:ln>
                        <a:solidFill>
                          <a:schemeClr val="tx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Malgun Gothic" panose="020B0503020000020004" pitchFamily="34" charset="-127"/>
                      <a:ea typeface="Malgun Gothic" panose="020B0503020000020004" pitchFamily="34" charset="-127"/>
                    </a:rPr>
                  </a:br>
                  <a:r>
                    <a:rPr kumimoji="1" lang="ko-KR" altLang="en-US" sz="900" b="1" spc="-30" dirty="0" err="1">
                      <a:ln>
                        <a:solidFill>
                          <a:schemeClr val="tx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Malgun Gothic" panose="020B0503020000020004" pitchFamily="34" charset="-127"/>
                      <a:ea typeface="Malgun Gothic" panose="020B0503020000020004" pitchFamily="34" charset="-127"/>
                    </a:rPr>
                    <a:t>례</a:t>
                  </a:r>
                  <a:endParaRPr kumimoji="1" lang="ko-KR" altLang="en-US" sz="900" b="1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</p:grpSp>
          <p:grpSp>
            <p:nvGrpSpPr>
              <p:cNvPr id="648" name="그룹 647">
                <a:extLst>
                  <a:ext uri="{FF2B5EF4-FFF2-40B4-BE49-F238E27FC236}">
                    <a16:creationId xmlns:a16="http://schemas.microsoft.com/office/drawing/2014/main" id="{D44800B5-16DA-B061-07E8-1DCDAC0FB444}"/>
                  </a:ext>
                </a:extLst>
              </p:cNvPr>
              <p:cNvGrpSpPr/>
              <p:nvPr/>
            </p:nvGrpSpPr>
            <p:grpSpPr>
              <a:xfrm>
                <a:off x="6531838" y="4964354"/>
                <a:ext cx="598109" cy="269853"/>
                <a:chOff x="1429301" y="6669270"/>
                <a:chExt cx="598109" cy="269853"/>
              </a:xfrm>
            </p:grpSpPr>
            <p:sp>
              <p:nvSpPr>
                <p:cNvPr id="649" name="TextBox 648">
                  <a:extLst>
                    <a:ext uri="{FF2B5EF4-FFF2-40B4-BE49-F238E27FC236}">
                      <a16:creationId xmlns:a16="http://schemas.microsoft.com/office/drawing/2014/main" id="{C3DBC7CA-6E50-0262-AF81-47FD17006DC2}"/>
                    </a:ext>
                  </a:extLst>
                </p:cNvPr>
                <p:cNvSpPr txBox="1"/>
                <p:nvPr/>
              </p:nvSpPr>
              <p:spPr>
                <a:xfrm>
                  <a:off x="1611553" y="6669270"/>
                  <a:ext cx="415857" cy="269853"/>
                </a:xfrm>
                <a:prstGeom prst="rect">
                  <a:avLst/>
                </a:prstGeom>
                <a:noFill/>
                <a:ln w="25400" algn="ctr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 anchor="ctr">
                  <a:spAutoFit/>
                </a:bodyPr>
                <a:lstStyle>
                  <a:defPPr>
                    <a:defRPr lang="en-US"/>
                  </a:defPPr>
                  <a:lvl2pPr marL="0" lvl="1" defTabSz="1474905">
                    <a:buClr>
                      <a:prstClr val="black"/>
                    </a:buClr>
                    <a:buSzPct val="140000"/>
                    <a:tabLst>
                      <a:tab pos="5648325" algn="l"/>
                    </a:tabLst>
                    <a:defRPr sz="900" kern="0" spc="-30">
                      <a:ln>
                        <a:solidFill>
                          <a:schemeClr val="tx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defRPr>
                  </a:lvl2pPr>
                </a:lstStyle>
                <a:p>
                  <a:pPr lvl="1"/>
                  <a:r>
                    <a:rPr lang="en-US" altLang="ko-KR" sz="700" dirty="0">
                      <a:latin typeface="Malgun Gothic" panose="020B0503020000020004" pitchFamily="34" charset="-127"/>
                      <a:ea typeface="Malgun Gothic" panose="020B0503020000020004" pitchFamily="34" charset="-127"/>
                    </a:rPr>
                    <a:t>GPU</a:t>
                  </a:r>
                </a:p>
                <a:p>
                  <a:pPr lvl="1"/>
                  <a:r>
                    <a:rPr lang="ko-KR" altLang="en-US" sz="700" dirty="0">
                      <a:latin typeface="Malgun Gothic" panose="020B0503020000020004" pitchFamily="34" charset="-127"/>
                      <a:ea typeface="Malgun Gothic" panose="020B0503020000020004" pitchFamily="34" charset="-127"/>
                    </a:rPr>
                    <a:t>컨테이너</a:t>
                  </a:r>
                </a:p>
              </p:txBody>
            </p:sp>
            <p:sp>
              <p:nvSpPr>
                <p:cNvPr id="650" name="타원 649">
                  <a:extLst>
                    <a:ext uri="{FF2B5EF4-FFF2-40B4-BE49-F238E27FC236}">
                      <a16:creationId xmlns:a16="http://schemas.microsoft.com/office/drawing/2014/main" id="{C0772544-B252-9B63-9EC6-DF38E9FE73E4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429301" y="6732197"/>
                  <a:ext cx="144000" cy="144000"/>
                </a:xfrm>
                <a:prstGeom prst="ellipse">
                  <a:avLst/>
                </a:prstGeom>
                <a:solidFill>
                  <a:srgbClr val="9CA5AC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anchor="ctr"/>
                <a:lstStyle/>
                <a:p>
                  <a:pPr algn="ctr" defTabSz="1591820"/>
                  <a:endParaRPr lang="ko-KR" altLang="en-US" sz="900" spc="-3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HG꼬딕씨 60g" panose="02020603020101020101" pitchFamily="18" charset="-127"/>
                    <a:ea typeface="HG꼬딕씨 60g" panose="02020603020101020101" pitchFamily="18" charset="-127"/>
                  </a:endParaRPr>
                </a:p>
              </p:txBody>
            </p:sp>
          </p:grpSp>
        </p:grpSp>
      </p:grpSp>
      <p:sp>
        <p:nvSpPr>
          <p:cNvPr id="654" name="모서리가 둥근 사각형 설명선[R] 653">
            <a:extLst>
              <a:ext uri="{FF2B5EF4-FFF2-40B4-BE49-F238E27FC236}">
                <a16:creationId xmlns:a16="http://schemas.microsoft.com/office/drawing/2014/main" id="{C99023A3-F5A2-1225-F426-F215198D70EF}"/>
              </a:ext>
            </a:extLst>
          </p:cNvPr>
          <p:cNvSpPr/>
          <p:nvPr/>
        </p:nvSpPr>
        <p:spPr bwMode="auto">
          <a:xfrm>
            <a:off x="5996712" y="1603832"/>
            <a:ext cx="2556710" cy="809176"/>
          </a:xfrm>
          <a:prstGeom prst="wedgeRoundRectCallout">
            <a:avLst>
              <a:gd name="adj1" fmla="val -53617"/>
              <a:gd name="adj2" fmla="val 36404"/>
              <a:gd name="adj3" fmla="val 16667"/>
            </a:avLst>
          </a:prstGeom>
          <a:solidFill>
            <a:schemeClr val="bg2">
              <a:lumMod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95350" latinLnBrk="0">
              <a:spcAft>
                <a:spcPts val="600"/>
              </a:spcAft>
              <a:buSzPct val="120000"/>
            </a:pPr>
            <a:r>
              <a:rPr kumimoji="1" lang="ko-KR" altLang="en-US" sz="1300" b="1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물리적 상세 구성방안 작성</a:t>
            </a:r>
          </a:p>
        </p:txBody>
      </p:sp>
    </p:spTree>
    <p:extLst>
      <p:ext uri="{BB962C8B-B14F-4D97-AF65-F5344CB8AC3E}">
        <p14:creationId xmlns:p14="http://schemas.microsoft.com/office/powerpoint/2010/main" val="12622788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59B618-C2C2-5537-A41C-6C80F7051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2.6</a:t>
            </a:r>
            <a:r>
              <a:rPr kumimoji="1" lang="ko-KR" altLang="en-US" dirty="0"/>
              <a:t> </a:t>
            </a:r>
            <a:r>
              <a:rPr kumimoji="1" lang="en-US" altLang="ko-KR" dirty="0"/>
              <a:t>S/W</a:t>
            </a:r>
            <a:r>
              <a:rPr kumimoji="1" lang="ko-KR" altLang="en-US" dirty="0"/>
              <a:t> 구성도</a:t>
            </a:r>
            <a:r>
              <a:rPr kumimoji="1" lang="en-US" altLang="ko-KR" dirty="0"/>
              <a:t>(1/2)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B59475-945D-4749-A4A1-E0E92D1BE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047" y="504827"/>
            <a:ext cx="8639908" cy="294777"/>
          </a:xfrm>
        </p:spPr>
        <p:txBody>
          <a:bodyPr/>
          <a:lstStyle/>
          <a:p>
            <a:r>
              <a:rPr kumimoji="1" lang="en-US" altLang="ko-KR" dirty="0"/>
              <a:t>AI Agent </a:t>
            </a:r>
            <a:r>
              <a:rPr kumimoji="1" lang="ko-KR" altLang="en-US" dirty="0"/>
              <a:t>플랫폼 서비스를 고려한 업무 영역별 소프트웨어 구성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C979164-F009-9C00-17E3-3CEE9D304F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dirty="0"/>
              <a:t>2.</a:t>
            </a:r>
            <a:r>
              <a:rPr kumimoji="1" lang="ko-KR" altLang="en-US" dirty="0"/>
              <a:t> 시스템 아키텍처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CEF2A12-ABE7-DA58-4819-E6EDFA687E87}"/>
              </a:ext>
            </a:extLst>
          </p:cNvPr>
          <p:cNvSpPr/>
          <p:nvPr/>
        </p:nvSpPr>
        <p:spPr>
          <a:xfrm>
            <a:off x="343701" y="831232"/>
            <a:ext cx="8492836" cy="196509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>
            <a:noAutofit/>
          </a:bodyPr>
          <a:lstStyle/>
          <a:p>
            <a:pPr defTabSz="457200"/>
            <a:endParaRPr lang="ko-KR" altLang="en-US" sz="1800">
              <a:solidFill>
                <a:schemeClr val="lt1"/>
              </a:solidFill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C103C6CD-DCB1-C666-91B8-09A9DCA984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3618286"/>
              </p:ext>
            </p:extLst>
          </p:nvPr>
        </p:nvGraphicFramePr>
        <p:xfrm>
          <a:off x="494250" y="1114583"/>
          <a:ext cx="1069686" cy="1178181"/>
        </p:xfrm>
        <a:graphic>
          <a:graphicData uri="http://schemas.openxmlformats.org/drawingml/2006/table">
            <a:tbl>
              <a:tblPr/>
              <a:tblGrid>
                <a:gridCol w="1069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09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ko-KR" sz="6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TA </a:t>
                      </a:r>
                      <a:r>
                        <a:rPr kumimoji="0" lang="ko-KR" altLang="en-US" sz="6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서버</a:t>
                      </a:r>
                      <a:endParaRPr kumimoji="0" lang="en-US" altLang="ko-KR" sz="6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TA(QA/QC, Assist)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270321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*운영관리</a:t>
                      </a: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S/W</a:t>
                      </a:r>
                      <a:endParaRPr lang="ko-KR" altLang="en-US" sz="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8092760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*보안관리</a:t>
                      </a: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S/W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262989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서버</a:t>
                      </a: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DLP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391844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개인정보접속기록 </a:t>
                      </a: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Agent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245576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계정관리</a:t>
                      </a: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/</a:t>
                      </a:r>
                      <a:r>
                        <a:rPr lang="ko-KR" altLang="en-US" sz="600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시큐어</a:t>
                      </a: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OS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466837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OS/</a:t>
                      </a: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통합백업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7561457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RedHat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6798945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D406FB3-53EC-B4D9-B347-566A23E156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9840763"/>
              </p:ext>
            </p:extLst>
          </p:nvPr>
        </p:nvGraphicFramePr>
        <p:xfrm>
          <a:off x="1655097" y="1114583"/>
          <a:ext cx="1069686" cy="1178181"/>
        </p:xfrm>
        <a:graphic>
          <a:graphicData uri="http://schemas.openxmlformats.org/drawingml/2006/table">
            <a:tbl>
              <a:tblPr/>
              <a:tblGrid>
                <a:gridCol w="1069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09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ko-KR" sz="6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TA </a:t>
                      </a:r>
                      <a:r>
                        <a:rPr kumimoji="0" lang="ko-KR" altLang="en-US" sz="6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관리 서버</a:t>
                      </a:r>
                      <a:endParaRPr kumimoji="0" lang="en-US" altLang="ko-KR" sz="6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600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WebtoB</a:t>
                      </a: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/JEUS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270321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*운영관리</a:t>
                      </a: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S/W</a:t>
                      </a:r>
                      <a:endParaRPr lang="ko-KR" altLang="en-US" sz="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8092760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*보안관리</a:t>
                      </a: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S/W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262989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서버</a:t>
                      </a: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DLP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391844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개인정보접속기록 </a:t>
                      </a: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Agent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245576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계정관리</a:t>
                      </a: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/</a:t>
                      </a:r>
                      <a:r>
                        <a:rPr lang="ko-KR" altLang="en-US" sz="600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시큐어</a:t>
                      </a: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OS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466837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OS/</a:t>
                      </a: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통합백업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7561457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RedHat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6798945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14DFC325-BE32-EE0C-0304-3AD7BE9EFB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7619013"/>
              </p:ext>
            </p:extLst>
          </p:nvPr>
        </p:nvGraphicFramePr>
        <p:xfrm>
          <a:off x="2815944" y="1114583"/>
          <a:ext cx="1069686" cy="1570908"/>
        </p:xfrm>
        <a:graphic>
          <a:graphicData uri="http://schemas.openxmlformats.org/drawingml/2006/table">
            <a:tbl>
              <a:tblPr/>
              <a:tblGrid>
                <a:gridCol w="1069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09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ko-KR" sz="6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TA DB </a:t>
                      </a:r>
                      <a:r>
                        <a:rPr kumimoji="0" lang="ko-KR" altLang="en-US" sz="6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서버</a:t>
                      </a:r>
                      <a:endParaRPr kumimoji="0" lang="en-US" altLang="ko-KR" sz="6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DBMS (</a:t>
                      </a:r>
                      <a:r>
                        <a:rPr lang="en-US" sz="600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Tibero</a:t>
                      </a: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270321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*운영관리</a:t>
                      </a: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S/W</a:t>
                      </a:r>
                      <a:endParaRPr lang="ko-KR" altLang="en-US" sz="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8092760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*보안관리</a:t>
                      </a: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S/W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262989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DB</a:t>
                      </a: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접근제어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391844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600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DB</a:t>
                      </a:r>
                      <a:r>
                        <a:rPr lang="ko-KR" altLang="en-US" sz="600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암호화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245576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서버</a:t>
                      </a: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DLP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466837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개인정보접속기록 </a:t>
                      </a: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Agent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7561457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계정관리</a:t>
                      </a: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/</a:t>
                      </a:r>
                      <a:r>
                        <a:rPr lang="ko-KR" altLang="en-US" sz="600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시큐어</a:t>
                      </a: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OS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6798945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이중화솔루션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435280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OS/</a:t>
                      </a: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통합백업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5953734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RedHat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7013963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48C67BA0-6D1A-D7F2-8385-62875BE2BF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900039"/>
              </p:ext>
            </p:extLst>
          </p:nvPr>
        </p:nvGraphicFramePr>
        <p:xfrm>
          <a:off x="3976791" y="1114583"/>
          <a:ext cx="1069686" cy="1178181"/>
        </p:xfrm>
        <a:graphic>
          <a:graphicData uri="http://schemas.openxmlformats.org/drawingml/2006/table">
            <a:tbl>
              <a:tblPr/>
              <a:tblGrid>
                <a:gridCol w="1069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09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0" lang="en-US" sz="6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KMS WEB </a:t>
                      </a:r>
                      <a:r>
                        <a:rPr kumimoji="0" lang="ko-KR" altLang="en-US" sz="6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서버</a:t>
                      </a:r>
                      <a:endParaRPr kumimoji="0" lang="en-US" altLang="ko-KR" sz="6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WEB (</a:t>
                      </a:r>
                      <a:r>
                        <a:rPr lang="en-US" sz="600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WebtoB</a:t>
                      </a: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270321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*운영관리</a:t>
                      </a: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S/W</a:t>
                      </a:r>
                      <a:endParaRPr lang="ko-KR" altLang="en-US" sz="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8092760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*보안관리</a:t>
                      </a: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S/W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262989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서버</a:t>
                      </a: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DLP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391844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개인정보접속기록 </a:t>
                      </a: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Agent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245576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계정관리</a:t>
                      </a: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/</a:t>
                      </a:r>
                      <a:r>
                        <a:rPr lang="ko-KR" altLang="en-US" sz="600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시큐어</a:t>
                      </a: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OS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466837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OS/</a:t>
                      </a: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통합백업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7561457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RedHat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6798945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BC3C9238-5CB5-50BC-6DDC-487A501DCA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2578275"/>
              </p:ext>
            </p:extLst>
          </p:nvPr>
        </p:nvGraphicFramePr>
        <p:xfrm>
          <a:off x="5137638" y="1114583"/>
          <a:ext cx="1069686" cy="1178181"/>
        </p:xfrm>
        <a:graphic>
          <a:graphicData uri="http://schemas.openxmlformats.org/drawingml/2006/table">
            <a:tbl>
              <a:tblPr/>
              <a:tblGrid>
                <a:gridCol w="1069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09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0" lang="en-US" sz="6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KMS WAS </a:t>
                      </a:r>
                      <a:r>
                        <a:rPr kumimoji="0" lang="ko-KR" altLang="en-US" sz="6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서버</a:t>
                      </a:r>
                      <a:endParaRPr kumimoji="0" lang="en-US" altLang="ko-KR" sz="6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WAS (JEUS)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270321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*운영관리</a:t>
                      </a: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S/W</a:t>
                      </a:r>
                      <a:endParaRPr lang="ko-KR" altLang="en-US" sz="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8092760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*보안관리</a:t>
                      </a: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S/W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262989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서버</a:t>
                      </a: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DLP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391844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개인정보접속기록 </a:t>
                      </a: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Agent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245576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계정관리</a:t>
                      </a: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/</a:t>
                      </a:r>
                      <a:r>
                        <a:rPr lang="ko-KR" altLang="en-US" sz="600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시큐어</a:t>
                      </a: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OS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466837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OS/</a:t>
                      </a: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통합백업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7561457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RedHat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6798945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E1CBE04D-5B11-A5F1-5611-B82D6114BA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7628845"/>
              </p:ext>
            </p:extLst>
          </p:nvPr>
        </p:nvGraphicFramePr>
        <p:xfrm>
          <a:off x="6298485" y="1114583"/>
          <a:ext cx="1069686" cy="1178181"/>
        </p:xfrm>
        <a:graphic>
          <a:graphicData uri="http://schemas.openxmlformats.org/drawingml/2006/table">
            <a:tbl>
              <a:tblPr/>
              <a:tblGrid>
                <a:gridCol w="1069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09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0" lang="en-US" altLang="ko-KR" sz="6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KMS </a:t>
                      </a:r>
                      <a:r>
                        <a:rPr kumimoji="0" lang="ko-KR" altLang="en-US" sz="6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검색엔진 서버</a:t>
                      </a:r>
                      <a:endParaRPr kumimoji="0" lang="en-US" altLang="ko-KR" sz="6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KMS Search Engine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270321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*운영관리</a:t>
                      </a: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S/W</a:t>
                      </a:r>
                      <a:endParaRPr lang="ko-KR" altLang="en-US" sz="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8092760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*보안관리</a:t>
                      </a: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S/W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262989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서버</a:t>
                      </a: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DLP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391844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개인정보접속기록 </a:t>
                      </a: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Agent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245576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계정관리</a:t>
                      </a: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/</a:t>
                      </a:r>
                      <a:r>
                        <a:rPr lang="ko-KR" altLang="en-US" sz="600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시큐어</a:t>
                      </a: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OS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466837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OS/</a:t>
                      </a: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통합백업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7561457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RedHat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6798945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91541A4F-B361-1A40-C761-2425BEBF4F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0422251"/>
              </p:ext>
            </p:extLst>
          </p:nvPr>
        </p:nvGraphicFramePr>
        <p:xfrm>
          <a:off x="7459330" y="1114583"/>
          <a:ext cx="1069686" cy="1570908"/>
        </p:xfrm>
        <a:graphic>
          <a:graphicData uri="http://schemas.openxmlformats.org/drawingml/2006/table">
            <a:tbl>
              <a:tblPr/>
              <a:tblGrid>
                <a:gridCol w="1069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09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0" lang="en-US" sz="6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KMS DB </a:t>
                      </a:r>
                      <a:r>
                        <a:rPr kumimoji="0" lang="ko-KR" altLang="en-US" sz="6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서버</a:t>
                      </a:r>
                      <a:endParaRPr kumimoji="0" lang="en-US" altLang="ko-KR" sz="6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DBMS (</a:t>
                      </a:r>
                      <a:r>
                        <a:rPr lang="en-US" sz="600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Tibero</a:t>
                      </a: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2251686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*운영관리</a:t>
                      </a: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S/W</a:t>
                      </a:r>
                      <a:endParaRPr lang="ko-KR" altLang="en-US" sz="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225941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*보안관리</a:t>
                      </a: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S/W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0245003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DB</a:t>
                      </a: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접근제어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270321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DB</a:t>
                      </a: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암호화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8092760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서버</a:t>
                      </a: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DLP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262989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개인정보접속기록 </a:t>
                      </a: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Agent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391844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계정관리</a:t>
                      </a: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/</a:t>
                      </a:r>
                      <a:r>
                        <a:rPr lang="ko-KR" altLang="en-US" sz="600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시큐어</a:t>
                      </a: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OS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245576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이중화솔루션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466837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OS/</a:t>
                      </a: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통합백업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7561457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RedHat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6798945"/>
                  </a:ext>
                </a:extLst>
              </a:tr>
            </a:tbl>
          </a:graphicData>
        </a:graphic>
      </p:graphicFrame>
      <p:sp>
        <p:nvSpPr>
          <p:cNvPr id="20" name="직사각형 19">
            <a:extLst>
              <a:ext uri="{FF2B5EF4-FFF2-40B4-BE49-F238E27FC236}">
                <a16:creationId xmlns:a16="http://schemas.microsoft.com/office/drawing/2014/main" id="{3C6F0EDE-0660-C6BC-48A3-BACB41E50695}"/>
              </a:ext>
            </a:extLst>
          </p:cNvPr>
          <p:cNvSpPr/>
          <p:nvPr/>
        </p:nvSpPr>
        <p:spPr>
          <a:xfrm>
            <a:off x="343702" y="2825530"/>
            <a:ext cx="8492836" cy="221319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>
            <a:noAutofit/>
          </a:bodyPr>
          <a:lstStyle/>
          <a:p>
            <a:pPr defTabSz="457200"/>
            <a:endParaRPr lang="ko-KR" altLang="en-US" sz="1800">
              <a:solidFill>
                <a:schemeClr val="lt1"/>
              </a:solidFill>
            </a:endParaRPr>
          </a:p>
        </p:txBody>
      </p: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A750AC2D-DCA7-2FB2-C72B-5825BEF191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5665403"/>
              </p:ext>
            </p:extLst>
          </p:nvPr>
        </p:nvGraphicFramePr>
        <p:xfrm>
          <a:off x="537564" y="3134087"/>
          <a:ext cx="1069686" cy="1335149"/>
        </p:xfrm>
        <a:graphic>
          <a:graphicData uri="http://schemas.openxmlformats.org/drawingml/2006/table">
            <a:tbl>
              <a:tblPr/>
              <a:tblGrid>
                <a:gridCol w="1069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9393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kumimoji="0" lang="en-US" sz="6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Kafka Cluster Controller (5)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393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Kafka Cluster Controller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9383560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*운영관리</a:t>
                      </a: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S/W</a:t>
                      </a:r>
                      <a:endParaRPr lang="ko-KR" altLang="en-US" sz="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270321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*보안관리</a:t>
                      </a: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S/W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8092760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서버</a:t>
                      </a: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DLP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262989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개인정보접속기록 </a:t>
                      </a: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Agent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391844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계정관리</a:t>
                      </a: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/</a:t>
                      </a:r>
                      <a:r>
                        <a:rPr lang="ko-KR" altLang="en-US" sz="600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시큐어</a:t>
                      </a: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OS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245576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OS/</a:t>
                      </a: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통합백업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466837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RedHat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7561457"/>
                  </a:ext>
                </a:extLst>
              </a:tr>
            </a:tbl>
          </a:graphicData>
        </a:graphic>
      </p:graphicFrame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AD7BD7E7-6885-3718-615A-B88FD0CD49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8757763"/>
              </p:ext>
            </p:extLst>
          </p:nvPr>
        </p:nvGraphicFramePr>
        <p:xfrm>
          <a:off x="1695830" y="3134087"/>
          <a:ext cx="1069686" cy="1178181"/>
        </p:xfrm>
        <a:graphic>
          <a:graphicData uri="http://schemas.openxmlformats.org/drawingml/2006/table">
            <a:tbl>
              <a:tblPr/>
              <a:tblGrid>
                <a:gridCol w="1069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kumimoji="0" lang="en-US" sz="6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Kafka Broker (4)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Kafka Broker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233785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*운영관리</a:t>
                      </a: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S/W</a:t>
                      </a:r>
                      <a:endParaRPr lang="ko-KR" altLang="en-US" sz="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001181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*보안관리</a:t>
                      </a: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S/W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1622319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서버</a:t>
                      </a: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DLP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270321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개인정보접속기록 </a:t>
                      </a: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Agent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8092760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계정관리</a:t>
                      </a: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/</a:t>
                      </a:r>
                      <a:r>
                        <a:rPr lang="ko-KR" altLang="en-US" sz="600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시큐어</a:t>
                      </a: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OS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262989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OS/</a:t>
                      </a: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통합백업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391844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RedHat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245576"/>
                  </a:ext>
                </a:extLst>
              </a:tr>
            </a:tbl>
          </a:graphicData>
        </a:graphic>
      </p:graphicFrame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56FC8EB4-0DA5-2CA8-FBD3-AD1EC9832A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3642722"/>
              </p:ext>
            </p:extLst>
          </p:nvPr>
        </p:nvGraphicFramePr>
        <p:xfrm>
          <a:off x="2854096" y="3134087"/>
          <a:ext cx="1069686" cy="1178181"/>
        </p:xfrm>
        <a:graphic>
          <a:graphicData uri="http://schemas.openxmlformats.org/drawingml/2006/table">
            <a:tbl>
              <a:tblPr/>
              <a:tblGrid>
                <a:gridCol w="1069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kumimoji="0" lang="en-US" sz="6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Kafka Connect (3)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Kafka Connect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0105326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*운영관리</a:t>
                      </a: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S/W</a:t>
                      </a:r>
                      <a:endParaRPr lang="ko-KR" altLang="en-US" sz="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7811414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*보안관리</a:t>
                      </a: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S/W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027176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서버</a:t>
                      </a: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DLP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270321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개인정보접속기록 </a:t>
                      </a: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Agent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8092760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계정관리</a:t>
                      </a: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/</a:t>
                      </a:r>
                      <a:r>
                        <a:rPr lang="ko-KR" altLang="en-US" sz="600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시큐어</a:t>
                      </a: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OS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262989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OS/</a:t>
                      </a: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통합백업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391844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RedHat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245576"/>
                  </a:ext>
                </a:extLst>
              </a:tr>
            </a:tbl>
          </a:graphicData>
        </a:graphic>
      </p:graphicFrame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0CC593C4-C0EC-B6F3-99C8-4FFBF80170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5796606"/>
              </p:ext>
            </p:extLst>
          </p:nvPr>
        </p:nvGraphicFramePr>
        <p:xfrm>
          <a:off x="4012362" y="3134087"/>
          <a:ext cx="1069686" cy="1178181"/>
        </p:xfrm>
        <a:graphic>
          <a:graphicData uri="http://schemas.openxmlformats.org/drawingml/2006/table">
            <a:tbl>
              <a:tblPr/>
              <a:tblGrid>
                <a:gridCol w="1069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kumimoji="0" lang="en-US" altLang="ko-KR" sz="6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Kafka </a:t>
                      </a:r>
                      <a:r>
                        <a:rPr kumimoji="0" lang="ko-KR" altLang="en-US" sz="6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관리 모니터링 </a:t>
                      </a:r>
                      <a:r>
                        <a:rPr kumimoji="0" lang="en-US" altLang="ko-KR" sz="6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(1)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Kafka </a:t>
                      </a: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관리 모니터링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6218058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*운영관리</a:t>
                      </a: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S/W</a:t>
                      </a:r>
                      <a:endParaRPr lang="ko-KR" altLang="en-US" sz="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270321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*보안관리</a:t>
                      </a: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S/W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8092760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서버</a:t>
                      </a: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DLP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262989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개인정보접속기록 </a:t>
                      </a: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Agent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391844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계정관리</a:t>
                      </a: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/</a:t>
                      </a:r>
                      <a:r>
                        <a:rPr lang="ko-KR" altLang="en-US" sz="600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시큐어</a:t>
                      </a: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OS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245576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OS/</a:t>
                      </a: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통합백업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466837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RedHat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7561457"/>
                  </a:ext>
                </a:extLst>
              </a:tr>
            </a:tbl>
          </a:graphicData>
        </a:graphic>
      </p:graphicFrame>
      <p:graphicFrame>
        <p:nvGraphicFramePr>
          <p:cNvPr id="32" name="표 31">
            <a:extLst>
              <a:ext uri="{FF2B5EF4-FFF2-40B4-BE49-F238E27FC236}">
                <a16:creationId xmlns:a16="http://schemas.microsoft.com/office/drawing/2014/main" id="{596E5645-D0EB-2724-E06B-97C20371A7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5626604"/>
              </p:ext>
            </p:extLst>
          </p:nvPr>
        </p:nvGraphicFramePr>
        <p:xfrm>
          <a:off x="5170628" y="3134087"/>
          <a:ext cx="1069686" cy="1178181"/>
        </p:xfrm>
        <a:graphic>
          <a:graphicData uri="http://schemas.openxmlformats.org/drawingml/2006/table">
            <a:tbl>
              <a:tblPr/>
              <a:tblGrid>
                <a:gridCol w="1069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kumimoji="0" lang="ko-KR" altLang="en-US" sz="6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외부 </a:t>
                      </a:r>
                      <a:r>
                        <a:rPr kumimoji="0" lang="en-US" sz="6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Edge </a:t>
                      </a:r>
                      <a:r>
                        <a:rPr kumimoji="0" lang="ko-KR" altLang="en-US" sz="6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서버 </a:t>
                      </a:r>
                      <a:r>
                        <a:rPr kumimoji="0" lang="en-US" altLang="ko-KR" sz="6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(2)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파일전송 </a:t>
                      </a: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MFT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0820371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*운영관리</a:t>
                      </a: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S/W</a:t>
                      </a:r>
                      <a:endParaRPr lang="ko-KR" altLang="en-US" sz="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270321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보안관리</a:t>
                      </a: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S/W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8092760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서버</a:t>
                      </a: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DLP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262989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개인정보접속기록 </a:t>
                      </a: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Agent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391844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계정관리</a:t>
                      </a: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/</a:t>
                      </a:r>
                      <a:r>
                        <a:rPr lang="ko-KR" altLang="en-US" sz="600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시큐어</a:t>
                      </a: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OS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245576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OS/</a:t>
                      </a: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통합백업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466837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RedHat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7561457"/>
                  </a:ext>
                </a:extLst>
              </a:tr>
            </a:tbl>
          </a:graphicData>
        </a:graphic>
      </p:graphicFrame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F58D5C1C-C463-4F40-CA69-A603512E6E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755774"/>
              </p:ext>
            </p:extLst>
          </p:nvPr>
        </p:nvGraphicFramePr>
        <p:xfrm>
          <a:off x="6328894" y="3134087"/>
          <a:ext cx="1069686" cy="1309090"/>
        </p:xfrm>
        <a:graphic>
          <a:graphicData uri="http://schemas.openxmlformats.org/drawingml/2006/table">
            <a:tbl>
              <a:tblPr/>
              <a:tblGrid>
                <a:gridCol w="1069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kumimoji="0" lang="ko-KR" altLang="en-US" sz="6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첨부파일 서버 </a:t>
                      </a:r>
                      <a:r>
                        <a:rPr kumimoji="0" lang="en-US" altLang="ko-KR" sz="6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(2)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WAS (JEUS)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2724997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파일전송 </a:t>
                      </a: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MFT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1229364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*운영관리</a:t>
                      </a: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S/W</a:t>
                      </a:r>
                      <a:endParaRPr lang="ko-KR" altLang="en-US" sz="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429532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보안관리</a:t>
                      </a: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S/W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270321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서버</a:t>
                      </a: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DLP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8092760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개인정보접속기록 </a:t>
                      </a: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Agent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262989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계정관리</a:t>
                      </a: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/</a:t>
                      </a:r>
                      <a:r>
                        <a:rPr lang="ko-KR" altLang="en-US" sz="600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시큐어</a:t>
                      </a: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OS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391844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OS/</a:t>
                      </a: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통합백업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245576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RedHat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466837"/>
                  </a:ext>
                </a:extLst>
              </a:tr>
            </a:tbl>
          </a:graphicData>
        </a:graphic>
      </p:graphicFrame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36C6B739-1782-CC71-AD19-B1A4A2F4CD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6900872"/>
              </p:ext>
            </p:extLst>
          </p:nvPr>
        </p:nvGraphicFramePr>
        <p:xfrm>
          <a:off x="7487157" y="3134087"/>
          <a:ext cx="1069686" cy="1178181"/>
        </p:xfrm>
        <a:graphic>
          <a:graphicData uri="http://schemas.openxmlformats.org/drawingml/2006/table">
            <a:tbl>
              <a:tblPr/>
              <a:tblGrid>
                <a:gridCol w="1069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kumimoji="0" lang="ko-KR" altLang="en-US" sz="6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모니터링 서버 </a:t>
                      </a:r>
                      <a:r>
                        <a:rPr kumimoji="0" lang="en-US" altLang="ko-KR" sz="6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(1)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Prometheus/Grafana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269571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*운영관리</a:t>
                      </a: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S/W</a:t>
                      </a:r>
                      <a:endParaRPr lang="ko-KR" altLang="en-US" sz="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4152481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*보안관리</a:t>
                      </a: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S/W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6000154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서버</a:t>
                      </a: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DLP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270321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개인정보접속기록 </a:t>
                      </a: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Agent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8092760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계정관리</a:t>
                      </a: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/</a:t>
                      </a:r>
                      <a:r>
                        <a:rPr lang="ko-KR" altLang="en-US" sz="600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시큐어</a:t>
                      </a: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OS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262989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OS/</a:t>
                      </a: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통합백업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391844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RedHat</a:t>
                      </a:r>
                    </a:p>
                  </a:txBody>
                  <a:tcPr marL="7156" marR="7156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245576"/>
                  </a:ext>
                </a:extLst>
              </a:tr>
            </a:tbl>
          </a:graphicData>
        </a:graphic>
      </p:graphicFrame>
      <p:grpSp>
        <p:nvGrpSpPr>
          <p:cNvPr id="42" name="그룹 41">
            <a:extLst>
              <a:ext uri="{FF2B5EF4-FFF2-40B4-BE49-F238E27FC236}">
                <a16:creationId xmlns:a16="http://schemas.microsoft.com/office/drawing/2014/main" id="{2034527F-0A0F-8102-C847-E0B52028C603}"/>
              </a:ext>
            </a:extLst>
          </p:cNvPr>
          <p:cNvGrpSpPr/>
          <p:nvPr/>
        </p:nvGrpSpPr>
        <p:grpSpPr>
          <a:xfrm>
            <a:off x="531165" y="959536"/>
            <a:ext cx="7148611" cy="27677"/>
            <a:chOff x="696299" y="4566489"/>
            <a:chExt cx="12777594" cy="146646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38371CF-2072-B4C4-49EC-E1945539B1FC}"/>
                </a:ext>
              </a:extLst>
            </p:cNvPr>
            <p:cNvSpPr txBox="1"/>
            <p:nvPr/>
          </p:nvSpPr>
          <p:spPr>
            <a:xfrm>
              <a:off x="696299" y="4566489"/>
              <a:ext cx="3017900" cy="14664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marL="0" lvl="1" defTabSz="1042988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271AA"/>
                </a:buClr>
                <a:buSzPct val="140000"/>
                <a:tabLst>
                  <a:tab pos="5648325" algn="l"/>
                </a:tabLst>
                <a:defRPr/>
              </a:pPr>
              <a:r>
                <a:rPr lang="en-US" altLang="ko-KR" sz="1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itchFamily="34" charset="0"/>
                  <a:sym typeface="Monotype Sorts"/>
                </a:rPr>
                <a:t>AI Agent </a:t>
              </a:r>
              <a:r>
                <a:rPr lang="ko-KR" altLang="en-US" sz="1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itchFamily="34" charset="0"/>
                  <a:sym typeface="Monotype Sorts"/>
                </a:rPr>
                <a:t>플랫폼 </a:t>
              </a:r>
              <a:r>
                <a:rPr lang="en-US" altLang="ko-KR" sz="1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itchFamily="34" charset="0"/>
                  <a:sym typeface="Monotype Sorts"/>
                </a:rPr>
                <a:t>(</a:t>
              </a:r>
              <a:r>
                <a:rPr lang="ko-KR" altLang="en-US" sz="1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itchFamily="34" charset="0"/>
                  <a:sym typeface="Monotype Sorts"/>
                </a:rPr>
                <a:t>운영 </a:t>
              </a:r>
              <a:r>
                <a:rPr lang="en-US" altLang="ko-KR" sz="1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itchFamily="34" charset="0"/>
                  <a:sym typeface="Monotype Sorts"/>
                </a:rPr>
                <a:t>VM)</a:t>
              </a:r>
            </a:p>
          </p:txBody>
        </p:sp>
        <p:cxnSp>
          <p:nvCxnSpPr>
            <p:cNvPr id="44" name="직선 연결선 21">
              <a:extLst>
                <a:ext uri="{FF2B5EF4-FFF2-40B4-BE49-F238E27FC236}">
                  <a16:creationId xmlns:a16="http://schemas.microsoft.com/office/drawing/2014/main" id="{F674D542-0266-0AEC-BE46-424B7D35B91A}"/>
                </a:ext>
              </a:extLst>
            </p:cNvPr>
            <p:cNvCxnSpPr>
              <a:cxnSpLocks/>
            </p:cNvCxnSpPr>
            <p:nvPr/>
          </p:nvCxnSpPr>
          <p:spPr>
            <a:xfrm>
              <a:off x="3358191" y="4646005"/>
              <a:ext cx="10115702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olid"/>
              <a:tailEnd type="none" w="sm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9A968B3-CD4A-2542-58D4-B92AFD6E697E}"/>
              </a:ext>
            </a:extLst>
          </p:cNvPr>
          <p:cNvGrpSpPr/>
          <p:nvPr/>
        </p:nvGrpSpPr>
        <p:grpSpPr>
          <a:xfrm>
            <a:off x="496182" y="2906945"/>
            <a:ext cx="7300172" cy="153888"/>
            <a:chOff x="612481" y="4307556"/>
            <a:chExt cx="9676450" cy="67689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A8BD18A-51E4-5F3E-3F86-C97854955763}"/>
                </a:ext>
              </a:extLst>
            </p:cNvPr>
            <p:cNvSpPr txBox="1"/>
            <p:nvPr/>
          </p:nvSpPr>
          <p:spPr>
            <a:xfrm>
              <a:off x="612481" y="4307556"/>
              <a:ext cx="2387351" cy="67689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marL="0" lvl="1" defTabSz="104298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  <a:defRPr/>
              </a:pPr>
              <a:r>
                <a:rPr lang="ko-KR" altLang="en-US" sz="1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itchFamily="34" charset="0"/>
                  <a:sym typeface="Monotype Sorts"/>
                </a:rPr>
                <a:t>빅데이터 플랫폼 </a:t>
              </a:r>
              <a:r>
                <a:rPr lang="en-US" altLang="ko-KR" sz="1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itchFamily="34" charset="0"/>
                  <a:sym typeface="Monotype Sorts"/>
                </a:rPr>
                <a:t>(</a:t>
              </a:r>
              <a:r>
                <a:rPr lang="ko-KR" altLang="en-US" sz="1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itchFamily="34" charset="0"/>
                  <a:sym typeface="Monotype Sorts"/>
                </a:rPr>
                <a:t>운영 </a:t>
              </a:r>
              <a:r>
                <a:rPr lang="en-US" altLang="ko-KR" sz="1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itchFamily="34" charset="0"/>
                  <a:sym typeface="Monotype Sorts"/>
                </a:rPr>
                <a:t>VM)</a:t>
              </a:r>
              <a:endPara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itchFamily="34" charset="0"/>
                <a:sym typeface="Monotype Sorts"/>
              </a:endParaRPr>
            </a:p>
          </p:txBody>
        </p:sp>
        <p:cxnSp>
          <p:nvCxnSpPr>
            <p:cNvPr id="19" name="직선 연결선 953">
              <a:extLst>
                <a:ext uri="{FF2B5EF4-FFF2-40B4-BE49-F238E27FC236}">
                  <a16:creationId xmlns:a16="http://schemas.microsoft.com/office/drawing/2014/main" id="{4292982D-EBE7-B3D3-C201-9A1EAF5C5224}"/>
                </a:ext>
              </a:extLst>
            </p:cNvPr>
            <p:cNvCxnSpPr>
              <a:cxnSpLocks/>
            </p:cNvCxnSpPr>
            <p:nvPr/>
          </p:nvCxnSpPr>
          <p:spPr>
            <a:xfrm>
              <a:off x="2642647" y="4646005"/>
              <a:ext cx="7646284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olid"/>
              <a:tailEnd type="none" w="sm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모서리가 둥근 사각형 설명선[R] 44">
            <a:extLst>
              <a:ext uri="{FF2B5EF4-FFF2-40B4-BE49-F238E27FC236}">
                <a16:creationId xmlns:a16="http://schemas.microsoft.com/office/drawing/2014/main" id="{6BF869B4-D86A-A0D8-7720-8E840B8C4B9A}"/>
              </a:ext>
            </a:extLst>
          </p:cNvPr>
          <p:cNvSpPr/>
          <p:nvPr/>
        </p:nvSpPr>
        <p:spPr bwMode="auto">
          <a:xfrm>
            <a:off x="5996712" y="1603832"/>
            <a:ext cx="2556710" cy="809176"/>
          </a:xfrm>
          <a:prstGeom prst="wedgeRoundRectCallout">
            <a:avLst>
              <a:gd name="adj1" fmla="val -53617"/>
              <a:gd name="adj2" fmla="val 36404"/>
              <a:gd name="adj3" fmla="val 16667"/>
            </a:avLst>
          </a:prstGeom>
          <a:solidFill>
            <a:schemeClr val="bg2">
              <a:lumMod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95350" latinLnBrk="0">
              <a:spcAft>
                <a:spcPts val="600"/>
              </a:spcAft>
              <a:buSzPct val="120000"/>
            </a:pPr>
            <a:r>
              <a:rPr kumimoji="1" lang="ko-KR" altLang="en-US" sz="1300" b="1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운영 </a:t>
            </a:r>
            <a:r>
              <a:rPr kumimoji="1" lang="en-US" altLang="ko-KR" sz="1300" b="1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SW </a:t>
            </a:r>
            <a:r>
              <a:rPr kumimoji="1" lang="ko-KR" altLang="en-US" sz="1300" b="1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구성도 작성</a:t>
            </a:r>
          </a:p>
        </p:txBody>
      </p:sp>
    </p:spTree>
    <p:extLst>
      <p:ext uri="{BB962C8B-B14F-4D97-AF65-F5344CB8AC3E}">
        <p14:creationId xmlns:p14="http://schemas.microsoft.com/office/powerpoint/2010/main" val="5721398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59B618-C2C2-5537-A41C-6C80F7051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2.6</a:t>
            </a:r>
            <a:r>
              <a:rPr kumimoji="1" lang="ko-KR" altLang="en-US" dirty="0"/>
              <a:t> </a:t>
            </a:r>
            <a:r>
              <a:rPr kumimoji="1" lang="en-US" altLang="ko-KR" dirty="0"/>
              <a:t>S/W</a:t>
            </a:r>
            <a:r>
              <a:rPr kumimoji="1" lang="ko-KR" altLang="en-US" dirty="0"/>
              <a:t> 구성도</a:t>
            </a:r>
            <a:r>
              <a:rPr kumimoji="1" lang="en-US" altLang="ko-KR" dirty="0"/>
              <a:t>(2/2)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B59475-945D-4749-A4A1-E0E92D1BE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047" y="504827"/>
            <a:ext cx="8639908" cy="294777"/>
          </a:xfrm>
        </p:spPr>
        <p:txBody>
          <a:bodyPr/>
          <a:lstStyle/>
          <a:p>
            <a:r>
              <a:rPr kumimoji="1" lang="en-US" altLang="ko-KR" dirty="0"/>
              <a:t>AI Agent </a:t>
            </a:r>
            <a:r>
              <a:rPr kumimoji="1" lang="ko-KR" altLang="en-US" dirty="0"/>
              <a:t>플랫폼 서비스를 고려한 업무 영역별 소프트웨어 구성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C979164-F009-9C00-17E3-3CEE9D304F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dirty="0"/>
              <a:t>2.</a:t>
            </a:r>
            <a:r>
              <a:rPr kumimoji="1" lang="ko-KR" altLang="en-US" dirty="0"/>
              <a:t> 시스템 아키텍처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CEF2A12-ABE7-DA58-4819-E6EDFA687E87}"/>
              </a:ext>
            </a:extLst>
          </p:cNvPr>
          <p:cNvSpPr/>
          <p:nvPr/>
        </p:nvSpPr>
        <p:spPr>
          <a:xfrm>
            <a:off x="343701" y="831232"/>
            <a:ext cx="8492836" cy="196509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>
            <a:noAutofit/>
          </a:bodyPr>
          <a:lstStyle/>
          <a:p>
            <a:pPr defTabSz="457200"/>
            <a:endParaRPr lang="ko-KR" altLang="en-US" sz="1800">
              <a:solidFill>
                <a:schemeClr val="lt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C6F0EDE-0660-C6BC-48A3-BACB41E50695}"/>
              </a:ext>
            </a:extLst>
          </p:cNvPr>
          <p:cNvSpPr/>
          <p:nvPr/>
        </p:nvSpPr>
        <p:spPr>
          <a:xfrm>
            <a:off x="343702" y="2825530"/>
            <a:ext cx="8492836" cy="221319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>
            <a:noAutofit/>
          </a:bodyPr>
          <a:lstStyle/>
          <a:p>
            <a:pPr defTabSz="457200"/>
            <a:endParaRPr lang="ko-KR" altLang="en-US" sz="1800">
              <a:solidFill>
                <a:schemeClr val="lt1"/>
              </a:solidFill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2034527F-0A0F-8102-C847-E0B52028C603}"/>
              </a:ext>
            </a:extLst>
          </p:cNvPr>
          <p:cNvGrpSpPr/>
          <p:nvPr/>
        </p:nvGrpSpPr>
        <p:grpSpPr>
          <a:xfrm>
            <a:off x="531165" y="896431"/>
            <a:ext cx="7148611" cy="153888"/>
            <a:chOff x="696299" y="4232128"/>
            <a:chExt cx="12777594" cy="815372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38371CF-2072-B4C4-49EC-E1945539B1FC}"/>
                </a:ext>
              </a:extLst>
            </p:cNvPr>
            <p:cNvSpPr txBox="1"/>
            <p:nvPr/>
          </p:nvSpPr>
          <p:spPr>
            <a:xfrm>
              <a:off x="696299" y="4232128"/>
              <a:ext cx="3017900" cy="8153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marL="0" lvl="1" defTabSz="1042988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271AA"/>
                </a:buClr>
                <a:buSzPct val="140000"/>
                <a:tabLst>
                  <a:tab pos="5648325" algn="l"/>
                </a:tabLst>
                <a:defRPr/>
              </a:pPr>
              <a:r>
                <a:rPr lang="en-US" altLang="ko-KR" sz="1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itchFamily="34" charset="0"/>
                  <a:sym typeface="Monotype Sorts"/>
                </a:rPr>
                <a:t>AI Agent </a:t>
              </a:r>
              <a:r>
                <a:rPr lang="ko-KR" altLang="en-US" sz="1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itchFamily="34" charset="0"/>
                  <a:sym typeface="Monotype Sorts"/>
                </a:rPr>
                <a:t>플랫폼 </a:t>
              </a:r>
              <a:r>
                <a:rPr lang="en-US" altLang="ko-KR" sz="1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itchFamily="34" charset="0"/>
                  <a:sym typeface="Monotype Sorts"/>
                </a:rPr>
                <a:t>(</a:t>
              </a:r>
              <a:r>
                <a:rPr lang="ko-KR" altLang="en-US" sz="1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itchFamily="34" charset="0"/>
                  <a:sym typeface="Monotype Sorts"/>
                </a:rPr>
                <a:t>개발 </a:t>
              </a:r>
              <a:r>
                <a:rPr lang="en-US" altLang="ko-KR" sz="1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itchFamily="34" charset="0"/>
                  <a:sym typeface="Monotype Sorts"/>
                </a:rPr>
                <a:t>VM)</a:t>
              </a:r>
            </a:p>
          </p:txBody>
        </p:sp>
        <p:cxnSp>
          <p:nvCxnSpPr>
            <p:cNvPr id="44" name="직선 연결선 21">
              <a:extLst>
                <a:ext uri="{FF2B5EF4-FFF2-40B4-BE49-F238E27FC236}">
                  <a16:creationId xmlns:a16="http://schemas.microsoft.com/office/drawing/2014/main" id="{F674D542-0266-0AEC-BE46-424B7D35B91A}"/>
                </a:ext>
              </a:extLst>
            </p:cNvPr>
            <p:cNvCxnSpPr>
              <a:cxnSpLocks/>
            </p:cNvCxnSpPr>
            <p:nvPr/>
          </p:nvCxnSpPr>
          <p:spPr>
            <a:xfrm>
              <a:off x="3358191" y="4646005"/>
              <a:ext cx="10115702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olid"/>
              <a:tailEnd type="none" w="sm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9A968B3-CD4A-2542-58D4-B92AFD6E697E}"/>
              </a:ext>
            </a:extLst>
          </p:cNvPr>
          <p:cNvGrpSpPr/>
          <p:nvPr/>
        </p:nvGrpSpPr>
        <p:grpSpPr>
          <a:xfrm>
            <a:off x="496182" y="2906945"/>
            <a:ext cx="7300172" cy="153888"/>
            <a:chOff x="612481" y="4307556"/>
            <a:chExt cx="9676450" cy="67689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A8BD18A-51E4-5F3E-3F86-C97854955763}"/>
                </a:ext>
              </a:extLst>
            </p:cNvPr>
            <p:cNvSpPr txBox="1"/>
            <p:nvPr/>
          </p:nvSpPr>
          <p:spPr>
            <a:xfrm>
              <a:off x="612481" y="4307556"/>
              <a:ext cx="2387351" cy="67689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marL="0" lvl="1" defTabSz="104298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  <a:defRPr/>
              </a:pPr>
              <a:r>
                <a:rPr lang="ko-KR" altLang="en-US" sz="1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itchFamily="34" charset="0"/>
                  <a:sym typeface="Monotype Sorts"/>
                </a:rPr>
                <a:t>내</a:t>
              </a:r>
              <a:r>
                <a:rPr lang="en-US" altLang="ko-KR" sz="1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itchFamily="34" charset="0"/>
                  <a:sym typeface="Monotype Sorts"/>
                </a:rPr>
                <a:t>/</a:t>
              </a:r>
              <a:r>
                <a:rPr lang="ko-KR" altLang="en-US" sz="1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itchFamily="34" charset="0"/>
                  <a:sym typeface="Monotype Sorts"/>
                </a:rPr>
                <a:t>외부 서비스 </a:t>
              </a:r>
              <a:r>
                <a:rPr lang="en-US" altLang="ko-KR" sz="1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itchFamily="34" charset="0"/>
                  <a:sym typeface="Monotype Sorts"/>
                </a:rPr>
                <a:t>(</a:t>
              </a:r>
              <a:r>
                <a:rPr lang="ko-KR" altLang="en-US" sz="1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itchFamily="34" charset="0"/>
                  <a:sym typeface="Monotype Sorts"/>
                </a:rPr>
                <a:t>개발 </a:t>
              </a:r>
              <a:r>
                <a:rPr lang="en-US" altLang="ko-KR" sz="1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itchFamily="34" charset="0"/>
                  <a:sym typeface="Monotype Sorts"/>
                </a:rPr>
                <a:t>VM)</a:t>
              </a:r>
              <a:endPara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itchFamily="34" charset="0"/>
                <a:sym typeface="Monotype Sorts"/>
              </a:endParaRPr>
            </a:p>
          </p:txBody>
        </p:sp>
        <p:cxnSp>
          <p:nvCxnSpPr>
            <p:cNvPr id="19" name="직선 연결선 953">
              <a:extLst>
                <a:ext uri="{FF2B5EF4-FFF2-40B4-BE49-F238E27FC236}">
                  <a16:creationId xmlns:a16="http://schemas.microsoft.com/office/drawing/2014/main" id="{4292982D-EBE7-B3D3-C201-9A1EAF5C5224}"/>
                </a:ext>
              </a:extLst>
            </p:cNvPr>
            <p:cNvCxnSpPr>
              <a:cxnSpLocks/>
            </p:cNvCxnSpPr>
            <p:nvPr/>
          </p:nvCxnSpPr>
          <p:spPr>
            <a:xfrm>
              <a:off x="2642647" y="4646005"/>
              <a:ext cx="7646284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olid"/>
              <a:tailEnd type="none" w="sm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642C981-618C-5447-ED38-4E931E209E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5265990"/>
              </p:ext>
            </p:extLst>
          </p:nvPr>
        </p:nvGraphicFramePr>
        <p:xfrm>
          <a:off x="531165" y="1193630"/>
          <a:ext cx="1069686" cy="757323"/>
        </p:xfrm>
        <a:graphic>
          <a:graphicData uri="http://schemas.openxmlformats.org/drawingml/2006/table">
            <a:tbl>
              <a:tblPr/>
              <a:tblGrid>
                <a:gridCol w="1069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081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5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K8S Bastion</a:t>
                      </a:r>
                    </a:p>
                  </a:txBody>
                  <a:tcPr marL="7156" marR="7156" marT="650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18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500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kubectl</a:t>
                      </a:r>
                      <a:r>
                        <a:rPr 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/ helm</a:t>
                      </a:r>
                    </a:p>
                  </a:txBody>
                  <a:tcPr marL="7156" marR="7156" marT="650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270321"/>
                  </a:ext>
                </a:extLst>
              </a:tr>
              <a:tr h="10818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*운영관리</a:t>
                      </a:r>
                      <a:r>
                        <a:rPr lang="en-US" altLang="ko-KR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S/W</a:t>
                      </a:r>
                      <a:endParaRPr lang="ko-KR" altLang="en-US" sz="5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156" marR="7156" marT="650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8092760"/>
                  </a:ext>
                </a:extLst>
              </a:tr>
              <a:tr h="10818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*보안관리</a:t>
                      </a:r>
                      <a:r>
                        <a:rPr 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S/W</a:t>
                      </a:r>
                    </a:p>
                  </a:txBody>
                  <a:tcPr marL="7156" marR="7156" marT="650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262989"/>
                  </a:ext>
                </a:extLst>
              </a:tr>
              <a:tr h="10818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서버</a:t>
                      </a:r>
                      <a:r>
                        <a:rPr 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DLP</a:t>
                      </a:r>
                    </a:p>
                  </a:txBody>
                  <a:tcPr marL="7156" marR="7156" marT="650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391844"/>
                  </a:ext>
                </a:extLst>
              </a:tr>
              <a:tr h="10818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계정관리</a:t>
                      </a:r>
                      <a:r>
                        <a:rPr lang="en-US" altLang="ko-KR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/</a:t>
                      </a:r>
                      <a:r>
                        <a:rPr lang="ko-KR" altLang="en-US" sz="500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시큐어</a:t>
                      </a:r>
                      <a:r>
                        <a:rPr lang="en-US" altLang="ko-KR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OS</a:t>
                      </a:r>
                    </a:p>
                  </a:txBody>
                  <a:tcPr marL="7156" marR="7156" marT="650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245576"/>
                  </a:ext>
                </a:extLst>
              </a:tr>
              <a:tr h="10818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RedHat</a:t>
                      </a:r>
                    </a:p>
                  </a:txBody>
                  <a:tcPr marL="7156" marR="7156" marT="650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466837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6A32AB89-2592-9B57-F46F-D289F15590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0587547"/>
              </p:ext>
            </p:extLst>
          </p:nvPr>
        </p:nvGraphicFramePr>
        <p:xfrm>
          <a:off x="1704146" y="1193630"/>
          <a:ext cx="1069686" cy="1254942"/>
        </p:xfrm>
        <a:graphic>
          <a:graphicData uri="http://schemas.openxmlformats.org/drawingml/2006/table">
            <a:tbl>
              <a:tblPr/>
              <a:tblGrid>
                <a:gridCol w="1069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0818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kumimoji="0" lang="en-US" sz="5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K8S Master</a:t>
                      </a:r>
                    </a:p>
                  </a:txBody>
                  <a:tcPr marL="7156" marR="7156" marT="650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052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*Control Plane </a:t>
                      </a:r>
                      <a:r>
                        <a:rPr lang="en-US" sz="500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Componets</a:t>
                      </a:r>
                      <a:endParaRPr lang="en-US" sz="5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156" marR="7156" marT="650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270321"/>
                  </a:ext>
                </a:extLst>
              </a:tr>
              <a:tr h="10818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*System Pods</a:t>
                      </a:r>
                    </a:p>
                  </a:txBody>
                  <a:tcPr marL="7156" marR="7156" marT="650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8092760"/>
                  </a:ext>
                </a:extLst>
              </a:tr>
              <a:tr h="10818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500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kubelet</a:t>
                      </a:r>
                      <a:r>
                        <a:rPr 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/</a:t>
                      </a:r>
                      <a:r>
                        <a:rPr lang="en-US" sz="500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kube</a:t>
                      </a:r>
                      <a:r>
                        <a:rPr 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-proxy</a:t>
                      </a:r>
                    </a:p>
                  </a:txBody>
                  <a:tcPr marL="7156" marR="7156" marT="650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262989"/>
                  </a:ext>
                </a:extLst>
              </a:tr>
              <a:tr h="10818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500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kubeadm</a:t>
                      </a:r>
                      <a:endParaRPr lang="en-US" sz="5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156" marR="7156" marT="650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391844"/>
                  </a:ext>
                </a:extLst>
              </a:tr>
              <a:tr h="10818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Container Runtime</a:t>
                      </a:r>
                    </a:p>
                  </a:txBody>
                  <a:tcPr marL="7156" marR="7156" marT="650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245576"/>
                  </a:ext>
                </a:extLst>
              </a:tr>
              <a:tr h="10818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*운영관리</a:t>
                      </a:r>
                      <a:r>
                        <a:rPr lang="en-US" altLang="ko-KR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S/W</a:t>
                      </a:r>
                      <a:endParaRPr lang="ko-KR" altLang="en-US" sz="5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156" marR="7156" marT="650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466837"/>
                  </a:ext>
                </a:extLst>
              </a:tr>
              <a:tr h="10818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*보안관리</a:t>
                      </a:r>
                      <a:r>
                        <a:rPr 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S/W</a:t>
                      </a:r>
                    </a:p>
                  </a:txBody>
                  <a:tcPr marL="7156" marR="7156" marT="650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7561457"/>
                  </a:ext>
                </a:extLst>
              </a:tr>
              <a:tr h="10818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서버</a:t>
                      </a:r>
                      <a:r>
                        <a:rPr 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DLP</a:t>
                      </a:r>
                    </a:p>
                  </a:txBody>
                  <a:tcPr marL="7156" marR="7156" marT="650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6798945"/>
                  </a:ext>
                </a:extLst>
              </a:tr>
              <a:tr h="10818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계정관리</a:t>
                      </a:r>
                      <a:r>
                        <a:rPr lang="en-US" altLang="ko-KR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/</a:t>
                      </a:r>
                      <a:r>
                        <a:rPr lang="ko-KR" altLang="en-US" sz="500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시큐어</a:t>
                      </a:r>
                      <a:r>
                        <a:rPr lang="en-US" altLang="ko-KR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OS</a:t>
                      </a:r>
                    </a:p>
                  </a:txBody>
                  <a:tcPr marL="7156" marR="7156" marT="650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157521"/>
                  </a:ext>
                </a:extLst>
              </a:tr>
              <a:tr h="10818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RedHat</a:t>
                      </a:r>
                    </a:p>
                  </a:txBody>
                  <a:tcPr marL="7156" marR="7156" marT="650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694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C638014-ED8F-C953-F337-E003BC51FB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1538498"/>
              </p:ext>
            </p:extLst>
          </p:nvPr>
        </p:nvGraphicFramePr>
        <p:xfrm>
          <a:off x="2877127" y="1193630"/>
          <a:ext cx="1069686" cy="1190079"/>
        </p:xfrm>
        <a:graphic>
          <a:graphicData uri="http://schemas.openxmlformats.org/drawingml/2006/table">
            <a:tbl>
              <a:tblPr/>
              <a:tblGrid>
                <a:gridCol w="1069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0818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kumimoji="0" lang="en-US" sz="5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K8S CPU Worker</a:t>
                      </a:r>
                    </a:p>
                  </a:txBody>
                  <a:tcPr marL="7156" marR="7156" marT="650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18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Application Pods</a:t>
                      </a:r>
                    </a:p>
                  </a:txBody>
                  <a:tcPr marL="7156" marR="7156" marT="650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270321"/>
                  </a:ext>
                </a:extLst>
              </a:tr>
              <a:tr h="10818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*System Pods</a:t>
                      </a:r>
                    </a:p>
                  </a:txBody>
                  <a:tcPr marL="7156" marR="7156" marT="650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8092760"/>
                  </a:ext>
                </a:extLst>
              </a:tr>
              <a:tr h="10818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500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kubelet/kube-proxy</a:t>
                      </a:r>
                    </a:p>
                  </a:txBody>
                  <a:tcPr marL="7156" marR="7156" marT="650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262989"/>
                  </a:ext>
                </a:extLst>
              </a:tr>
              <a:tr h="10818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500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kubeadm</a:t>
                      </a:r>
                      <a:endParaRPr lang="en-US" sz="5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156" marR="7156" marT="650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391844"/>
                  </a:ext>
                </a:extLst>
              </a:tr>
              <a:tr h="10818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500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Container Runtime</a:t>
                      </a:r>
                    </a:p>
                  </a:txBody>
                  <a:tcPr marL="7156" marR="7156" marT="650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245576"/>
                  </a:ext>
                </a:extLst>
              </a:tr>
              <a:tr h="10818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*운영관리</a:t>
                      </a:r>
                      <a:r>
                        <a:rPr lang="en-US" altLang="ko-KR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S/W</a:t>
                      </a:r>
                      <a:endParaRPr lang="ko-KR" altLang="en-US" sz="5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156" marR="7156" marT="650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466837"/>
                  </a:ext>
                </a:extLst>
              </a:tr>
              <a:tr h="10818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*보안관리</a:t>
                      </a:r>
                      <a:r>
                        <a:rPr 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S/W</a:t>
                      </a:r>
                    </a:p>
                  </a:txBody>
                  <a:tcPr marL="7156" marR="7156" marT="650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7561457"/>
                  </a:ext>
                </a:extLst>
              </a:tr>
              <a:tr h="10818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서버</a:t>
                      </a:r>
                      <a:r>
                        <a:rPr 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DLP</a:t>
                      </a:r>
                    </a:p>
                  </a:txBody>
                  <a:tcPr marL="7156" marR="7156" marT="650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6798945"/>
                  </a:ext>
                </a:extLst>
              </a:tr>
              <a:tr h="10818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계정관리</a:t>
                      </a:r>
                      <a:r>
                        <a:rPr lang="en-US" altLang="ko-KR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/</a:t>
                      </a:r>
                      <a:r>
                        <a:rPr lang="ko-KR" altLang="en-US" sz="500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시큐어</a:t>
                      </a:r>
                      <a:r>
                        <a:rPr lang="en-US" altLang="ko-KR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OS</a:t>
                      </a:r>
                    </a:p>
                  </a:txBody>
                  <a:tcPr marL="7156" marR="7156" marT="650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3303512"/>
                  </a:ext>
                </a:extLst>
              </a:tr>
              <a:tr h="10818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RedHat</a:t>
                      </a:r>
                    </a:p>
                  </a:txBody>
                  <a:tcPr marL="7156" marR="7156" marT="650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9473069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0CE548D5-48F9-2080-4AD8-B271D14E01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5736551"/>
              </p:ext>
            </p:extLst>
          </p:nvPr>
        </p:nvGraphicFramePr>
        <p:xfrm>
          <a:off x="4050108" y="1193630"/>
          <a:ext cx="1069686" cy="1363131"/>
        </p:xfrm>
        <a:graphic>
          <a:graphicData uri="http://schemas.openxmlformats.org/drawingml/2006/table">
            <a:tbl>
              <a:tblPr/>
              <a:tblGrid>
                <a:gridCol w="1069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0818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kumimoji="0" lang="en-US" sz="5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K8S GPU Worker</a:t>
                      </a:r>
                    </a:p>
                  </a:txBody>
                  <a:tcPr marL="7156" marR="7156" marT="650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052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NVIDIA Container Toolkit</a:t>
                      </a:r>
                    </a:p>
                  </a:txBody>
                  <a:tcPr marL="7156" marR="7156" marT="650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270321"/>
                  </a:ext>
                </a:extLst>
              </a:tr>
              <a:tr h="10818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NVIDIA GPU Driver</a:t>
                      </a:r>
                    </a:p>
                  </a:txBody>
                  <a:tcPr marL="7156" marR="7156" marT="650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8092760"/>
                  </a:ext>
                </a:extLst>
              </a:tr>
              <a:tr h="10818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*System Pods</a:t>
                      </a:r>
                    </a:p>
                  </a:txBody>
                  <a:tcPr marL="7156" marR="7156" marT="650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262989"/>
                  </a:ext>
                </a:extLst>
              </a:tr>
              <a:tr h="10818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500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kubelet</a:t>
                      </a:r>
                      <a:r>
                        <a:rPr 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/</a:t>
                      </a:r>
                      <a:r>
                        <a:rPr lang="en-US" sz="500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kube</a:t>
                      </a:r>
                      <a:r>
                        <a:rPr 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-proxy</a:t>
                      </a:r>
                    </a:p>
                  </a:txBody>
                  <a:tcPr marL="7156" marR="7156" marT="650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391844"/>
                  </a:ext>
                </a:extLst>
              </a:tr>
              <a:tr h="10818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500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kubeadm</a:t>
                      </a:r>
                      <a:endParaRPr lang="en-US" sz="5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156" marR="7156" marT="650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245576"/>
                  </a:ext>
                </a:extLst>
              </a:tr>
              <a:tr h="10818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Container Runtime</a:t>
                      </a:r>
                    </a:p>
                  </a:txBody>
                  <a:tcPr marL="7156" marR="7156" marT="650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466837"/>
                  </a:ext>
                </a:extLst>
              </a:tr>
              <a:tr h="10818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*운영관리</a:t>
                      </a:r>
                      <a:r>
                        <a:rPr lang="en-US" altLang="ko-KR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S/W</a:t>
                      </a:r>
                      <a:endParaRPr lang="ko-KR" altLang="en-US" sz="5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156" marR="7156" marT="650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7561457"/>
                  </a:ext>
                </a:extLst>
              </a:tr>
              <a:tr h="10818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*보안관리</a:t>
                      </a:r>
                      <a:r>
                        <a:rPr 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S/W</a:t>
                      </a:r>
                    </a:p>
                  </a:txBody>
                  <a:tcPr marL="7156" marR="7156" marT="650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6798945"/>
                  </a:ext>
                </a:extLst>
              </a:tr>
              <a:tr h="10818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서버</a:t>
                      </a:r>
                      <a:r>
                        <a:rPr 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DLP</a:t>
                      </a:r>
                    </a:p>
                  </a:txBody>
                  <a:tcPr marL="7156" marR="7156" marT="650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3758691"/>
                  </a:ext>
                </a:extLst>
              </a:tr>
              <a:tr h="10818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계정관리</a:t>
                      </a:r>
                      <a:r>
                        <a:rPr lang="en-US" altLang="ko-KR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/</a:t>
                      </a:r>
                      <a:r>
                        <a:rPr lang="ko-KR" altLang="en-US" sz="500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시큐어</a:t>
                      </a:r>
                      <a:r>
                        <a:rPr lang="en-US" altLang="ko-KR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OS</a:t>
                      </a:r>
                    </a:p>
                  </a:txBody>
                  <a:tcPr marL="7156" marR="7156" marT="650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2005211"/>
                  </a:ext>
                </a:extLst>
              </a:tr>
              <a:tr h="10818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RedHat</a:t>
                      </a:r>
                    </a:p>
                  </a:txBody>
                  <a:tcPr marL="7156" marR="7156" marT="650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978072"/>
                  </a:ext>
                </a:extLst>
              </a:tr>
            </a:tbl>
          </a:graphicData>
        </a:graphic>
      </p:graphicFrame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31200227-1803-4299-946E-A0A41FFC33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033988"/>
              </p:ext>
            </p:extLst>
          </p:nvPr>
        </p:nvGraphicFramePr>
        <p:xfrm>
          <a:off x="5223089" y="1193630"/>
          <a:ext cx="1069686" cy="973701"/>
        </p:xfrm>
        <a:graphic>
          <a:graphicData uri="http://schemas.openxmlformats.org/drawingml/2006/table">
            <a:tbl>
              <a:tblPr/>
              <a:tblGrid>
                <a:gridCol w="1069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0818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kumimoji="0" lang="it-IT" sz="5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AI Agent Portal DB</a:t>
                      </a:r>
                    </a:p>
                  </a:txBody>
                  <a:tcPr marL="7156" marR="7156" marT="650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18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DBMS (Maria DB)</a:t>
                      </a:r>
                    </a:p>
                  </a:txBody>
                  <a:tcPr marL="7156" marR="7156" marT="650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5045468"/>
                  </a:ext>
                </a:extLst>
              </a:tr>
              <a:tr h="10818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*운영관리</a:t>
                      </a:r>
                      <a:r>
                        <a:rPr lang="en-US" altLang="ko-KR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S/W</a:t>
                      </a:r>
                      <a:endParaRPr lang="ko-KR" altLang="en-US" sz="5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156" marR="7156" marT="650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9835075"/>
                  </a:ext>
                </a:extLst>
              </a:tr>
              <a:tr h="10818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*보안관리</a:t>
                      </a:r>
                      <a:r>
                        <a:rPr 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S/W</a:t>
                      </a:r>
                    </a:p>
                  </a:txBody>
                  <a:tcPr marL="7156" marR="7156" marT="650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8309971"/>
                  </a:ext>
                </a:extLst>
              </a:tr>
              <a:tr h="10818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DB</a:t>
                      </a:r>
                      <a:r>
                        <a:rPr lang="ko-KR" alt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접근제어</a:t>
                      </a:r>
                    </a:p>
                  </a:txBody>
                  <a:tcPr marL="7156" marR="7156" marT="650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270321"/>
                  </a:ext>
                </a:extLst>
              </a:tr>
              <a:tr h="10818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DB</a:t>
                      </a:r>
                      <a:r>
                        <a:rPr lang="ko-KR" alt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암호화</a:t>
                      </a:r>
                    </a:p>
                  </a:txBody>
                  <a:tcPr marL="7156" marR="7156" marT="650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8092760"/>
                  </a:ext>
                </a:extLst>
              </a:tr>
              <a:tr h="10818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서버</a:t>
                      </a:r>
                      <a:r>
                        <a:rPr 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DLP</a:t>
                      </a:r>
                    </a:p>
                  </a:txBody>
                  <a:tcPr marL="7156" marR="7156" marT="650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262989"/>
                  </a:ext>
                </a:extLst>
              </a:tr>
              <a:tr h="10818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계정관리</a:t>
                      </a:r>
                      <a:r>
                        <a:rPr lang="en-US" altLang="ko-KR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/</a:t>
                      </a:r>
                      <a:r>
                        <a:rPr lang="ko-KR" altLang="en-US" sz="500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시큐어</a:t>
                      </a:r>
                      <a:r>
                        <a:rPr lang="en-US" altLang="ko-KR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OS</a:t>
                      </a:r>
                    </a:p>
                  </a:txBody>
                  <a:tcPr marL="7156" marR="7156" marT="650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391844"/>
                  </a:ext>
                </a:extLst>
              </a:tr>
              <a:tr h="10818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RedHat</a:t>
                      </a:r>
                    </a:p>
                  </a:txBody>
                  <a:tcPr marL="7156" marR="7156" marT="650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245576"/>
                  </a:ext>
                </a:extLst>
              </a:tr>
            </a:tbl>
          </a:graphicData>
        </a:graphic>
      </p:graphicFrame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B241241C-12E1-33AA-F71B-08F1B1FD96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9606288"/>
              </p:ext>
            </p:extLst>
          </p:nvPr>
        </p:nvGraphicFramePr>
        <p:xfrm>
          <a:off x="6396070" y="1193630"/>
          <a:ext cx="1069686" cy="757323"/>
        </p:xfrm>
        <a:graphic>
          <a:graphicData uri="http://schemas.openxmlformats.org/drawingml/2006/table">
            <a:tbl>
              <a:tblPr/>
              <a:tblGrid>
                <a:gridCol w="1069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0818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kumimoji="0" lang="it-IT" sz="5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AI Agent Meta DB</a:t>
                      </a:r>
                    </a:p>
                  </a:txBody>
                  <a:tcPr marL="7156" marR="7156" marT="650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18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STT</a:t>
                      </a:r>
                    </a:p>
                  </a:txBody>
                  <a:tcPr marL="7156" marR="7156" marT="650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73693"/>
                  </a:ext>
                </a:extLst>
              </a:tr>
              <a:tr h="10818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*운영관리</a:t>
                      </a:r>
                      <a:r>
                        <a:rPr lang="en-US" altLang="ko-KR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S/W</a:t>
                      </a:r>
                      <a:endParaRPr lang="ko-KR" altLang="en-US" sz="5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156" marR="7156" marT="650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270321"/>
                  </a:ext>
                </a:extLst>
              </a:tr>
              <a:tr h="10818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*보안관리</a:t>
                      </a:r>
                      <a:r>
                        <a:rPr 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S/W</a:t>
                      </a:r>
                    </a:p>
                  </a:txBody>
                  <a:tcPr marL="7156" marR="7156" marT="650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8092760"/>
                  </a:ext>
                </a:extLst>
              </a:tr>
              <a:tr h="10818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서버</a:t>
                      </a:r>
                      <a:r>
                        <a:rPr 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DLP</a:t>
                      </a:r>
                    </a:p>
                  </a:txBody>
                  <a:tcPr marL="7156" marR="7156" marT="650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262989"/>
                  </a:ext>
                </a:extLst>
              </a:tr>
              <a:tr h="10818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계정관리</a:t>
                      </a:r>
                      <a:r>
                        <a:rPr lang="en-US" altLang="ko-KR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/</a:t>
                      </a:r>
                      <a:r>
                        <a:rPr lang="ko-KR" altLang="en-US" sz="500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시큐어</a:t>
                      </a:r>
                      <a:r>
                        <a:rPr lang="en-US" altLang="ko-KR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OS</a:t>
                      </a:r>
                    </a:p>
                  </a:txBody>
                  <a:tcPr marL="7156" marR="7156" marT="650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391844"/>
                  </a:ext>
                </a:extLst>
              </a:tr>
              <a:tr h="10818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RedHat</a:t>
                      </a:r>
                    </a:p>
                  </a:txBody>
                  <a:tcPr marL="7156" marR="7156" marT="650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245576"/>
                  </a:ext>
                </a:extLst>
              </a:tr>
            </a:tbl>
          </a:graphicData>
        </a:graphic>
      </p:graphicFrame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3BC61048-FF2E-5AD6-8F60-163EFE7511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2631948"/>
              </p:ext>
            </p:extLst>
          </p:nvPr>
        </p:nvGraphicFramePr>
        <p:xfrm>
          <a:off x="7569051" y="1193630"/>
          <a:ext cx="1069686" cy="757323"/>
        </p:xfrm>
        <a:graphic>
          <a:graphicData uri="http://schemas.openxmlformats.org/drawingml/2006/table">
            <a:tbl>
              <a:tblPr/>
              <a:tblGrid>
                <a:gridCol w="1069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0818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kumimoji="0" lang="it-IT" sz="5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AI Agent STM DB</a:t>
                      </a:r>
                    </a:p>
                  </a:txBody>
                  <a:tcPr marL="7156" marR="7156" marT="650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18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Redis</a:t>
                      </a:r>
                    </a:p>
                  </a:txBody>
                  <a:tcPr marL="7156" marR="7156" marT="650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270321"/>
                  </a:ext>
                </a:extLst>
              </a:tr>
              <a:tr h="10818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*운영관리</a:t>
                      </a:r>
                      <a:r>
                        <a:rPr lang="en-US" altLang="ko-KR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S/W</a:t>
                      </a:r>
                      <a:endParaRPr lang="ko-KR" altLang="en-US" sz="5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156" marR="7156" marT="650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8092760"/>
                  </a:ext>
                </a:extLst>
              </a:tr>
              <a:tr h="10818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*보안관리</a:t>
                      </a:r>
                      <a:r>
                        <a:rPr 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S/W</a:t>
                      </a:r>
                    </a:p>
                  </a:txBody>
                  <a:tcPr marL="7156" marR="7156" marT="650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262989"/>
                  </a:ext>
                </a:extLst>
              </a:tr>
              <a:tr h="10818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서버</a:t>
                      </a:r>
                      <a:r>
                        <a:rPr 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DLP</a:t>
                      </a:r>
                    </a:p>
                  </a:txBody>
                  <a:tcPr marL="7156" marR="7156" marT="650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391844"/>
                  </a:ext>
                </a:extLst>
              </a:tr>
              <a:tr h="10818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계정관리</a:t>
                      </a:r>
                      <a:r>
                        <a:rPr lang="en-US" altLang="ko-KR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/</a:t>
                      </a:r>
                      <a:r>
                        <a:rPr lang="ko-KR" altLang="en-US" sz="500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시큐어</a:t>
                      </a:r>
                      <a:r>
                        <a:rPr lang="en-US" altLang="ko-KR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OS</a:t>
                      </a:r>
                    </a:p>
                  </a:txBody>
                  <a:tcPr marL="7156" marR="7156" marT="650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245576"/>
                  </a:ext>
                </a:extLst>
              </a:tr>
              <a:tr h="10818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RedHat</a:t>
                      </a:r>
                    </a:p>
                  </a:txBody>
                  <a:tcPr marL="7156" marR="7156" marT="650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466837"/>
                  </a:ext>
                </a:extLst>
              </a:tr>
            </a:tbl>
          </a:graphicData>
        </a:graphic>
      </p:graphicFrame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CCC76153-B16B-EAA4-8F2E-4AAC4F25CC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5660379"/>
              </p:ext>
            </p:extLst>
          </p:nvPr>
        </p:nvGraphicFramePr>
        <p:xfrm>
          <a:off x="10649454" y="1223643"/>
          <a:ext cx="1069686" cy="757323"/>
        </p:xfrm>
        <a:graphic>
          <a:graphicData uri="http://schemas.openxmlformats.org/drawingml/2006/table">
            <a:tbl>
              <a:tblPr/>
              <a:tblGrid>
                <a:gridCol w="1069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0818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kumimoji="0" lang="en-US" sz="5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API GW Cache </a:t>
                      </a:r>
                      <a:r>
                        <a:rPr kumimoji="0" lang="ko-KR" altLang="en-US" sz="5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서버 </a:t>
                      </a:r>
                      <a:r>
                        <a:rPr kumimoji="0" lang="en-US" altLang="ko-KR" sz="5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(1)</a:t>
                      </a:r>
                    </a:p>
                  </a:txBody>
                  <a:tcPr marL="7156" marR="7156" marT="650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18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Redis</a:t>
                      </a:r>
                    </a:p>
                  </a:txBody>
                  <a:tcPr marL="7156" marR="7156" marT="650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270321"/>
                  </a:ext>
                </a:extLst>
              </a:tr>
              <a:tr h="10818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*운영관리</a:t>
                      </a:r>
                      <a:r>
                        <a:rPr lang="en-US" altLang="ko-KR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S/W</a:t>
                      </a:r>
                      <a:endParaRPr lang="ko-KR" altLang="en-US" sz="5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156" marR="7156" marT="650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8092760"/>
                  </a:ext>
                </a:extLst>
              </a:tr>
              <a:tr h="10818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*보안관리</a:t>
                      </a:r>
                      <a:r>
                        <a:rPr 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S/W</a:t>
                      </a:r>
                    </a:p>
                  </a:txBody>
                  <a:tcPr marL="7156" marR="7156" marT="650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262989"/>
                  </a:ext>
                </a:extLst>
              </a:tr>
              <a:tr h="10818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서버</a:t>
                      </a:r>
                      <a:r>
                        <a:rPr 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DLP</a:t>
                      </a:r>
                    </a:p>
                  </a:txBody>
                  <a:tcPr marL="7156" marR="7156" marT="650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391844"/>
                  </a:ext>
                </a:extLst>
              </a:tr>
              <a:tr h="10818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계정관리</a:t>
                      </a:r>
                      <a:r>
                        <a:rPr lang="en-US" altLang="ko-KR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/</a:t>
                      </a:r>
                      <a:r>
                        <a:rPr lang="ko-KR" altLang="en-US" sz="500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시큐어</a:t>
                      </a:r>
                      <a:r>
                        <a:rPr lang="en-US" altLang="ko-KR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OS</a:t>
                      </a:r>
                    </a:p>
                  </a:txBody>
                  <a:tcPr marL="7156" marR="7156" marT="650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245576"/>
                  </a:ext>
                </a:extLst>
              </a:tr>
              <a:tr h="10818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RedHat</a:t>
                      </a:r>
                    </a:p>
                  </a:txBody>
                  <a:tcPr marL="7156" marR="7156" marT="650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466837"/>
                  </a:ext>
                </a:extLst>
              </a:tr>
            </a:tbl>
          </a:graphicData>
        </a:graphic>
      </p:graphicFrame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4AE06082-FADB-20BB-88A2-D69E5D96ED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5959305"/>
              </p:ext>
            </p:extLst>
          </p:nvPr>
        </p:nvGraphicFramePr>
        <p:xfrm>
          <a:off x="531165" y="3190342"/>
          <a:ext cx="1176655" cy="994847"/>
        </p:xfrm>
        <a:graphic>
          <a:graphicData uri="http://schemas.openxmlformats.org/drawingml/2006/table">
            <a:tbl>
              <a:tblPr/>
              <a:tblGrid>
                <a:gridCol w="1176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93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ko-KR" altLang="en-US" sz="6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범용 </a:t>
                      </a:r>
                      <a:r>
                        <a:rPr kumimoji="0" lang="en-US" altLang="ko-KR" sz="6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Agent </a:t>
                      </a:r>
                      <a:r>
                        <a:rPr kumimoji="0" lang="ko-KR" altLang="en-US" sz="6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웹 서비스 </a:t>
                      </a:r>
                      <a:r>
                        <a:rPr kumimoji="0" lang="en-US" altLang="ko-KR" sz="6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WEB</a:t>
                      </a:r>
                    </a:p>
                  </a:txBody>
                  <a:tcPr marL="7872" marR="7872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WEB (</a:t>
                      </a:r>
                      <a:r>
                        <a:rPr lang="en-US" sz="600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WebtoB</a:t>
                      </a: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7872" marR="7872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270321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*운영관리</a:t>
                      </a: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S/W</a:t>
                      </a:r>
                      <a:endParaRPr lang="ko-KR" altLang="en-US" sz="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872" marR="7872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8092760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*보안관리</a:t>
                      </a: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S/W</a:t>
                      </a:r>
                    </a:p>
                  </a:txBody>
                  <a:tcPr marL="7872" marR="7872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262989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서버</a:t>
                      </a: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DLP</a:t>
                      </a:r>
                    </a:p>
                  </a:txBody>
                  <a:tcPr marL="7872" marR="7872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391844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계정관리</a:t>
                      </a: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/</a:t>
                      </a:r>
                      <a:r>
                        <a:rPr lang="ko-KR" altLang="en-US" sz="600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시큐어</a:t>
                      </a: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OS</a:t>
                      </a:r>
                    </a:p>
                  </a:txBody>
                  <a:tcPr marL="7872" marR="7872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245576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RedHat</a:t>
                      </a:r>
                    </a:p>
                  </a:txBody>
                  <a:tcPr marL="7872" marR="7872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466837"/>
                  </a:ext>
                </a:extLst>
              </a:tr>
            </a:tbl>
          </a:graphicData>
        </a:graphic>
      </p:graphicFrame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B6B96BC9-73FA-A102-E5C6-2204C33ED0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7231866"/>
              </p:ext>
            </p:extLst>
          </p:nvPr>
        </p:nvGraphicFramePr>
        <p:xfrm>
          <a:off x="1910032" y="3190342"/>
          <a:ext cx="1176655" cy="994847"/>
        </p:xfrm>
        <a:graphic>
          <a:graphicData uri="http://schemas.openxmlformats.org/drawingml/2006/table">
            <a:tbl>
              <a:tblPr/>
              <a:tblGrid>
                <a:gridCol w="1176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93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ko-KR" altLang="en-US" sz="6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범용 </a:t>
                      </a:r>
                      <a:r>
                        <a:rPr kumimoji="0" lang="en-US" altLang="ko-KR" sz="6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Agent </a:t>
                      </a:r>
                      <a:r>
                        <a:rPr kumimoji="0" lang="ko-KR" altLang="en-US" sz="6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웹 서비스 </a:t>
                      </a:r>
                      <a:r>
                        <a:rPr kumimoji="0" lang="en-US" altLang="ko-KR" sz="6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WAS</a:t>
                      </a:r>
                    </a:p>
                  </a:txBody>
                  <a:tcPr marL="7872" marR="7872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WAS (JEUS)</a:t>
                      </a:r>
                    </a:p>
                  </a:txBody>
                  <a:tcPr marL="7872" marR="7872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270321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*운영관리</a:t>
                      </a: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S/W</a:t>
                      </a:r>
                      <a:endParaRPr lang="ko-KR" altLang="en-US" sz="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872" marR="7872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8092760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*보안관리</a:t>
                      </a: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S/W</a:t>
                      </a:r>
                    </a:p>
                  </a:txBody>
                  <a:tcPr marL="7872" marR="7872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262989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서버</a:t>
                      </a: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DLP</a:t>
                      </a:r>
                    </a:p>
                  </a:txBody>
                  <a:tcPr marL="7872" marR="7872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391844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계정관리</a:t>
                      </a: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/</a:t>
                      </a:r>
                      <a:r>
                        <a:rPr lang="ko-KR" altLang="en-US" sz="600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시큐어</a:t>
                      </a: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OS</a:t>
                      </a:r>
                    </a:p>
                  </a:txBody>
                  <a:tcPr marL="7872" marR="7872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245576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RedHat</a:t>
                      </a:r>
                    </a:p>
                  </a:txBody>
                  <a:tcPr marL="7872" marR="7872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466837"/>
                  </a:ext>
                </a:extLst>
              </a:tr>
            </a:tbl>
          </a:graphicData>
        </a:graphic>
      </p:graphicFrame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F682B924-9160-9713-8257-9D183D6995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2386300"/>
              </p:ext>
            </p:extLst>
          </p:nvPr>
        </p:nvGraphicFramePr>
        <p:xfrm>
          <a:off x="3288899" y="3190342"/>
          <a:ext cx="1176655" cy="994847"/>
        </p:xfrm>
        <a:graphic>
          <a:graphicData uri="http://schemas.openxmlformats.org/drawingml/2006/table">
            <a:tbl>
              <a:tblPr/>
              <a:tblGrid>
                <a:gridCol w="1176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93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ko-KR" altLang="en-US" sz="6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범용 </a:t>
                      </a:r>
                      <a:r>
                        <a:rPr kumimoji="0" lang="en-US" altLang="ko-KR" sz="6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Agent </a:t>
                      </a:r>
                      <a:r>
                        <a:rPr kumimoji="0" lang="ko-KR" altLang="en-US" sz="6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웹 서비스 </a:t>
                      </a:r>
                      <a:r>
                        <a:rPr kumimoji="0" lang="en-US" altLang="ko-KR" sz="6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Redis</a:t>
                      </a:r>
                    </a:p>
                  </a:txBody>
                  <a:tcPr marL="7872" marR="7872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REDIS</a:t>
                      </a:r>
                    </a:p>
                  </a:txBody>
                  <a:tcPr marL="7872" marR="7872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270321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*운영관리</a:t>
                      </a: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S/W</a:t>
                      </a:r>
                      <a:endParaRPr lang="ko-KR" altLang="en-US" sz="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872" marR="7872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8092760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*보안관리</a:t>
                      </a: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S/W</a:t>
                      </a:r>
                    </a:p>
                  </a:txBody>
                  <a:tcPr marL="7872" marR="7872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262989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서버</a:t>
                      </a: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DLP</a:t>
                      </a:r>
                    </a:p>
                  </a:txBody>
                  <a:tcPr marL="7872" marR="7872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391844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계정관리</a:t>
                      </a: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/</a:t>
                      </a:r>
                      <a:r>
                        <a:rPr lang="ko-KR" altLang="en-US" sz="600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시큐어</a:t>
                      </a: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OS</a:t>
                      </a:r>
                    </a:p>
                  </a:txBody>
                  <a:tcPr marL="7872" marR="7872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245576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RedHat</a:t>
                      </a:r>
                    </a:p>
                  </a:txBody>
                  <a:tcPr marL="7872" marR="7872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466837"/>
                  </a:ext>
                </a:extLst>
              </a:tr>
            </a:tbl>
          </a:graphicData>
        </a:graphic>
      </p:graphicFrame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C14765EA-ED84-39ED-3AD9-42E77D3AA2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7743508"/>
              </p:ext>
            </p:extLst>
          </p:nvPr>
        </p:nvGraphicFramePr>
        <p:xfrm>
          <a:off x="4667766" y="3190342"/>
          <a:ext cx="1176655" cy="1256665"/>
        </p:xfrm>
        <a:graphic>
          <a:graphicData uri="http://schemas.openxmlformats.org/drawingml/2006/table">
            <a:tbl>
              <a:tblPr/>
              <a:tblGrid>
                <a:gridCol w="1176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9393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kumimoji="0" lang="ko-KR" altLang="en-US" sz="6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범용 </a:t>
                      </a:r>
                      <a:r>
                        <a:rPr kumimoji="0" lang="en-US" altLang="ko-KR" sz="6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Agent </a:t>
                      </a:r>
                      <a:r>
                        <a:rPr kumimoji="0" lang="ko-KR" altLang="en-US" sz="6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웹 서비스 </a:t>
                      </a:r>
                      <a:r>
                        <a:rPr kumimoji="0" lang="en-US" altLang="ko-KR" sz="6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DB</a:t>
                      </a:r>
                    </a:p>
                  </a:txBody>
                  <a:tcPr marL="7872" marR="7872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DBMS (</a:t>
                      </a:r>
                      <a:r>
                        <a:rPr lang="en-US" sz="600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Tibero</a:t>
                      </a: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7872" marR="7872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270321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*운영관리</a:t>
                      </a: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S/W</a:t>
                      </a:r>
                      <a:endParaRPr lang="ko-KR" altLang="en-US" sz="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872" marR="7872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8092760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*보안관리</a:t>
                      </a: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S/W</a:t>
                      </a:r>
                    </a:p>
                  </a:txBody>
                  <a:tcPr marL="7872" marR="7872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262989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DB</a:t>
                      </a: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접근제어</a:t>
                      </a:r>
                    </a:p>
                  </a:txBody>
                  <a:tcPr marL="7872" marR="7872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391844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DB</a:t>
                      </a: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암호화</a:t>
                      </a:r>
                    </a:p>
                  </a:txBody>
                  <a:tcPr marL="7872" marR="7872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245576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서버</a:t>
                      </a: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DLP</a:t>
                      </a:r>
                    </a:p>
                  </a:txBody>
                  <a:tcPr marL="7872" marR="7872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466837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계정관리</a:t>
                      </a: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/</a:t>
                      </a:r>
                      <a:r>
                        <a:rPr lang="ko-KR" altLang="en-US" sz="600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시큐어</a:t>
                      </a: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OS</a:t>
                      </a:r>
                    </a:p>
                  </a:txBody>
                  <a:tcPr marL="7872" marR="7872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7561457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RedHat</a:t>
                      </a:r>
                    </a:p>
                  </a:txBody>
                  <a:tcPr marL="7872" marR="7872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6798945"/>
                  </a:ext>
                </a:extLst>
              </a:tr>
            </a:tbl>
          </a:graphicData>
        </a:graphic>
      </p:graphicFrame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6906581B-034B-E059-CB1B-4BBECC0DD0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4302992"/>
              </p:ext>
            </p:extLst>
          </p:nvPr>
        </p:nvGraphicFramePr>
        <p:xfrm>
          <a:off x="532789" y="4229407"/>
          <a:ext cx="1176655" cy="747444"/>
        </p:xfrm>
        <a:graphic>
          <a:graphicData uri="http://schemas.openxmlformats.org/drawingml/2006/table">
            <a:tbl>
              <a:tblPr/>
              <a:tblGrid>
                <a:gridCol w="1176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732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ko-KR" sz="5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AI PB </a:t>
                      </a:r>
                      <a:r>
                        <a:rPr kumimoji="0" lang="ko-KR" altLang="en-US" sz="500" b="0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대고객</a:t>
                      </a:r>
                      <a:r>
                        <a:rPr kumimoji="0" lang="ko-KR" altLang="en-US" sz="5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 서비스 </a:t>
                      </a:r>
                      <a:r>
                        <a:rPr kumimoji="0" lang="en-US" altLang="ko-KR" sz="5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WEB</a:t>
                      </a:r>
                    </a:p>
                  </a:txBody>
                  <a:tcPr marL="7872" marR="7872" marT="5914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354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WEB (</a:t>
                      </a:r>
                      <a:r>
                        <a:rPr lang="en-US" sz="500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WebtoB</a:t>
                      </a:r>
                      <a:r>
                        <a:rPr 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7872" marR="7872" marT="5914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270321"/>
                  </a:ext>
                </a:extLst>
              </a:tr>
              <a:tr h="98354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*운영관리</a:t>
                      </a:r>
                      <a:r>
                        <a:rPr lang="en-US" altLang="ko-KR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S/W</a:t>
                      </a:r>
                      <a:endParaRPr lang="ko-KR" altLang="en-US" sz="5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872" marR="7872" marT="5914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8092760"/>
                  </a:ext>
                </a:extLst>
              </a:tr>
              <a:tr h="98354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*보안관리</a:t>
                      </a:r>
                      <a:r>
                        <a:rPr 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S/W</a:t>
                      </a:r>
                    </a:p>
                  </a:txBody>
                  <a:tcPr marL="7872" marR="7872" marT="5914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262989"/>
                  </a:ext>
                </a:extLst>
              </a:tr>
              <a:tr h="98354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서버</a:t>
                      </a:r>
                      <a:r>
                        <a:rPr 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DLP</a:t>
                      </a:r>
                    </a:p>
                  </a:txBody>
                  <a:tcPr marL="7872" marR="7872" marT="5914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391844"/>
                  </a:ext>
                </a:extLst>
              </a:tr>
              <a:tr h="98354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계정관리</a:t>
                      </a:r>
                      <a:r>
                        <a:rPr lang="en-US" altLang="ko-KR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/</a:t>
                      </a:r>
                      <a:r>
                        <a:rPr lang="ko-KR" altLang="en-US" sz="500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시큐어</a:t>
                      </a:r>
                      <a:r>
                        <a:rPr lang="en-US" altLang="ko-KR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OS</a:t>
                      </a:r>
                    </a:p>
                  </a:txBody>
                  <a:tcPr marL="7872" marR="7872" marT="5914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245576"/>
                  </a:ext>
                </a:extLst>
              </a:tr>
              <a:tr h="98354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RedHat</a:t>
                      </a:r>
                    </a:p>
                  </a:txBody>
                  <a:tcPr marL="7872" marR="7872" marT="5914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466837"/>
                  </a:ext>
                </a:extLst>
              </a:tr>
            </a:tbl>
          </a:graphicData>
        </a:graphic>
      </p:graphicFrame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9679F4F3-3A84-D5B7-5C1A-766C6170DF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6288223"/>
              </p:ext>
            </p:extLst>
          </p:nvPr>
        </p:nvGraphicFramePr>
        <p:xfrm>
          <a:off x="1910032" y="4228561"/>
          <a:ext cx="1176655" cy="747444"/>
        </p:xfrm>
        <a:graphic>
          <a:graphicData uri="http://schemas.openxmlformats.org/drawingml/2006/table">
            <a:tbl>
              <a:tblPr/>
              <a:tblGrid>
                <a:gridCol w="1176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732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ko-KR" sz="5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AI PB </a:t>
                      </a:r>
                      <a:r>
                        <a:rPr kumimoji="0" lang="ko-KR" altLang="en-US" sz="500" b="0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대고객</a:t>
                      </a:r>
                      <a:r>
                        <a:rPr kumimoji="0" lang="ko-KR" altLang="en-US" sz="5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 서비스 </a:t>
                      </a:r>
                      <a:r>
                        <a:rPr kumimoji="0" lang="en-US" altLang="ko-KR" sz="5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WAS</a:t>
                      </a:r>
                    </a:p>
                  </a:txBody>
                  <a:tcPr marL="7872" marR="7872" marT="5914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354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WAS (JEUS)</a:t>
                      </a:r>
                    </a:p>
                  </a:txBody>
                  <a:tcPr marL="7872" marR="7872" marT="5914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270321"/>
                  </a:ext>
                </a:extLst>
              </a:tr>
              <a:tr h="98354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*운영관리</a:t>
                      </a:r>
                      <a:r>
                        <a:rPr lang="en-US" altLang="ko-KR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S/W</a:t>
                      </a:r>
                      <a:endParaRPr lang="ko-KR" altLang="en-US" sz="5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872" marR="7872" marT="5914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8092760"/>
                  </a:ext>
                </a:extLst>
              </a:tr>
              <a:tr h="98354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*보안관리</a:t>
                      </a:r>
                      <a:r>
                        <a:rPr 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S/W</a:t>
                      </a:r>
                    </a:p>
                  </a:txBody>
                  <a:tcPr marL="7872" marR="7872" marT="5914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262989"/>
                  </a:ext>
                </a:extLst>
              </a:tr>
              <a:tr h="98354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서버</a:t>
                      </a:r>
                      <a:r>
                        <a:rPr 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DLP</a:t>
                      </a:r>
                    </a:p>
                  </a:txBody>
                  <a:tcPr marL="7872" marR="7872" marT="5914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391844"/>
                  </a:ext>
                </a:extLst>
              </a:tr>
              <a:tr h="98354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계정관리</a:t>
                      </a:r>
                      <a:r>
                        <a:rPr lang="en-US" altLang="ko-KR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/</a:t>
                      </a:r>
                      <a:r>
                        <a:rPr lang="ko-KR" altLang="en-US" sz="500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시큐어</a:t>
                      </a:r>
                      <a:r>
                        <a:rPr lang="en-US" altLang="ko-KR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OS</a:t>
                      </a:r>
                    </a:p>
                  </a:txBody>
                  <a:tcPr marL="7872" marR="7872" marT="5914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245576"/>
                  </a:ext>
                </a:extLst>
              </a:tr>
              <a:tr h="98354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5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RedHat</a:t>
                      </a:r>
                    </a:p>
                  </a:txBody>
                  <a:tcPr marL="7872" marR="7872" marT="5914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466837"/>
                  </a:ext>
                </a:extLst>
              </a:tr>
            </a:tbl>
          </a:graphicData>
        </a:graphic>
      </p:graphicFrame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43ABC923-0E39-6A0F-86F4-523E5C6544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5894054"/>
              </p:ext>
            </p:extLst>
          </p:nvPr>
        </p:nvGraphicFramePr>
        <p:xfrm>
          <a:off x="7425498" y="3190342"/>
          <a:ext cx="1176655" cy="994847"/>
        </p:xfrm>
        <a:graphic>
          <a:graphicData uri="http://schemas.openxmlformats.org/drawingml/2006/table">
            <a:tbl>
              <a:tblPr/>
              <a:tblGrid>
                <a:gridCol w="1176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93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6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AI PB </a:t>
                      </a:r>
                      <a:r>
                        <a:rPr kumimoji="0" lang="ko-KR" altLang="en-US" sz="600" b="0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대고객</a:t>
                      </a:r>
                      <a:r>
                        <a:rPr kumimoji="0" lang="ko-KR" altLang="en-US" sz="6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 서비스 </a:t>
                      </a:r>
                      <a:r>
                        <a:rPr kumimoji="0" lang="en-US" sz="6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Redis</a:t>
                      </a:r>
                    </a:p>
                  </a:txBody>
                  <a:tcPr marL="7872" marR="7872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REDIS</a:t>
                      </a:r>
                    </a:p>
                  </a:txBody>
                  <a:tcPr marL="7872" marR="7872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270321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*운영관리</a:t>
                      </a: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S/W</a:t>
                      </a:r>
                      <a:endParaRPr lang="ko-KR" altLang="en-US" sz="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872" marR="7872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8092760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*보안관리</a:t>
                      </a: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S/W</a:t>
                      </a:r>
                    </a:p>
                  </a:txBody>
                  <a:tcPr marL="7872" marR="7872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262989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서버</a:t>
                      </a: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DLP</a:t>
                      </a:r>
                    </a:p>
                  </a:txBody>
                  <a:tcPr marL="7872" marR="7872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391844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계정관리</a:t>
                      </a: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/</a:t>
                      </a:r>
                      <a:r>
                        <a:rPr lang="ko-KR" altLang="en-US" sz="600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시큐어</a:t>
                      </a: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OS</a:t>
                      </a:r>
                    </a:p>
                  </a:txBody>
                  <a:tcPr marL="7872" marR="7872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245576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RedHat</a:t>
                      </a:r>
                    </a:p>
                  </a:txBody>
                  <a:tcPr marL="7872" marR="7872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466837"/>
                  </a:ext>
                </a:extLst>
              </a:tr>
            </a:tbl>
          </a:graphicData>
        </a:graphic>
      </p:graphicFrame>
      <p:graphicFrame>
        <p:nvGraphicFramePr>
          <p:cNvPr id="39" name="표 38">
            <a:extLst>
              <a:ext uri="{FF2B5EF4-FFF2-40B4-BE49-F238E27FC236}">
                <a16:creationId xmlns:a16="http://schemas.microsoft.com/office/drawing/2014/main" id="{E0C3C358-9A64-380F-5CB7-1488591AC2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368776"/>
              </p:ext>
            </p:extLst>
          </p:nvPr>
        </p:nvGraphicFramePr>
        <p:xfrm>
          <a:off x="6046633" y="3190342"/>
          <a:ext cx="1176655" cy="1178181"/>
        </p:xfrm>
        <a:graphic>
          <a:graphicData uri="http://schemas.openxmlformats.org/drawingml/2006/table">
            <a:tbl>
              <a:tblPr/>
              <a:tblGrid>
                <a:gridCol w="1176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09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ko-KR" sz="6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AI PB </a:t>
                      </a:r>
                      <a:r>
                        <a:rPr kumimoji="0" lang="ko-KR" altLang="en-US" sz="600" b="0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대고객</a:t>
                      </a:r>
                      <a:r>
                        <a:rPr kumimoji="0" lang="ko-KR" altLang="en-US" sz="6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 서비스 </a:t>
                      </a:r>
                      <a:r>
                        <a:rPr kumimoji="0" lang="en-US" altLang="ko-KR" sz="6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DB</a:t>
                      </a:r>
                    </a:p>
                  </a:txBody>
                  <a:tcPr marL="7872" marR="7872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DBMS (</a:t>
                      </a:r>
                      <a:r>
                        <a:rPr lang="en-US" sz="600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Tibero</a:t>
                      </a: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7872" marR="7872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270321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*운영관리</a:t>
                      </a: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S/W</a:t>
                      </a:r>
                      <a:endParaRPr lang="ko-KR" altLang="en-US" sz="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872" marR="7872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8092760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*보안관리</a:t>
                      </a: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S/W</a:t>
                      </a:r>
                    </a:p>
                  </a:txBody>
                  <a:tcPr marL="7872" marR="7872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262989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DB</a:t>
                      </a: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접근제어</a:t>
                      </a:r>
                    </a:p>
                  </a:txBody>
                  <a:tcPr marL="7872" marR="7872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391844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600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DB</a:t>
                      </a:r>
                      <a:r>
                        <a:rPr lang="ko-KR" altLang="en-US" sz="600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암호화</a:t>
                      </a:r>
                    </a:p>
                  </a:txBody>
                  <a:tcPr marL="7872" marR="7872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245576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서버</a:t>
                      </a: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DLP</a:t>
                      </a:r>
                    </a:p>
                  </a:txBody>
                  <a:tcPr marL="7872" marR="7872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466837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ko-KR" alt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계정관리</a:t>
                      </a: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/</a:t>
                      </a:r>
                      <a:r>
                        <a:rPr lang="ko-KR" altLang="en-US" sz="600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시큐어</a:t>
                      </a:r>
                      <a:r>
                        <a:rPr lang="en-US" altLang="ko-KR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OS</a:t>
                      </a:r>
                    </a:p>
                  </a:txBody>
                  <a:tcPr marL="7872" marR="7872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7561457"/>
                  </a:ext>
                </a:extLst>
              </a:tr>
              <a:tr h="130909">
                <a:tc>
                  <a:txBody>
                    <a:bodyPr/>
                    <a:lstStyle/>
                    <a:p>
                      <a:pPr marL="0" algn="ctr" defTabSz="1395553" rtl="0" eaLnBrk="1" fontAlgn="ctr" latinLnBrk="1" hangingPunct="1">
                        <a:buNone/>
                      </a:pPr>
                      <a:r>
                        <a:rPr lang="en-US" sz="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RedHat</a:t>
                      </a:r>
                    </a:p>
                  </a:txBody>
                  <a:tcPr marL="7872" marR="7872" marT="787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6798945"/>
                  </a:ext>
                </a:extLst>
              </a:tr>
            </a:tbl>
          </a:graphicData>
        </a:graphic>
      </p:graphicFrame>
      <p:sp>
        <p:nvSpPr>
          <p:cNvPr id="45" name="모서리가 둥근 사각형 설명선[R] 44">
            <a:extLst>
              <a:ext uri="{FF2B5EF4-FFF2-40B4-BE49-F238E27FC236}">
                <a16:creationId xmlns:a16="http://schemas.microsoft.com/office/drawing/2014/main" id="{6BF869B4-D86A-A0D8-7720-8E840B8C4B9A}"/>
              </a:ext>
            </a:extLst>
          </p:cNvPr>
          <p:cNvSpPr/>
          <p:nvPr/>
        </p:nvSpPr>
        <p:spPr bwMode="auto">
          <a:xfrm>
            <a:off x="5457115" y="1672651"/>
            <a:ext cx="2556710" cy="809176"/>
          </a:xfrm>
          <a:prstGeom prst="wedgeRoundRectCallout">
            <a:avLst>
              <a:gd name="adj1" fmla="val -53617"/>
              <a:gd name="adj2" fmla="val 36404"/>
              <a:gd name="adj3" fmla="val 16667"/>
            </a:avLst>
          </a:prstGeom>
          <a:solidFill>
            <a:schemeClr val="bg2">
              <a:lumMod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95350" latinLnBrk="0">
              <a:spcAft>
                <a:spcPts val="600"/>
              </a:spcAft>
              <a:buSzPct val="120000"/>
            </a:pPr>
            <a:r>
              <a:rPr kumimoji="1" lang="ko-KR" altLang="en-US" sz="1300" b="1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개발 </a:t>
            </a:r>
            <a:r>
              <a:rPr kumimoji="1" lang="en-US" altLang="ko-KR" sz="1300" b="1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SW </a:t>
            </a:r>
            <a:r>
              <a:rPr kumimoji="1" lang="ko-KR" altLang="en-US" sz="1300" b="1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구성도 작성</a:t>
            </a:r>
          </a:p>
        </p:txBody>
      </p:sp>
    </p:spTree>
    <p:extLst>
      <p:ext uri="{BB962C8B-B14F-4D97-AF65-F5344CB8AC3E}">
        <p14:creationId xmlns:p14="http://schemas.microsoft.com/office/powerpoint/2010/main" val="41967468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11">
            <a:extLst>
              <a:ext uri="{FF2B5EF4-FFF2-40B4-BE49-F238E27FC236}">
                <a16:creationId xmlns:a16="http://schemas.microsoft.com/office/drawing/2014/main" id="{A15487ED-F434-E922-8421-26EA4FCE1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Table</a:t>
            </a:r>
            <a:r>
              <a:rPr lang="ko-KR" altLang="en-US" dirty="0"/>
              <a:t> </a:t>
            </a:r>
            <a:r>
              <a:rPr lang="en-US" altLang="ko-KR" dirty="0"/>
              <a:t>Of</a:t>
            </a:r>
            <a:r>
              <a:rPr lang="ko-KR" altLang="en-US" dirty="0"/>
              <a:t> </a:t>
            </a:r>
            <a:r>
              <a:rPr lang="en-US" altLang="ko-KR" dirty="0"/>
              <a:t>Content</a:t>
            </a:r>
            <a:endParaRPr lang="ko-KR" altLang="en-US" dirty="0"/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C3B9EB2E-9819-673C-5EF7-2A904B2CF4C3}"/>
              </a:ext>
            </a:extLst>
          </p:cNvPr>
          <p:cNvSpPr/>
          <p:nvPr/>
        </p:nvSpPr>
        <p:spPr>
          <a:xfrm>
            <a:off x="4114800" y="1554480"/>
            <a:ext cx="27432" cy="347472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F55D29A8-D657-B8C9-9C80-48BDD461477F}"/>
              </a:ext>
            </a:extLst>
          </p:cNvPr>
          <p:cNvSpPr/>
          <p:nvPr/>
        </p:nvSpPr>
        <p:spPr>
          <a:xfrm>
            <a:off x="4114800" y="1554480"/>
            <a:ext cx="4114800" cy="27432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BFDDFD1D-DF01-28B1-2B81-B1ADDE5876EB}"/>
              </a:ext>
            </a:extLst>
          </p:cNvPr>
          <p:cNvSpPr/>
          <p:nvPr/>
        </p:nvSpPr>
        <p:spPr>
          <a:xfrm>
            <a:off x="4297680" y="17373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B9B9B"/>
                </a:solidFill>
                <a:latin typeface="+mj-lt"/>
                <a:cs typeface="Arial" pitchFamily="34" charset="-120"/>
              </a:rPr>
              <a:t>1. </a:t>
            </a:r>
            <a:r>
              <a:rPr lang="en-US" sz="1400" dirty="0" err="1">
                <a:solidFill>
                  <a:srgbClr val="9B9B9B"/>
                </a:solidFill>
                <a:latin typeface="+mj-lt"/>
                <a:cs typeface="Arial" pitchFamily="34" charset="-120"/>
              </a:rPr>
              <a:t>개요</a:t>
            </a:r>
            <a:endParaRPr lang="en-US" sz="1400" dirty="0">
              <a:solidFill>
                <a:srgbClr val="9B9B9B"/>
              </a:solidFill>
              <a:latin typeface="+mj-lt"/>
              <a:cs typeface="Arial" pitchFamily="34" charset="-120"/>
            </a:endParaRPr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873D0C2D-62A6-10C3-94DC-D93EDFAB3A40}"/>
              </a:ext>
            </a:extLst>
          </p:cNvPr>
          <p:cNvSpPr/>
          <p:nvPr/>
        </p:nvSpPr>
        <p:spPr>
          <a:xfrm>
            <a:off x="4297680" y="22860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B9B9B"/>
                </a:solidFill>
                <a:latin typeface="+mj-lt"/>
                <a:cs typeface="Arial" pitchFamily="34" charset="-120"/>
              </a:rPr>
              <a:t>2. </a:t>
            </a:r>
            <a:r>
              <a:rPr lang="en-US" altLang="ko-KR" sz="1400" dirty="0" err="1">
                <a:solidFill>
                  <a:srgbClr val="9B9B9B"/>
                </a:solidFill>
                <a:latin typeface="+mj-lt"/>
                <a:cs typeface="Arial" pitchFamily="34" charset="-120"/>
              </a:rPr>
              <a:t>시스템</a:t>
            </a:r>
            <a:r>
              <a:rPr lang="en-US" altLang="ko-KR" sz="1400" dirty="0">
                <a:solidFill>
                  <a:srgbClr val="9B9B9B"/>
                </a:solidFill>
                <a:latin typeface="+mj-lt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rgbClr val="9B9B9B"/>
                </a:solidFill>
                <a:latin typeface="+mj-lt"/>
                <a:cs typeface="Arial" pitchFamily="34" charset="-120"/>
              </a:rPr>
              <a:t>아키텍처</a:t>
            </a:r>
            <a:endParaRPr lang="en-US" sz="1400" dirty="0">
              <a:solidFill>
                <a:srgbClr val="9B9B9B"/>
              </a:solidFill>
              <a:latin typeface="+mj-lt"/>
              <a:cs typeface="Arial" pitchFamily="34" charset="-120"/>
            </a:endParaRPr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735DB218-7AAA-BA62-BFA5-8924345C63DC}"/>
              </a:ext>
            </a:extLst>
          </p:cNvPr>
          <p:cNvSpPr/>
          <p:nvPr/>
        </p:nvSpPr>
        <p:spPr>
          <a:xfrm>
            <a:off x="4297680" y="2834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Malgun Gothic" panose="020B0503020000020004" pitchFamily="34" charset="-127"/>
                <a:ea typeface="Malgun Gothic" panose="020B0503020000020004" pitchFamily="34" charset="-127"/>
                <a:cs typeface="Arial" pitchFamily="34" charset="-120"/>
              </a:rPr>
              <a:t>3. </a:t>
            </a:r>
            <a:r>
              <a:rPr lang="ko-KR" altLang="en-US" sz="1400" b="1" dirty="0">
                <a:latin typeface="Malgun Gothic" panose="020B0503020000020004" pitchFamily="34" charset="-127"/>
                <a:ea typeface="Malgun Gothic" panose="020B0503020000020004" pitchFamily="34" charset="-127"/>
                <a:cs typeface="Arial" pitchFamily="34" charset="-120"/>
              </a:rPr>
              <a:t>어플리케이션</a:t>
            </a:r>
            <a:r>
              <a:rPr lang="en-US" sz="1400" b="1" dirty="0">
                <a:latin typeface="Malgun Gothic" panose="020B0503020000020004" pitchFamily="34" charset="-127"/>
                <a:ea typeface="Malgun Gothic" panose="020B0503020000020004" pitchFamily="34" charset="-127"/>
                <a:cs typeface="Arial" pitchFamily="34" charset="-120"/>
              </a:rPr>
              <a:t> </a:t>
            </a:r>
            <a:r>
              <a:rPr lang="en-US" sz="1400" b="1" dirty="0" err="1">
                <a:latin typeface="Malgun Gothic" panose="020B0503020000020004" pitchFamily="34" charset="-127"/>
                <a:ea typeface="Malgun Gothic" panose="020B0503020000020004" pitchFamily="34" charset="-127"/>
                <a:cs typeface="Arial" pitchFamily="34" charset="-120"/>
              </a:rPr>
              <a:t>아키텍처</a:t>
            </a:r>
            <a:endParaRPr lang="en-US" sz="1400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E0003075-2095-AF8D-D8F6-65E8508BC714}"/>
              </a:ext>
            </a:extLst>
          </p:cNvPr>
          <p:cNvSpPr/>
          <p:nvPr/>
        </p:nvSpPr>
        <p:spPr>
          <a:xfrm>
            <a:off x="4297680" y="3383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B9B9B"/>
                </a:solidFill>
                <a:latin typeface="+mj-lt"/>
                <a:cs typeface="Arial" pitchFamily="34" charset="-120"/>
              </a:rPr>
              <a:t>4. </a:t>
            </a:r>
            <a:r>
              <a:rPr lang="ko-KR" altLang="en-US" sz="1400" dirty="0">
                <a:solidFill>
                  <a:srgbClr val="9B9B9B"/>
                </a:solidFill>
                <a:latin typeface="+mj-lt"/>
                <a:cs typeface="Arial" pitchFamily="34" charset="-120"/>
              </a:rPr>
              <a:t>인터페이스 아키텍처</a:t>
            </a:r>
            <a:endParaRPr lang="en-US" sz="1400" dirty="0">
              <a:solidFill>
                <a:srgbClr val="9B9B9B"/>
              </a:solidFill>
              <a:latin typeface="+mj-lt"/>
              <a:cs typeface="Arial" pitchFamily="34" charset="-120"/>
            </a:endParaRPr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D7910883-0F3E-A5F7-BAC3-3309F91097CA}"/>
              </a:ext>
            </a:extLst>
          </p:cNvPr>
          <p:cNvSpPr/>
          <p:nvPr/>
        </p:nvSpPr>
        <p:spPr>
          <a:xfrm>
            <a:off x="4297680" y="39319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B9B9B"/>
                </a:solidFill>
                <a:latin typeface="+mj-lt"/>
                <a:ea typeface="Arial" pitchFamily="34" charset="-122"/>
                <a:cs typeface="Arial" pitchFamily="34" charset="-120"/>
              </a:rPr>
              <a:t>5. </a:t>
            </a:r>
            <a:r>
              <a:rPr lang="ko-KR" altLang="en-US" sz="1400" dirty="0">
                <a:solidFill>
                  <a:srgbClr val="9B9B9B"/>
                </a:solidFill>
                <a:latin typeface="+mj-lt"/>
                <a:cs typeface="Arial" pitchFamily="34" charset="-120"/>
              </a:rPr>
              <a:t>데이터 및 보안 아키텍처</a:t>
            </a:r>
            <a:endParaRPr lang="en-US" sz="1400" dirty="0">
              <a:latin typeface="+mj-lt"/>
            </a:endParaRPr>
          </a:p>
        </p:txBody>
      </p:sp>
      <p:sp>
        <p:nvSpPr>
          <p:cNvPr id="2" name="Text 8">
            <a:extLst>
              <a:ext uri="{FF2B5EF4-FFF2-40B4-BE49-F238E27FC236}">
                <a16:creationId xmlns:a16="http://schemas.microsoft.com/office/drawing/2014/main" id="{7439392A-9F3D-331E-919F-77B3CC9B2C11}"/>
              </a:ext>
            </a:extLst>
          </p:cNvPr>
          <p:cNvSpPr/>
          <p:nvPr/>
        </p:nvSpPr>
        <p:spPr>
          <a:xfrm>
            <a:off x="4297680" y="44805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B9B9B"/>
                </a:solidFill>
                <a:latin typeface="+mj-lt"/>
                <a:ea typeface="Arial" pitchFamily="34" charset="-122"/>
                <a:cs typeface="Arial" pitchFamily="34" charset="-120"/>
              </a:rPr>
              <a:t>6. </a:t>
            </a:r>
            <a:r>
              <a:rPr lang="ko-KR" altLang="en-US" sz="1400" dirty="0">
                <a:solidFill>
                  <a:srgbClr val="9B9B9B"/>
                </a:solidFill>
                <a:latin typeface="+mj-lt"/>
                <a:ea typeface="Arial" pitchFamily="34" charset="-122"/>
                <a:cs typeface="Arial" pitchFamily="34" charset="-120"/>
              </a:rPr>
              <a:t>운영 및 모니터링</a:t>
            </a:r>
            <a:endParaRPr lang="en-US" sz="1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387163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59B618-C2C2-5537-A41C-6C80F7051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3.1</a:t>
            </a:r>
            <a:r>
              <a:rPr kumimoji="1" lang="ko-KR" altLang="en-US" dirty="0"/>
              <a:t> 어플리케이션 전체 구성도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B59475-945D-4749-A4A1-E0E92D1BE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047" y="504827"/>
            <a:ext cx="8639908" cy="294777"/>
          </a:xfrm>
        </p:spPr>
        <p:txBody>
          <a:bodyPr/>
          <a:lstStyle/>
          <a:p>
            <a:r>
              <a:rPr kumimoji="1" lang="ko-KR" altLang="en-US" dirty="0"/>
              <a:t>프로젝트의 비즈니스 업무에 대해 영역별로 분류하여 전체 구성을 표현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C979164-F009-9C00-17E3-3CEE9D304F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dirty="0"/>
              <a:t>3.</a:t>
            </a:r>
            <a:r>
              <a:rPr kumimoji="1" lang="ko-KR" altLang="en-US" dirty="0"/>
              <a:t> 어플리케이션 아키텍처</a:t>
            </a:r>
          </a:p>
        </p:txBody>
      </p:sp>
      <p:grpSp>
        <p:nvGrpSpPr>
          <p:cNvPr id="651" name="그룹 650">
            <a:extLst>
              <a:ext uri="{FF2B5EF4-FFF2-40B4-BE49-F238E27FC236}">
                <a16:creationId xmlns:a16="http://schemas.microsoft.com/office/drawing/2014/main" id="{ACB43126-766D-96FA-1F6E-4903C971CD97}"/>
              </a:ext>
            </a:extLst>
          </p:cNvPr>
          <p:cNvGrpSpPr/>
          <p:nvPr/>
        </p:nvGrpSpPr>
        <p:grpSpPr>
          <a:xfrm>
            <a:off x="336885" y="799605"/>
            <a:ext cx="8386010" cy="4121312"/>
            <a:chOff x="314417" y="2265597"/>
            <a:chExt cx="6768000" cy="4790841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5660410E-51C4-750C-254A-7CDB97907E70}"/>
                </a:ext>
              </a:extLst>
            </p:cNvPr>
            <p:cNvSpPr/>
            <p:nvPr/>
          </p:nvSpPr>
          <p:spPr>
            <a:xfrm>
              <a:off x="314417" y="2455770"/>
              <a:ext cx="1067290" cy="1461600"/>
            </a:xfrm>
            <a:prstGeom prst="rect">
              <a:avLst/>
            </a:prstGeom>
            <a:solidFill>
              <a:srgbClr val="DDE1E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pc="-30">
                <a:ln>
                  <a:solidFill>
                    <a:srgbClr val="0099FF">
                      <a:alpha val="0"/>
                    </a:srgbClr>
                  </a:solidFill>
                </a:ln>
                <a:solidFill>
                  <a:schemeClr val="lt1"/>
                </a:solidFill>
              </a:endParaRPr>
            </a:p>
          </p:txBody>
        </p:sp>
        <p:grpSp>
          <p:nvGrpSpPr>
            <p:cNvPr id="907" name="그룹 906">
              <a:extLst>
                <a:ext uri="{FF2B5EF4-FFF2-40B4-BE49-F238E27FC236}">
                  <a16:creationId xmlns:a16="http://schemas.microsoft.com/office/drawing/2014/main" id="{E1725ED1-AF58-6342-9D7F-B4BCB5F1EE46}"/>
                </a:ext>
              </a:extLst>
            </p:cNvPr>
            <p:cNvGrpSpPr/>
            <p:nvPr/>
          </p:nvGrpSpPr>
          <p:grpSpPr>
            <a:xfrm>
              <a:off x="1607820" y="2455771"/>
              <a:ext cx="5474597" cy="4600667"/>
              <a:chOff x="1511486" y="2455771"/>
              <a:chExt cx="5570931" cy="4600667"/>
            </a:xfrm>
          </p:grpSpPr>
          <p:sp>
            <p:nvSpPr>
              <p:cNvPr id="908" name="직사각형 907">
                <a:extLst>
                  <a:ext uri="{FF2B5EF4-FFF2-40B4-BE49-F238E27FC236}">
                    <a16:creationId xmlns:a16="http://schemas.microsoft.com/office/drawing/2014/main" id="{71A57E55-8B0D-17B5-2860-22CEEE592FCB}"/>
                  </a:ext>
                </a:extLst>
              </p:cNvPr>
              <p:cNvSpPr/>
              <p:nvPr/>
            </p:nvSpPr>
            <p:spPr>
              <a:xfrm>
                <a:off x="1511486" y="2455771"/>
                <a:ext cx="5570931" cy="4600667"/>
              </a:xfrm>
              <a:prstGeom prst="rect">
                <a:avLst/>
              </a:prstGeom>
              <a:solidFill>
                <a:srgbClr val="F1F3F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pc="-3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lt1"/>
                  </a:solidFill>
                </a:endParaRPr>
              </a:p>
            </p:txBody>
          </p:sp>
          <p:sp>
            <p:nvSpPr>
              <p:cNvPr id="909" name="직사각형 908">
                <a:extLst>
                  <a:ext uri="{FF2B5EF4-FFF2-40B4-BE49-F238E27FC236}">
                    <a16:creationId xmlns:a16="http://schemas.microsoft.com/office/drawing/2014/main" id="{E3112B42-BBE1-5C71-F700-867E74B68720}"/>
                  </a:ext>
                </a:extLst>
              </p:cNvPr>
              <p:cNvSpPr/>
              <p:nvPr/>
            </p:nvSpPr>
            <p:spPr>
              <a:xfrm>
                <a:off x="1511486" y="2455772"/>
                <a:ext cx="5570931" cy="288000"/>
              </a:xfrm>
              <a:prstGeom prst="rect">
                <a:avLst/>
              </a:prstGeom>
              <a:solidFill>
                <a:srgbClr val="9CA5AC"/>
              </a:solidFill>
            </p:spPr>
            <p:txBody>
              <a:bodyPr wrap="square" lIns="0" tIns="0" rIns="0" bIns="0" anchor="ctr">
                <a:noAutofit/>
              </a:bodyPr>
              <a:lstStyle/>
              <a:p>
                <a:pPr algn="ctr" defTabSz="914400" fontAlgn="base">
                  <a:spcBef>
                    <a:spcPts val="1000"/>
                  </a:spcBef>
                  <a:spcAft>
                    <a:spcPct val="0"/>
                  </a:spcAft>
                </a:pPr>
                <a:r>
                  <a:rPr kumimoji="1" lang="ko-KR" altLang="en-US" sz="1300" spc="-3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그룹 공동 클라우드</a:t>
                </a:r>
                <a:endParaRPr kumimoji="1" lang="en-US" altLang="ko-KR" sz="1300" spc="-3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</p:grpSp>
        <p:sp>
          <p:nvSpPr>
            <p:cNvPr id="910" name="직사각형 909">
              <a:extLst>
                <a:ext uri="{FF2B5EF4-FFF2-40B4-BE49-F238E27FC236}">
                  <a16:creationId xmlns:a16="http://schemas.microsoft.com/office/drawing/2014/main" id="{160A8377-4974-537E-F684-779B769B6585}"/>
                </a:ext>
              </a:extLst>
            </p:cNvPr>
            <p:cNvSpPr/>
            <p:nvPr/>
          </p:nvSpPr>
          <p:spPr>
            <a:xfrm>
              <a:off x="314417" y="2455772"/>
              <a:ext cx="1067290" cy="288000"/>
            </a:xfrm>
            <a:prstGeom prst="rect">
              <a:avLst/>
            </a:prstGeom>
            <a:solidFill>
              <a:srgbClr val="9CA5AC"/>
            </a:solidFill>
          </p:spPr>
          <p:txBody>
            <a:bodyPr wrap="square" lIns="0" tIns="0" rIns="0" bIns="0" anchor="ctr">
              <a:noAutofit/>
            </a:bodyPr>
            <a:lstStyle/>
            <a:p>
              <a:pPr algn="ctr" defTabSz="914400" fontAlgn="base">
                <a:spcBef>
                  <a:spcPts val="1000"/>
                </a:spcBef>
                <a:spcAft>
                  <a:spcPct val="0"/>
                </a:spcAft>
              </a:pPr>
              <a:r>
                <a:rPr kumimoji="1" lang="en-US" altLang="ko-KR" sz="1300" spc="-3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</a:t>
              </a:r>
              <a:r>
                <a:rPr kumimoji="1" lang="ko-KR" altLang="en-US" sz="1300" spc="-3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고객 센터</a:t>
              </a:r>
            </a:p>
          </p:txBody>
        </p:sp>
        <p:sp>
          <p:nvSpPr>
            <p:cNvPr id="911" name="직사각형 910">
              <a:extLst>
                <a:ext uri="{FF2B5EF4-FFF2-40B4-BE49-F238E27FC236}">
                  <a16:creationId xmlns:a16="http://schemas.microsoft.com/office/drawing/2014/main" id="{0D773BA0-952C-EA8B-7A7B-F91F63CC3D54}"/>
                </a:ext>
              </a:extLst>
            </p:cNvPr>
            <p:cNvSpPr/>
            <p:nvPr/>
          </p:nvSpPr>
          <p:spPr>
            <a:xfrm>
              <a:off x="383596" y="2810163"/>
              <a:ext cx="938828" cy="24718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C7CED2"/>
              </a:solidFill>
              <a:miter lim="800000"/>
              <a:headEnd type="none" w="sm" len="sm"/>
              <a:tailEnd type="none" w="sm" len="sm"/>
            </a:ln>
          </p:spPr>
          <p:txBody>
            <a:bodyPr lIns="0" tIns="0" rIns="0" bIns="0" anchor="ctr" anchorCtr="0"/>
            <a:lstStyle/>
            <a:p>
              <a:pPr algn="ctr" defTabSz="762000" eaLnBrk="0" hangingPunct="0"/>
              <a:r>
                <a:rPr lang="ko-KR" altLang="en-US" sz="1000" spc="-3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상담</a:t>
              </a:r>
              <a:r>
                <a:rPr lang="en-US" altLang="ko-KR" sz="1000" spc="-3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AP</a:t>
              </a:r>
              <a:endParaRPr lang="ko-KR" altLang="en-US" sz="1000" spc="-30">
                <a:ln>
                  <a:solidFill>
                    <a:srgbClr val="0099FF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912" name="직사각형 911">
              <a:extLst>
                <a:ext uri="{FF2B5EF4-FFF2-40B4-BE49-F238E27FC236}">
                  <a16:creationId xmlns:a16="http://schemas.microsoft.com/office/drawing/2014/main" id="{679738B5-721A-5051-CDE1-A502C748B907}"/>
                </a:ext>
              </a:extLst>
            </p:cNvPr>
            <p:cNvSpPr/>
            <p:nvPr/>
          </p:nvSpPr>
          <p:spPr>
            <a:xfrm>
              <a:off x="373725" y="3107935"/>
              <a:ext cx="938828" cy="24718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C7CED2"/>
              </a:solidFill>
              <a:miter lim="800000"/>
              <a:headEnd type="none" w="sm" len="sm"/>
              <a:tailEnd type="none" w="sm" len="sm"/>
            </a:ln>
          </p:spPr>
          <p:txBody>
            <a:bodyPr lIns="0" tIns="0" rIns="0" bIns="0" anchor="ctr" anchorCtr="0"/>
            <a:lstStyle/>
            <a:p>
              <a:pPr algn="ctr" defTabSz="762000" eaLnBrk="0" hangingPunct="0"/>
              <a:r>
                <a:rPr lang="ko-KR" altLang="en-US" sz="1000" spc="-30" err="1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상담봇</a:t>
              </a:r>
              <a:r>
                <a:rPr lang="en-US" altLang="ko-KR" sz="1000" spc="-3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/</a:t>
              </a:r>
              <a:r>
                <a:rPr lang="ko-KR" altLang="en-US" sz="1000" spc="-30" err="1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챗봇</a:t>
              </a:r>
              <a:endParaRPr lang="ko-KR" altLang="en-US" sz="1000" spc="-30">
                <a:ln>
                  <a:solidFill>
                    <a:srgbClr val="0099FF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913" name="직사각형 912">
              <a:extLst>
                <a:ext uri="{FF2B5EF4-FFF2-40B4-BE49-F238E27FC236}">
                  <a16:creationId xmlns:a16="http://schemas.microsoft.com/office/drawing/2014/main" id="{BB7D7FDF-7203-E07C-DFB0-482697790CE7}"/>
                </a:ext>
              </a:extLst>
            </p:cNvPr>
            <p:cNvSpPr/>
            <p:nvPr/>
          </p:nvSpPr>
          <p:spPr>
            <a:xfrm>
              <a:off x="373702" y="3405707"/>
              <a:ext cx="683574" cy="44105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C7CED2"/>
              </a:solidFill>
              <a:miter lim="800000"/>
              <a:headEnd type="none" w="sm" len="sm"/>
              <a:tailEnd type="none" w="sm" len="sm"/>
            </a:ln>
          </p:spPr>
          <p:txBody>
            <a:bodyPr lIns="0" tIns="0" rIns="0" bIns="0" anchor="ctr" anchorCtr="0"/>
            <a:lstStyle/>
            <a:p>
              <a:pPr algn="ctr" defTabSz="762000" eaLnBrk="0" hangingPunct="0"/>
              <a:r>
                <a:rPr lang="en-US" altLang="ko-KR" sz="1000" spc="-3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CTI / IVR</a:t>
              </a:r>
              <a:br>
                <a:rPr lang="en-US" altLang="ko-KR" sz="1000" spc="-3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</a:br>
              <a:r>
                <a:rPr lang="en-US" altLang="ko-KR" sz="1000" spc="-3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/ PBX</a:t>
              </a:r>
              <a:endParaRPr lang="ko-KR" altLang="en-US" sz="1000" spc="-30">
                <a:ln>
                  <a:solidFill>
                    <a:srgbClr val="0099FF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914" name="직사각형 913">
              <a:extLst>
                <a:ext uri="{FF2B5EF4-FFF2-40B4-BE49-F238E27FC236}">
                  <a16:creationId xmlns:a16="http://schemas.microsoft.com/office/drawing/2014/main" id="{7F34A3A8-C31C-9F88-D431-FFDB427D8FEE}"/>
                </a:ext>
              </a:extLst>
            </p:cNvPr>
            <p:cNvSpPr/>
            <p:nvPr/>
          </p:nvSpPr>
          <p:spPr>
            <a:xfrm>
              <a:off x="314417" y="3949697"/>
              <a:ext cx="1067290" cy="442672"/>
            </a:xfrm>
            <a:prstGeom prst="rect">
              <a:avLst/>
            </a:prstGeom>
            <a:solidFill>
              <a:srgbClr val="DDE1E3"/>
            </a:solidFill>
            <a:ln w="3175">
              <a:solidFill>
                <a:srgbClr val="C7CED2"/>
              </a:solidFill>
              <a:miter lim="800000"/>
              <a:headEnd type="none" w="sm" len="sm"/>
              <a:tailEnd type="none" w="sm" len="sm"/>
            </a:ln>
          </p:spPr>
          <p:txBody>
            <a:bodyPr lIns="0" tIns="0" rIns="0" bIns="0" anchor="ctr" anchorCtr="0"/>
            <a:lstStyle/>
            <a:p>
              <a:pPr algn="ctr" defTabSz="762000" eaLnBrk="0" hangingPunct="0"/>
              <a:r>
                <a:rPr lang="ko-KR" altLang="en-US" sz="1000" spc="-3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민원관리</a:t>
              </a:r>
              <a:br>
                <a:rPr lang="en-US" altLang="ko-KR" sz="1000" spc="-3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</a:br>
              <a:r>
                <a:rPr lang="ko-KR" altLang="en-US" sz="1000" spc="-3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시스템</a:t>
              </a:r>
            </a:p>
          </p:txBody>
        </p:sp>
        <p:grpSp>
          <p:nvGrpSpPr>
            <p:cNvPr id="915" name="그룹 914">
              <a:extLst>
                <a:ext uri="{FF2B5EF4-FFF2-40B4-BE49-F238E27FC236}">
                  <a16:creationId xmlns:a16="http://schemas.microsoft.com/office/drawing/2014/main" id="{0BE30F10-87AD-F673-FE33-C6A503B49ACB}"/>
                </a:ext>
              </a:extLst>
            </p:cNvPr>
            <p:cNvGrpSpPr/>
            <p:nvPr/>
          </p:nvGrpSpPr>
          <p:grpSpPr>
            <a:xfrm>
              <a:off x="314417" y="5296048"/>
              <a:ext cx="1067290" cy="1760390"/>
              <a:chOff x="314417" y="4711848"/>
              <a:chExt cx="1067290" cy="1760390"/>
            </a:xfrm>
          </p:grpSpPr>
          <p:sp>
            <p:nvSpPr>
              <p:cNvPr id="916" name="직사각형 915">
                <a:extLst>
                  <a:ext uri="{FF2B5EF4-FFF2-40B4-BE49-F238E27FC236}">
                    <a16:creationId xmlns:a16="http://schemas.microsoft.com/office/drawing/2014/main" id="{29A9B355-2E3D-E6B7-606A-ED1605C0B978}"/>
                  </a:ext>
                </a:extLst>
              </p:cNvPr>
              <p:cNvSpPr/>
              <p:nvPr/>
            </p:nvSpPr>
            <p:spPr>
              <a:xfrm>
                <a:off x="314417" y="4711848"/>
                <a:ext cx="1067290" cy="1760390"/>
              </a:xfrm>
              <a:prstGeom prst="rect">
                <a:avLst/>
              </a:prstGeom>
              <a:solidFill>
                <a:srgbClr val="F1F3F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pc="-30">
                  <a:ln>
                    <a:solidFill>
                      <a:srgbClr val="0099FF">
                        <a:alpha val="0"/>
                      </a:srgbClr>
                    </a:solidFill>
                  </a:ln>
                </a:endParaRPr>
              </a:p>
            </p:txBody>
          </p:sp>
          <p:sp>
            <p:nvSpPr>
              <p:cNvPr id="917" name="직사각형 916">
                <a:extLst>
                  <a:ext uri="{FF2B5EF4-FFF2-40B4-BE49-F238E27FC236}">
                    <a16:creationId xmlns:a16="http://schemas.microsoft.com/office/drawing/2014/main" id="{C7590FAD-37FE-4716-53E9-0E72E2E38C93}"/>
                  </a:ext>
                </a:extLst>
              </p:cNvPr>
              <p:cNvSpPr/>
              <p:nvPr/>
            </p:nvSpPr>
            <p:spPr>
              <a:xfrm>
                <a:off x="314417" y="4711850"/>
                <a:ext cx="1067290" cy="288000"/>
              </a:xfrm>
              <a:prstGeom prst="rect">
                <a:avLst/>
              </a:prstGeom>
              <a:solidFill>
                <a:srgbClr val="9CA5AC"/>
              </a:solidFill>
            </p:spPr>
            <p:txBody>
              <a:bodyPr wrap="square" lIns="0" tIns="0" rIns="0" bIns="0" anchor="ctr">
                <a:noAutofit/>
              </a:bodyPr>
              <a:lstStyle/>
              <a:p>
                <a:pPr algn="ctr" defTabSz="914400" fontAlgn="base">
                  <a:spcBef>
                    <a:spcPts val="1000"/>
                  </a:spcBef>
                  <a:spcAft>
                    <a:spcPct val="0"/>
                  </a:spcAft>
                </a:pPr>
                <a:r>
                  <a:rPr kumimoji="1" lang="en-US" altLang="ko-KR" sz="1300" spc="-3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 Legacy</a:t>
                </a:r>
              </a:p>
            </p:txBody>
          </p:sp>
          <p:sp>
            <p:nvSpPr>
              <p:cNvPr id="918" name="직사각형 917">
                <a:extLst>
                  <a:ext uri="{FF2B5EF4-FFF2-40B4-BE49-F238E27FC236}">
                    <a16:creationId xmlns:a16="http://schemas.microsoft.com/office/drawing/2014/main" id="{5EB99669-0550-37D2-005B-5FCF95F86505}"/>
                  </a:ext>
                </a:extLst>
              </p:cNvPr>
              <p:cNvSpPr/>
              <p:nvPr/>
            </p:nvSpPr>
            <p:spPr>
              <a:xfrm>
                <a:off x="383596" y="5066241"/>
                <a:ext cx="938828" cy="247189"/>
              </a:xfrm>
              <a:prstGeom prst="rect">
                <a:avLst/>
              </a:prstGeom>
              <a:solidFill>
                <a:srgbClr val="DDE1E3"/>
              </a:solidFill>
              <a:ln w="3175">
                <a:solidFill>
                  <a:srgbClr val="C7CED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lIns="0" tIns="0" rIns="0" bIns="0" anchor="ctr" anchorCtr="0"/>
              <a:lstStyle/>
              <a:p>
                <a:pPr algn="ctr" defTabSz="762000" eaLnBrk="0" hangingPunct="0"/>
                <a:r>
                  <a:rPr lang="ko-KR" altLang="en-US" sz="1000" spc="-30" err="1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계정계</a:t>
                </a:r>
                <a:endParaRPr lang="ko-KR" altLang="en-US" sz="1000" spc="-3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919" name="직사각형 918">
                <a:extLst>
                  <a:ext uri="{FF2B5EF4-FFF2-40B4-BE49-F238E27FC236}">
                    <a16:creationId xmlns:a16="http://schemas.microsoft.com/office/drawing/2014/main" id="{A922C842-8383-5BB2-2245-1F9D60D524D6}"/>
                  </a:ext>
                </a:extLst>
              </p:cNvPr>
              <p:cNvSpPr/>
              <p:nvPr/>
            </p:nvSpPr>
            <p:spPr>
              <a:xfrm>
                <a:off x="373725" y="5364013"/>
                <a:ext cx="938828" cy="247189"/>
              </a:xfrm>
              <a:prstGeom prst="rect">
                <a:avLst/>
              </a:prstGeom>
              <a:solidFill>
                <a:srgbClr val="DDE1E3"/>
              </a:solidFill>
              <a:ln w="3175">
                <a:solidFill>
                  <a:srgbClr val="C7CED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lIns="0" tIns="0" rIns="0" bIns="0" anchor="ctr" anchorCtr="0"/>
              <a:lstStyle/>
              <a:p>
                <a:pPr algn="ctr" defTabSz="762000" eaLnBrk="0" hangingPunct="0"/>
                <a:r>
                  <a:rPr lang="ko-KR" altLang="en-US" sz="1000" spc="-3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정보계</a:t>
                </a:r>
              </a:p>
            </p:txBody>
          </p:sp>
          <p:sp>
            <p:nvSpPr>
              <p:cNvPr id="920" name="직사각형 919">
                <a:extLst>
                  <a:ext uri="{FF2B5EF4-FFF2-40B4-BE49-F238E27FC236}">
                    <a16:creationId xmlns:a16="http://schemas.microsoft.com/office/drawing/2014/main" id="{047C4AD5-D49E-742B-6451-A0933C36C5AC}"/>
                  </a:ext>
                </a:extLst>
              </p:cNvPr>
              <p:cNvSpPr/>
              <p:nvPr/>
            </p:nvSpPr>
            <p:spPr>
              <a:xfrm>
                <a:off x="383596" y="5661785"/>
                <a:ext cx="938828" cy="24718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7CED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lIns="0" tIns="0" rIns="0" bIns="0" anchor="ctr" anchorCtr="0"/>
              <a:lstStyle/>
              <a:p>
                <a:pPr algn="ctr" defTabSz="762000" eaLnBrk="0" hangingPunct="0"/>
                <a:r>
                  <a:rPr lang="ko-KR" altLang="en-US" sz="1000" spc="-3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비정형 데이터</a:t>
                </a:r>
              </a:p>
            </p:txBody>
          </p:sp>
          <p:sp>
            <p:nvSpPr>
              <p:cNvPr id="921" name="직사각형 920">
                <a:extLst>
                  <a:ext uri="{FF2B5EF4-FFF2-40B4-BE49-F238E27FC236}">
                    <a16:creationId xmlns:a16="http://schemas.microsoft.com/office/drawing/2014/main" id="{123FC880-C699-4282-85AF-1710B706B54A}"/>
                  </a:ext>
                </a:extLst>
              </p:cNvPr>
              <p:cNvSpPr/>
              <p:nvPr/>
            </p:nvSpPr>
            <p:spPr>
              <a:xfrm>
                <a:off x="373725" y="5959556"/>
                <a:ext cx="938828" cy="4428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7CED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lIns="0" tIns="0" rIns="0" bIns="0" anchor="ctr" anchorCtr="0"/>
              <a:lstStyle/>
              <a:p>
                <a:pPr algn="ctr" defTabSz="762000" eaLnBrk="0" hangingPunct="0"/>
                <a:r>
                  <a:rPr lang="ko-KR" altLang="en-US" sz="1000" spc="-3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외부 데이터</a:t>
                </a:r>
              </a:p>
              <a:p>
                <a:pPr algn="ctr" defTabSz="762000" eaLnBrk="0" hangingPunct="0"/>
                <a:r>
                  <a:rPr lang="en-US" altLang="ko-KR" sz="1000" spc="-3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(</a:t>
                </a:r>
                <a:r>
                  <a:rPr lang="ko-KR" altLang="en-US" sz="1000" spc="-30" err="1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금감원</a:t>
                </a:r>
                <a:r>
                  <a:rPr lang="en-US" altLang="ko-KR" sz="1000" spc="-3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, </a:t>
                </a:r>
                <a:r>
                  <a:rPr lang="ko-KR" altLang="en-US" sz="1000" spc="-3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뉴스 등</a:t>
                </a:r>
                <a:r>
                  <a:rPr lang="en-US" altLang="ko-KR" sz="1000" spc="-3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)</a:t>
                </a:r>
              </a:p>
            </p:txBody>
          </p:sp>
        </p:grpSp>
        <p:sp>
          <p:nvSpPr>
            <p:cNvPr id="922" name="직사각형 921">
              <a:extLst>
                <a:ext uri="{FF2B5EF4-FFF2-40B4-BE49-F238E27FC236}">
                  <a16:creationId xmlns:a16="http://schemas.microsoft.com/office/drawing/2014/main" id="{6080454E-2EC3-E291-89E4-58F84ED8A53A}"/>
                </a:ext>
              </a:extLst>
            </p:cNvPr>
            <p:cNvSpPr/>
            <p:nvPr/>
          </p:nvSpPr>
          <p:spPr>
            <a:xfrm>
              <a:off x="1679975" y="2810164"/>
              <a:ext cx="453224" cy="317800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C7CED2"/>
              </a:solidFill>
              <a:miter lim="800000"/>
              <a:headEnd type="none" w="sm" len="sm"/>
              <a:tailEnd type="none" w="sm" len="sm"/>
            </a:ln>
          </p:spPr>
          <p:txBody>
            <a:bodyPr vert="horz" lIns="0" tIns="0" rIns="0" bIns="0" anchor="ctr" anchorCtr="0"/>
            <a:lstStyle/>
            <a:p>
              <a:pPr algn="ctr" defTabSz="762000" eaLnBrk="0" hangingPunct="0"/>
              <a:r>
                <a:rPr lang="en-US" altLang="ko-KR" sz="1000" spc="-3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MCP</a:t>
              </a:r>
            </a:p>
          </p:txBody>
        </p:sp>
        <p:sp>
          <p:nvSpPr>
            <p:cNvPr id="923" name="직사각형 922">
              <a:extLst>
                <a:ext uri="{FF2B5EF4-FFF2-40B4-BE49-F238E27FC236}">
                  <a16:creationId xmlns:a16="http://schemas.microsoft.com/office/drawing/2014/main" id="{B76B7539-0AD0-2FC1-1878-CCCCA18DDE87}"/>
                </a:ext>
              </a:extLst>
            </p:cNvPr>
            <p:cNvSpPr/>
            <p:nvPr/>
          </p:nvSpPr>
          <p:spPr>
            <a:xfrm>
              <a:off x="6557038" y="2810164"/>
              <a:ext cx="453224" cy="202819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C7CED2"/>
              </a:solidFill>
              <a:miter lim="800000"/>
              <a:headEnd type="none" w="sm" len="sm"/>
              <a:tailEnd type="none" w="sm" len="sm"/>
            </a:ln>
          </p:spPr>
          <p:txBody>
            <a:bodyPr vert="horz" lIns="0" tIns="0" rIns="0" bIns="0" anchor="ctr" anchorCtr="0"/>
            <a:lstStyle/>
            <a:p>
              <a:pPr algn="ctr" defTabSz="762000" eaLnBrk="0" hangingPunct="0"/>
              <a:r>
                <a:rPr lang="en-US" altLang="ko-KR" sz="1000" spc="-3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KMS</a:t>
              </a:r>
            </a:p>
            <a:p>
              <a:pPr algn="ctr" defTabSz="762000" eaLnBrk="0" hangingPunct="0"/>
              <a:r>
                <a:rPr lang="en-US" altLang="ko-KR" sz="1000" spc="-3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(</a:t>
              </a:r>
              <a:r>
                <a:rPr lang="ko-KR" altLang="en-US" sz="1000" spc="-3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신규</a:t>
              </a:r>
              <a:r>
                <a:rPr lang="en-US" altLang="ko-KR" sz="1000" spc="-3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)</a:t>
              </a:r>
            </a:p>
          </p:txBody>
        </p:sp>
        <p:sp>
          <p:nvSpPr>
            <p:cNvPr id="924" name="직사각형 923">
              <a:extLst>
                <a:ext uri="{FF2B5EF4-FFF2-40B4-BE49-F238E27FC236}">
                  <a16:creationId xmlns:a16="http://schemas.microsoft.com/office/drawing/2014/main" id="{EA4E626E-C0A1-93F3-4F55-52F9622CD659}"/>
                </a:ext>
              </a:extLst>
            </p:cNvPr>
            <p:cNvSpPr/>
            <p:nvPr/>
          </p:nvSpPr>
          <p:spPr>
            <a:xfrm>
              <a:off x="2421710" y="2816259"/>
              <a:ext cx="3846817" cy="2016000"/>
            </a:xfrm>
            <a:prstGeom prst="rect">
              <a:avLst/>
            </a:prstGeom>
            <a:solidFill>
              <a:srgbClr val="98A1B7"/>
            </a:solidFill>
            <a:ln w="3175">
              <a:solidFill>
                <a:srgbClr val="98A1B7"/>
              </a:solidFill>
              <a:miter lim="800000"/>
              <a:headEnd type="none" w="sm" len="sm"/>
              <a:tailEnd type="none" w="sm" len="sm"/>
            </a:ln>
          </p:spPr>
          <p:txBody>
            <a:bodyPr lIns="0" tIns="54000" rIns="0" bIns="0" anchor="t"/>
            <a:lstStyle/>
            <a:p>
              <a:pPr algn="ctr" defTabSz="762000" eaLnBrk="0" hangingPunct="0"/>
              <a:r>
                <a:rPr lang="ko-KR" altLang="en-US" sz="1200" spc="-3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고객상담</a:t>
              </a:r>
            </a:p>
          </p:txBody>
        </p:sp>
        <p:grpSp>
          <p:nvGrpSpPr>
            <p:cNvPr id="925" name="그룹 924">
              <a:extLst>
                <a:ext uri="{FF2B5EF4-FFF2-40B4-BE49-F238E27FC236}">
                  <a16:creationId xmlns:a16="http://schemas.microsoft.com/office/drawing/2014/main" id="{68331986-FB15-6B56-EF7C-C39212F1E0CB}"/>
                </a:ext>
              </a:extLst>
            </p:cNvPr>
            <p:cNvGrpSpPr/>
            <p:nvPr/>
          </p:nvGrpSpPr>
          <p:grpSpPr>
            <a:xfrm>
              <a:off x="4217613" y="3115108"/>
              <a:ext cx="1981505" cy="1655999"/>
              <a:chOff x="4198802" y="3191308"/>
              <a:chExt cx="1977788" cy="1733117"/>
            </a:xfrm>
          </p:grpSpPr>
          <p:sp>
            <p:nvSpPr>
              <p:cNvPr id="926" name="직사각형 925">
                <a:extLst>
                  <a:ext uri="{FF2B5EF4-FFF2-40B4-BE49-F238E27FC236}">
                    <a16:creationId xmlns:a16="http://schemas.microsoft.com/office/drawing/2014/main" id="{422B6E34-3AA1-3098-024A-000B37C3119B}"/>
                  </a:ext>
                </a:extLst>
              </p:cNvPr>
              <p:cNvSpPr/>
              <p:nvPr/>
            </p:nvSpPr>
            <p:spPr>
              <a:xfrm>
                <a:off x="4198802" y="3191308"/>
                <a:ext cx="1977788" cy="1733117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98A1B7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lIns="90000" tIns="72000" rIns="0" bIns="0" anchor="t" anchorCtr="0"/>
              <a:lstStyle/>
              <a:p>
                <a:pPr defTabSz="762000" eaLnBrk="0" hangingPunct="0"/>
                <a:r>
                  <a:rPr lang="ko-KR" altLang="en-US" sz="1100" spc="-3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rgbClr val="43475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상담</a:t>
                </a:r>
                <a:br>
                  <a:rPr lang="en-US" altLang="ko-KR" sz="1100" spc="-3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rgbClr val="43475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</a:br>
                <a:r>
                  <a:rPr lang="en-US" altLang="ko-KR" sz="1100" spc="-3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rgbClr val="43475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Agent</a:t>
                </a:r>
                <a:endParaRPr lang="ko-KR" altLang="en-US" sz="1100" spc="-3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rgbClr val="434759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  <a:p>
                <a:pPr defTabSz="762000" eaLnBrk="0" hangingPunct="0"/>
                <a:endParaRPr lang="en-US" altLang="ko-KR" sz="1100" spc="-3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rgbClr val="434759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grpSp>
            <p:nvGrpSpPr>
              <p:cNvPr id="927" name="그룹 926">
                <a:extLst>
                  <a:ext uri="{FF2B5EF4-FFF2-40B4-BE49-F238E27FC236}">
                    <a16:creationId xmlns:a16="http://schemas.microsoft.com/office/drawing/2014/main" id="{AF0E9EE5-E4E6-486A-A8C5-52C0DE8D73F2}"/>
                  </a:ext>
                </a:extLst>
              </p:cNvPr>
              <p:cNvGrpSpPr/>
              <p:nvPr/>
            </p:nvGrpSpPr>
            <p:grpSpPr>
              <a:xfrm>
                <a:off x="4273087" y="3260320"/>
                <a:ext cx="1829219" cy="1586879"/>
                <a:chOff x="4287584" y="3365789"/>
                <a:chExt cx="1829219" cy="1442618"/>
              </a:xfrm>
            </p:grpSpPr>
            <p:sp>
              <p:nvSpPr>
                <p:cNvPr id="928" name="직사각형 927">
                  <a:extLst>
                    <a:ext uri="{FF2B5EF4-FFF2-40B4-BE49-F238E27FC236}">
                      <a16:creationId xmlns:a16="http://schemas.microsoft.com/office/drawing/2014/main" id="{845F5022-48B1-61C0-F5D4-19E545A3173B}"/>
                    </a:ext>
                  </a:extLst>
                </p:cNvPr>
                <p:cNvSpPr/>
                <p:nvPr/>
              </p:nvSpPr>
              <p:spPr>
                <a:xfrm>
                  <a:off x="4287584" y="4471512"/>
                  <a:ext cx="583258" cy="336895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rgbClr val="C7CED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vert="horz" lIns="0" tIns="0" rIns="0" bIns="0" anchor="ctr" anchorCtr="0"/>
                <a:lstStyle/>
                <a:p>
                  <a:pPr algn="ctr" defTabSz="762000" eaLnBrk="0" hangingPunct="0"/>
                  <a:r>
                    <a:rPr lang="en-US" altLang="ko-KR" sz="900" spc="-30">
                      <a:ln>
                        <a:solidFill>
                          <a:srgbClr val="0099FF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FAQ</a:t>
                  </a:r>
                </a:p>
                <a:p>
                  <a:pPr algn="ctr" defTabSz="762000" eaLnBrk="0" hangingPunct="0"/>
                  <a:r>
                    <a:rPr lang="ko-KR" altLang="en-US" sz="900" spc="-30">
                      <a:ln>
                        <a:solidFill>
                          <a:srgbClr val="0099FF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자동생성</a:t>
                  </a:r>
                </a:p>
              </p:txBody>
            </p:sp>
            <p:sp>
              <p:nvSpPr>
                <p:cNvPr id="929" name="직사각형 928">
                  <a:extLst>
                    <a:ext uri="{FF2B5EF4-FFF2-40B4-BE49-F238E27FC236}">
                      <a16:creationId xmlns:a16="http://schemas.microsoft.com/office/drawing/2014/main" id="{B6F755A1-9316-619C-48B7-59456E6076A4}"/>
                    </a:ext>
                  </a:extLst>
                </p:cNvPr>
                <p:cNvSpPr/>
                <p:nvPr/>
              </p:nvSpPr>
              <p:spPr>
                <a:xfrm>
                  <a:off x="4287584" y="3734363"/>
                  <a:ext cx="583258" cy="336895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rgbClr val="C7CED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vert="horz" lIns="0" tIns="0" rIns="0" bIns="0" anchor="ctr" anchorCtr="0"/>
                <a:lstStyle/>
                <a:p>
                  <a:pPr algn="ctr" defTabSz="762000" eaLnBrk="0" hangingPunct="0"/>
                  <a:r>
                    <a:rPr lang="ko-KR" altLang="en-US" sz="900" spc="-30">
                      <a:ln>
                        <a:solidFill>
                          <a:srgbClr val="0099FF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생성내용 검증</a:t>
                  </a:r>
                </a:p>
              </p:txBody>
            </p:sp>
            <p:sp>
              <p:nvSpPr>
                <p:cNvPr id="930" name="직사각형 929">
                  <a:extLst>
                    <a:ext uri="{FF2B5EF4-FFF2-40B4-BE49-F238E27FC236}">
                      <a16:creationId xmlns:a16="http://schemas.microsoft.com/office/drawing/2014/main" id="{8F62A94B-6073-F74C-3B41-DB7984867E04}"/>
                    </a:ext>
                  </a:extLst>
                </p:cNvPr>
                <p:cNvSpPr/>
                <p:nvPr/>
              </p:nvSpPr>
              <p:spPr>
                <a:xfrm>
                  <a:off x="4287584" y="4102937"/>
                  <a:ext cx="583258" cy="336895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rgbClr val="C7CED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vert="horz" lIns="0" tIns="0" rIns="0" bIns="0" anchor="ctr" anchorCtr="0"/>
                <a:lstStyle/>
                <a:p>
                  <a:pPr algn="ctr" defTabSz="762000" eaLnBrk="0" hangingPunct="0"/>
                  <a:r>
                    <a:rPr lang="ko-KR" altLang="en-US" sz="900" spc="-30">
                      <a:ln>
                        <a:solidFill>
                          <a:srgbClr val="0099FF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상담내용</a:t>
                  </a:r>
                  <a:endParaRPr lang="en-US" altLang="ko-KR" sz="900" spc="-3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endParaRPr>
                </a:p>
                <a:p>
                  <a:pPr algn="ctr" defTabSz="762000" eaLnBrk="0" hangingPunct="0"/>
                  <a:r>
                    <a:rPr lang="ko-KR" altLang="en-US" sz="900" spc="-30">
                      <a:ln>
                        <a:solidFill>
                          <a:srgbClr val="0099FF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실시간 분석</a:t>
                  </a:r>
                </a:p>
              </p:txBody>
            </p:sp>
            <p:sp>
              <p:nvSpPr>
                <p:cNvPr id="931" name="직사각형 930">
                  <a:extLst>
                    <a:ext uri="{FF2B5EF4-FFF2-40B4-BE49-F238E27FC236}">
                      <a16:creationId xmlns:a16="http://schemas.microsoft.com/office/drawing/2014/main" id="{8FC90CDC-254D-104A-9941-6485054E3B28}"/>
                    </a:ext>
                  </a:extLst>
                </p:cNvPr>
                <p:cNvSpPr/>
                <p:nvPr/>
              </p:nvSpPr>
              <p:spPr>
                <a:xfrm>
                  <a:off x="4910565" y="3365789"/>
                  <a:ext cx="583258" cy="336895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rgbClr val="C7CED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vert="horz" lIns="0" tIns="0" rIns="0" bIns="0" anchor="ctr" anchorCtr="0"/>
                <a:lstStyle/>
                <a:p>
                  <a:pPr algn="ctr" defTabSz="762000" eaLnBrk="0" hangingPunct="0"/>
                  <a:r>
                    <a:rPr lang="ko-KR" altLang="en-US" sz="900" spc="-30">
                      <a:ln>
                        <a:solidFill>
                          <a:srgbClr val="0099FF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고객발화</a:t>
                  </a:r>
                  <a:endParaRPr lang="en-US" altLang="ko-KR" sz="900" spc="-3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endParaRPr>
                </a:p>
                <a:p>
                  <a:pPr algn="ctr" defTabSz="762000" eaLnBrk="0" hangingPunct="0"/>
                  <a:r>
                    <a:rPr lang="ko-KR" altLang="en-US" sz="900" spc="-30">
                      <a:ln>
                        <a:solidFill>
                          <a:srgbClr val="0099FF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의도분류</a:t>
                  </a:r>
                </a:p>
              </p:txBody>
            </p:sp>
            <p:sp>
              <p:nvSpPr>
                <p:cNvPr id="932" name="직사각형 931">
                  <a:extLst>
                    <a:ext uri="{FF2B5EF4-FFF2-40B4-BE49-F238E27FC236}">
                      <a16:creationId xmlns:a16="http://schemas.microsoft.com/office/drawing/2014/main" id="{24A39DEA-2960-78C7-F3C8-59D71064E8BF}"/>
                    </a:ext>
                  </a:extLst>
                </p:cNvPr>
                <p:cNvSpPr/>
                <p:nvPr/>
              </p:nvSpPr>
              <p:spPr>
                <a:xfrm>
                  <a:off x="4910565" y="4471512"/>
                  <a:ext cx="583258" cy="336895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rgbClr val="C7CED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vert="horz" lIns="0" tIns="0" rIns="0" bIns="0" anchor="ctr" anchorCtr="0"/>
                <a:lstStyle/>
                <a:p>
                  <a:pPr algn="ctr" defTabSz="762000" eaLnBrk="0" hangingPunct="0"/>
                  <a:r>
                    <a:rPr lang="en-US" altLang="ko-KR" sz="900" spc="-30">
                      <a:ln>
                        <a:solidFill>
                          <a:srgbClr val="0099FF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KMS</a:t>
                  </a:r>
                </a:p>
                <a:p>
                  <a:pPr algn="ctr" defTabSz="762000" eaLnBrk="0" hangingPunct="0"/>
                  <a:r>
                    <a:rPr lang="ko-KR" altLang="en-US" sz="900" spc="-30">
                      <a:ln>
                        <a:solidFill>
                          <a:srgbClr val="0099FF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지식검색</a:t>
                  </a:r>
                </a:p>
              </p:txBody>
            </p:sp>
            <p:sp>
              <p:nvSpPr>
                <p:cNvPr id="933" name="직사각형 932">
                  <a:extLst>
                    <a:ext uri="{FF2B5EF4-FFF2-40B4-BE49-F238E27FC236}">
                      <a16:creationId xmlns:a16="http://schemas.microsoft.com/office/drawing/2014/main" id="{15C75DA8-C66E-522D-6802-A06F347880FD}"/>
                    </a:ext>
                  </a:extLst>
                </p:cNvPr>
                <p:cNvSpPr/>
                <p:nvPr/>
              </p:nvSpPr>
              <p:spPr>
                <a:xfrm>
                  <a:off x="4910565" y="3734363"/>
                  <a:ext cx="583258" cy="336895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rgbClr val="C7CED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vert="horz" lIns="0" tIns="0" rIns="0" bIns="0" anchor="ctr" anchorCtr="0"/>
                <a:lstStyle/>
                <a:p>
                  <a:pPr algn="ctr" defTabSz="762000" eaLnBrk="0" hangingPunct="0"/>
                  <a:r>
                    <a:rPr lang="ko-KR" altLang="en-US" sz="900" spc="-30">
                      <a:ln>
                        <a:solidFill>
                          <a:srgbClr val="0099FF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답변생성</a:t>
                  </a:r>
                </a:p>
              </p:txBody>
            </p:sp>
            <p:sp>
              <p:nvSpPr>
                <p:cNvPr id="934" name="직사각형 933">
                  <a:extLst>
                    <a:ext uri="{FF2B5EF4-FFF2-40B4-BE49-F238E27FC236}">
                      <a16:creationId xmlns:a16="http://schemas.microsoft.com/office/drawing/2014/main" id="{EA5A9B3B-9B58-42D0-EA78-AC1832CD54D5}"/>
                    </a:ext>
                  </a:extLst>
                </p:cNvPr>
                <p:cNvSpPr/>
                <p:nvPr/>
              </p:nvSpPr>
              <p:spPr>
                <a:xfrm>
                  <a:off x="4910565" y="4102937"/>
                  <a:ext cx="583258" cy="336895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rgbClr val="C7CED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vert="horz" lIns="0" tIns="0" rIns="0" bIns="0" anchor="ctr" anchorCtr="0"/>
                <a:lstStyle/>
                <a:p>
                  <a:pPr algn="ctr" defTabSz="762000" eaLnBrk="0" hangingPunct="0"/>
                  <a:r>
                    <a:rPr lang="ko-KR" altLang="en-US" sz="900" spc="-30">
                      <a:ln>
                        <a:solidFill>
                          <a:srgbClr val="0099FF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상담유형 분류</a:t>
                  </a:r>
                </a:p>
              </p:txBody>
            </p:sp>
            <p:sp>
              <p:nvSpPr>
                <p:cNvPr id="935" name="직사각형 934">
                  <a:extLst>
                    <a:ext uri="{FF2B5EF4-FFF2-40B4-BE49-F238E27FC236}">
                      <a16:creationId xmlns:a16="http://schemas.microsoft.com/office/drawing/2014/main" id="{035BB2D3-2AA5-766B-ABFE-9F7932367F43}"/>
                    </a:ext>
                  </a:extLst>
                </p:cNvPr>
                <p:cNvSpPr/>
                <p:nvPr/>
              </p:nvSpPr>
              <p:spPr>
                <a:xfrm>
                  <a:off x="5533545" y="3365789"/>
                  <a:ext cx="583258" cy="336895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rgbClr val="C7CED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vert="horz" lIns="0" tIns="0" rIns="0" bIns="0" anchor="ctr" anchorCtr="0"/>
                <a:lstStyle/>
                <a:p>
                  <a:pPr algn="ctr" defTabSz="762000" eaLnBrk="0" hangingPunct="0"/>
                  <a:r>
                    <a:rPr lang="ko-KR" altLang="en-US" sz="900" spc="-30">
                      <a:ln>
                        <a:solidFill>
                          <a:srgbClr val="0099FF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공문 자동</a:t>
                  </a:r>
                  <a:endParaRPr lang="en-US" altLang="ko-KR" sz="900" spc="-3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endParaRPr>
                </a:p>
                <a:p>
                  <a:pPr algn="ctr" defTabSz="762000" eaLnBrk="0" hangingPunct="0"/>
                  <a:r>
                    <a:rPr lang="ko-KR" altLang="en-US" sz="900" spc="-30">
                      <a:ln>
                        <a:solidFill>
                          <a:srgbClr val="0099FF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지식화</a:t>
                  </a:r>
                </a:p>
              </p:txBody>
            </p:sp>
            <p:sp>
              <p:nvSpPr>
                <p:cNvPr id="936" name="직사각형 935">
                  <a:extLst>
                    <a:ext uri="{FF2B5EF4-FFF2-40B4-BE49-F238E27FC236}">
                      <a16:creationId xmlns:a16="http://schemas.microsoft.com/office/drawing/2014/main" id="{6392F5C9-C95C-3512-BE7D-4C44BB0A62FA}"/>
                    </a:ext>
                  </a:extLst>
                </p:cNvPr>
                <p:cNvSpPr/>
                <p:nvPr/>
              </p:nvSpPr>
              <p:spPr>
                <a:xfrm>
                  <a:off x="5533545" y="4471512"/>
                  <a:ext cx="583258" cy="336895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rgbClr val="C7CED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vert="horz" lIns="0" tIns="0" rIns="0" bIns="0" anchor="ctr" anchorCtr="0"/>
                <a:lstStyle/>
                <a:p>
                  <a:pPr algn="ctr" defTabSz="762000" eaLnBrk="0" hangingPunct="0"/>
                  <a:r>
                    <a:rPr lang="ko-KR" altLang="en-US" sz="900" spc="-30">
                      <a:ln>
                        <a:solidFill>
                          <a:srgbClr val="0099FF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상담요약</a:t>
                  </a:r>
                </a:p>
              </p:txBody>
            </p:sp>
            <p:sp>
              <p:nvSpPr>
                <p:cNvPr id="937" name="직사각형 936">
                  <a:extLst>
                    <a:ext uri="{FF2B5EF4-FFF2-40B4-BE49-F238E27FC236}">
                      <a16:creationId xmlns:a16="http://schemas.microsoft.com/office/drawing/2014/main" id="{4E58A36F-ECAB-8850-3EF6-25C7FB46D706}"/>
                    </a:ext>
                  </a:extLst>
                </p:cNvPr>
                <p:cNvSpPr/>
                <p:nvPr/>
              </p:nvSpPr>
              <p:spPr>
                <a:xfrm>
                  <a:off x="5533545" y="3734363"/>
                  <a:ext cx="583258" cy="336895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rgbClr val="C7CED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vert="horz" lIns="0" tIns="0" rIns="0" bIns="0" anchor="ctr" anchorCtr="0"/>
                <a:lstStyle/>
                <a:p>
                  <a:pPr algn="ctr" defTabSz="762000" eaLnBrk="0" hangingPunct="0"/>
                  <a:r>
                    <a:rPr lang="ko-KR" altLang="en-US" sz="900" spc="-30">
                      <a:ln>
                        <a:solidFill>
                          <a:srgbClr val="0099FF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발송문자</a:t>
                  </a:r>
                  <a:endParaRPr lang="en-US" altLang="ko-KR" sz="900" spc="-3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endParaRPr>
                </a:p>
                <a:p>
                  <a:pPr algn="ctr" defTabSz="762000" eaLnBrk="0" hangingPunct="0"/>
                  <a:r>
                    <a:rPr lang="ko-KR" altLang="en-US" sz="900" spc="-30">
                      <a:ln>
                        <a:solidFill>
                          <a:srgbClr val="0099FF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적정성 검증</a:t>
                  </a:r>
                </a:p>
              </p:txBody>
            </p:sp>
            <p:sp>
              <p:nvSpPr>
                <p:cNvPr id="938" name="직사각형 937">
                  <a:extLst>
                    <a:ext uri="{FF2B5EF4-FFF2-40B4-BE49-F238E27FC236}">
                      <a16:creationId xmlns:a16="http://schemas.microsoft.com/office/drawing/2014/main" id="{0DF11C70-0F0C-D77D-BBFC-307295931E63}"/>
                    </a:ext>
                  </a:extLst>
                </p:cNvPr>
                <p:cNvSpPr/>
                <p:nvPr/>
              </p:nvSpPr>
              <p:spPr>
                <a:xfrm>
                  <a:off x="5533545" y="4102937"/>
                  <a:ext cx="583258" cy="336895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rgbClr val="C7CED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vert="horz" lIns="0" tIns="0" rIns="0" bIns="0" anchor="ctr" anchorCtr="0"/>
                <a:lstStyle/>
                <a:p>
                  <a:pPr algn="ctr" defTabSz="762000" eaLnBrk="0" hangingPunct="0"/>
                  <a:r>
                    <a:rPr lang="ko-KR" altLang="en-US" sz="900" spc="-30">
                      <a:ln>
                        <a:solidFill>
                          <a:srgbClr val="0099FF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메일 자동응답</a:t>
                  </a:r>
                </a:p>
              </p:txBody>
            </p:sp>
          </p:grpSp>
        </p:grpSp>
        <p:grpSp>
          <p:nvGrpSpPr>
            <p:cNvPr id="939" name="그룹 938">
              <a:extLst>
                <a:ext uri="{FF2B5EF4-FFF2-40B4-BE49-F238E27FC236}">
                  <a16:creationId xmlns:a16="http://schemas.microsoft.com/office/drawing/2014/main" id="{10323BFD-BC8C-3732-D273-9F77DFE1A6E4}"/>
                </a:ext>
              </a:extLst>
            </p:cNvPr>
            <p:cNvGrpSpPr/>
            <p:nvPr/>
          </p:nvGrpSpPr>
          <p:grpSpPr>
            <a:xfrm>
              <a:off x="2491118" y="3115107"/>
              <a:ext cx="1655855" cy="1654550"/>
              <a:chOff x="2494596" y="3115108"/>
              <a:chExt cx="1652749" cy="1586261"/>
            </a:xfrm>
          </p:grpSpPr>
          <p:cxnSp>
            <p:nvCxnSpPr>
              <p:cNvPr id="940" name="직선 화살표 연결선 939">
                <a:extLst>
                  <a:ext uri="{FF2B5EF4-FFF2-40B4-BE49-F238E27FC236}">
                    <a16:creationId xmlns:a16="http://schemas.microsoft.com/office/drawing/2014/main" id="{7AEB1C49-6747-5156-4CBF-B163952D9429}"/>
                  </a:ext>
                </a:extLst>
              </p:cNvPr>
              <p:cNvCxnSpPr>
                <a:cxnSpLocks/>
                <a:stCxn id="942" idx="3"/>
                <a:endCxn id="944" idx="1"/>
              </p:cNvCxnSpPr>
              <p:nvPr/>
            </p:nvCxnSpPr>
            <p:spPr>
              <a:xfrm>
                <a:off x="2964115" y="4332172"/>
                <a:ext cx="123615" cy="0"/>
              </a:xfrm>
              <a:prstGeom prst="straightConnector1">
                <a:avLst/>
              </a:prstGeom>
              <a:ln w="9525">
                <a:solidFill>
                  <a:srgbClr val="434759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1" name="직선 화살표 연결선 940">
                <a:extLst>
                  <a:ext uri="{FF2B5EF4-FFF2-40B4-BE49-F238E27FC236}">
                    <a16:creationId xmlns:a16="http://schemas.microsoft.com/office/drawing/2014/main" id="{DA41F66C-ECBB-637F-6970-E1FB9F504BDF}"/>
                  </a:ext>
                </a:extLst>
              </p:cNvPr>
              <p:cNvCxnSpPr>
                <a:cxnSpLocks/>
                <a:stCxn id="944" idx="3"/>
                <a:endCxn id="943" idx="1"/>
              </p:cNvCxnSpPr>
              <p:nvPr/>
            </p:nvCxnSpPr>
            <p:spPr>
              <a:xfrm>
                <a:off x="3555730" y="4332172"/>
                <a:ext cx="123614" cy="824"/>
              </a:xfrm>
              <a:prstGeom prst="straightConnector1">
                <a:avLst/>
              </a:prstGeom>
              <a:ln w="9525">
                <a:solidFill>
                  <a:srgbClr val="434759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42" name="직사각형 941">
                <a:extLst>
                  <a:ext uri="{FF2B5EF4-FFF2-40B4-BE49-F238E27FC236}">
                    <a16:creationId xmlns:a16="http://schemas.microsoft.com/office/drawing/2014/main" id="{152FA4AC-F7B4-7C1E-FE37-32AE1A0FD551}"/>
                  </a:ext>
                </a:extLst>
              </p:cNvPr>
              <p:cNvSpPr/>
              <p:nvPr/>
            </p:nvSpPr>
            <p:spPr>
              <a:xfrm>
                <a:off x="2496115" y="3962974"/>
                <a:ext cx="468000" cy="738395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98A1B7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vert="horz" lIns="0" tIns="0" rIns="0" bIns="0" anchor="ctr" anchorCtr="0"/>
              <a:lstStyle/>
              <a:p>
                <a:pPr algn="ctr" defTabSz="762000" eaLnBrk="0" hangingPunct="0"/>
                <a:r>
                  <a:rPr lang="ko-KR" altLang="en-US" sz="1000" spc="-3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상담</a:t>
                </a:r>
                <a:br>
                  <a:rPr lang="en-US" altLang="ko-KR" sz="1000" spc="-3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</a:br>
                <a:r>
                  <a:rPr lang="ko-KR" altLang="en-US" sz="1000" spc="-3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전용</a:t>
                </a:r>
                <a:br>
                  <a:rPr lang="en-US" altLang="ko-KR" sz="1000" spc="-3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</a:br>
                <a:r>
                  <a:rPr lang="en-US" altLang="ko-KR" sz="1000" spc="-3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STT</a:t>
                </a:r>
              </a:p>
            </p:txBody>
          </p:sp>
          <p:sp>
            <p:nvSpPr>
              <p:cNvPr id="943" name="직사각형 942">
                <a:extLst>
                  <a:ext uri="{FF2B5EF4-FFF2-40B4-BE49-F238E27FC236}">
                    <a16:creationId xmlns:a16="http://schemas.microsoft.com/office/drawing/2014/main" id="{FDA49305-214A-59E2-5D4F-5A6A05BBEA4F}"/>
                  </a:ext>
                </a:extLst>
              </p:cNvPr>
              <p:cNvSpPr/>
              <p:nvPr/>
            </p:nvSpPr>
            <p:spPr>
              <a:xfrm>
                <a:off x="3679344" y="3964622"/>
                <a:ext cx="468000" cy="736747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98A1B7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vert="horz" lIns="0" tIns="0" rIns="0" bIns="0" anchor="ctr" anchorCtr="0"/>
              <a:lstStyle/>
              <a:p>
                <a:pPr algn="ctr" defTabSz="762000" eaLnBrk="0" hangingPunct="0"/>
                <a:r>
                  <a:rPr lang="en-US" altLang="ko-KR" sz="1000" spc="-3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AI</a:t>
                </a:r>
                <a:br>
                  <a:rPr lang="en-US" altLang="ko-KR" sz="1000" spc="-3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</a:br>
                <a:r>
                  <a:rPr lang="en-US" altLang="ko-KR" sz="1000" spc="-3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QA</a:t>
                </a:r>
              </a:p>
            </p:txBody>
          </p:sp>
          <p:sp>
            <p:nvSpPr>
              <p:cNvPr id="944" name="직사각형 943">
                <a:extLst>
                  <a:ext uri="{FF2B5EF4-FFF2-40B4-BE49-F238E27FC236}">
                    <a16:creationId xmlns:a16="http://schemas.microsoft.com/office/drawing/2014/main" id="{5F752547-2CFF-AE61-F4FC-63D187CC1CF6}"/>
                  </a:ext>
                </a:extLst>
              </p:cNvPr>
              <p:cNvSpPr/>
              <p:nvPr/>
            </p:nvSpPr>
            <p:spPr>
              <a:xfrm>
                <a:off x="3087730" y="3962974"/>
                <a:ext cx="468000" cy="738395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98A1B7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vert="horz" lIns="0" tIns="0" rIns="0" bIns="0" anchor="ctr" anchorCtr="0"/>
              <a:lstStyle/>
              <a:p>
                <a:pPr algn="ctr" defTabSz="762000" eaLnBrk="0" hangingPunct="0"/>
                <a:r>
                  <a:rPr lang="en-US" altLang="ko-KR" sz="1000" spc="-3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Text</a:t>
                </a:r>
              </a:p>
              <a:p>
                <a:pPr algn="ctr" defTabSz="762000" eaLnBrk="0" hangingPunct="0"/>
                <a:r>
                  <a:rPr lang="ko-KR" altLang="en-US" sz="1000" spc="-3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분석</a:t>
                </a:r>
                <a:endParaRPr lang="en-US" altLang="ko-KR" sz="1000" spc="-3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945" name="직사각형 944">
                <a:extLst>
                  <a:ext uri="{FF2B5EF4-FFF2-40B4-BE49-F238E27FC236}">
                    <a16:creationId xmlns:a16="http://schemas.microsoft.com/office/drawing/2014/main" id="{BAD7E8DD-2736-A71D-53B2-F945F8D231A2}"/>
                  </a:ext>
                </a:extLst>
              </p:cNvPr>
              <p:cNvSpPr/>
              <p:nvPr/>
            </p:nvSpPr>
            <p:spPr>
              <a:xfrm>
                <a:off x="3087731" y="3115108"/>
                <a:ext cx="1059614" cy="738395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98A1B7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vert="horz" lIns="0" tIns="0" rIns="0" bIns="0" anchor="ctr" anchorCtr="0"/>
              <a:lstStyle/>
              <a:p>
                <a:pPr algn="ctr" defTabSz="762000" eaLnBrk="0" hangingPunct="0"/>
                <a:r>
                  <a:rPr lang="ko-KR" altLang="en-US" sz="1000" spc="-3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상담</a:t>
                </a:r>
                <a:br>
                  <a:rPr lang="en-US" altLang="ko-KR" sz="1000" spc="-3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</a:br>
                <a:r>
                  <a:rPr lang="en-US" altLang="ko-KR" sz="1000" spc="-3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Assistant</a:t>
                </a:r>
              </a:p>
            </p:txBody>
          </p:sp>
          <p:sp>
            <p:nvSpPr>
              <p:cNvPr id="946" name="직사각형 945">
                <a:extLst>
                  <a:ext uri="{FF2B5EF4-FFF2-40B4-BE49-F238E27FC236}">
                    <a16:creationId xmlns:a16="http://schemas.microsoft.com/office/drawing/2014/main" id="{35676B9E-CE66-5F44-6375-BC82F41B2808}"/>
                  </a:ext>
                </a:extLst>
              </p:cNvPr>
              <p:cNvSpPr/>
              <p:nvPr/>
            </p:nvSpPr>
            <p:spPr>
              <a:xfrm>
                <a:off x="2494596" y="3115108"/>
                <a:ext cx="468000" cy="738395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98A1B7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vert="horz" lIns="0" tIns="0" rIns="0" bIns="0" anchor="ctr" anchorCtr="0"/>
              <a:lstStyle/>
              <a:p>
                <a:pPr algn="ctr" defTabSz="762000" eaLnBrk="0" hangingPunct="0"/>
                <a:r>
                  <a:rPr lang="ko-KR" altLang="en-US" sz="1000" spc="-3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음성</a:t>
                </a:r>
                <a:endParaRPr lang="en-US" altLang="ko-KR" sz="1000" spc="-3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  <a:p>
                <a:pPr algn="ctr" defTabSz="762000" eaLnBrk="0" hangingPunct="0"/>
                <a:r>
                  <a:rPr lang="ko-KR" altLang="en-US" sz="1000" spc="-3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감정</a:t>
                </a:r>
                <a:endParaRPr lang="en-US" altLang="ko-KR" sz="1000" spc="-3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  <a:p>
                <a:pPr algn="ctr" defTabSz="762000" eaLnBrk="0" hangingPunct="0"/>
                <a:r>
                  <a:rPr lang="ko-KR" altLang="en-US" sz="1000" spc="-3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분석</a:t>
                </a:r>
                <a:endParaRPr lang="en-US" altLang="ko-KR" sz="1000" spc="-3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cxnSp>
            <p:nvCxnSpPr>
              <p:cNvPr id="947" name="직선 화살표 연결선 93">
                <a:extLst>
                  <a:ext uri="{FF2B5EF4-FFF2-40B4-BE49-F238E27FC236}">
                    <a16:creationId xmlns:a16="http://schemas.microsoft.com/office/drawing/2014/main" id="{588C9F68-C9A7-B13F-53FB-CB2F63B00B9C}"/>
                  </a:ext>
                </a:extLst>
              </p:cNvPr>
              <p:cNvCxnSpPr>
                <a:cxnSpLocks/>
                <a:stCxn id="946" idx="3"/>
                <a:endCxn id="945" idx="1"/>
              </p:cNvCxnSpPr>
              <p:nvPr/>
            </p:nvCxnSpPr>
            <p:spPr>
              <a:xfrm>
                <a:off x="2962596" y="3484306"/>
                <a:ext cx="125135" cy="0"/>
              </a:xfrm>
              <a:prstGeom prst="straightConnector1">
                <a:avLst/>
              </a:prstGeom>
              <a:ln w="9525">
                <a:solidFill>
                  <a:srgbClr val="434759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8" name="직선 화살표 연결선 947">
                <a:extLst>
                  <a:ext uri="{FF2B5EF4-FFF2-40B4-BE49-F238E27FC236}">
                    <a16:creationId xmlns:a16="http://schemas.microsoft.com/office/drawing/2014/main" id="{C8B93D44-7127-A68D-68DF-B0245979678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13344" y="3857625"/>
                <a:ext cx="0" cy="106997"/>
              </a:xfrm>
              <a:prstGeom prst="straightConnector1">
                <a:avLst/>
              </a:prstGeom>
              <a:ln w="9525">
                <a:solidFill>
                  <a:srgbClr val="434759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9" name="직선 화살표 연결선 948">
                <a:extLst>
                  <a:ext uri="{FF2B5EF4-FFF2-40B4-BE49-F238E27FC236}">
                    <a16:creationId xmlns:a16="http://schemas.microsoft.com/office/drawing/2014/main" id="{6D14FC07-7E0C-A871-8FE8-C60DD40EDC9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321730" y="3857625"/>
                <a:ext cx="0" cy="106997"/>
              </a:xfrm>
              <a:prstGeom prst="straightConnector1">
                <a:avLst/>
              </a:prstGeom>
              <a:ln w="9525">
                <a:solidFill>
                  <a:srgbClr val="434759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50" name="직사각형 949">
              <a:extLst>
                <a:ext uri="{FF2B5EF4-FFF2-40B4-BE49-F238E27FC236}">
                  <a16:creationId xmlns:a16="http://schemas.microsoft.com/office/drawing/2014/main" id="{7DFA1A21-520E-C0C3-ADE8-0A876A4DF8F1}"/>
                </a:ext>
              </a:extLst>
            </p:cNvPr>
            <p:cNvSpPr/>
            <p:nvPr/>
          </p:nvSpPr>
          <p:spPr>
            <a:xfrm>
              <a:off x="2421710" y="5023333"/>
              <a:ext cx="4588552" cy="192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98A1B7"/>
              </a:solidFill>
              <a:miter lim="800000"/>
              <a:headEnd type="none" w="sm" len="sm"/>
              <a:tailEnd type="none" w="sm" len="sm"/>
            </a:ln>
          </p:spPr>
          <p:txBody>
            <a:bodyPr vert="horz" lIns="0" tIns="0" rIns="0" bIns="0" anchor="ctr" anchorCtr="0"/>
            <a:lstStyle/>
            <a:p>
              <a:pPr algn="ctr" defTabSz="762000" eaLnBrk="0" hangingPunct="0"/>
              <a:endParaRPr lang="ko-KR" altLang="en-US" sz="1000" spc="-30">
                <a:ln>
                  <a:solidFill>
                    <a:srgbClr val="0099FF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grpSp>
          <p:nvGrpSpPr>
            <p:cNvPr id="951" name="그룹 950">
              <a:extLst>
                <a:ext uri="{FF2B5EF4-FFF2-40B4-BE49-F238E27FC236}">
                  <a16:creationId xmlns:a16="http://schemas.microsoft.com/office/drawing/2014/main" id="{59150E7C-CE78-E53C-C835-4357FAFD5275}"/>
                </a:ext>
              </a:extLst>
            </p:cNvPr>
            <p:cNvGrpSpPr/>
            <p:nvPr/>
          </p:nvGrpSpPr>
          <p:grpSpPr>
            <a:xfrm>
              <a:off x="2731510" y="5105600"/>
              <a:ext cx="3968953" cy="890137"/>
              <a:chOff x="2691622" y="5105600"/>
              <a:chExt cx="4048729" cy="890137"/>
            </a:xfrm>
          </p:grpSpPr>
          <p:sp>
            <p:nvSpPr>
              <p:cNvPr id="952" name="직사각형 951">
                <a:extLst>
                  <a:ext uri="{FF2B5EF4-FFF2-40B4-BE49-F238E27FC236}">
                    <a16:creationId xmlns:a16="http://schemas.microsoft.com/office/drawing/2014/main" id="{3FA6D6C0-FF9F-C9C6-F167-13D9F23FA201}"/>
                  </a:ext>
                </a:extLst>
              </p:cNvPr>
              <p:cNvSpPr/>
              <p:nvPr/>
            </p:nvSpPr>
            <p:spPr>
              <a:xfrm>
                <a:off x="2691622" y="5105600"/>
                <a:ext cx="4048729" cy="890137"/>
              </a:xfrm>
              <a:prstGeom prst="rect">
                <a:avLst/>
              </a:prstGeom>
              <a:solidFill>
                <a:srgbClr val="98A1B7"/>
              </a:solidFill>
              <a:ln w="3175">
                <a:noFill/>
                <a:miter lim="800000"/>
                <a:headEnd type="none" w="sm" len="sm"/>
                <a:tailEnd type="none" w="sm" len="sm"/>
              </a:ln>
            </p:spPr>
            <p:txBody>
              <a:bodyPr lIns="90000" tIns="0" rIns="0" bIns="0" anchor="ctr" anchorCtr="0"/>
              <a:lstStyle/>
              <a:p>
                <a:pPr defTabSz="762000" eaLnBrk="0" hangingPunct="0"/>
                <a:r>
                  <a:rPr lang="ko-KR" altLang="en-US" sz="1100" spc="-3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민원</a:t>
                </a:r>
                <a:br>
                  <a:rPr lang="en-US" altLang="ko-KR" sz="1100" spc="-3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</a:br>
                <a:r>
                  <a:rPr lang="ko-KR" altLang="en-US" sz="1100" spc="-3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관리</a:t>
                </a:r>
              </a:p>
              <a:p>
                <a:pPr defTabSz="762000" eaLnBrk="0" hangingPunct="0"/>
                <a:r>
                  <a:rPr lang="en-US" altLang="ko-KR" sz="1100" spc="-3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Agent</a:t>
                </a:r>
              </a:p>
            </p:txBody>
          </p:sp>
          <p:grpSp>
            <p:nvGrpSpPr>
              <p:cNvPr id="953" name="그룹 952">
                <a:extLst>
                  <a:ext uri="{FF2B5EF4-FFF2-40B4-BE49-F238E27FC236}">
                    <a16:creationId xmlns:a16="http://schemas.microsoft.com/office/drawing/2014/main" id="{BD4F8B18-5C79-9133-E31B-793F880F5EA6}"/>
                  </a:ext>
                </a:extLst>
              </p:cNvPr>
              <p:cNvGrpSpPr/>
              <p:nvPr/>
            </p:nvGrpSpPr>
            <p:grpSpPr>
              <a:xfrm>
                <a:off x="3285168" y="5162660"/>
                <a:ext cx="3398955" cy="776017"/>
                <a:chOff x="4292137" y="5071057"/>
                <a:chExt cx="2489391" cy="776017"/>
              </a:xfrm>
            </p:grpSpPr>
            <p:sp>
              <p:nvSpPr>
                <p:cNvPr id="954" name="직사각형 953">
                  <a:extLst>
                    <a:ext uri="{FF2B5EF4-FFF2-40B4-BE49-F238E27FC236}">
                      <a16:creationId xmlns:a16="http://schemas.microsoft.com/office/drawing/2014/main" id="{FB38CFD3-3D2B-FDD8-19B8-D145C9A08AC8}"/>
                    </a:ext>
                  </a:extLst>
                </p:cNvPr>
                <p:cNvSpPr/>
                <p:nvPr/>
              </p:nvSpPr>
              <p:spPr>
                <a:xfrm>
                  <a:off x="4292137" y="5071057"/>
                  <a:ext cx="583258" cy="370584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rgbClr val="C7CED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vert="horz" lIns="0" tIns="0" rIns="0" bIns="0" anchor="ctr" anchorCtr="0"/>
                <a:lstStyle/>
                <a:p>
                  <a:pPr algn="ctr" defTabSz="762000" eaLnBrk="0" hangingPunct="0"/>
                  <a:r>
                    <a:rPr lang="ko-KR" altLang="en-US" sz="900">
                      <a:ln>
                        <a:solidFill>
                          <a:srgbClr val="0099FF">
                            <a:alpha val="0"/>
                          </a:srgbClr>
                        </a:solidFill>
                      </a:ln>
                    </a:rPr>
                    <a:t>의견서 작성</a:t>
                  </a:r>
                  <a:br>
                    <a:rPr lang="en-US" altLang="ko-KR" sz="700">
                      <a:ln>
                        <a:solidFill>
                          <a:srgbClr val="0099FF">
                            <a:alpha val="0"/>
                          </a:srgbClr>
                        </a:solidFill>
                      </a:ln>
                    </a:rPr>
                  </a:br>
                  <a:r>
                    <a:rPr lang="en-US" altLang="ko-KR" sz="600">
                      <a:ln>
                        <a:solidFill>
                          <a:srgbClr val="0099FF">
                            <a:alpha val="0"/>
                          </a:srgbClr>
                        </a:solidFill>
                      </a:ln>
                    </a:rPr>
                    <a:t>(</a:t>
                  </a:r>
                  <a:r>
                    <a:rPr lang="ko-KR" altLang="en-US" sz="600">
                      <a:ln>
                        <a:solidFill>
                          <a:srgbClr val="0099FF">
                            <a:alpha val="0"/>
                          </a:srgbClr>
                        </a:solidFill>
                      </a:ln>
                    </a:rPr>
                    <a:t>민원요약</a:t>
                  </a:r>
                  <a:endParaRPr lang="en-US" altLang="ko-KR" sz="60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</a:endParaRPr>
                </a:p>
                <a:p>
                  <a:pPr algn="ctr" defTabSz="762000" eaLnBrk="0" hangingPunct="0"/>
                  <a:r>
                    <a:rPr lang="en-US" altLang="ko-KR" sz="600">
                      <a:ln>
                        <a:solidFill>
                          <a:srgbClr val="0099FF">
                            <a:alpha val="0"/>
                          </a:srgbClr>
                        </a:solidFill>
                      </a:ln>
                    </a:rPr>
                    <a:t>/</a:t>
                  </a:r>
                  <a:r>
                    <a:rPr lang="ko-KR" altLang="en-US" sz="600">
                      <a:ln>
                        <a:solidFill>
                          <a:srgbClr val="0099FF">
                            <a:alpha val="0"/>
                          </a:srgbClr>
                        </a:solidFill>
                      </a:ln>
                    </a:rPr>
                    <a:t>유사사례 검색 </a:t>
                  </a:r>
                  <a:r>
                    <a:rPr lang="en-US" altLang="ko-KR" sz="600">
                      <a:ln>
                        <a:solidFill>
                          <a:srgbClr val="0099FF">
                            <a:alpha val="0"/>
                          </a:srgbClr>
                        </a:solidFill>
                      </a:ln>
                    </a:rPr>
                    <a:t>)</a:t>
                  </a:r>
                  <a:endParaRPr lang="ko-KR" altLang="en-US" sz="80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</a:endParaRPr>
                </a:p>
              </p:txBody>
            </p:sp>
            <p:sp>
              <p:nvSpPr>
                <p:cNvPr id="955" name="직사각형 954">
                  <a:extLst>
                    <a:ext uri="{FF2B5EF4-FFF2-40B4-BE49-F238E27FC236}">
                      <a16:creationId xmlns:a16="http://schemas.microsoft.com/office/drawing/2014/main" id="{A0081D37-07EE-2B2B-1358-37BB1020D31E}"/>
                    </a:ext>
                  </a:extLst>
                </p:cNvPr>
                <p:cNvSpPr/>
                <p:nvPr/>
              </p:nvSpPr>
              <p:spPr>
                <a:xfrm>
                  <a:off x="4292137" y="5476490"/>
                  <a:ext cx="583258" cy="370584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rgbClr val="C7CED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vert="horz" lIns="0" tIns="0" rIns="0" bIns="0" anchor="ctr" anchorCtr="0"/>
                <a:lstStyle/>
                <a:p>
                  <a:pPr algn="ctr" defTabSz="762000" eaLnBrk="0" hangingPunct="0"/>
                  <a:r>
                    <a:rPr lang="ko-KR" altLang="en-US" sz="900" spc="-30">
                      <a:ln>
                        <a:solidFill>
                          <a:srgbClr val="0099FF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회신서 초안작성</a:t>
                  </a:r>
                </a:p>
              </p:txBody>
            </p:sp>
            <p:sp>
              <p:nvSpPr>
                <p:cNvPr id="956" name="직사각형 955">
                  <a:extLst>
                    <a:ext uri="{FF2B5EF4-FFF2-40B4-BE49-F238E27FC236}">
                      <a16:creationId xmlns:a16="http://schemas.microsoft.com/office/drawing/2014/main" id="{2F5E8147-5240-0BF0-2E98-67E0950F1C0F}"/>
                    </a:ext>
                  </a:extLst>
                </p:cNvPr>
                <p:cNvSpPr/>
                <p:nvPr/>
              </p:nvSpPr>
              <p:spPr>
                <a:xfrm>
                  <a:off x="4904548" y="5071058"/>
                  <a:ext cx="583258" cy="370584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rgbClr val="C7CED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vert="horz" lIns="0" tIns="0" rIns="0" bIns="0" anchor="ctr" anchorCtr="0"/>
                <a:lstStyle/>
                <a:p>
                  <a:pPr algn="ctr" defTabSz="762000" eaLnBrk="0" hangingPunct="0"/>
                  <a:r>
                    <a:rPr lang="ko-KR" altLang="en-US" sz="900" spc="-30">
                      <a:ln>
                        <a:solidFill>
                          <a:srgbClr val="0099FF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담당부서</a:t>
                  </a:r>
                  <a:br>
                    <a:rPr lang="en-US" altLang="ko-KR" sz="900" spc="-30">
                      <a:ln>
                        <a:solidFill>
                          <a:srgbClr val="0099FF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</a:br>
                  <a:r>
                    <a:rPr lang="ko-KR" altLang="en-US" sz="900" spc="-30">
                      <a:ln>
                        <a:solidFill>
                          <a:srgbClr val="0099FF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추천</a:t>
                  </a:r>
                </a:p>
              </p:txBody>
            </p:sp>
            <p:sp>
              <p:nvSpPr>
                <p:cNvPr id="957" name="직사각형 956">
                  <a:extLst>
                    <a:ext uri="{FF2B5EF4-FFF2-40B4-BE49-F238E27FC236}">
                      <a16:creationId xmlns:a16="http://schemas.microsoft.com/office/drawing/2014/main" id="{DE43CE82-87A2-2578-CE97-0450ED048339}"/>
                    </a:ext>
                  </a:extLst>
                </p:cNvPr>
                <p:cNvSpPr/>
                <p:nvPr/>
              </p:nvSpPr>
              <p:spPr>
                <a:xfrm>
                  <a:off x="4904548" y="5476490"/>
                  <a:ext cx="583258" cy="370584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rgbClr val="C7CED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vert="horz" lIns="0" tIns="0" rIns="0" bIns="0" anchor="ctr" anchorCtr="0"/>
                <a:lstStyle/>
                <a:p>
                  <a:pPr algn="ctr" defTabSz="762000" eaLnBrk="0" hangingPunct="0"/>
                  <a:r>
                    <a:rPr lang="ko-KR" altLang="en-US" sz="900" spc="-30">
                      <a:ln>
                        <a:solidFill>
                          <a:srgbClr val="0099FF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결론제안 및 최종 회신서 초안 생성</a:t>
                  </a:r>
                </a:p>
              </p:txBody>
            </p:sp>
            <p:sp>
              <p:nvSpPr>
                <p:cNvPr id="958" name="직사각형 957">
                  <a:extLst>
                    <a:ext uri="{FF2B5EF4-FFF2-40B4-BE49-F238E27FC236}">
                      <a16:creationId xmlns:a16="http://schemas.microsoft.com/office/drawing/2014/main" id="{0587C527-F497-9644-C159-76C5E33117EC}"/>
                    </a:ext>
                  </a:extLst>
                </p:cNvPr>
                <p:cNvSpPr/>
                <p:nvPr/>
              </p:nvSpPr>
              <p:spPr>
                <a:xfrm>
                  <a:off x="5581866" y="5071058"/>
                  <a:ext cx="583258" cy="370584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rgbClr val="C7CED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vert="horz" lIns="0" tIns="0" rIns="0" bIns="0" anchor="ctr" anchorCtr="0"/>
                <a:lstStyle/>
                <a:p>
                  <a:pPr algn="ctr" defTabSz="762000" eaLnBrk="0" hangingPunct="0"/>
                  <a:r>
                    <a:rPr lang="en-US" altLang="ko-KR" sz="900" spc="-30">
                      <a:ln>
                        <a:solidFill>
                          <a:srgbClr val="0099FF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VOC </a:t>
                  </a:r>
                  <a:r>
                    <a:rPr lang="ko-KR" altLang="en-US" sz="900" spc="-30">
                      <a:ln>
                        <a:solidFill>
                          <a:srgbClr val="0099FF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비정형 텍스트 정제</a:t>
                  </a:r>
                </a:p>
              </p:txBody>
            </p:sp>
            <p:sp>
              <p:nvSpPr>
                <p:cNvPr id="959" name="직사각형 958">
                  <a:extLst>
                    <a:ext uri="{FF2B5EF4-FFF2-40B4-BE49-F238E27FC236}">
                      <a16:creationId xmlns:a16="http://schemas.microsoft.com/office/drawing/2014/main" id="{45CAC58C-B42B-ED25-2E16-B92854030057}"/>
                    </a:ext>
                  </a:extLst>
                </p:cNvPr>
                <p:cNvSpPr/>
                <p:nvPr/>
              </p:nvSpPr>
              <p:spPr>
                <a:xfrm>
                  <a:off x="5581866" y="5476490"/>
                  <a:ext cx="583258" cy="370584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rgbClr val="C7CED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vert="horz" lIns="0" tIns="0" rIns="0" bIns="0" anchor="ctr" anchorCtr="0"/>
                <a:lstStyle/>
                <a:p>
                  <a:pPr algn="ctr" defTabSz="762000" eaLnBrk="0" hangingPunct="0"/>
                  <a:r>
                    <a:rPr lang="ko-KR" altLang="en-US" sz="900" spc="-30">
                      <a:ln>
                        <a:solidFill>
                          <a:srgbClr val="0099FF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키워드분석</a:t>
                  </a:r>
                  <a:r>
                    <a:rPr lang="en-US" altLang="ko-KR" sz="900" spc="-30">
                      <a:ln>
                        <a:solidFill>
                          <a:srgbClr val="0099FF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/</a:t>
                  </a:r>
                  <a:r>
                    <a:rPr lang="ko-KR" altLang="en-US" sz="900" spc="-30">
                      <a:ln>
                        <a:solidFill>
                          <a:srgbClr val="0099FF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카테고리부여</a:t>
                  </a:r>
                </a:p>
              </p:txBody>
            </p:sp>
            <p:sp>
              <p:nvSpPr>
                <p:cNvPr id="960" name="직사각형 959">
                  <a:extLst>
                    <a:ext uri="{FF2B5EF4-FFF2-40B4-BE49-F238E27FC236}">
                      <a16:creationId xmlns:a16="http://schemas.microsoft.com/office/drawing/2014/main" id="{904B68B7-A336-CED2-4115-08C79AE3CA8D}"/>
                    </a:ext>
                  </a:extLst>
                </p:cNvPr>
                <p:cNvSpPr/>
                <p:nvPr/>
              </p:nvSpPr>
              <p:spPr>
                <a:xfrm>
                  <a:off x="6198270" y="5476490"/>
                  <a:ext cx="583258" cy="370584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rgbClr val="C7CED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vert="horz" lIns="0" tIns="0" rIns="0" bIns="0" anchor="ctr" anchorCtr="0"/>
                <a:lstStyle/>
                <a:p>
                  <a:pPr algn="ctr" defTabSz="762000" eaLnBrk="0" hangingPunct="0"/>
                  <a:r>
                    <a:rPr lang="en-US" altLang="ko-KR" sz="900" spc="-30">
                      <a:ln>
                        <a:solidFill>
                          <a:srgbClr val="0099FF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CXPI</a:t>
                  </a:r>
                  <a:br>
                    <a:rPr lang="en-US" altLang="ko-KR" sz="900" spc="-30">
                      <a:ln>
                        <a:solidFill>
                          <a:srgbClr val="0099FF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</a:br>
                  <a:r>
                    <a:rPr lang="ko-KR" altLang="en-US" sz="900" spc="-30">
                      <a:ln>
                        <a:solidFill>
                          <a:srgbClr val="0099FF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점수요약</a:t>
                  </a:r>
                </a:p>
              </p:txBody>
            </p:sp>
          </p:grpSp>
        </p:grpSp>
        <p:sp>
          <p:nvSpPr>
            <p:cNvPr id="961" name="직사각형 960">
              <a:extLst>
                <a:ext uri="{FF2B5EF4-FFF2-40B4-BE49-F238E27FC236}">
                  <a16:creationId xmlns:a16="http://schemas.microsoft.com/office/drawing/2014/main" id="{0A871F9D-602E-746B-8236-778488422EA4}"/>
                </a:ext>
              </a:extLst>
            </p:cNvPr>
            <p:cNvSpPr/>
            <p:nvPr/>
          </p:nvSpPr>
          <p:spPr>
            <a:xfrm>
              <a:off x="2487586" y="6066714"/>
              <a:ext cx="4456800" cy="5328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98A1B7"/>
              </a:solidFill>
              <a:miter lim="800000"/>
              <a:headEnd type="none" w="sm" len="sm"/>
              <a:tailEnd type="none" w="sm" len="sm"/>
            </a:ln>
          </p:spPr>
          <p:txBody>
            <a:bodyPr lIns="90000" tIns="0" rIns="0" bIns="0" anchor="ctr" anchorCtr="0"/>
            <a:lstStyle/>
            <a:p>
              <a:pPr defTabSz="762000" eaLnBrk="0" hangingPunct="0"/>
              <a:r>
                <a:rPr lang="ko-KR" altLang="en-US" sz="1100" spc="-3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rgbClr val="434759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공통</a:t>
              </a:r>
              <a:br>
                <a:rPr lang="ko-KR" altLang="en-US" sz="1100" spc="-3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rgbClr val="434759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</a:br>
              <a:r>
                <a:rPr lang="en-US" altLang="ko-KR" sz="1100" spc="-3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rgbClr val="434759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Agent</a:t>
              </a:r>
            </a:p>
          </p:txBody>
        </p:sp>
        <p:grpSp>
          <p:nvGrpSpPr>
            <p:cNvPr id="962" name="그룹 961">
              <a:extLst>
                <a:ext uri="{FF2B5EF4-FFF2-40B4-BE49-F238E27FC236}">
                  <a16:creationId xmlns:a16="http://schemas.microsoft.com/office/drawing/2014/main" id="{3DDAD57E-D7BF-251C-2731-EA7B5844C864}"/>
                </a:ext>
              </a:extLst>
            </p:cNvPr>
            <p:cNvGrpSpPr/>
            <p:nvPr/>
          </p:nvGrpSpPr>
          <p:grpSpPr>
            <a:xfrm>
              <a:off x="3016402" y="6117502"/>
              <a:ext cx="902707" cy="431225"/>
              <a:chOff x="3026571" y="6112739"/>
              <a:chExt cx="751377" cy="431225"/>
            </a:xfrm>
          </p:grpSpPr>
          <p:sp>
            <p:nvSpPr>
              <p:cNvPr id="963" name="직사각형 962">
                <a:extLst>
                  <a:ext uri="{FF2B5EF4-FFF2-40B4-BE49-F238E27FC236}">
                    <a16:creationId xmlns:a16="http://schemas.microsoft.com/office/drawing/2014/main" id="{68E5FF0E-C547-9B91-A913-5394D017011A}"/>
                  </a:ext>
                </a:extLst>
              </p:cNvPr>
              <p:cNvSpPr/>
              <p:nvPr/>
            </p:nvSpPr>
            <p:spPr>
              <a:xfrm>
                <a:off x="3026571" y="6347192"/>
                <a:ext cx="751377" cy="196772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7CED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vert="horz" lIns="0" tIns="0" rIns="0" bIns="0" anchor="ctr" anchorCtr="0"/>
              <a:lstStyle/>
              <a:p>
                <a:pPr algn="ctr" defTabSz="762000" eaLnBrk="0" hangingPunct="0"/>
                <a:r>
                  <a:rPr lang="en-US" altLang="ko-KR" sz="900" spc="-3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Gen BI</a:t>
                </a:r>
                <a:endParaRPr lang="ko-KR" altLang="en-US" sz="900" spc="-3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964" name="직사각형 963">
                <a:extLst>
                  <a:ext uri="{FF2B5EF4-FFF2-40B4-BE49-F238E27FC236}">
                    <a16:creationId xmlns:a16="http://schemas.microsoft.com/office/drawing/2014/main" id="{A06E27F5-240B-4709-5B96-7037956F974B}"/>
                  </a:ext>
                </a:extLst>
              </p:cNvPr>
              <p:cNvSpPr/>
              <p:nvPr/>
            </p:nvSpPr>
            <p:spPr>
              <a:xfrm>
                <a:off x="3026571" y="6112739"/>
                <a:ext cx="751377" cy="196772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7CED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vert="horz" lIns="0" tIns="0" rIns="0" bIns="0" anchor="ctr" anchorCtr="0"/>
              <a:lstStyle/>
              <a:p>
                <a:pPr algn="ctr" defTabSz="762000" eaLnBrk="0" hangingPunct="0"/>
                <a:r>
                  <a:rPr lang="ko-KR" altLang="en-US" sz="900" spc="-3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번역</a:t>
                </a:r>
              </a:p>
            </p:txBody>
          </p:sp>
        </p:grpSp>
        <p:grpSp>
          <p:nvGrpSpPr>
            <p:cNvPr id="965" name="그룹 964">
              <a:extLst>
                <a:ext uri="{FF2B5EF4-FFF2-40B4-BE49-F238E27FC236}">
                  <a16:creationId xmlns:a16="http://schemas.microsoft.com/office/drawing/2014/main" id="{8E0EA8E3-D955-E6C0-A867-F4B108F0AD1C}"/>
                </a:ext>
              </a:extLst>
            </p:cNvPr>
            <p:cNvGrpSpPr/>
            <p:nvPr/>
          </p:nvGrpSpPr>
          <p:grpSpPr>
            <a:xfrm>
              <a:off x="4895448" y="6117502"/>
              <a:ext cx="902707" cy="431225"/>
              <a:chOff x="4603906" y="6112739"/>
              <a:chExt cx="751377" cy="431225"/>
            </a:xfrm>
          </p:grpSpPr>
          <p:sp>
            <p:nvSpPr>
              <p:cNvPr id="966" name="직사각형 965">
                <a:extLst>
                  <a:ext uri="{FF2B5EF4-FFF2-40B4-BE49-F238E27FC236}">
                    <a16:creationId xmlns:a16="http://schemas.microsoft.com/office/drawing/2014/main" id="{757B1F6B-5A7A-E697-FBFC-B75DC7F636AC}"/>
                  </a:ext>
                </a:extLst>
              </p:cNvPr>
              <p:cNvSpPr/>
              <p:nvPr/>
            </p:nvSpPr>
            <p:spPr>
              <a:xfrm>
                <a:off x="4603906" y="6347192"/>
                <a:ext cx="751377" cy="196772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7CED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vert="horz" lIns="0" tIns="0" rIns="0" bIns="0" anchor="ctr" anchorCtr="0"/>
              <a:lstStyle/>
              <a:p>
                <a:pPr algn="ctr" defTabSz="762000" eaLnBrk="0" hangingPunct="0"/>
                <a:r>
                  <a:rPr lang="ko-KR" altLang="en-US" sz="900" spc="-10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규칙기반 서류검토</a:t>
                </a:r>
              </a:p>
            </p:txBody>
          </p:sp>
          <p:sp>
            <p:nvSpPr>
              <p:cNvPr id="967" name="직사각형 966">
                <a:extLst>
                  <a:ext uri="{FF2B5EF4-FFF2-40B4-BE49-F238E27FC236}">
                    <a16:creationId xmlns:a16="http://schemas.microsoft.com/office/drawing/2014/main" id="{C82A0466-C9F7-D8FA-4463-D3E074649CCE}"/>
                  </a:ext>
                </a:extLst>
              </p:cNvPr>
              <p:cNvSpPr/>
              <p:nvPr/>
            </p:nvSpPr>
            <p:spPr>
              <a:xfrm>
                <a:off x="4603906" y="6112739"/>
                <a:ext cx="751377" cy="196772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7CED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vert="horz" lIns="0" tIns="0" rIns="0" bIns="0" anchor="ctr" anchorCtr="0"/>
              <a:lstStyle/>
              <a:p>
                <a:pPr algn="ctr" defTabSz="762000" eaLnBrk="0" hangingPunct="0"/>
                <a:r>
                  <a:rPr lang="ko-KR" altLang="en-US" sz="900" spc="-3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리포트 생성</a:t>
                </a:r>
              </a:p>
            </p:txBody>
          </p:sp>
        </p:grpSp>
        <p:grpSp>
          <p:nvGrpSpPr>
            <p:cNvPr id="968" name="그룹 967">
              <a:extLst>
                <a:ext uri="{FF2B5EF4-FFF2-40B4-BE49-F238E27FC236}">
                  <a16:creationId xmlns:a16="http://schemas.microsoft.com/office/drawing/2014/main" id="{E82B2223-4729-FF83-0010-8E4FEAB1AAF8}"/>
                </a:ext>
              </a:extLst>
            </p:cNvPr>
            <p:cNvGrpSpPr/>
            <p:nvPr/>
          </p:nvGrpSpPr>
          <p:grpSpPr>
            <a:xfrm>
              <a:off x="5834972" y="6117502"/>
              <a:ext cx="902707" cy="431225"/>
              <a:chOff x="5396145" y="6112739"/>
              <a:chExt cx="751377" cy="431225"/>
            </a:xfrm>
          </p:grpSpPr>
          <p:sp>
            <p:nvSpPr>
              <p:cNvPr id="969" name="직사각형 968">
                <a:extLst>
                  <a:ext uri="{FF2B5EF4-FFF2-40B4-BE49-F238E27FC236}">
                    <a16:creationId xmlns:a16="http://schemas.microsoft.com/office/drawing/2014/main" id="{6DB08C75-7699-3652-FC73-7F4ADFC951F2}"/>
                  </a:ext>
                </a:extLst>
              </p:cNvPr>
              <p:cNvSpPr/>
              <p:nvPr/>
            </p:nvSpPr>
            <p:spPr>
              <a:xfrm>
                <a:off x="5396145" y="6347192"/>
                <a:ext cx="751377" cy="196772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7CED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vert="horz" lIns="0" tIns="0" rIns="0" bIns="0" anchor="ctr" anchorCtr="0"/>
              <a:lstStyle/>
              <a:p>
                <a:pPr algn="ctr" defTabSz="762000" eaLnBrk="0" hangingPunct="0"/>
                <a:r>
                  <a:rPr lang="ko-KR" altLang="en-US" sz="900" spc="-10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서류간 차이비교</a:t>
                </a:r>
              </a:p>
            </p:txBody>
          </p:sp>
          <p:sp>
            <p:nvSpPr>
              <p:cNvPr id="970" name="직사각형 969">
                <a:extLst>
                  <a:ext uri="{FF2B5EF4-FFF2-40B4-BE49-F238E27FC236}">
                    <a16:creationId xmlns:a16="http://schemas.microsoft.com/office/drawing/2014/main" id="{88955270-FF02-EBE5-40EC-4B37AC942F45}"/>
                  </a:ext>
                </a:extLst>
              </p:cNvPr>
              <p:cNvSpPr/>
              <p:nvPr/>
            </p:nvSpPr>
            <p:spPr>
              <a:xfrm>
                <a:off x="5396145" y="6112739"/>
                <a:ext cx="751377" cy="196772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7CED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vert="horz" lIns="0" tIns="0" rIns="0" bIns="0" anchor="ctr" anchorCtr="0"/>
              <a:lstStyle/>
              <a:p>
                <a:pPr algn="ctr" defTabSz="762000" eaLnBrk="0" hangingPunct="0"/>
                <a:r>
                  <a:rPr lang="ko-KR" altLang="en-US" sz="900" spc="-30" err="1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딥리서치</a:t>
                </a:r>
                <a:endParaRPr lang="ko-KR" altLang="en-US" sz="900" spc="-3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971" name="그룹 970">
              <a:extLst>
                <a:ext uri="{FF2B5EF4-FFF2-40B4-BE49-F238E27FC236}">
                  <a16:creationId xmlns:a16="http://schemas.microsoft.com/office/drawing/2014/main" id="{524139EF-7854-BE7D-C00D-EEF56157E41C}"/>
                </a:ext>
              </a:extLst>
            </p:cNvPr>
            <p:cNvGrpSpPr/>
            <p:nvPr/>
          </p:nvGrpSpPr>
          <p:grpSpPr>
            <a:xfrm>
              <a:off x="3955925" y="6117502"/>
              <a:ext cx="902707" cy="431225"/>
              <a:chOff x="3811666" y="6112739"/>
              <a:chExt cx="751377" cy="431225"/>
            </a:xfrm>
          </p:grpSpPr>
          <p:sp>
            <p:nvSpPr>
              <p:cNvPr id="972" name="직사각형 971">
                <a:extLst>
                  <a:ext uri="{FF2B5EF4-FFF2-40B4-BE49-F238E27FC236}">
                    <a16:creationId xmlns:a16="http://schemas.microsoft.com/office/drawing/2014/main" id="{07C512E1-72A4-28CA-DE66-4C433712B659}"/>
                  </a:ext>
                </a:extLst>
              </p:cNvPr>
              <p:cNvSpPr/>
              <p:nvPr/>
            </p:nvSpPr>
            <p:spPr>
              <a:xfrm>
                <a:off x="3811666" y="6112739"/>
                <a:ext cx="751377" cy="196772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7CED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vert="horz" lIns="0" tIns="0" rIns="0" bIns="0" anchor="ctr" anchorCtr="0"/>
              <a:lstStyle/>
              <a:p>
                <a:pPr algn="ctr" defTabSz="762000" eaLnBrk="0" hangingPunct="0"/>
                <a:r>
                  <a:rPr lang="en-US" altLang="ko-KR" sz="900" spc="-3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RAG</a:t>
                </a:r>
                <a:endParaRPr lang="ko-KR" altLang="en-US" sz="900" spc="-3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973" name="직사각형 972">
                <a:extLst>
                  <a:ext uri="{FF2B5EF4-FFF2-40B4-BE49-F238E27FC236}">
                    <a16:creationId xmlns:a16="http://schemas.microsoft.com/office/drawing/2014/main" id="{DAD315C7-9D4F-2537-0E30-F3B287EF7C44}"/>
                  </a:ext>
                </a:extLst>
              </p:cNvPr>
              <p:cNvSpPr/>
              <p:nvPr/>
            </p:nvSpPr>
            <p:spPr>
              <a:xfrm>
                <a:off x="3811666" y="6347192"/>
                <a:ext cx="751377" cy="196772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7CED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vert="horz" lIns="0" tIns="0" rIns="0" bIns="0" anchor="ctr" anchorCtr="0"/>
              <a:lstStyle/>
              <a:p>
                <a:pPr algn="ctr" defTabSz="762000" eaLnBrk="0" hangingPunct="0"/>
                <a:r>
                  <a:rPr lang="en-US" altLang="ko-KR" sz="900" spc="-3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Text2SQL</a:t>
                </a:r>
                <a:endParaRPr lang="ko-KR" altLang="en-US" sz="900" spc="-3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sp>
          <p:nvSpPr>
            <p:cNvPr id="974" name="직사각형 973">
              <a:extLst>
                <a:ext uri="{FF2B5EF4-FFF2-40B4-BE49-F238E27FC236}">
                  <a16:creationId xmlns:a16="http://schemas.microsoft.com/office/drawing/2014/main" id="{8FB248CE-2E49-A7F6-D7EC-F117078C6C17}"/>
                </a:ext>
              </a:extLst>
            </p:cNvPr>
            <p:cNvSpPr/>
            <p:nvPr/>
          </p:nvSpPr>
          <p:spPr>
            <a:xfrm>
              <a:off x="2487586" y="6665966"/>
              <a:ext cx="2195027" cy="2164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98A1B7"/>
              </a:solidFill>
              <a:miter lim="800000"/>
              <a:headEnd type="none" w="sm" len="sm"/>
              <a:tailEnd type="none" w="sm" len="sm"/>
            </a:ln>
          </p:spPr>
          <p:txBody>
            <a:bodyPr vert="horz" lIns="0" tIns="0" rIns="0" bIns="0" anchor="ctr" anchorCtr="0"/>
            <a:lstStyle/>
            <a:p>
              <a:pPr algn="ctr" defTabSz="762000" eaLnBrk="0" hangingPunct="0"/>
              <a:r>
                <a:rPr lang="ko-KR" altLang="en-US" sz="1000" spc="-3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데이터 플랫폼</a:t>
              </a:r>
            </a:p>
          </p:txBody>
        </p:sp>
        <p:sp>
          <p:nvSpPr>
            <p:cNvPr id="975" name="직사각형 974">
              <a:extLst>
                <a:ext uri="{FF2B5EF4-FFF2-40B4-BE49-F238E27FC236}">
                  <a16:creationId xmlns:a16="http://schemas.microsoft.com/office/drawing/2014/main" id="{068DCDE8-138A-25D2-EE51-78B1E0B8068F}"/>
                </a:ext>
              </a:extLst>
            </p:cNvPr>
            <p:cNvSpPr/>
            <p:nvPr/>
          </p:nvSpPr>
          <p:spPr>
            <a:xfrm>
              <a:off x="4749361" y="6665966"/>
              <a:ext cx="2195025" cy="2164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98A1B7"/>
              </a:solidFill>
              <a:miter lim="800000"/>
              <a:headEnd type="none" w="sm" len="sm"/>
              <a:tailEnd type="none" w="sm" len="sm"/>
            </a:ln>
          </p:spPr>
          <p:txBody>
            <a:bodyPr vert="horz" lIns="0" tIns="0" rIns="0" bIns="0" anchor="ctr" anchorCtr="0"/>
            <a:lstStyle/>
            <a:p>
              <a:pPr algn="ctr" defTabSz="762000" eaLnBrk="0" hangingPunct="0"/>
              <a:r>
                <a:rPr lang="en-US" altLang="ko-KR" sz="1000" spc="-3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AI </a:t>
              </a:r>
              <a:r>
                <a:rPr lang="ko-KR" altLang="en-US" sz="1000" spc="-3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플랫폼</a:t>
              </a:r>
            </a:p>
          </p:txBody>
        </p:sp>
        <p:sp>
          <p:nvSpPr>
            <p:cNvPr id="976" name="직사각형 975">
              <a:extLst>
                <a:ext uri="{FF2B5EF4-FFF2-40B4-BE49-F238E27FC236}">
                  <a16:creationId xmlns:a16="http://schemas.microsoft.com/office/drawing/2014/main" id="{3557AAE0-2773-450D-11CC-D7805275438C}"/>
                </a:ext>
              </a:extLst>
            </p:cNvPr>
            <p:cNvSpPr/>
            <p:nvPr/>
          </p:nvSpPr>
          <p:spPr>
            <a:xfrm>
              <a:off x="6674275" y="6239491"/>
              <a:ext cx="312173" cy="196772"/>
            </a:xfrm>
            <a:prstGeom prst="rect">
              <a:avLst/>
            </a:prstGeom>
            <a:noFill/>
            <a:ln w="3175">
              <a:noFill/>
              <a:miter lim="800000"/>
              <a:headEnd type="none" w="sm" len="sm"/>
              <a:tailEnd type="none" w="sm" len="sm"/>
            </a:ln>
          </p:spPr>
          <p:txBody>
            <a:bodyPr vert="horz" lIns="0" tIns="0" rIns="0" bIns="0" anchor="ctr" anchorCtr="0"/>
            <a:lstStyle/>
            <a:p>
              <a:pPr algn="ctr" defTabSz="762000" eaLnBrk="0" hangingPunct="0"/>
              <a:r>
                <a:rPr lang="en-US" altLang="ko-KR" sz="900" spc="-3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…</a:t>
              </a:r>
              <a:endParaRPr lang="ko-KR" altLang="en-US" sz="900" spc="-30">
                <a:ln>
                  <a:solidFill>
                    <a:srgbClr val="0099FF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977" name="직사각형 976">
              <a:extLst>
                <a:ext uri="{FF2B5EF4-FFF2-40B4-BE49-F238E27FC236}">
                  <a16:creationId xmlns:a16="http://schemas.microsoft.com/office/drawing/2014/main" id="{6B1896AA-7291-24E1-CAF4-F2CE8C9FFBB5}"/>
                </a:ext>
              </a:extLst>
            </p:cNvPr>
            <p:cNvSpPr/>
            <p:nvPr/>
          </p:nvSpPr>
          <p:spPr>
            <a:xfrm>
              <a:off x="1679975" y="6057899"/>
              <a:ext cx="453224" cy="89143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C7CED2"/>
              </a:solidFill>
              <a:miter lim="800000"/>
              <a:headEnd type="none" w="sm" len="sm"/>
              <a:tailEnd type="none" w="sm" len="sm"/>
            </a:ln>
          </p:spPr>
          <p:txBody>
            <a:bodyPr vert="horz" lIns="0" tIns="0" rIns="0" bIns="0" anchor="ctr" anchorCtr="0"/>
            <a:lstStyle/>
            <a:p>
              <a:pPr algn="ctr" defTabSz="762000" eaLnBrk="0" hangingPunct="0"/>
              <a:r>
                <a:rPr lang="en-US" altLang="ko-KR" sz="1000" spc="-3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ETL/</a:t>
              </a:r>
            </a:p>
            <a:p>
              <a:pPr algn="ctr" defTabSz="762000" eaLnBrk="0" hangingPunct="0"/>
              <a:r>
                <a:rPr lang="en-US" altLang="ko-KR" sz="1000" spc="-3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Crawler</a:t>
              </a:r>
            </a:p>
          </p:txBody>
        </p:sp>
        <p:sp>
          <p:nvSpPr>
            <p:cNvPr id="978" name="화살표: 왼쪽/오른쪽 579">
              <a:extLst>
                <a:ext uri="{FF2B5EF4-FFF2-40B4-BE49-F238E27FC236}">
                  <a16:creationId xmlns:a16="http://schemas.microsoft.com/office/drawing/2014/main" id="{B83BCBEF-4871-5C6B-DDFC-51AB650E7463}"/>
                </a:ext>
              </a:extLst>
            </p:cNvPr>
            <p:cNvSpPr/>
            <p:nvPr/>
          </p:nvSpPr>
          <p:spPr>
            <a:xfrm>
              <a:off x="6191174" y="3700539"/>
              <a:ext cx="443216" cy="247441"/>
            </a:xfrm>
            <a:prstGeom prst="leftRightArrow">
              <a:avLst>
                <a:gd name="adj1" fmla="val 62198"/>
                <a:gd name="adj2" fmla="val 44345"/>
              </a:avLst>
            </a:prstGeom>
            <a:solidFill>
              <a:srgbClr val="9CA5A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900">
                  <a:ln>
                    <a:solidFill>
                      <a:srgbClr val="0099FF">
                        <a:alpha val="0"/>
                      </a:srgbClr>
                    </a:solidFill>
                  </a:ln>
                </a:rPr>
                <a:t>API</a:t>
              </a:r>
              <a:endParaRPr lang="ko-KR" altLang="en-US" sz="900">
                <a:ln>
                  <a:solidFill>
                    <a:srgbClr val="0099FF">
                      <a:alpha val="0"/>
                    </a:srgbClr>
                  </a:solidFill>
                </a:ln>
              </a:endParaRPr>
            </a:p>
          </p:txBody>
        </p:sp>
        <p:grpSp>
          <p:nvGrpSpPr>
            <p:cNvPr id="979" name="그룹 978">
              <a:extLst>
                <a:ext uri="{FF2B5EF4-FFF2-40B4-BE49-F238E27FC236}">
                  <a16:creationId xmlns:a16="http://schemas.microsoft.com/office/drawing/2014/main" id="{556FBA77-ED74-B43F-43FE-B0658FC87547}"/>
                </a:ext>
              </a:extLst>
            </p:cNvPr>
            <p:cNvGrpSpPr/>
            <p:nvPr/>
          </p:nvGrpSpPr>
          <p:grpSpPr>
            <a:xfrm>
              <a:off x="1387836" y="3231529"/>
              <a:ext cx="1034170" cy="1"/>
              <a:chOff x="1387836" y="3086072"/>
              <a:chExt cx="1034170" cy="1"/>
            </a:xfrm>
          </p:grpSpPr>
          <p:cxnSp>
            <p:nvCxnSpPr>
              <p:cNvPr id="980" name="직선 화살표 연결선 979">
                <a:extLst>
                  <a:ext uri="{FF2B5EF4-FFF2-40B4-BE49-F238E27FC236}">
                    <a16:creationId xmlns:a16="http://schemas.microsoft.com/office/drawing/2014/main" id="{6D8C53DB-D98E-617C-9335-8F622FF7E85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132902" y="3086072"/>
                <a:ext cx="289104" cy="1"/>
              </a:xfrm>
              <a:prstGeom prst="straightConnector1">
                <a:avLst/>
              </a:prstGeom>
              <a:ln w="9525">
                <a:solidFill>
                  <a:srgbClr val="434759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1" name="직선 화살표 연결선 980">
                <a:extLst>
                  <a:ext uri="{FF2B5EF4-FFF2-40B4-BE49-F238E27FC236}">
                    <a16:creationId xmlns:a16="http://schemas.microsoft.com/office/drawing/2014/main" id="{78D185F8-B7E3-423A-4388-1C51CF6A3B5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387836" y="3086072"/>
                <a:ext cx="289104" cy="1"/>
              </a:xfrm>
              <a:prstGeom prst="straightConnector1">
                <a:avLst/>
              </a:prstGeom>
              <a:ln w="9525">
                <a:solidFill>
                  <a:srgbClr val="434759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82" name="직선 화살표 연결선 93">
              <a:extLst>
                <a:ext uri="{FF2B5EF4-FFF2-40B4-BE49-F238E27FC236}">
                  <a16:creationId xmlns:a16="http://schemas.microsoft.com/office/drawing/2014/main" id="{F2B4B3AE-6940-0DAC-A340-3B9CF08CCF17}"/>
                </a:ext>
              </a:extLst>
            </p:cNvPr>
            <p:cNvCxnSpPr>
              <a:cxnSpLocks/>
              <a:stCxn id="942" idx="1"/>
              <a:endCxn id="946" idx="1"/>
            </p:cNvCxnSpPr>
            <p:nvPr/>
          </p:nvCxnSpPr>
          <p:spPr>
            <a:xfrm rot="10800000">
              <a:off x="2491118" y="3500200"/>
              <a:ext cx="1522" cy="884367"/>
            </a:xfrm>
            <a:prstGeom prst="bentConnector3">
              <a:avLst>
                <a:gd name="adj1" fmla="val 13555125"/>
              </a:avLst>
            </a:prstGeom>
            <a:ln w="9525">
              <a:solidFill>
                <a:srgbClr val="434759"/>
              </a:solidFill>
              <a:prstDash val="sys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3" name="직선 화살표 연결선 982">
              <a:extLst>
                <a:ext uri="{FF2B5EF4-FFF2-40B4-BE49-F238E27FC236}">
                  <a16:creationId xmlns:a16="http://schemas.microsoft.com/office/drawing/2014/main" id="{9A138119-9156-833A-0C3B-9353C262A7A2}"/>
                </a:ext>
              </a:extLst>
            </p:cNvPr>
            <p:cNvCxnSpPr>
              <a:cxnSpLocks/>
              <a:endCxn id="649" idx="3"/>
            </p:cNvCxnSpPr>
            <p:nvPr/>
          </p:nvCxnSpPr>
          <p:spPr>
            <a:xfrm flipH="1" flipV="1">
              <a:off x="1314030" y="3624282"/>
              <a:ext cx="971970" cy="1954"/>
            </a:xfrm>
            <a:prstGeom prst="straightConnector1">
              <a:avLst/>
            </a:prstGeom>
            <a:ln w="9525">
              <a:solidFill>
                <a:srgbClr val="434759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4" name="TextBox 983">
              <a:extLst>
                <a:ext uri="{FF2B5EF4-FFF2-40B4-BE49-F238E27FC236}">
                  <a16:creationId xmlns:a16="http://schemas.microsoft.com/office/drawing/2014/main" id="{7279E770-0AB0-8D6D-22B3-6AE63C77D917}"/>
                </a:ext>
              </a:extLst>
            </p:cNvPr>
            <p:cNvSpPr txBox="1"/>
            <p:nvPr/>
          </p:nvSpPr>
          <p:spPr>
            <a:xfrm>
              <a:off x="1241450" y="3446244"/>
              <a:ext cx="3859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762000" eaLnBrk="0" hangingPunct="0"/>
              <a:r>
                <a:rPr lang="ko-KR" altLang="en-US" sz="900" spc="-3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음성</a:t>
              </a:r>
              <a:endParaRPr lang="en-US" altLang="ko-KR" sz="900" spc="-30">
                <a:ln>
                  <a:solidFill>
                    <a:srgbClr val="0099FF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pPr algn="ctr" defTabSz="762000" eaLnBrk="0" hangingPunct="0"/>
              <a:r>
                <a:rPr lang="ko-KR" altLang="en-US" sz="900" spc="-3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패킷</a:t>
              </a:r>
            </a:p>
          </p:txBody>
        </p:sp>
        <p:cxnSp>
          <p:nvCxnSpPr>
            <p:cNvPr id="985" name="직선 화살표 연결선 984">
              <a:extLst>
                <a:ext uri="{FF2B5EF4-FFF2-40B4-BE49-F238E27FC236}">
                  <a16:creationId xmlns:a16="http://schemas.microsoft.com/office/drawing/2014/main" id="{45C8B914-D9DA-3EE9-CEE7-9E7370A6689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87836" y="4171033"/>
              <a:ext cx="289104" cy="1"/>
            </a:xfrm>
            <a:prstGeom prst="straightConnector1">
              <a:avLst/>
            </a:prstGeom>
            <a:ln w="9525">
              <a:solidFill>
                <a:srgbClr val="434759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6" name="직선 화살표 연결선 985">
              <a:extLst>
                <a:ext uri="{FF2B5EF4-FFF2-40B4-BE49-F238E27FC236}">
                  <a16:creationId xmlns:a16="http://schemas.microsoft.com/office/drawing/2014/main" id="{37E54CE1-7227-D2D4-0A1B-70F45CAD1C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32902" y="5550668"/>
              <a:ext cx="591248" cy="0"/>
            </a:xfrm>
            <a:prstGeom prst="straightConnector1">
              <a:avLst/>
            </a:prstGeom>
            <a:ln w="9525">
              <a:solidFill>
                <a:srgbClr val="434759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7" name="직선 화살표 연결선 986">
              <a:extLst>
                <a:ext uri="{FF2B5EF4-FFF2-40B4-BE49-F238E27FC236}">
                  <a16:creationId xmlns:a16="http://schemas.microsoft.com/office/drawing/2014/main" id="{C54BEA52-D038-D1B9-5F86-DB73AC09781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87836" y="6503615"/>
              <a:ext cx="289104" cy="1"/>
            </a:xfrm>
            <a:prstGeom prst="straightConnector1">
              <a:avLst/>
            </a:prstGeom>
            <a:ln w="9525">
              <a:solidFill>
                <a:srgbClr val="434759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8" name="직선 화살표 연결선 93">
              <a:extLst>
                <a:ext uri="{FF2B5EF4-FFF2-40B4-BE49-F238E27FC236}">
                  <a16:creationId xmlns:a16="http://schemas.microsoft.com/office/drawing/2014/main" id="{964EB1B8-58BF-9CA0-6335-CCB2410F2F55}"/>
                </a:ext>
              </a:extLst>
            </p:cNvPr>
            <p:cNvCxnSpPr>
              <a:cxnSpLocks/>
              <a:stCxn id="961" idx="1"/>
              <a:endCxn id="977" idx="3"/>
            </p:cNvCxnSpPr>
            <p:nvPr/>
          </p:nvCxnSpPr>
          <p:spPr>
            <a:xfrm rot="10800000" flipV="1">
              <a:off x="2133200" y="6333114"/>
              <a:ext cx="354387" cy="170502"/>
            </a:xfrm>
            <a:prstGeom prst="bentConnector3">
              <a:avLst>
                <a:gd name="adj1" fmla="val 50000"/>
              </a:avLst>
            </a:prstGeom>
            <a:ln w="9525">
              <a:solidFill>
                <a:srgbClr val="434759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89" name="그룹 988">
              <a:extLst>
                <a:ext uri="{FF2B5EF4-FFF2-40B4-BE49-F238E27FC236}">
                  <a16:creationId xmlns:a16="http://schemas.microsoft.com/office/drawing/2014/main" id="{6D53FCA7-44BC-C1C7-C7AF-1DA7C7253289}"/>
                </a:ext>
              </a:extLst>
            </p:cNvPr>
            <p:cNvGrpSpPr/>
            <p:nvPr/>
          </p:nvGrpSpPr>
          <p:grpSpPr>
            <a:xfrm>
              <a:off x="4912668" y="2265597"/>
              <a:ext cx="2169749" cy="123111"/>
              <a:chOff x="3606228" y="2312428"/>
              <a:chExt cx="2169749" cy="123111"/>
            </a:xfrm>
          </p:grpSpPr>
          <p:grpSp>
            <p:nvGrpSpPr>
              <p:cNvPr id="990" name="그룹 989">
                <a:extLst>
                  <a:ext uri="{FF2B5EF4-FFF2-40B4-BE49-F238E27FC236}">
                    <a16:creationId xmlns:a16="http://schemas.microsoft.com/office/drawing/2014/main" id="{5C36AF7C-2DA4-1125-A16F-4827F75931D7}"/>
                  </a:ext>
                </a:extLst>
              </p:cNvPr>
              <p:cNvGrpSpPr/>
              <p:nvPr/>
            </p:nvGrpSpPr>
            <p:grpSpPr>
              <a:xfrm>
                <a:off x="3606228" y="2312428"/>
                <a:ext cx="666293" cy="123111"/>
                <a:chOff x="7688511" y="1738025"/>
                <a:chExt cx="666293" cy="123111"/>
              </a:xfrm>
            </p:grpSpPr>
            <p:sp>
              <p:nvSpPr>
                <p:cNvPr id="646" name="Rectangle 95">
                  <a:extLst>
                    <a:ext uri="{FF2B5EF4-FFF2-40B4-BE49-F238E27FC236}">
                      <a16:creationId xmlns:a16="http://schemas.microsoft.com/office/drawing/2014/main" id="{DDA45219-F899-E8DB-2E6A-DAC230C2EFA1}"/>
                    </a:ext>
                  </a:extLst>
                </p:cNvPr>
                <p:cNvSpPr/>
                <p:nvPr/>
              </p:nvSpPr>
              <p:spPr>
                <a:xfrm>
                  <a:off x="7688511" y="1746120"/>
                  <a:ext cx="108354" cy="106920"/>
                </a:xfrm>
                <a:prstGeom prst="rect">
                  <a:avLst/>
                </a:prstGeom>
                <a:solidFill>
                  <a:srgbClr val="DDE1E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pc="-3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647" name="TextBox 96">
                  <a:extLst>
                    <a:ext uri="{FF2B5EF4-FFF2-40B4-BE49-F238E27FC236}">
                      <a16:creationId xmlns:a16="http://schemas.microsoft.com/office/drawing/2014/main" id="{5A0B7ABE-44EA-5C16-06FC-C95FA5674B02}"/>
                    </a:ext>
                  </a:extLst>
                </p:cNvPr>
                <p:cNvSpPr txBox="1"/>
                <p:nvPr/>
              </p:nvSpPr>
              <p:spPr>
                <a:xfrm>
                  <a:off x="7839278" y="1738025"/>
                  <a:ext cx="515526" cy="12311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>
                  <a:spAutoFit/>
                </a:bodyPr>
                <a:lstStyle>
                  <a:defPPr>
                    <a:defRPr lang="en-US"/>
                  </a:defPPr>
                  <a:lvl1pPr>
                    <a:defRPr kumimoji="1" sz="800" spc="-30">
                      <a:ln>
                        <a:solidFill>
                          <a:srgbClr val="0099FF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defRPr>
                  </a:lvl1pPr>
                </a:lstStyle>
                <a:p>
                  <a:r>
                    <a:rPr lang="ko-KR" altLang="en-US"/>
                    <a:t>대응개발영역</a:t>
                  </a:r>
                </a:p>
              </p:txBody>
            </p:sp>
          </p:grpSp>
          <p:grpSp>
            <p:nvGrpSpPr>
              <p:cNvPr id="640" name="그룹 639">
                <a:extLst>
                  <a:ext uri="{FF2B5EF4-FFF2-40B4-BE49-F238E27FC236}">
                    <a16:creationId xmlns:a16="http://schemas.microsoft.com/office/drawing/2014/main" id="{C9C0EC93-6AE3-EAC8-063A-9A198634E2B0}"/>
                  </a:ext>
                </a:extLst>
              </p:cNvPr>
              <p:cNvGrpSpPr/>
              <p:nvPr/>
            </p:nvGrpSpPr>
            <p:grpSpPr>
              <a:xfrm>
                <a:off x="4374306" y="2312428"/>
                <a:ext cx="692903" cy="123111"/>
                <a:chOff x="7688511" y="1738025"/>
                <a:chExt cx="692903" cy="123111"/>
              </a:xfrm>
            </p:grpSpPr>
            <p:sp>
              <p:nvSpPr>
                <p:cNvPr id="644" name="Rectangle 95">
                  <a:extLst>
                    <a:ext uri="{FF2B5EF4-FFF2-40B4-BE49-F238E27FC236}">
                      <a16:creationId xmlns:a16="http://schemas.microsoft.com/office/drawing/2014/main" id="{35EC164F-AD27-9B33-AFDD-AF776F8A6582}"/>
                    </a:ext>
                  </a:extLst>
                </p:cNvPr>
                <p:cNvSpPr/>
                <p:nvPr/>
              </p:nvSpPr>
              <p:spPr>
                <a:xfrm>
                  <a:off x="7688511" y="1746120"/>
                  <a:ext cx="108354" cy="106920"/>
                </a:xfrm>
                <a:prstGeom prst="rect">
                  <a:avLst/>
                </a:prstGeom>
                <a:solidFill>
                  <a:srgbClr val="98A1B7"/>
                </a:solidFill>
                <a:ln w="3175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lIns="90000" tIns="0" rIns="0" bIns="0" anchor="ctr" anchorCtr="0"/>
                <a:lstStyle/>
                <a:p>
                  <a:pPr defTabSz="762000" eaLnBrk="0" hangingPunct="0"/>
                  <a:endParaRPr sz="1100" spc="-3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endParaRPr>
                </a:p>
              </p:txBody>
            </p:sp>
            <p:sp>
              <p:nvSpPr>
                <p:cNvPr id="645" name="TextBox 96">
                  <a:extLst>
                    <a:ext uri="{FF2B5EF4-FFF2-40B4-BE49-F238E27FC236}">
                      <a16:creationId xmlns:a16="http://schemas.microsoft.com/office/drawing/2014/main" id="{441D4DD0-7E9C-C3A7-9A47-A70C645A557E}"/>
                    </a:ext>
                  </a:extLst>
                </p:cNvPr>
                <p:cNvSpPr txBox="1"/>
                <p:nvPr/>
              </p:nvSpPr>
              <p:spPr>
                <a:xfrm>
                  <a:off x="7839278" y="1738025"/>
                  <a:ext cx="542136" cy="12311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kumimoji="1" lang="ko-KR" altLang="en-US" sz="800" spc="-30">
                      <a:ln>
                        <a:solidFill>
                          <a:srgbClr val="0099FF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고객상담 영역</a:t>
                  </a:r>
                </a:p>
              </p:txBody>
            </p:sp>
          </p:grpSp>
          <p:grpSp>
            <p:nvGrpSpPr>
              <p:cNvPr id="641" name="그룹 640">
                <a:extLst>
                  <a:ext uri="{FF2B5EF4-FFF2-40B4-BE49-F238E27FC236}">
                    <a16:creationId xmlns:a16="http://schemas.microsoft.com/office/drawing/2014/main" id="{31D49C21-DE8D-BBA4-3F9C-4076C9CAEC7F}"/>
                  </a:ext>
                </a:extLst>
              </p:cNvPr>
              <p:cNvGrpSpPr/>
              <p:nvPr/>
            </p:nvGrpSpPr>
            <p:grpSpPr>
              <a:xfrm>
                <a:off x="5168995" y="2312428"/>
                <a:ext cx="606982" cy="123111"/>
                <a:chOff x="7688511" y="1738025"/>
                <a:chExt cx="606982" cy="123111"/>
              </a:xfrm>
            </p:grpSpPr>
            <p:sp>
              <p:nvSpPr>
                <p:cNvPr id="642" name="Rectangle 95">
                  <a:extLst>
                    <a:ext uri="{FF2B5EF4-FFF2-40B4-BE49-F238E27FC236}">
                      <a16:creationId xmlns:a16="http://schemas.microsoft.com/office/drawing/2014/main" id="{1569007A-33FF-F773-22E8-58B1B35A78FF}"/>
                    </a:ext>
                  </a:extLst>
                </p:cNvPr>
                <p:cNvSpPr/>
                <p:nvPr/>
              </p:nvSpPr>
              <p:spPr>
                <a:xfrm>
                  <a:off x="7688511" y="1746120"/>
                  <a:ext cx="108354" cy="106920"/>
                </a:xfrm>
                <a:prstGeom prst="rect">
                  <a:avLst/>
                </a:prstGeom>
                <a:noFill/>
                <a:ln w="19050">
                  <a:solidFill>
                    <a:srgbClr val="0099FF"/>
                  </a:solidFill>
                  <a:miter lim="800000"/>
                  <a:headEnd/>
                  <a:tailEnd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sz="130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ea typeface="KoPub돋움체 Medium Medium" panose="02020603020101020101" pitchFamily="18" charset="-127"/>
                  </a:endParaRPr>
                </a:p>
              </p:txBody>
            </p:sp>
            <p:sp>
              <p:nvSpPr>
                <p:cNvPr id="643" name="TextBox 96">
                  <a:extLst>
                    <a:ext uri="{FF2B5EF4-FFF2-40B4-BE49-F238E27FC236}">
                      <a16:creationId xmlns:a16="http://schemas.microsoft.com/office/drawing/2014/main" id="{3352120C-995C-9C77-F7DB-069B0278B1E5}"/>
                    </a:ext>
                  </a:extLst>
                </p:cNvPr>
                <p:cNvSpPr txBox="1"/>
                <p:nvPr/>
              </p:nvSpPr>
              <p:spPr>
                <a:xfrm>
                  <a:off x="7839278" y="1738025"/>
                  <a:ext cx="456215" cy="12311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>
                  <a:spAutoFit/>
                </a:bodyPr>
                <a:lstStyle>
                  <a:defPPr>
                    <a:defRPr lang="en-US"/>
                  </a:defPPr>
                  <a:lvl1pPr>
                    <a:defRPr kumimoji="1" sz="800" spc="-30">
                      <a:ln>
                        <a:solidFill>
                          <a:srgbClr val="0099FF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defRPr>
                  </a:lvl1pPr>
                </a:lstStyle>
                <a:p>
                  <a:r>
                    <a:rPr lang="ko-KR" altLang="en-US" err="1"/>
                    <a:t>본사업</a:t>
                  </a:r>
                  <a:r>
                    <a:rPr lang="ko-KR" altLang="en-US"/>
                    <a:t> 영역</a:t>
                  </a:r>
                </a:p>
              </p:txBody>
            </p:sp>
          </p:grpSp>
        </p:grpSp>
        <p:sp>
          <p:nvSpPr>
            <p:cNvPr id="648" name="직사각형 647">
              <a:extLst>
                <a:ext uri="{FF2B5EF4-FFF2-40B4-BE49-F238E27FC236}">
                  <a16:creationId xmlns:a16="http://schemas.microsoft.com/office/drawing/2014/main" id="{FB299A91-DA44-00F5-0195-DFC972E977CB}"/>
                </a:ext>
              </a:extLst>
            </p:cNvPr>
            <p:cNvSpPr/>
            <p:nvPr/>
          </p:nvSpPr>
          <p:spPr>
            <a:xfrm>
              <a:off x="1607820" y="2455771"/>
              <a:ext cx="5474597" cy="4600667"/>
            </a:xfrm>
            <a:prstGeom prst="rect">
              <a:avLst/>
            </a:prstGeom>
            <a:noFill/>
            <a:ln w="38100">
              <a:solidFill>
                <a:srgbClr val="0099FF"/>
              </a:solidFill>
              <a:miter lim="800000"/>
              <a:headEnd/>
              <a:tailEnd/>
            </a:ln>
            <a:effectLst>
              <a:outerShdw blurRad="63500" algn="ctr" rotWithShape="0">
                <a:srgbClr val="0099FF">
                  <a:alpha val="40000"/>
                </a:srgb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altLang="ko-KR" sz="1300">
                <a:ln>
                  <a:solidFill>
                    <a:srgbClr val="0099FF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ea typeface="KoPub돋움체 Medium Medium" panose="02020603020101020101" pitchFamily="18" charset="-127"/>
              </a:endParaRPr>
            </a:p>
          </p:txBody>
        </p:sp>
        <p:sp>
          <p:nvSpPr>
            <p:cNvPr id="649" name="직사각형 648">
              <a:extLst>
                <a:ext uri="{FF2B5EF4-FFF2-40B4-BE49-F238E27FC236}">
                  <a16:creationId xmlns:a16="http://schemas.microsoft.com/office/drawing/2014/main" id="{F096E38F-F784-EA55-65F9-DFB4191E000D}"/>
                </a:ext>
              </a:extLst>
            </p:cNvPr>
            <p:cNvSpPr/>
            <p:nvPr/>
          </p:nvSpPr>
          <p:spPr>
            <a:xfrm>
              <a:off x="1071225" y="3403754"/>
              <a:ext cx="242805" cy="44105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C7CED2"/>
              </a:solidFill>
              <a:miter lim="800000"/>
              <a:headEnd type="none" w="sm" len="sm"/>
              <a:tailEnd type="none" w="sm" len="sm"/>
            </a:ln>
          </p:spPr>
          <p:txBody>
            <a:bodyPr lIns="0" tIns="0" rIns="0" bIns="0" anchor="ctr" anchorCtr="0"/>
            <a:lstStyle/>
            <a:p>
              <a:pPr algn="ctr" defTabSz="762000" eaLnBrk="0" hangingPunct="0"/>
              <a:r>
                <a:rPr lang="en-US" altLang="ko-KR" sz="700" spc="-3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Voice</a:t>
              </a:r>
            </a:p>
            <a:p>
              <a:pPr algn="ctr" defTabSz="762000" eaLnBrk="0" hangingPunct="0"/>
              <a:r>
                <a:rPr lang="en-US" altLang="ko-KR" sz="700" spc="-3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G/W</a:t>
              </a:r>
              <a:endParaRPr lang="ko-KR" altLang="en-US" sz="700" spc="-30">
                <a:ln>
                  <a:solidFill>
                    <a:srgbClr val="0099FF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650" name="직사각형 649">
              <a:extLst>
                <a:ext uri="{FF2B5EF4-FFF2-40B4-BE49-F238E27FC236}">
                  <a16:creationId xmlns:a16="http://schemas.microsoft.com/office/drawing/2014/main" id="{D90416FA-54D1-72F2-50D0-435CBE35A5B9}"/>
                </a:ext>
              </a:extLst>
            </p:cNvPr>
            <p:cNvSpPr/>
            <p:nvPr/>
          </p:nvSpPr>
          <p:spPr>
            <a:xfrm>
              <a:off x="314417" y="4540430"/>
              <a:ext cx="1067290" cy="442672"/>
            </a:xfrm>
            <a:prstGeom prst="rect">
              <a:avLst/>
            </a:prstGeom>
            <a:solidFill>
              <a:srgbClr val="DDE1E3"/>
            </a:solidFill>
            <a:ln w="3175">
              <a:solidFill>
                <a:srgbClr val="C7CED2"/>
              </a:solidFill>
              <a:miter lim="800000"/>
              <a:headEnd type="none" w="sm" len="sm"/>
              <a:tailEnd type="none" w="sm" len="sm"/>
            </a:ln>
          </p:spPr>
          <p:txBody>
            <a:bodyPr lIns="0" tIns="0" rIns="0" bIns="0" anchor="ctr" anchorCtr="0"/>
            <a:lstStyle/>
            <a:p>
              <a:pPr algn="ctr" defTabSz="762000" eaLnBrk="0" hangingPunct="0"/>
              <a:r>
                <a:rPr lang="ko-KR" altLang="en-US" sz="1000" spc="-3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우리 </a:t>
              </a:r>
              <a:r>
                <a:rPr lang="en-US" altLang="ko-KR" sz="1000" spc="-3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BI</a:t>
              </a:r>
              <a:endParaRPr lang="ko-KR" altLang="en-US" sz="1000" spc="-30">
                <a:ln>
                  <a:solidFill>
                    <a:srgbClr val="0099FF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sp>
        <p:nvSpPr>
          <p:cNvPr id="652" name="천공 테이프 651">
            <a:extLst>
              <a:ext uri="{FF2B5EF4-FFF2-40B4-BE49-F238E27FC236}">
                <a16:creationId xmlns:a16="http://schemas.microsoft.com/office/drawing/2014/main" id="{119A3535-5556-CB89-2DE7-7ACB710E7374}"/>
              </a:ext>
            </a:extLst>
          </p:cNvPr>
          <p:cNvSpPr/>
          <p:nvPr/>
        </p:nvSpPr>
        <p:spPr bwMode="auto">
          <a:xfrm rot="20033264">
            <a:off x="152333" y="916348"/>
            <a:ext cx="914400" cy="361408"/>
          </a:xfrm>
          <a:prstGeom prst="flowChartPunchedTape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95350" latinLnBrk="0">
              <a:spcAft>
                <a:spcPts val="600"/>
              </a:spcAft>
              <a:buSzPct val="120000"/>
            </a:pPr>
            <a:r>
              <a:rPr kumimoji="1" lang="en-US" altLang="ko-KR" sz="900" b="1" dirty="0">
                <a:solidFill>
                  <a:schemeClr val="bg1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Sample</a:t>
            </a:r>
            <a:endParaRPr kumimoji="1" lang="ko-KR" altLang="en-US" sz="900" b="1" dirty="0">
              <a:solidFill>
                <a:schemeClr val="bg1"/>
              </a:solidFill>
              <a:latin typeface="Tahoma" panose="020B0604030504040204" pitchFamily="34" charset="0"/>
              <a:ea typeface="맑은 고딕" panose="020B0503020000020004" pitchFamily="50" charset="-127"/>
              <a:cs typeface="Tahoma" panose="020B0604030504040204" pitchFamily="34" charset="0"/>
            </a:endParaRPr>
          </a:p>
        </p:txBody>
      </p:sp>
      <p:sp>
        <p:nvSpPr>
          <p:cNvPr id="653" name="모서리가 둥근 사각형 설명선[R] 652">
            <a:extLst>
              <a:ext uri="{FF2B5EF4-FFF2-40B4-BE49-F238E27FC236}">
                <a16:creationId xmlns:a16="http://schemas.microsoft.com/office/drawing/2014/main" id="{4CB983E0-4551-E67A-FB1A-CF493E31EDB3}"/>
              </a:ext>
            </a:extLst>
          </p:cNvPr>
          <p:cNvSpPr/>
          <p:nvPr/>
        </p:nvSpPr>
        <p:spPr bwMode="auto">
          <a:xfrm>
            <a:off x="5739031" y="819637"/>
            <a:ext cx="2556710" cy="809176"/>
          </a:xfrm>
          <a:prstGeom prst="wedgeRoundRectCallout">
            <a:avLst>
              <a:gd name="adj1" fmla="val -53617"/>
              <a:gd name="adj2" fmla="val 36404"/>
              <a:gd name="adj3" fmla="val 16667"/>
            </a:avLst>
          </a:prstGeom>
          <a:solidFill>
            <a:schemeClr val="bg2">
              <a:lumMod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95350" latinLnBrk="0">
              <a:spcAft>
                <a:spcPts val="600"/>
              </a:spcAft>
              <a:buSzPct val="120000"/>
            </a:pPr>
            <a:r>
              <a:rPr kumimoji="1" lang="en-US" altLang="ko-KR" sz="1300" b="1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Target </a:t>
            </a:r>
            <a:r>
              <a:rPr kumimoji="1" lang="ko-KR" altLang="en-US" sz="1300" b="1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업무 전체 구성도</a:t>
            </a:r>
            <a:endParaRPr kumimoji="1" lang="en-US" altLang="ko-KR" sz="1300" b="1" dirty="0">
              <a:latin typeface="Tahoma" panose="020B0604030504040204" pitchFamily="34" charset="0"/>
              <a:ea typeface="맑은 고딕" panose="020B0503020000020004" pitchFamily="50" charset="-127"/>
              <a:cs typeface="Tahoma" panose="020B0604030504040204" pitchFamily="34" charset="0"/>
            </a:endParaRPr>
          </a:p>
          <a:p>
            <a:pPr algn="ctr" defTabSz="895350" latinLnBrk="0">
              <a:spcAft>
                <a:spcPts val="600"/>
              </a:spcAft>
              <a:buSzPct val="120000"/>
            </a:pPr>
            <a:r>
              <a:rPr kumimoji="1" lang="ko-KR" altLang="en-US" sz="1300" b="1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현행화 필요</a:t>
            </a:r>
          </a:p>
        </p:txBody>
      </p:sp>
    </p:spTree>
    <p:extLst>
      <p:ext uri="{BB962C8B-B14F-4D97-AF65-F5344CB8AC3E}">
        <p14:creationId xmlns:p14="http://schemas.microsoft.com/office/powerpoint/2010/main" val="28257179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59B618-C2C2-5537-A41C-6C80F7051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3.2</a:t>
            </a:r>
            <a:r>
              <a:rPr kumimoji="1" lang="ko-KR" altLang="en-US" dirty="0"/>
              <a:t> 어플리케이션 개념도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B59475-945D-4749-A4A1-E0E92D1BE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047" y="504827"/>
            <a:ext cx="8639908" cy="294777"/>
          </a:xfrm>
        </p:spPr>
        <p:txBody>
          <a:bodyPr/>
          <a:lstStyle/>
          <a:p>
            <a:r>
              <a:rPr kumimoji="1" lang="en-US" altLang="ko-KR" dirty="0"/>
              <a:t>overall conceptual</a:t>
            </a:r>
            <a:endParaRPr kumimoji="1"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C979164-F009-9C00-17E3-3CEE9D304F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dirty="0"/>
              <a:t>3.</a:t>
            </a:r>
            <a:r>
              <a:rPr kumimoji="1" lang="ko-KR" altLang="en-US" dirty="0"/>
              <a:t> 어플리케이션 아키텍처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B8EB534-E50C-2162-0044-2EEEA3AA6DA5}"/>
              </a:ext>
            </a:extLst>
          </p:cNvPr>
          <p:cNvSpPr/>
          <p:nvPr/>
        </p:nvSpPr>
        <p:spPr bwMode="auto">
          <a:xfrm>
            <a:off x="330868" y="1239255"/>
            <a:ext cx="1257300" cy="334477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95350" latinLnBrk="0">
              <a:spcAft>
                <a:spcPts val="600"/>
              </a:spcAft>
              <a:buSzPct val="120000"/>
            </a:pPr>
            <a:endParaRPr kumimoji="1" lang="ko-KR" altLang="en-US" sz="1300" b="1" dirty="0">
              <a:latin typeface="Tahoma" panose="020B0604030504040204" pitchFamily="34" charset="0"/>
              <a:ea typeface="맑은 고딕" panose="020B0503020000020004" pitchFamily="50" charset="-127"/>
              <a:cs typeface="Tahoma" panose="020B0604030504040204" pitchFamily="34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7E6FAE8-4783-1C83-642E-D4673832F6FD}"/>
              </a:ext>
            </a:extLst>
          </p:cNvPr>
          <p:cNvSpPr/>
          <p:nvPr/>
        </p:nvSpPr>
        <p:spPr bwMode="auto">
          <a:xfrm>
            <a:off x="330867" y="944479"/>
            <a:ext cx="1257299" cy="294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95350" latinLnBrk="0">
              <a:spcAft>
                <a:spcPts val="600"/>
              </a:spcAft>
              <a:buSzPct val="120000"/>
            </a:pPr>
            <a:r>
              <a:rPr kumimoji="1" lang="en-US" altLang="ko-KR" sz="1000" b="1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Front-end</a:t>
            </a:r>
            <a:endParaRPr kumimoji="1" lang="ko-KR" altLang="en-US" sz="1000" b="1" dirty="0">
              <a:latin typeface="Tahoma" panose="020B0604030504040204" pitchFamily="34" charset="0"/>
              <a:ea typeface="맑은 고딕" panose="020B0503020000020004" pitchFamily="50" charset="-127"/>
              <a:cs typeface="Tahoma" panose="020B060403050404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9DF0400-8061-9F87-01FA-BB27EF7B18FC}"/>
              </a:ext>
            </a:extLst>
          </p:cNvPr>
          <p:cNvSpPr/>
          <p:nvPr/>
        </p:nvSpPr>
        <p:spPr bwMode="auto">
          <a:xfrm>
            <a:off x="2671011" y="1239255"/>
            <a:ext cx="5696952" cy="109487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95350" latinLnBrk="0">
              <a:spcAft>
                <a:spcPts val="600"/>
              </a:spcAft>
              <a:buSzPct val="120000"/>
            </a:pPr>
            <a:endParaRPr kumimoji="1" lang="ko-KR" altLang="en-US" sz="1300" b="1" dirty="0">
              <a:latin typeface="Tahoma" panose="020B0604030504040204" pitchFamily="34" charset="0"/>
              <a:ea typeface="맑은 고딕" panose="020B0503020000020004" pitchFamily="50" charset="-127"/>
              <a:cs typeface="Tahoma" panose="020B0604030504040204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C465BA8-A4ED-52D1-BB43-DE63C4A92404}"/>
              </a:ext>
            </a:extLst>
          </p:cNvPr>
          <p:cNvSpPr/>
          <p:nvPr/>
        </p:nvSpPr>
        <p:spPr bwMode="auto">
          <a:xfrm>
            <a:off x="2671011" y="3489160"/>
            <a:ext cx="5696952" cy="109487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95350" latinLnBrk="0">
              <a:spcAft>
                <a:spcPts val="600"/>
              </a:spcAft>
              <a:buSzPct val="120000"/>
            </a:pPr>
            <a:endParaRPr kumimoji="1" lang="ko-KR" altLang="en-US" sz="1300" b="1" dirty="0">
              <a:latin typeface="Tahoma" panose="020B0604030504040204" pitchFamily="34" charset="0"/>
              <a:ea typeface="맑은 고딕" panose="020B0503020000020004" pitchFamily="50" charset="-127"/>
              <a:cs typeface="Tahoma" panose="020B0604030504040204" pitchFamily="34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F30513F-B51B-4B9D-D8B0-AF2FB564939A}"/>
              </a:ext>
            </a:extLst>
          </p:cNvPr>
          <p:cNvSpPr/>
          <p:nvPr/>
        </p:nvSpPr>
        <p:spPr bwMode="auto">
          <a:xfrm>
            <a:off x="2671009" y="944480"/>
            <a:ext cx="5696952" cy="29477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95350" latinLnBrk="0">
              <a:spcAft>
                <a:spcPts val="600"/>
              </a:spcAft>
              <a:buSzPct val="120000"/>
            </a:pPr>
            <a:r>
              <a:rPr kumimoji="1" lang="en-US" altLang="ko-KR" sz="1000" b="1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Agent Layer</a:t>
            </a:r>
            <a:endParaRPr kumimoji="1" lang="ko-KR" altLang="en-US" sz="1000" b="1" dirty="0">
              <a:latin typeface="Tahoma" panose="020B0604030504040204" pitchFamily="34" charset="0"/>
              <a:ea typeface="맑은 고딕" panose="020B0503020000020004" pitchFamily="50" charset="-127"/>
              <a:cs typeface="Tahoma" panose="020B0604030504040204" pitchFamily="34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DEB2B4F-97E0-B990-72C4-A0C7F53B9214}"/>
              </a:ext>
            </a:extLst>
          </p:cNvPr>
          <p:cNvSpPr/>
          <p:nvPr/>
        </p:nvSpPr>
        <p:spPr bwMode="auto">
          <a:xfrm>
            <a:off x="2671009" y="3194385"/>
            <a:ext cx="5696952" cy="29477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95350" latinLnBrk="0">
              <a:spcAft>
                <a:spcPts val="600"/>
              </a:spcAft>
              <a:buSzPct val="120000"/>
            </a:pPr>
            <a:r>
              <a:rPr kumimoji="1" lang="en-US" altLang="ko-KR" sz="1000" b="1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Back-end</a:t>
            </a:r>
            <a:endParaRPr kumimoji="1" lang="ko-KR" altLang="en-US" sz="1000" b="1" dirty="0">
              <a:latin typeface="Tahoma" panose="020B0604030504040204" pitchFamily="34" charset="0"/>
              <a:ea typeface="맑은 고딕" panose="020B0503020000020004" pitchFamily="50" charset="-127"/>
              <a:cs typeface="Tahoma" panose="020B0604030504040204" pitchFamily="34" charset="0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83D4C30F-617A-98F4-FD18-7492620552F8}"/>
              </a:ext>
            </a:extLst>
          </p:cNvPr>
          <p:cNvSpPr/>
          <p:nvPr/>
        </p:nvSpPr>
        <p:spPr bwMode="auto">
          <a:xfrm>
            <a:off x="1786087" y="2562130"/>
            <a:ext cx="687003" cy="68700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95350" latinLnBrk="0">
              <a:spcAft>
                <a:spcPts val="600"/>
              </a:spcAft>
              <a:buSzPct val="120000"/>
            </a:pPr>
            <a:r>
              <a:rPr kumimoji="1" lang="en-US" altLang="ko-KR" sz="900" b="1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API</a:t>
            </a:r>
          </a:p>
          <a:p>
            <a:pPr algn="ctr" defTabSz="895350" latinLnBrk="0">
              <a:spcAft>
                <a:spcPts val="600"/>
              </a:spcAft>
              <a:buSzPct val="120000"/>
            </a:pPr>
            <a:r>
              <a:rPr kumimoji="1" lang="en-US" altLang="ko-KR" sz="900" b="1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G/W</a:t>
            </a:r>
            <a:endParaRPr kumimoji="1" lang="ko-KR" altLang="en-US" sz="900" b="1" dirty="0">
              <a:latin typeface="Tahoma" panose="020B0604030504040204" pitchFamily="34" charset="0"/>
              <a:ea typeface="맑은 고딕" panose="020B0503020000020004" pitchFamily="50" charset="-127"/>
              <a:cs typeface="Tahoma" panose="020B0604030504040204" pitchFamily="34" charset="0"/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81E9BF39-9640-4314-832C-89B3C7E0CEEF}"/>
              </a:ext>
            </a:extLst>
          </p:cNvPr>
          <p:cNvCxnSpPr>
            <a:cxnSpLocks/>
            <a:stCxn id="6" idx="3"/>
            <a:endCxn id="12" idx="2"/>
          </p:cNvCxnSpPr>
          <p:nvPr/>
        </p:nvCxnSpPr>
        <p:spPr>
          <a:xfrm flipV="1">
            <a:off x="1588168" y="2905632"/>
            <a:ext cx="197919" cy="6012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0FE60404-751A-BB4E-0FEA-620B38F16686}"/>
              </a:ext>
            </a:extLst>
          </p:cNvPr>
          <p:cNvCxnSpPr>
            <a:cxnSpLocks/>
            <a:stCxn id="12" idx="0"/>
            <a:endCxn id="55" idx="1"/>
          </p:cNvCxnSpPr>
          <p:nvPr/>
        </p:nvCxnSpPr>
        <p:spPr>
          <a:xfrm flipV="1">
            <a:off x="2129589" y="1781429"/>
            <a:ext cx="697866" cy="780701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1E8A76EA-5172-5BE0-1785-C1061F4CCFE0}"/>
              </a:ext>
            </a:extLst>
          </p:cNvPr>
          <p:cNvCxnSpPr>
            <a:cxnSpLocks/>
            <a:stCxn id="12" idx="4"/>
            <a:endCxn id="29" idx="1"/>
          </p:cNvCxnSpPr>
          <p:nvPr/>
        </p:nvCxnSpPr>
        <p:spPr>
          <a:xfrm>
            <a:off x="2129589" y="3249133"/>
            <a:ext cx="697866" cy="784909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7E9A23D-0C76-7087-010D-000D2F04C214}"/>
              </a:ext>
            </a:extLst>
          </p:cNvPr>
          <p:cNvSpPr txBox="1"/>
          <p:nvPr/>
        </p:nvSpPr>
        <p:spPr>
          <a:xfrm>
            <a:off x="1645594" y="2276181"/>
            <a:ext cx="624488" cy="255974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algn="ctr" latinLnBrk="0">
              <a:lnSpc>
                <a:spcPts val="100"/>
              </a:lnSpc>
              <a:spcBef>
                <a:spcPts val="600"/>
              </a:spcBef>
              <a:spcAft>
                <a:spcPts val="300"/>
              </a:spcAft>
            </a:pPr>
            <a:r>
              <a:rPr kumimoji="1" lang="en-US" altLang="ko-KR" sz="900" dirty="0"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Http/Https</a:t>
            </a:r>
          </a:p>
          <a:p>
            <a:pPr algn="ctr" latinLnBrk="0">
              <a:lnSpc>
                <a:spcPts val="100"/>
              </a:lnSpc>
              <a:spcBef>
                <a:spcPts val="600"/>
              </a:spcBef>
              <a:spcAft>
                <a:spcPts val="300"/>
              </a:spcAft>
            </a:pPr>
            <a:r>
              <a:rPr kumimoji="1" lang="en-US" altLang="ko-KR" sz="900" dirty="0"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(JSON)</a:t>
            </a:r>
            <a:endParaRPr kumimoji="1" lang="ko-KR" altLang="en-US" sz="900" dirty="0">
              <a:latin typeface="Malgun Gothic" panose="020B0503020000020004" pitchFamily="34" charset="-127"/>
              <a:ea typeface="Malgun Gothic" panose="020B0503020000020004" pitchFamily="34" charset="-127"/>
              <a:cs typeface="Tahoma" panose="020B0604030504040204" pitchFamily="34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E10B062-3837-8767-A548-86D7E62541CA}"/>
              </a:ext>
            </a:extLst>
          </p:cNvPr>
          <p:cNvSpPr/>
          <p:nvPr/>
        </p:nvSpPr>
        <p:spPr bwMode="auto">
          <a:xfrm>
            <a:off x="565484" y="1416468"/>
            <a:ext cx="794084" cy="29477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95350" latinLnBrk="0">
              <a:spcAft>
                <a:spcPts val="600"/>
              </a:spcAft>
              <a:buSzPct val="120000"/>
            </a:pPr>
            <a:r>
              <a:rPr kumimoji="1" lang="en-US" altLang="ko-KR" sz="9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web</a:t>
            </a:r>
            <a:endParaRPr kumimoji="1" lang="ko-KR" altLang="en-US" sz="900" dirty="0">
              <a:latin typeface="Tahoma" panose="020B0604030504040204" pitchFamily="34" charset="0"/>
              <a:ea typeface="맑은 고딕" panose="020B0503020000020004" pitchFamily="50" charset="-127"/>
              <a:cs typeface="Tahoma" panose="020B0604030504040204" pitchFamily="34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4D5E0F6-67A3-7281-95F2-BE63C344E2CB}"/>
              </a:ext>
            </a:extLst>
          </p:cNvPr>
          <p:cNvSpPr/>
          <p:nvPr/>
        </p:nvSpPr>
        <p:spPr bwMode="auto">
          <a:xfrm>
            <a:off x="571499" y="1961548"/>
            <a:ext cx="794084" cy="29477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95350" latinLnBrk="0">
              <a:spcAft>
                <a:spcPts val="600"/>
              </a:spcAft>
              <a:buSzPct val="120000"/>
            </a:pPr>
            <a:r>
              <a:rPr kumimoji="1" lang="en-US" altLang="ko-KR" sz="9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Mobile</a:t>
            </a:r>
            <a:endParaRPr kumimoji="1" lang="ko-KR" altLang="en-US" sz="900" dirty="0">
              <a:latin typeface="Tahoma" panose="020B0604030504040204" pitchFamily="34" charset="0"/>
              <a:ea typeface="맑은 고딕" panose="020B0503020000020004" pitchFamily="50" charset="-127"/>
              <a:cs typeface="Tahoma" panose="020B0604030504040204" pitchFamily="34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D0DAE5F-3615-0108-241E-6109A6C8BC13}"/>
              </a:ext>
            </a:extLst>
          </p:cNvPr>
          <p:cNvSpPr/>
          <p:nvPr/>
        </p:nvSpPr>
        <p:spPr bwMode="auto">
          <a:xfrm>
            <a:off x="562474" y="2506628"/>
            <a:ext cx="794084" cy="29477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95350" latinLnBrk="0">
              <a:spcAft>
                <a:spcPts val="600"/>
              </a:spcAft>
              <a:buSzPct val="120000"/>
            </a:pPr>
            <a:r>
              <a:rPr kumimoji="1" lang="en-US" altLang="ko-KR" sz="9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Html/CSS/JS</a:t>
            </a:r>
            <a:endParaRPr kumimoji="1" lang="ko-KR" altLang="en-US" sz="900" dirty="0">
              <a:latin typeface="Tahoma" panose="020B0604030504040204" pitchFamily="34" charset="0"/>
              <a:ea typeface="맑은 고딕" panose="020B0503020000020004" pitchFamily="50" charset="-127"/>
              <a:cs typeface="Tahoma" panose="020B0604030504040204" pitchFamily="34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AA5970A-DFD2-AE9B-E175-260ACE8C2D80}"/>
              </a:ext>
            </a:extLst>
          </p:cNvPr>
          <p:cNvSpPr/>
          <p:nvPr/>
        </p:nvSpPr>
        <p:spPr bwMode="auto">
          <a:xfrm>
            <a:off x="562474" y="3051708"/>
            <a:ext cx="794084" cy="29477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95350" latinLnBrk="0">
              <a:spcAft>
                <a:spcPts val="600"/>
              </a:spcAft>
              <a:buSzPct val="120000"/>
            </a:pPr>
            <a:r>
              <a:rPr kumimoji="1" lang="en-US" altLang="ko-KR" sz="900" dirty="0" err="1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React.js</a:t>
            </a:r>
            <a:endParaRPr kumimoji="1" lang="ko-KR" altLang="en-US" sz="900" dirty="0">
              <a:latin typeface="Tahoma" panose="020B0604030504040204" pitchFamily="34" charset="0"/>
              <a:ea typeface="맑은 고딕" panose="020B0503020000020004" pitchFamily="50" charset="-127"/>
              <a:cs typeface="Tahoma" panose="020B0604030504040204" pitchFamily="34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384AB7D-D613-A68F-E704-ADE3E1C71B7D}"/>
              </a:ext>
            </a:extLst>
          </p:cNvPr>
          <p:cNvSpPr/>
          <p:nvPr/>
        </p:nvSpPr>
        <p:spPr bwMode="auto">
          <a:xfrm>
            <a:off x="562474" y="3596788"/>
            <a:ext cx="794084" cy="29477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95350" latinLnBrk="0">
              <a:spcAft>
                <a:spcPts val="600"/>
              </a:spcAft>
              <a:buSzPct val="120000"/>
            </a:pPr>
            <a:r>
              <a:rPr kumimoji="1" lang="en-US" altLang="ko-KR" sz="9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portal</a:t>
            </a:r>
            <a:endParaRPr kumimoji="1" lang="ko-KR" altLang="en-US" sz="900" dirty="0">
              <a:latin typeface="Tahoma" panose="020B0604030504040204" pitchFamily="34" charset="0"/>
              <a:ea typeface="맑은 고딕" panose="020B0503020000020004" pitchFamily="50" charset="-127"/>
              <a:cs typeface="Tahoma" panose="020B0604030504040204" pitchFamily="34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B206540-4F06-A2D0-56AA-83E16603DBD8}"/>
              </a:ext>
            </a:extLst>
          </p:cNvPr>
          <p:cNvSpPr/>
          <p:nvPr/>
        </p:nvSpPr>
        <p:spPr bwMode="auto">
          <a:xfrm>
            <a:off x="562474" y="4141867"/>
            <a:ext cx="794084" cy="29477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95350" latinLnBrk="0">
              <a:spcAft>
                <a:spcPts val="600"/>
              </a:spcAft>
              <a:buSzPct val="120000"/>
            </a:pPr>
            <a:r>
              <a:rPr kumimoji="1" lang="en-US" altLang="ko-KR" sz="9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chatbot</a:t>
            </a:r>
            <a:endParaRPr kumimoji="1" lang="ko-KR" altLang="en-US" sz="900" dirty="0">
              <a:latin typeface="Tahoma" panose="020B0604030504040204" pitchFamily="34" charset="0"/>
              <a:ea typeface="맑은 고딕" panose="020B0503020000020004" pitchFamily="50" charset="-127"/>
              <a:cs typeface="Tahoma" panose="020B0604030504040204" pitchFamily="34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9A2EE15-7A94-CD4C-65B8-1F2669C6E17E}"/>
              </a:ext>
            </a:extLst>
          </p:cNvPr>
          <p:cNvSpPr/>
          <p:nvPr/>
        </p:nvSpPr>
        <p:spPr bwMode="auto">
          <a:xfrm>
            <a:off x="2827455" y="3631439"/>
            <a:ext cx="673734" cy="80520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95350" latinLnBrk="0">
              <a:spcAft>
                <a:spcPts val="600"/>
              </a:spcAft>
              <a:buSzPct val="120000"/>
            </a:pPr>
            <a:r>
              <a:rPr kumimoji="1" lang="en-US" altLang="ko-KR" sz="9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Controller</a:t>
            </a:r>
            <a:endParaRPr kumimoji="1" lang="ko-KR" altLang="en-US" sz="900" dirty="0">
              <a:latin typeface="Tahoma" panose="020B0604030504040204" pitchFamily="34" charset="0"/>
              <a:ea typeface="맑은 고딕" panose="020B0503020000020004" pitchFamily="50" charset="-127"/>
              <a:cs typeface="Tahoma" panose="020B0604030504040204" pitchFamily="34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A6B6DA3-4EF6-BB45-E3E7-3018C0EDD0A5}"/>
              </a:ext>
            </a:extLst>
          </p:cNvPr>
          <p:cNvSpPr/>
          <p:nvPr/>
        </p:nvSpPr>
        <p:spPr bwMode="auto">
          <a:xfrm>
            <a:off x="3910288" y="3630788"/>
            <a:ext cx="673734" cy="80520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95350" latinLnBrk="0">
              <a:spcAft>
                <a:spcPts val="600"/>
              </a:spcAft>
              <a:buSzPct val="120000"/>
            </a:pPr>
            <a:r>
              <a:rPr kumimoji="1" lang="en-US" altLang="ko-KR" sz="9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Service</a:t>
            </a:r>
            <a:endParaRPr kumimoji="1" lang="ko-KR" altLang="en-US" sz="900" dirty="0">
              <a:latin typeface="Tahoma" panose="020B0604030504040204" pitchFamily="34" charset="0"/>
              <a:ea typeface="맑은 고딕" panose="020B0503020000020004" pitchFamily="50" charset="-127"/>
              <a:cs typeface="Tahoma" panose="020B0604030504040204" pitchFamily="34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2BE1583-8EE6-48A2-46C6-7FFCE23C6E42}"/>
              </a:ext>
            </a:extLst>
          </p:cNvPr>
          <p:cNvSpPr/>
          <p:nvPr/>
        </p:nvSpPr>
        <p:spPr bwMode="auto">
          <a:xfrm>
            <a:off x="4993121" y="3630788"/>
            <a:ext cx="673734" cy="80520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95350" latinLnBrk="0">
              <a:spcAft>
                <a:spcPts val="600"/>
              </a:spcAft>
              <a:buSzPct val="120000"/>
            </a:pPr>
            <a:r>
              <a:rPr kumimoji="1" lang="en-US" altLang="ko-KR" sz="9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Model</a:t>
            </a:r>
            <a:endParaRPr kumimoji="1" lang="ko-KR" altLang="en-US" sz="900" dirty="0">
              <a:latin typeface="Tahoma" panose="020B0604030504040204" pitchFamily="34" charset="0"/>
              <a:ea typeface="맑은 고딕" panose="020B0503020000020004" pitchFamily="50" charset="-127"/>
              <a:cs typeface="Tahoma" panose="020B0604030504040204" pitchFamily="34" charset="0"/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0957E24D-3F47-6F52-3C7F-928B7702E28A}"/>
              </a:ext>
            </a:extLst>
          </p:cNvPr>
          <p:cNvCxnSpPr>
            <a:cxnSpLocks/>
            <a:stCxn id="29" idx="3"/>
            <a:endCxn id="30" idx="1"/>
          </p:cNvCxnSpPr>
          <p:nvPr/>
        </p:nvCxnSpPr>
        <p:spPr>
          <a:xfrm flipV="1">
            <a:off x="3501189" y="4033391"/>
            <a:ext cx="409099" cy="651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E0F73D13-0CB9-8765-9697-DEC3DE5BC2C2}"/>
              </a:ext>
            </a:extLst>
          </p:cNvPr>
          <p:cNvCxnSpPr>
            <a:cxnSpLocks/>
            <a:stCxn id="30" idx="3"/>
            <a:endCxn id="31" idx="1"/>
          </p:cNvCxnSpPr>
          <p:nvPr/>
        </p:nvCxnSpPr>
        <p:spPr>
          <a:xfrm>
            <a:off x="4584022" y="4033391"/>
            <a:ext cx="409099" cy="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꺾인 연결선[E] 38">
            <a:extLst>
              <a:ext uri="{FF2B5EF4-FFF2-40B4-BE49-F238E27FC236}">
                <a16:creationId xmlns:a16="http://schemas.microsoft.com/office/drawing/2014/main" id="{42CBAD2C-DF79-1286-B4B8-7514F90F64E1}"/>
              </a:ext>
            </a:extLst>
          </p:cNvPr>
          <p:cNvCxnSpPr>
            <a:cxnSpLocks/>
            <a:stCxn id="23" idx="1"/>
            <a:endCxn id="24" idx="1"/>
          </p:cNvCxnSpPr>
          <p:nvPr/>
        </p:nvCxnSpPr>
        <p:spPr>
          <a:xfrm rot="10800000" flipH="1" flipV="1">
            <a:off x="565483" y="1563857"/>
            <a:ext cx="6015" cy="545080"/>
          </a:xfrm>
          <a:prstGeom prst="bentConnector3">
            <a:avLst>
              <a:gd name="adj1" fmla="val -2200283"/>
            </a:avLst>
          </a:prstGeom>
          <a:ln>
            <a:solidFill>
              <a:schemeClr val="tx1"/>
            </a:solidFill>
            <a:prstDash val="solid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꺾인 연결선[E] 42">
            <a:extLst>
              <a:ext uri="{FF2B5EF4-FFF2-40B4-BE49-F238E27FC236}">
                <a16:creationId xmlns:a16="http://schemas.microsoft.com/office/drawing/2014/main" id="{96F11514-17B3-B9CF-02EF-B6C0C475B16A}"/>
              </a:ext>
            </a:extLst>
          </p:cNvPr>
          <p:cNvCxnSpPr>
            <a:cxnSpLocks/>
            <a:stCxn id="25" idx="1"/>
            <a:endCxn id="26" idx="1"/>
          </p:cNvCxnSpPr>
          <p:nvPr/>
        </p:nvCxnSpPr>
        <p:spPr>
          <a:xfrm rot="10800000" flipV="1">
            <a:off x="562474" y="2654017"/>
            <a:ext cx="12700" cy="545080"/>
          </a:xfrm>
          <a:prstGeom prst="bentConnector3">
            <a:avLst>
              <a:gd name="adj1" fmla="val 1136843"/>
            </a:avLst>
          </a:prstGeom>
          <a:ln>
            <a:solidFill>
              <a:schemeClr val="tx1"/>
            </a:solidFill>
            <a:prstDash val="solid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0D0D0366-075C-F7B8-F998-1EC2381313A8}"/>
              </a:ext>
            </a:extLst>
          </p:cNvPr>
          <p:cNvSpPr txBox="1"/>
          <p:nvPr/>
        </p:nvSpPr>
        <p:spPr>
          <a:xfrm>
            <a:off x="42377" y="2786987"/>
            <a:ext cx="426575" cy="199000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latinLnBrk="0">
              <a:lnSpc>
                <a:spcPct val="120000"/>
              </a:lnSpc>
              <a:spcBef>
                <a:spcPts val="600"/>
              </a:spcBef>
              <a:spcAft>
                <a:spcPts val="300"/>
              </a:spcAft>
            </a:pPr>
            <a:r>
              <a:rPr kumimoji="1" lang="en-US" altLang="ko-KR" sz="1000" dirty="0">
                <a:latin typeface="Tahoma" panose="020B0604030504040204" pitchFamily="34" charset="0"/>
                <a:ea typeface="맑은 고딕" pitchFamily="50" charset="-127"/>
                <a:cs typeface="Tahoma" panose="020B0604030504040204" pitchFamily="34" charset="0"/>
              </a:rPr>
              <a:t>UI</a:t>
            </a:r>
            <a:r>
              <a:rPr kumimoji="1" lang="ko-KR" altLang="en-US" sz="1000" dirty="0">
                <a:latin typeface="Tahoma" panose="020B0604030504040204" pitchFamily="34" charset="0"/>
                <a:ea typeface="맑은 고딕" pitchFamily="50" charset="-127"/>
                <a:cs typeface="Tahoma" panose="020B0604030504040204" pitchFamily="34" charset="0"/>
              </a:rPr>
              <a:t>기술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F9C3083-ABAC-655C-318C-416C47F50F87}"/>
              </a:ext>
            </a:extLst>
          </p:cNvPr>
          <p:cNvSpPr txBox="1"/>
          <p:nvPr/>
        </p:nvSpPr>
        <p:spPr>
          <a:xfrm>
            <a:off x="60154" y="1736897"/>
            <a:ext cx="426575" cy="199000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latinLnBrk="0">
              <a:lnSpc>
                <a:spcPct val="120000"/>
              </a:lnSpc>
              <a:spcBef>
                <a:spcPts val="600"/>
              </a:spcBef>
              <a:spcAft>
                <a:spcPts val="300"/>
              </a:spcAft>
            </a:pPr>
            <a:r>
              <a:rPr kumimoji="1" lang="ko-KR" altLang="en-US" sz="1000" dirty="0">
                <a:latin typeface="Tahoma" panose="020B0604030504040204" pitchFamily="34" charset="0"/>
                <a:ea typeface="맑은 고딕" pitchFamily="50" charset="-127"/>
                <a:cs typeface="Tahoma" panose="020B0604030504040204" pitchFamily="34" charset="0"/>
              </a:rPr>
              <a:t>채널</a:t>
            </a:r>
          </a:p>
        </p:txBody>
      </p:sp>
      <p:cxnSp>
        <p:nvCxnSpPr>
          <p:cNvPr id="50" name="꺾인 연결선[E] 49">
            <a:extLst>
              <a:ext uri="{FF2B5EF4-FFF2-40B4-BE49-F238E27FC236}">
                <a16:creationId xmlns:a16="http://schemas.microsoft.com/office/drawing/2014/main" id="{8EA6D924-FB62-8FB3-3D29-790FC59C402A}"/>
              </a:ext>
            </a:extLst>
          </p:cNvPr>
          <p:cNvCxnSpPr>
            <a:cxnSpLocks/>
            <a:stCxn id="27" idx="1"/>
            <a:endCxn id="28" idx="1"/>
          </p:cNvCxnSpPr>
          <p:nvPr/>
        </p:nvCxnSpPr>
        <p:spPr>
          <a:xfrm rot="10800000" flipV="1">
            <a:off x="562474" y="3744176"/>
            <a:ext cx="12700" cy="545079"/>
          </a:xfrm>
          <a:prstGeom prst="bentConnector3">
            <a:avLst>
              <a:gd name="adj1" fmla="val 1231575"/>
            </a:avLst>
          </a:prstGeom>
          <a:ln>
            <a:solidFill>
              <a:schemeClr val="tx1"/>
            </a:solidFill>
            <a:prstDash val="solid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21504218-9A20-7C61-4D31-8F1C51912AD9}"/>
              </a:ext>
            </a:extLst>
          </p:cNvPr>
          <p:cNvSpPr txBox="1"/>
          <p:nvPr/>
        </p:nvSpPr>
        <p:spPr>
          <a:xfrm>
            <a:off x="-53554" y="3856181"/>
            <a:ext cx="516156" cy="199000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latinLnBrk="0">
              <a:lnSpc>
                <a:spcPct val="120000"/>
              </a:lnSpc>
              <a:spcBef>
                <a:spcPts val="600"/>
              </a:spcBef>
              <a:spcAft>
                <a:spcPts val="300"/>
              </a:spcAft>
            </a:pPr>
            <a:r>
              <a:rPr kumimoji="1" lang="ko-KR" altLang="en-US" sz="1000" dirty="0">
                <a:latin typeface="Tahoma" panose="020B0604030504040204" pitchFamily="34" charset="0"/>
                <a:ea typeface="맑은 고딕" pitchFamily="50" charset="-127"/>
                <a:cs typeface="Tahoma" panose="020B0604030504040204" pitchFamily="34" charset="0"/>
              </a:rPr>
              <a:t>서비스</a:t>
            </a:r>
            <a:r>
              <a:rPr kumimoji="1" lang="en-US" altLang="ko-KR" sz="1000" dirty="0">
                <a:latin typeface="Tahoma" panose="020B0604030504040204" pitchFamily="34" charset="0"/>
                <a:ea typeface="맑은 고딕" pitchFamily="50" charset="-127"/>
                <a:cs typeface="Tahoma" panose="020B0604030504040204" pitchFamily="34" charset="0"/>
              </a:rPr>
              <a:t> </a:t>
            </a:r>
            <a:r>
              <a:rPr kumimoji="1" lang="ko-KR" altLang="en-US" sz="1000" dirty="0">
                <a:latin typeface="Tahoma" panose="020B0604030504040204" pitchFamily="34" charset="0"/>
                <a:ea typeface="맑은 고딕" pitchFamily="50" charset="-127"/>
                <a:cs typeface="Tahoma" panose="020B0604030504040204" pitchFamily="34" charset="0"/>
              </a:rPr>
              <a:t>유형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1C6E8E82-E76E-FA05-D165-3D0713563ACC}"/>
              </a:ext>
            </a:extLst>
          </p:cNvPr>
          <p:cNvSpPr/>
          <p:nvPr/>
        </p:nvSpPr>
        <p:spPr bwMode="auto">
          <a:xfrm>
            <a:off x="2827455" y="1378826"/>
            <a:ext cx="673734" cy="80520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95350" latinLnBrk="0">
              <a:spcAft>
                <a:spcPts val="600"/>
              </a:spcAft>
              <a:buSzPct val="120000"/>
            </a:pPr>
            <a:r>
              <a:rPr kumimoji="1" lang="en-US" altLang="ko-KR" sz="9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Orchestrator</a:t>
            </a:r>
          </a:p>
          <a:p>
            <a:pPr algn="ctr" defTabSz="895350" latinLnBrk="0">
              <a:spcAft>
                <a:spcPts val="600"/>
              </a:spcAft>
              <a:buSzPct val="120000"/>
            </a:pPr>
            <a:r>
              <a:rPr kumimoji="1" lang="en-US" altLang="ko-KR" sz="9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Agent</a:t>
            </a:r>
            <a:endParaRPr kumimoji="1" lang="ko-KR" altLang="en-US" sz="900" dirty="0">
              <a:latin typeface="Tahoma" panose="020B0604030504040204" pitchFamily="34" charset="0"/>
              <a:ea typeface="맑은 고딕" panose="020B0503020000020004" pitchFamily="50" charset="-127"/>
              <a:cs typeface="Tahoma" panose="020B0604030504040204" pitchFamily="34" charset="0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E5249666-B78F-24FC-925E-58F7547E6898}"/>
              </a:ext>
            </a:extLst>
          </p:cNvPr>
          <p:cNvSpPr/>
          <p:nvPr/>
        </p:nvSpPr>
        <p:spPr bwMode="auto">
          <a:xfrm>
            <a:off x="4114837" y="1378826"/>
            <a:ext cx="673734" cy="33241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95350" latinLnBrk="0">
              <a:spcAft>
                <a:spcPts val="600"/>
              </a:spcAft>
              <a:buSzPct val="120000"/>
            </a:pPr>
            <a:r>
              <a:rPr kumimoji="1" lang="en-US" altLang="ko-KR" sz="9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Unit Agent</a:t>
            </a:r>
            <a:endParaRPr kumimoji="1" lang="ko-KR" altLang="en-US" sz="900" dirty="0">
              <a:latin typeface="Tahoma" panose="020B0604030504040204" pitchFamily="34" charset="0"/>
              <a:ea typeface="맑은 고딕" panose="020B0503020000020004" pitchFamily="50" charset="-127"/>
              <a:cs typeface="Tahoma" panose="020B0604030504040204" pitchFamily="34" charset="0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DD66EE53-3F1B-57DA-9250-D6EA19784503}"/>
              </a:ext>
            </a:extLst>
          </p:cNvPr>
          <p:cNvSpPr/>
          <p:nvPr/>
        </p:nvSpPr>
        <p:spPr bwMode="auto">
          <a:xfrm>
            <a:off x="4114837" y="1844573"/>
            <a:ext cx="673734" cy="33241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95350" latinLnBrk="0">
              <a:spcAft>
                <a:spcPts val="600"/>
              </a:spcAft>
              <a:buSzPct val="120000"/>
            </a:pPr>
            <a:r>
              <a:rPr kumimoji="1" lang="en-US" altLang="ko-KR" sz="9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Unit Agent</a:t>
            </a:r>
            <a:endParaRPr kumimoji="1" lang="ko-KR" altLang="en-US" sz="900" dirty="0">
              <a:latin typeface="Tahoma" panose="020B0604030504040204" pitchFamily="34" charset="0"/>
              <a:ea typeface="맑은 고딕" panose="020B0503020000020004" pitchFamily="50" charset="-127"/>
              <a:cs typeface="Tahoma" panose="020B0604030504040204" pitchFamily="34" charset="0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996EA13D-D76B-BE0A-A3E0-AC839269548A}"/>
              </a:ext>
            </a:extLst>
          </p:cNvPr>
          <p:cNvSpPr/>
          <p:nvPr/>
        </p:nvSpPr>
        <p:spPr bwMode="auto">
          <a:xfrm>
            <a:off x="5065352" y="1378826"/>
            <a:ext cx="673734" cy="33241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95350" latinLnBrk="0">
              <a:spcAft>
                <a:spcPts val="600"/>
              </a:spcAft>
              <a:buSzPct val="120000"/>
            </a:pPr>
            <a:r>
              <a:rPr kumimoji="1" lang="en-US" altLang="ko-KR" sz="9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MCP</a:t>
            </a:r>
            <a:endParaRPr kumimoji="1" lang="ko-KR" altLang="en-US" sz="900" dirty="0">
              <a:latin typeface="Tahoma" panose="020B0604030504040204" pitchFamily="34" charset="0"/>
              <a:ea typeface="맑은 고딕" panose="020B0503020000020004" pitchFamily="50" charset="-127"/>
              <a:cs typeface="Tahoma" panose="020B0604030504040204" pitchFamily="34" charset="0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BD8D8185-F144-3111-01BC-FC03E3CA219C}"/>
              </a:ext>
            </a:extLst>
          </p:cNvPr>
          <p:cNvSpPr/>
          <p:nvPr/>
        </p:nvSpPr>
        <p:spPr bwMode="auto">
          <a:xfrm>
            <a:off x="5065375" y="1844573"/>
            <a:ext cx="673734" cy="33241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95350" latinLnBrk="0">
              <a:spcAft>
                <a:spcPts val="600"/>
              </a:spcAft>
              <a:buSzPct val="120000"/>
            </a:pPr>
            <a:r>
              <a:rPr kumimoji="1" lang="en-US" altLang="ko-KR" sz="9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RAG</a:t>
            </a:r>
            <a:endParaRPr kumimoji="1" lang="ko-KR" altLang="en-US" sz="900" dirty="0">
              <a:latin typeface="Tahoma" panose="020B0604030504040204" pitchFamily="34" charset="0"/>
              <a:ea typeface="맑은 고딕" panose="020B0503020000020004" pitchFamily="50" charset="-127"/>
              <a:cs typeface="Tahoma" panose="020B0604030504040204" pitchFamily="34" charset="0"/>
            </a:endParaRPr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0CA3CB33-4822-26F3-4288-BF572C0B6DFB}"/>
              </a:ext>
            </a:extLst>
          </p:cNvPr>
          <p:cNvCxnSpPr>
            <a:cxnSpLocks/>
            <a:stCxn id="55" idx="3"/>
            <a:endCxn id="56" idx="1"/>
          </p:cNvCxnSpPr>
          <p:nvPr/>
        </p:nvCxnSpPr>
        <p:spPr>
          <a:xfrm flipV="1">
            <a:off x="3501189" y="1545036"/>
            <a:ext cx="613648" cy="236393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BF3AC95B-E2DA-6CF6-9573-7337A83E5D75}"/>
              </a:ext>
            </a:extLst>
          </p:cNvPr>
          <p:cNvCxnSpPr>
            <a:cxnSpLocks/>
            <a:stCxn id="55" idx="3"/>
            <a:endCxn id="57" idx="1"/>
          </p:cNvCxnSpPr>
          <p:nvPr/>
        </p:nvCxnSpPr>
        <p:spPr>
          <a:xfrm>
            <a:off x="3501189" y="1781429"/>
            <a:ext cx="613648" cy="229354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8" name="직선 화살표 연결선 897">
            <a:extLst>
              <a:ext uri="{FF2B5EF4-FFF2-40B4-BE49-F238E27FC236}">
                <a16:creationId xmlns:a16="http://schemas.microsoft.com/office/drawing/2014/main" id="{4684A161-BA1D-FACF-0194-D85C00872644}"/>
              </a:ext>
            </a:extLst>
          </p:cNvPr>
          <p:cNvCxnSpPr>
            <a:cxnSpLocks/>
            <a:stCxn id="57" idx="3"/>
            <a:endCxn id="59" idx="1"/>
          </p:cNvCxnSpPr>
          <p:nvPr/>
        </p:nvCxnSpPr>
        <p:spPr>
          <a:xfrm>
            <a:off x="4788571" y="2010783"/>
            <a:ext cx="276804" cy="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1" name="직선 화살표 연결선 900">
            <a:extLst>
              <a:ext uri="{FF2B5EF4-FFF2-40B4-BE49-F238E27FC236}">
                <a16:creationId xmlns:a16="http://schemas.microsoft.com/office/drawing/2014/main" id="{292FAF0D-7EA3-E4EF-5EA7-30CADA1A035B}"/>
              </a:ext>
            </a:extLst>
          </p:cNvPr>
          <p:cNvCxnSpPr>
            <a:cxnSpLocks/>
            <a:stCxn id="56" idx="3"/>
            <a:endCxn id="58" idx="1"/>
          </p:cNvCxnSpPr>
          <p:nvPr/>
        </p:nvCxnSpPr>
        <p:spPr>
          <a:xfrm>
            <a:off x="4788571" y="1545036"/>
            <a:ext cx="276781" cy="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1" name="TextBox 990">
            <a:extLst>
              <a:ext uri="{FF2B5EF4-FFF2-40B4-BE49-F238E27FC236}">
                <a16:creationId xmlns:a16="http://schemas.microsoft.com/office/drawing/2014/main" id="{28882695-3EF9-E698-4ACA-CF66D194F9BA}"/>
              </a:ext>
            </a:extLst>
          </p:cNvPr>
          <p:cNvSpPr txBox="1"/>
          <p:nvPr/>
        </p:nvSpPr>
        <p:spPr>
          <a:xfrm>
            <a:off x="3846017" y="4432003"/>
            <a:ext cx="831274" cy="149512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latinLnBrk="0">
              <a:lnSpc>
                <a:spcPct val="120000"/>
              </a:lnSpc>
              <a:spcBef>
                <a:spcPts val="600"/>
              </a:spcBef>
              <a:spcAft>
                <a:spcPts val="300"/>
              </a:spcAft>
            </a:pPr>
            <a:r>
              <a:rPr kumimoji="1" lang="en-US" altLang="ko-KR" sz="1000" dirty="0"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“MVC </a:t>
            </a:r>
            <a:r>
              <a:rPr kumimoji="1" lang="ko-KR" altLang="en-US" sz="1000" dirty="0"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패턴</a:t>
            </a:r>
            <a:r>
              <a:rPr kumimoji="1" lang="en-US" altLang="ko-KR" sz="1000" dirty="0"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”</a:t>
            </a:r>
            <a:endParaRPr kumimoji="1" lang="ko-KR" altLang="en-US" sz="1000" dirty="0">
              <a:latin typeface="Malgun Gothic" panose="020B0503020000020004" pitchFamily="34" charset="-127"/>
              <a:ea typeface="Malgun Gothic" panose="020B0503020000020004" pitchFamily="34" charset="-127"/>
              <a:cs typeface="Tahoma" panose="020B0604030504040204" pitchFamily="34" charset="0"/>
            </a:endParaRPr>
          </a:p>
        </p:txBody>
      </p:sp>
      <p:sp>
        <p:nvSpPr>
          <p:cNvPr id="992" name="TextBox 991">
            <a:extLst>
              <a:ext uri="{FF2B5EF4-FFF2-40B4-BE49-F238E27FC236}">
                <a16:creationId xmlns:a16="http://schemas.microsoft.com/office/drawing/2014/main" id="{626DBB52-0C7D-B98B-D60A-1C9A55C38364}"/>
              </a:ext>
            </a:extLst>
          </p:cNvPr>
          <p:cNvSpPr txBox="1"/>
          <p:nvPr/>
        </p:nvSpPr>
        <p:spPr>
          <a:xfrm>
            <a:off x="3902162" y="3477495"/>
            <a:ext cx="831274" cy="149512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latinLnBrk="0">
              <a:lnSpc>
                <a:spcPct val="120000"/>
              </a:lnSpc>
              <a:spcBef>
                <a:spcPts val="600"/>
              </a:spcBef>
              <a:spcAft>
                <a:spcPts val="300"/>
              </a:spcAft>
            </a:pPr>
            <a:r>
              <a:rPr kumimoji="1" lang="en-US" altLang="ko-KR" sz="1000" dirty="0"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“stateless”</a:t>
            </a:r>
            <a:endParaRPr kumimoji="1" lang="ko-KR" altLang="en-US" sz="1000" dirty="0">
              <a:latin typeface="Malgun Gothic" panose="020B0503020000020004" pitchFamily="34" charset="-127"/>
              <a:ea typeface="Malgun Gothic" panose="020B0503020000020004" pitchFamily="34" charset="-127"/>
              <a:cs typeface="Tahoma" panose="020B0604030504040204" pitchFamily="34" charset="0"/>
            </a:endParaRPr>
          </a:p>
        </p:txBody>
      </p:sp>
      <p:sp>
        <p:nvSpPr>
          <p:cNvPr id="993" name="TextBox 992">
            <a:extLst>
              <a:ext uri="{FF2B5EF4-FFF2-40B4-BE49-F238E27FC236}">
                <a16:creationId xmlns:a16="http://schemas.microsoft.com/office/drawing/2014/main" id="{670B7705-B56B-BAC2-6058-BB3CE7BFF07F}"/>
              </a:ext>
            </a:extLst>
          </p:cNvPr>
          <p:cNvSpPr txBox="1"/>
          <p:nvPr/>
        </p:nvSpPr>
        <p:spPr>
          <a:xfrm>
            <a:off x="4097382" y="1223835"/>
            <a:ext cx="831274" cy="149512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latinLnBrk="0">
              <a:lnSpc>
                <a:spcPct val="120000"/>
              </a:lnSpc>
              <a:spcBef>
                <a:spcPts val="600"/>
              </a:spcBef>
              <a:spcAft>
                <a:spcPts val="300"/>
              </a:spcAft>
            </a:pPr>
            <a:r>
              <a:rPr kumimoji="1" lang="en-US" altLang="ko-KR" sz="1000" dirty="0"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“stateful”</a:t>
            </a:r>
            <a:endParaRPr kumimoji="1" lang="ko-KR" altLang="en-US" sz="1000" dirty="0">
              <a:latin typeface="Malgun Gothic" panose="020B0503020000020004" pitchFamily="34" charset="-127"/>
              <a:ea typeface="Malgun Gothic" panose="020B0503020000020004" pitchFamily="34" charset="-127"/>
              <a:cs typeface="Tahoma" panose="020B0604030504040204" pitchFamily="34" charset="0"/>
            </a:endParaRPr>
          </a:p>
        </p:txBody>
      </p:sp>
      <p:sp>
        <p:nvSpPr>
          <p:cNvPr id="994" name="TextBox 993">
            <a:extLst>
              <a:ext uri="{FF2B5EF4-FFF2-40B4-BE49-F238E27FC236}">
                <a16:creationId xmlns:a16="http://schemas.microsoft.com/office/drawing/2014/main" id="{B2928A28-2476-C4D8-9C93-AE0D4BE29903}"/>
              </a:ext>
            </a:extLst>
          </p:cNvPr>
          <p:cNvSpPr txBox="1"/>
          <p:nvPr/>
        </p:nvSpPr>
        <p:spPr>
          <a:xfrm>
            <a:off x="1635318" y="3424264"/>
            <a:ext cx="624488" cy="255974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algn="ctr" latinLnBrk="0">
              <a:lnSpc>
                <a:spcPts val="100"/>
              </a:lnSpc>
              <a:spcBef>
                <a:spcPts val="600"/>
              </a:spcBef>
              <a:spcAft>
                <a:spcPts val="300"/>
              </a:spcAft>
            </a:pPr>
            <a:r>
              <a:rPr kumimoji="1" lang="en-US" altLang="ko-KR" sz="900" dirty="0"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Auth 2.0</a:t>
            </a:r>
            <a:endParaRPr kumimoji="1" lang="ko-KR" altLang="en-US" sz="900" dirty="0">
              <a:latin typeface="Malgun Gothic" panose="020B0503020000020004" pitchFamily="34" charset="-127"/>
              <a:ea typeface="Malgun Gothic" panose="020B0503020000020004" pitchFamily="34" charset="-127"/>
              <a:cs typeface="Tahoma" panose="020B0604030504040204" pitchFamily="34" charset="0"/>
            </a:endParaRPr>
          </a:p>
        </p:txBody>
      </p:sp>
      <p:sp>
        <p:nvSpPr>
          <p:cNvPr id="996" name="직사각형 995">
            <a:extLst>
              <a:ext uri="{FF2B5EF4-FFF2-40B4-BE49-F238E27FC236}">
                <a16:creationId xmlns:a16="http://schemas.microsoft.com/office/drawing/2014/main" id="{C90DCF8D-3617-CD6B-4B27-20143FCDD621}"/>
              </a:ext>
            </a:extLst>
          </p:cNvPr>
          <p:cNvSpPr/>
          <p:nvPr/>
        </p:nvSpPr>
        <p:spPr bwMode="auto">
          <a:xfrm>
            <a:off x="6713621" y="1545037"/>
            <a:ext cx="1239254" cy="63195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95350" latinLnBrk="0">
              <a:spcAft>
                <a:spcPts val="600"/>
              </a:spcAft>
              <a:buSzPct val="120000"/>
            </a:pPr>
            <a:endParaRPr kumimoji="1" lang="ko-KR" altLang="en-US" sz="900" dirty="0">
              <a:latin typeface="Tahoma" panose="020B0604030504040204" pitchFamily="34" charset="0"/>
              <a:ea typeface="맑은 고딕" panose="020B0503020000020004" pitchFamily="50" charset="-127"/>
              <a:cs typeface="Tahoma" panose="020B0604030504040204" pitchFamily="34" charset="0"/>
            </a:endParaRPr>
          </a:p>
        </p:txBody>
      </p:sp>
      <p:sp>
        <p:nvSpPr>
          <p:cNvPr id="995" name="직사각형 994">
            <a:extLst>
              <a:ext uri="{FF2B5EF4-FFF2-40B4-BE49-F238E27FC236}">
                <a16:creationId xmlns:a16="http://schemas.microsoft.com/office/drawing/2014/main" id="{07A0A12C-3579-D62F-DD7B-A7533A3B8675}"/>
              </a:ext>
            </a:extLst>
          </p:cNvPr>
          <p:cNvSpPr/>
          <p:nvPr/>
        </p:nvSpPr>
        <p:spPr bwMode="auto">
          <a:xfrm>
            <a:off x="6925720" y="1455577"/>
            <a:ext cx="815218" cy="17058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95350" latinLnBrk="0">
              <a:spcAft>
                <a:spcPts val="600"/>
              </a:spcAft>
              <a:buSzPct val="120000"/>
            </a:pPr>
            <a:r>
              <a:rPr kumimoji="1" lang="en-US" altLang="ko-KR" sz="9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MCP Server</a:t>
            </a:r>
            <a:endParaRPr kumimoji="1" lang="ko-KR" altLang="en-US" sz="900" dirty="0">
              <a:latin typeface="Tahoma" panose="020B0604030504040204" pitchFamily="34" charset="0"/>
              <a:ea typeface="맑은 고딕" panose="020B0503020000020004" pitchFamily="50" charset="-127"/>
              <a:cs typeface="Tahoma" panose="020B0604030504040204" pitchFamily="34" charset="0"/>
            </a:endParaRPr>
          </a:p>
        </p:txBody>
      </p:sp>
      <p:sp>
        <p:nvSpPr>
          <p:cNvPr id="997" name="직사각형 996">
            <a:extLst>
              <a:ext uri="{FF2B5EF4-FFF2-40B4-BE49-F238E27FC236}">
                <a16:creationId xmlns:a16="http://schemas.microsoft.com/office/drawing/2014/main" id="{83473275-CA0A-6B3F-01F6-BB9D85F85A7A}"/>
              </a:ext>
            </a:extLst>
          </p:cNvPr>
          <p:cNvSpPr/>
          <p:nvPr/>
        </p:nvSpPr>
        <p:spPr bwMode="auto">
          <a:xfrm>
            <a:off x="6990305" y="1734672"/>
            <a:ext cx="673734" cy="33241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95350" latinLnBrk="0">
              <a:spcAft>
                <a:spcPts val="600"/>
              </a:spcAft>
              <a:buSzPct val="120000"/>
            </a:pPr>
            <a:r>
              <a:rPr kumimoji="1" lang="en-US" altLang="ko-KR" sz="9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Agent</a:t>
            </a:r>
            <a:endParaRPr kumimoji="1" lang="ko-KR" altLang="en-US" sz="900" dirty="0">
              <a:latin typeface="Tahoma" panose="020B0604030504040204" pitchFamily="34" charset="0"/>
              <a:ea typeface="맑은 고딕" panose="020B0503020000020004" pitchFamily="50" charset="-127"/>
              <a:cs typeface="Tahoma" panose="020B0604030504040204" pitchFamily="34" charset="0"/>
            </a:endParaRPr>
          </a:p>
        </p:txBody>
      </p:sp>
      <p:sp>
        <p:nvSpPr>
          <p:cNvPr id="998" name="직사각형 997">
            <a:extLst>
              <a:ext uri="{FF2B5EF4-FFF2-40B4-BE49-F238E27FC236}">
                <a16:creationId xmlns:a16="http://schemas.microsoft.com/office/drawing/2014/main" id="{CB45528F-CD65-7490-079D-B7FC5C3E66D6}"/>
              </a:ext>
            </a:extLst>
          </p:cNvPr>
          <p:cNvSpPr/>
          <p:nvPr/>
        </p:nvSpPr>
        <p:spPr bwMode="auto">
          <a:xfrm>
            <a:off x="6713621" y="3717462"/>
            <a:ext cx="1239254" cy="63195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95350" latinLnBrk="0">
              <a:spcAft>
                <a:spcPts val="600"/>
              </a:spcAft>
              <a:buSzPct val="120000"/>
            </a:pPr>
            <a:endParaRPr kumimoji="1" lang="ko-KR" altLang="en-US" sz="900" dirty="0">
              <a:latin typeface="Tahoma" panose="020B0604030504040204" pitchFamily="34" charset="0"/>
              <a:ea typeface="맑은 고딕" panose="020B0503020000020004" pitchFamily="50" charset="-127"/>
              <a:cs typeface="Tahoma" panose="020B0604030504040204" pitchFamily="34" charset="0"/>
            </a:endParaRPr>
          </a:p>
        </p:txBody>
      </p:sp>
      <p:sp>
        <p:nvSpPr>
          <p:cNvPr id="999" name="직사각형 998">
            <a:extLst>
              <a:ext uri="{FF2B5EF4-FFF2-40B4-BE49-F238E27FC236}">
                <a16:creationId xmlns:a16="http://schemas.microsoft.com/office/drawing/2014/main" id="{95FF9632-87B2-3E10-D6B7-0CA9D85D5A5E}"/>
              </a:ext>
            </a:extLst>
          </p:cNvPr>
          <p:cNvSpPr/>
          <p:nvPr/>
        </p:nvSpPr>
        <p:spPr bwMode="auto">
          <a:xfrm>
            <a:off x="6925720" y="3628002"/>
            <a:ext cx="815218" cy="17058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95350" latinLnBrk="0">
              <a:spcAft>
                <a:spcPts val="600"/>
              </a:spcAft>
              <a:buSzPct val="120000"/>
            </a:pPr>
            <a:r>
              <a:rPr kumimoji="1" lang="en-US" altLang="ko-KR" sz="9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MCP Client</a:t>
            </a:r>
            <a:endParaRPr kumimoji="1" lang="ko-KR" altLang="en-US" sz="900" dirty="0">
              <a:latin typeface="Tahoma" panose="020B0604030504040204" pitchFamily="34" charset="0"/>
              <a:ea typeface="맑은 고딕" panose="020B0503020000020004" pitchFamily="50" charset="-127"/>
              <a:cs typeface="Tahoma" panose="020B0604030504040204" pitchFamily="34" charset="0"/>
            </a:endParaRPr>
          </a:p>
        </p:txBody>
      </p:sp>
      <p:sp>
        <p:nvSpPr>
          <p:cNvPr id="1000" name="직사각형 999">
            <a:extLst>
              <a:ext uri="{FF2B5EF4-FFF2-40B4-BE49-F238E27FC236}">
                <a16:creationId xmlns:a16="http://schemas.microsoft.com/office/drawing/2014/main" id="{75476689-BE93-6F62-1C6D-F5B7C4CFB854}"/>
              </a:ext>
            </a:extLst>
          </p:cNvPr>
          <p:cNvSpPr/>
          <p:nvPr/>
        </p:nvSpPr>
        <p:spPr bwMode="auto">
          <a:xfrm>
            <a:off x="6990305" y="3907097"/>
            <a:ext cx="673734" cy="33241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95350" latinLnBrk="0">
              <a:spcAft>
                <a:spcPts val="600"/>
              </a:spcAft>
              <a:buSzPct val="120000"/>
            </a:pPr>
            <a:r>
              <a:rPr kumimoji="1" lang="en-US" altLang="ko-KR" sz="9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Module</a:t>
            </a:r>
            <a:endParaRPr kumimoji="1" lang="ko-KR" altLang="en-US" sz="900" dirty="0">
              <a:latin typeface="Tahoma" panose="020B0604030504040204" pitchFamily="34" charset="0"/>
              <a:ea typeface="맑은 고딕" panose="020B0503020000020004" pitchFamily="50" charset="-127"/>
              <a:cs typeface="Tahoma" panose="020B0604030504040204" pitchFamily="34" charset="0"/>
            </a:endParaRPr>
          </a:p>
        </p:txBody>
      </p:sp>
      <p:cxnSp>
        <p:nvCxnSpPr>
          <p:cNvPr id="1002" name="직선 화살표 연결선 1001">
            <a:extLst>
              <a:ext uri="{FF2B5EF4-FFF2-40B4-BE49-F238E27FC236}">
                <a16:creationId xmlns:a16="http://schemas.microsoft.com/office/drawing/2014/main" id="{3EB72DD0-C75E-324E-F1D0-C2B25D7B5332}"/>
              </a:ext>
            </a:extLst>
          </p:cNvPr>
          <p:cNvCxnSpPr>
            <a:cxnSpLocks/>
            <a:stCxn id="999" idx="0"/>
            <a:endCxn id="996" idx="2"/>
          </p:cNvCxnSpPr>
          <p:nvPr/>
        </p:nvCxnSpPr>
        <p:spPr>
          <a:xfrm flipH="1" flipV="1">
            <a:off x="7333248" y="2176993"/>
            <a:ext cx="81" cy="1451009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5" name="TextBox 1004">
            <a:extLst>
              <a:ext uri="{FF2B5EF4-FFF2-40B4-BE49-F238E27FC236}">
                <a16:creationId xmlns:a16="http://schemas.microsoft.com/office/drawing/2014/main" id="{9B0E225B-6FA9-8CAA-C7D3-FA0B0442BE77}"/>
              </a:ext>
            </a:extLst>
          </p:cNvPr>
          <p:cNvSpPr txBox="1"/>
          <p:nvPr/>
        </p:nvSpPr>
        <p:spPr>
          <a:xfrm>
            <a:off x="7327172" y="2585557"/>
            <a:ext cx="1177509" cy="227578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latinLnBrk="0">
              <a:lnSpc>
                <a:spcPts val="100"/>
              </a:lnSpc>
              <a:spcBef>
                <a:spcPts val="600"/>
              </a:spcBef>
              <a:spcAft>
                <a:spcPts val="300"/>
              </a:spcAft>
            </a:pPr>
            <a:r>
              <a:rPr kumimoji="1" lang="en-US" altLang="ko-KR" sz="800" dirty="0"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MCP </a:t>
            </a:r>
            <a:r>
              <a:rPr kumimoji="1" lang="ko-KR" altLang="en-US" sz="800" dirty="0"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구성을</a:t>
            </a:r>
            <a:endParaRPr kumimoji="1" lang="en-US" altLang="ko-KR" sz="800" dirty="0">
              <a:latin typeface="Malgun Gothic" panose="020B0503020000020004" pitchFamily="34" charset="-127"/>
              <a:ea typeface="Malgun Gothic" panose="020B0503020000020004" pitchFamily="34" charset="-127"/>
              <a:cs typeface="Tahoma" panose="020B0604030504040204" pitchFamily="34" charset="0"/>
            </a:endParaRPr>
          </a:p>
          <a:p>
            <a:pPr latinLnBrk="0">
              <a:lnSpc>
                <a:spcPts val="100"/>
              </a:lnSpc>
              <a:spcBef>
                <a:spcPts val="600"/>
              </a:spcBef>
              <a:spcAft>
                <a:spcPts val="300"/>
              </a:spcAft>
            </a:pPr>
            <a:r>
              <a:rPr kumimoji="1" lang="ko-KR" altLang="en-US" sz="800" dirty="0"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통한 표준화된 연계</a:t>
            </a:r>
            <a:endParaRPr kumimoji="1" lang="en-US" altLang="ko-KR" sz="800" dirty="0">
              <a:latin typeface="Malgun Gothic" panose="020B0503020000020004" pitchFamily="34" charset="-127"/>
              <a:ea typeface="Malgun Gothic" panose="020B0503020000020004" pitchFamily="34" charset="-127"/>
              <a:cs typeface="Tahoma" panose="020B0604030504040204" pitchFamily="34" charset="0"/>
            </a:endParaRPr>
          </a:p>
          <a:p>
            <a:pPr latinLnBrk="0">
              <a:lnSpc>
                <a:spcPts val="100"/>
              </a:lnSpc>
              <a:spcBef>
                <a:spcPts val="600"/>
              </a:spcBef>
              <a:spcAft>
                <a:spcPts val="300"/>
              </a:spcAft>
            </a:pPr>
            <a:r>
              <a:rPr kumimoji="1" lang="en-US" altLang="ko-KR" sz="800" dirty="0"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(JSON-RPC)</a:t>
            </a:r>
            <a:endParaRPr kumimoji="1" lang="ko-KR" altLang="en-US" sz="800" dirty="0">
              <a:latin typeface="Malgun Gothic" panose="020B0503020000020004" pitchFamily="34" charset="-127"/>
              <a:ea typeface="Malgun Gothic" panose="020B0503020000020004" pitchFamily="34" charset="-127"/>
              <a:cs typeface="Tahoma" panose="020B0604030504040204" pitchFamily="34" charset="0"/>
            </a:endParaRPr>
          </a:p>
        </p:txBody>
      </p:sp>
      <p:sp>
        <p:nvSpPr>
          <p:cNvPr id="1006" name="TextBox 1005">
            <a:extLst>
              <a:ext uri="{FF2B5EF4-FFF2-40B4-BE49-F238E27FC236}">
                <a16:creationId xmlns:a16="http://schemas.microsoft.com/office/drawing/2014/main" id="{D821C5E2-3DF9-AAB0-DF84-DDB8620BC9B1}"/>
              </a:ext>
            </a:extLst>
          </p:cNvPr>
          <p:cNvSpPr txBox="1"/>
          <p:nvPr/>
        </p:nvSpPr>
        <p:spPr>
          <a:xfrm>
            <a:off x="3601881" y="1412844"/>
            <a:ext cx="387795" cy="149512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latinLnBrk="0">
              <a:lnSpc>
                <a:spcPct val="120000"/>
              </a:lnSpc>
              <a:spcBef>
                <a:spcPts val="600"/>
              </a:spcBef>
              <a:spcAft>
                <a:spcPts val="300"/>
              </a:spcAft>
            </a:pPr>
            <a:r>
              <a:rPr kumimoji="1" lang="en-US" altLang="ko-KR" sz="1000" dirty="0"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A2A</a:t>
            </a:r>
            <a:endParaRPr kumimoji="1" lang="ko-KR" altLang="en-US" sz="1000" dirty="0">
              <a:latin typeface="Malgun Gothic" panose="020B0503020000020004" pitchFamily="34" charset="-127"/>
              <a:ea typeface="Malgun Gothic" panose="020B0503020000020004" pitchFamily="34" charset="-127"/>
              <a:cs typeface="Tahoma" panose="020B0604030504040204" pitchFamily="34" charset="0"/>
            </a:endParaRPr>
          </a:p>
        </p:txBody>
      </p:sp>
      <p:sp>
        <p:nvSpPr>
          <p:cNvPr id="1007" name="TextBox 1006">
            <a:extLst>
              <a:ext uri="{FF2B5EF4-FFF2-40B4-BE49-F238E27FC236}">
                <a16:creationId xmlns:a16="http://schemas.microsoft.com/office/drawing/2014/main" id="{9429F59C-2433-D82C-4364-96DF1FC1BDA8}"/>
              </a:ext>
            </a:extLst>
          </p:cNvPr>
          <p:cNvSpPr txBox="1"/>
          <p:nvPr/>
        </p:nvSpPr>
        <p:spPr>
          <a:xfrm>
            <a:off x="2680424" y="2378020"/>
            <a:ext cx="2570503" cy="149512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latinLnBrk="0">
              <a:lnSpc>
                <a:spcPct val="120000"/>
              </a:lnSpc>
              <a:spcBef>
                <a:spcPts val="600"/>
              </a:spcBef>
              <a:spcAft>
                <a:spcPts val="300"/>
              </a:spcAft>
            </a:pPr>
            <a:r>
              <a:rPr kumimoji="1" lang="en-US" altLang="ko-KR" sz="800" dirty="0"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※ MCP : Model Context Protocol</a:t>
            </a:r>
            <a:endParaRPr kumimoji="1" lang="ko-KR" altLang="en-US" sz="800" dirty="0">
              <a:latin typeface="Malgun Gothic" panose="020B0503020000020004" pitchFamily="34" charset="-127"/>
              <a:ea typeface="Malgun Gothic" panose="020B0503020000020004" pitchFamily="34" charset="-127"/>
              <a:cs typeface="Tahoma" panose="020B0604030504040204" pitchFamily="34" charset="0"/>
            </a:endParaRPr>
          </a:p>
        </p:txBody>
      </p:sp>
      <p:sp>
        <p:nvSpPr>
          <p:cNvPr id="1008" name="TextBox 1007">
            <a:extLst>
              <a:ext uri="{FF2B5EF4-FFF2-40B4-BE49-F238E27FC236}">
                <a16:creationId xmlns:a16="http://schemas.microsoft.com/office/drawing/2014/main" id="{5B45329F-9C6C-5706-EED2-ACAE657390BF}"/>
              </a:ext>
            </a:extLst>
          </p:cNvPr>
          <p:cNvSpPr txBox="1"/>
          <p:nvPr/>
        </p:nvSpPr>
        <p:spPr>
          <a:xfrm>
            <a:off x="2680424" y="2560383"/>
            <a:ext cx="2570503" cy="149512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latinLnBrk="0">
              <a:lnSpc>
                <a:spcPct val="120000"/>
              </a:lnSpc>
              <a:spcBef>
                <a:spcPts val="600"/>
              </a:spcBef>
              <a:spcAft>
                <a:spcPts val="300"/>
              </a:spcAft>
            </a:pPr>
            <a:r>
              <a:rPr kumimoji="1" lang="en-US" altLang="ko-KR" sz="800" dirty="0"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※ RAG : Retrieval Augmented Generation</a:t>
            </a:r>
            <a:endParaRPr kumimoji="1" lang="ko-KR" altLang="en-US" sz="800" dirty="0">
              <a:latin typeface="Malgun Gothic" panose="020B0503020000020004" pitchFamily="34" charset="-127"/>
              <a:ea typeface="Malgun Gothic" panose="020B0503020000020004" pitchFamily="34" charset="-127"/>
              <a:cs typeface="Tahoma" panose="020B0604030504040204" pitchFamily="34" charset="0"/>
            </a:endParaRPr>
          </a:p>
        </p:txBody>
      </p:sp>
      <p:sp>
        <p:nvSpPr>
          <p:cNvPr id="1009" name="TextBox 1008">
            <a:extLst>
              <a:ext uri="{FF2B5EF4-FFF2-40B4-BE49-F238E27FC236}">
                <a16:creationId xmlns:a16="http://schemas.microsoft.com/office/drawing/2014/main" id="{503C6167-E8F4-E23D-FEB4-1DE2D931A88A}"/>
              </a:ext>
            </a:extLst>
          </p:cNvPr>
          <p:cNvSpPr txBox="1"/>
          <p:nvPr/>
        </p:nvSpPr>
        <p:spPr>
          <a:xfrm>
            <a:off x="2665604" y="4646289"/>
            <a:ext cx="2570503" cy="149512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latinLnBrk="0">
              <a:lnSpc>
                <a:spcPct val="120000"/>
              </a:lnSpc>
              <a:spcBef>
                <a:spcPts val="600"/>
              </a:spcBef>
              <a:spcAft>
                <a:spcPts val="300"/>
              </a:spcAft>
            </a:pPr>
            <a:r>
              <a:rPr kumimoji="1" lang="en-US" altLang="ko-KR" sz="800" dirty="0"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※ MVC :  Model View Controller</a:t>
            </a:r>
            <a:endParaRPr kumimoji="1" lang="ko-KR" altLang="en-US" sz="800" dirty="0">
              <a:latin typeface="Malgun Gothic" panose="020B0503020000020004" pitchFamily="34" charset="-127"/>
              <a:ea typeface="Malgun Gothic" panose="020B0503020000020004" pitchFamily="34" charset="-127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60095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59B618-C2C2-5537-A41C-6C80F7051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3.1</a:t>
            </a:r>
            <a:r>
              <a:rPr kumimoji="1" lang="ko-KR" altLang="en-US" dirty="0"/>
              <a:t> </a:t>
            </a:r>
            <a:r>
              <a:rPr kumimoji="1" lang="en-US" altLang="ko-KR" dirty="0"/>
              <a:t>Agent</a:t>
            </a:r>
            <a:r>
              <a:rPr kumimoji="1" lang="ko-KR" altLang="en-US" dirty="0"/>
              <a:t> 설계 방안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B59475-945D-4749-A4A1-E0E92D1BE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047" y="504827"/>
            <a:ext cx="8639908" cy="294777"/>
          </a:xfrm>
        </p:spPr>
        <p:txBody>
          <a:bodyPr/>
          <a:lstStyle/>
          <a:p>
            <a:r>
              <a:rPr kumimoji="1" lang="ko-KR" altLang="en-US" dirty="0"/>
              <a:t>안전성</a:t>
            </a:r>
            <a:r>
              <a:rPr kumimoji="1" lang="en-US" altLang="ko-KR" dirty="0"/>
              <a:t>,</a:t>
            </a:r>
            <a:r>
              <a:rPr kumimoji="1" lang="ko-KR" altLang="en-US" dirty="0"/>
              <a:t> 유지관리 효율성 측면에서 </a:t>
            </a:r>
            <a:r>
              <a:rPr kumimoji="1" lang="en-US" altLang="ko-KR" dirty="0"/>
              <a:t>Multi-Agent </a:t>
            </a:r>
            <a:r>
              <a:rPr kumimoji="1" lang="ko-KR" altLang="en-US" dirty="0"/>
              <a:t>구조는 계층형</a:t>
            </a:r>
            <a:r>
              <a:rPr kumimoji="1" lang="en-US" altLang="ko-KR" dirty="0"/>
              <a:t>(</a:t>
            </a:r>
            <a:r>
              <a:rPr kumimoji="1" lang="en-US" altLang="ko-KR" dirty="0" err="1"/>
              <a:t>Hierachical</a:t>
            </a:r>
            <a:r>
              <a:rPr kumimoji="1" lang="en-US" altLang="ko-KR" dirty="0"/>
              <a:t>)</a:t>
            </a:r>
            <a:r>
              <a:rPr kumimoji="1" lang="ko-KR" altLang="en-US" dirty="0"/>
              <a:t>구조를 사용하며</a:t>
            </a:r>
            <a:r>
              <a:rPr kumimoji="1" lang="en-US" altLang="ko-KR" dirty="0"/>
              <a:t>,</a:t>
            </a:r>
            <a:r>
              <a:rPr kumimoji="1" lang="ko-KR" altLang="en-US" dirty="0"/>
              <a:t> 각 </a:t>
            </a:r>
            <a:r>
              <a:rPr kumimoji="1" lang="en-US" altLang="ko-KR" dirty="0"/>
              <a:t>Agent</a:t>
            </a:r>
            <a:r>
              <a:rPr kumimoji="1" lang="ko-KR" altLang="en-US" dirty="0"/>
              <a:t>의 분류는 역할 및 기능에 따라 분류한다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C979164-F009-9C00-17E3-3CEE9D304F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dirty="0"/>
              <a:t>3.</a:t>
            </a:r>
            <a:r>
              <a:rPr kumimoji="1" lang="ko-KR" altLang="en-US" dirty="0"/>
              <a:t> 어플리케이션 아키텍처</a:t>
            </a:r>
          </a:p>
        </p:txBody>
      </p:sp>
      <p:sp>
        <p:nvSpPr>
          <p:cNvPr id="956" name="직사각형 955">
            <a:extLst>
              <a:ext uri="{FF2B5EF4-FFF2-40B4-BE49-F238E27FC236}">
                <a16:creationId xmlns:a16="http://schemas.microsoft.com/office/drawing/2014/main" id="{6CC49C69-FB85-A83A-B5B5-0C5523662147}"/>
              </a:ext>
            </a:extLst>
          </p:cNvPr>
          <p:cNvSpPr/>
          <p:nvPr/>
        </p:nvSpPr>
        <p:spPr bwMode="auto">
          <a:xfrm>
            <a:off x="667752" y="1549070"/>
            <a:ext cx="1750594" cy="47524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95350" latinLnBrk="0">
              <a:spcAft>
                <a:spcPts val="600"/>
              </a:spcAft>
              <a:buSzPct val="120000"/>
            </a:pPr>
            <a:r>
              <a:rPr kumimoji="1" lang="en-US" altLang="ko-KR" sz="13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Supervisor Agent</a:t>
            </a:r>
            <a:endParaRPr kumimoji="1" lang="ko-KR" altLang="en-US" sz="1300" dirty="0">
              <a:latin typeface="Tahoma" panose="020B0604030504040204" pitchFamily="34" charset="0"/>
              <a:ea typeface="맑은 고딕" panose="020B0503020000020004" pitchFamily="50" charset="-127"/>
              <a:cs typeface="Tahoma" panose="020B0604030504040204" pitchFamily="34" charset="0"/>
            </a:endParaRPr>
          </a:p>
        </p:txBody>
      </p:sp>
      <p:sp>
        <p:nvSpPr>
          <p:cNvPr id="957" name="직사각형 956">
            <a:extLst>
              <a:ext uri="{FF2B5EF4-FFF2-40B4-BE49-F238E27FC236}">
                <a16:creationId xmlns:a16="http://schemas.microsoft.com/office/drawing/2014/main" id="{9C9D775C-9F6B-2128-270D-E655F6BC905C}"/>
              </a:ext>
            </a:extLst>
          </p:cNvPr>
          <p:cNvSpPr/>
          <p:nvPr/>
        </p:nvSpPr>
        <p:spPr bwMode="auto">
          <a:xfrm>
            <a:off x="667752" y="2381250"/>
            <a:ext cx="1750594" cy="47524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95350" latinLnBrk="0">
              <a:spcAft>
                <a:spcPts val="600"/>
              </a:spcAft>
              <a:buSzPct val="120000"/>
            </a:pPr>
            <a:r>
              <a:rPr kumimoji="1" lang="en-US" altLang="ko-KR" sz="13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Orchestrator Agent</a:t>
            </a:r>
            <a:endParaRPr kumimoji="1" lang="ko-KR" altLang="en-US" sz="1300" dirty="0">
              <a:latin typeface="Tahoma" panose="020B0604030504040204" pitchFamily="34" charset="0"/>
              <a:ea typeface="맑은 고딕" panose="020B0503020000020004" pitchFamily="50" charset="-127"/>
              <a:cs typeface="Tahoma" panose="020B0604030504040204" pitchFamily="34" charset="0"/>
            </a:endParaRPr>
          </a:p>
        </p:txBody>
      </p:sp>
      <p:sp>
        <p:nvSpPr>
          <p:cNvPr id="958" name="직사각형 957">
            <a:extLst>
              <a:ext uri="{FF2B5EF4-FFF2-40B4-BE49-F238E27FC236}">
                <a16:creationId xmlns:a16="http://schemas.microsoft.com/office/drawing/2014/main" id="{828C3EB1-AC2B-B9F7-2E7D-F0719116E226}"/>
              </a:ext>
            </a:extLst>
          </p:cNvPr>
          <p:cNvSpPr/>
          <p:nvPr/>
        </p:nvSpPr>
        <p:spPr bwMode="auto">
          <a:xfrm>
            <a:off x="667752" y="3213430"/>
            <a:ext cx="1750594" cy="47524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95350" latinLnBrk="0">
              <a:spcAft>
                <a:spcPts val="600"/>
              </a:spcAft>
              <a:buSzPct val="120000"/>
            </a:pPr>
            <a:r>
              <a:rPr kumimoji="1" lang="en-US" altLang="ko-KR" sz="13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Unit Agent</a:t>
            </a:r>
            <a:endParaRPr kumimoji="1" lang="ko-KR" altLang="en-US" sz="1300" dirty="0">
              <a:latin typeface="Tahoma" panose="020B0604030504040204" pitchFamily="34" charset="0"/>
              <a:ea typeface="맑은 고딕" panose="020B0503020000020004" pitchFamily="50" charset="-127"/>
              <a:cs typeface="Tahoma" panose="020B0604030504040204" pitchFamily="34" charset="0"/>
            </a:endParaRPr>
          </a:p>
        </p:txBody>
      </p:sp>
      <p:sp>
        <p:nvSpPr>
          <p:cNvPr id="959" name="타원 958">
            <a:extLst>
              <a:ext uri="{FF2B5EF4-FFF2-40B4-BE49-F238E27FC236}">
                <a16:creationId xmlns:a16="http://schemas.microsoft.com/office/drawing/2014/main" id="{AA1C7444-1391-490B-3138-2D06E2A15AE8}"/>
              </a:ext>
            </a:extLst>
          </p:cNvPr>
          <p:cNvSpPr/>
          <p:nvPr/>
        </p:nvSpPr>
        <p:spPr bwMode="auto">
          <a:xfrm>
            <a:off x="193270" y="4265195"/>
            <a:ext cx="840674" cy="348916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95350" latinLnBrk="0">
              <a:spcAft>
                <a:spcPts val="600"/>
              </a:spcAft>
              <a:buSzPct val="120000"/>
            </a:pPr>
            <a:r>
              <a:rPr kumimoji="1" lang="en-US" altLang="ko-KR" sz="9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tools</a:t>
            </a:r>
            <a:endParaRPr kumimoji="1" lang="ko-KR" altLang="en-US" sz="900" dirty="0">
              <a:latin typeface="Tahoma" panose="020B0604030504040204" pitchFamily="34" charset="0"/>
              <a:ea typeface="맑은 고딕" panose="020B0503020000020004" pitchFamily="50" charset="-127"/>
              <a:cs typeface="Tahoma" panose="020B0604030504040204" pitchFamily="34" charset="0"/>
            </a:endParaRPr>
          </a:p>
        </p:txBody>
      </p:sp>
      <p:sp>
        <p:nvSpPr>
          <p:cNvPr id="960" name="타원 959">
            <a:extLst>
              <a:ext uri="{FF2B5EF4-FFF2-40B4-BE49-F238E27FC236}">
                <a16:creationId xmlns:a16="http://schemas.microsoft.com/office/drawing/2014/main" id="{4B5FE972-D751-0B37-0E12-33EAEE7A0BA7}"/>
              </a:ext>
            </a:extLst>
          </p:cNvPr>
          <p:cNvSpPr/>
          <p:nvPr/>
        </p:nvSpPr>
        <p:spPr bwMode="auto">
          <a:xfrm>
            <a:off x="1128721" y="4265195"/>
            <a:ext cx="840674" cy="348916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95350" latinLnBrk="0">
              <a:spcAft>
                <a:spcPts val="600"/>
              </a:spcAft>
              <a:buSzPct val="120000"/>
            </a:pPr>
            <a:r>
              <a:rPr kumimoji="1" lang="en-US" altLang="ko-KR" sz="9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MCP</a:t>
            </a:r>
            <a:endParaRPr kumimoji="1" lang="ko-KR" altLang="en-US" sz="900" dirty="0">
              <a:latin typeface="Tahoma" panose="020B0604030504040204" pitchFamily="34" charset="0"/>
              <a:ea typeface="맑은 고딕" panose="020B0503020000020004" pitchFamily="50" charset="-127"/>
              <a:cs typeface="Tahoma" panose="020B0604030504040204" pitchFamily="34" charset="0"/>
            </a:endParaRPr>
          </a:p>
        </p:txBody>
      </p:sp>
      <p:sp>
        <p:nvSpPr>
          <p:cNvPr id="961" name="타원 960">
            <a:extLst>
              <a:ext uri="{FF2B5EF4-FFF2-40B4-BE49-F238E27FC236}">
                <a16:creationId xmlns:a16="http://schemas.microsoft.com/office/drawing/2014/main" id="{D76AB3D6-159E-EF49-4451-371379136AB6}"/>
              </a:ext>
            </a:extLst>
          </p:cNvPr>
          <p:cNvSpPr/>
          <p:nvPr/>
        </p:nvSpPr>
        <p:spPr bwMode="auto">
          <a:xfrm>
            <a:off x="2052140" y="4265195"/>
            <a:ext cx="840674" cy="348916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95350" latinLnBrk="0">
              <a:spcAft>
                <a:spcPts val="600"/>
              </a:spcAft>
              <a:buSzPct val="120000"/>
            </a:pPr>
            <a:r>
              <a:rPr kumimoji="1" lang="en-US" altLang="ko-KR" sz="9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Agents</a:t>
            </a:r>
            <a:endParaRPr kumimoji="1" lang="ko-KR" altLang="en-US" sz="900" dirty="0">
              <a:latin typeface="Tahoma" panose="020B0604030504040204" pitchFamily="34" charset="0"/>
              <a:ea typeface="맑은 고딕" panose="020B0503020000020004" pitchFamily="50" charset="-127"/>
              <a:cs typeface="Tahoma" panose="020B0604030504040204" pitchFamily="34" charset="0"/>
            </a:endParaRPr>
          </a:p>
        </p:txBody>
      </p:sp>
      <p:cxnSp>
        <p:nvCxnSpPr>
          <p:cNvPr id="963" name="직선 화살표 연결선 962">
            <a:extLst>
              <a:ext uri="{FF2B5EF4-FFF2-40B4-BE49-F238E27FC236}">
                <a16:creationId xmlns:a16="http://schemas.microsoft.com/office/drawing/2014/main" id="{117A4C0F-19E8-127C-9B93-9B9B1B47D944}"/>
              </a:ext>
            </a:extLst>
          </p:cNvPr>
          <p:cNvCxnSpPr>
            <a:cxnSpLocks/>
            <a:stCxn id="958" idx="2"/>
            <a:endCxn id="959" idx="0"/>
          </p:cNvCxnSpPr>
          <p:nvPr/>
        </p:nvCxnSpPr>
        <p:spPr>
          <a:xfrm flipH="1">
            <a:off x="613607" y="3688677"/>
            <a:ext cx="929442" cy="576518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5" name="직선 화살표 연결선 964">
            <a:extLst>
              <a:ext uri="{FF2B5EF4-FFF2-40B4-BE49-F238E27FC236}">
                <a16:creationId xmlns:a16="http://schemas.microsoft.com/office/drawing/2014/main" id="{A28CFE24-0144-2711-B2DB-C90338C33A9A}"/>
              </a:ext>
            </a:extLst>
          </p:cNvPr>
          <p:cNvCxnSpPr>
            <a:cxnSpLocks/>
            <a:stCxn id="958" idx="2"/>
            <a:endCxn id="960" idx="0"/>
          </p:cNvCxnSpPr>
          <p:nvPr/>
        </p:nvCxnSpPr>
        <p:spPr>
          <a:xfrm>
            <a:off x="1543049" y="3688677"/>
            <a:ext cx="6009" cy="576518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8" name="직선 화살표 연결선 967">
            <a:extLst>
              <a:ext uri="{FF2B5EF4-FFF2-40B4-BE49-F238E27FC236}">
                <a16:creationId xmlns:a16="http://schemas.microsoft.com/office/drawing/2014/main" id="{9E470EF0-D1FD-27BF-579B-9763F631A6B3}"/>
              </a:ext>
            </a:extLst>
          </p:cNvPr>
          <p:cNvCxnSpPr>
            <a:cxnSpLocks/>
            <a:stCxn id="958" idx="2"/>
            <a:endCxn id="961" idx="0"/>
          </p:cNvCxnSpPr>
          <p:nvPr/>
        </p:nvCxnSpPr>
        <p:spPr>
          <a:xfrm>
            <a:off x="1543049" y="3688677"/>
            <a:ext cx="929428" cy="576518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1" name="직선 화살표 연결선 970">
            <a:extLst>
              <a:ext uri="{FF2B5EF4-FFF2-40B4-BE49-F238E27FC236}">
                <a16:creationId xmlns:a16="http://schemas.microsoft.com/office/drawing/2014/main" id="{4EC83BD0-B79E-75D6-AF17-0D038DF0134C}"/>
              </a:ext>
            </a:extLst>
          </p:cNvPr>
          <p:cNvCxnSpPr>
            <a:cxnSpLocks/>
            <a:stCxn id="956" idx="2"/>
            <a:endCxn id="957" idx="0"/>
          </p:cNvCxnSpPr>
          <p:nvPr/>
        </p:nvCxnSpPr>
        <p:spPr>
          <a:xfrm>
            <a:off x="1543049" y="2024317"/>
            <a:ext cx="0" cy="356933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4" name="직선 화살표 연결선 973">
            <a:extLst>
              <a:ext uri="{FF2B5EF4-FFF2-40B4-BE49-F238E27FC236}">
                <a16:creationId xmlns:a16="http://schemas.microsoft.com/office/drawing/2014/main" id="{CF1E0CE1-A455-74BD-820B-678D11BAD15F}"/>
              </a:ext>
            </a:extLst>
          </p:cNvPr>
          <p:cNvCxnSpPr>
            <a:cxnSpLocks/>
            <a:stCxn id="957" idx="2"/>
            <a:endCxn id="958" idx="0"/>
          </p:cNvCxnSpPr>
          <p:nvPr/>
        </p:nvCxnSpPr>
        <p:spPr>
          <a:xfrm>
            <a:off x="1543049" y="2856497"/>
            <a:ext cx="0" cy="356933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7" name="직사각형 976">
            <a:extLst>
              <a:ext uri="{FF2B5EF4-FFF2-40B4-BE49-F238E27FC236}">
                <a16:creationId xmlns:a16="http://schemas.microsoft.com/office/drawing/2014/main" id="{DFB84E77-DFBE-3CE1-D589-304DA13D59AE}"/>
              </a:ext>
            </a:extLst>
          </p:cNvPr>
          <p:cNvSpPr/>
          <p:nvPr/>
        </p:nvSpPr>
        <p:spPr bwMode="auto">
          <a:xfrm>
            <a:off x="2677031" y="1070811"/>
            <a:ext cx="3260554" cy="294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95350" latinLnBrk="0">
              <a:spcAft>
                <a:spcPts val="600"/>
              </a:spcAft>
              <a:buSzPct val="120000"/>
            </a:pPr>
            <a:r>
              <a:rPr kumimoji="1" lang="ko-KR" altLang="en-US" sz="1200" b="1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역할</a:t>
            </a:r>
            <a:r>
              <a:rPr kumimoji="1" lang="en-US" altLang="ko-KR" sz="1200" b="1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/</a:t>
            </a:r>
            <a:r>
              <a:rPr kumimoji="1" lang="ko-KR" altLang="en-US" sz="1200" b="1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기능</a:t>
            </a:r>
          </a:p>
        </p:txBody>
      </p:sp>
      <p:sp>
        <p:nvSpPr>
          <p:cNvPr id="978" name="직사각형 977">
            <a:extLst>
              <a:ext uri="{FF2B5EF4-FFF2-40B4-BE49-F238E27FC236}">
                <a16:creationId xmlns:a16="http://schemas.microsoft.com/office/drawing/2014/main" id="{9E7343B9-44CD-1ECF-B812-8BFE72572EF4}"/>
              </a:ext>
            </a:extLst>
          </p:cNvPr>
          <p:cNvSpPr/>
          <p:nvPr/>
        </p:nvSpPr>
        <p:spPr bwMode="auto">
          <a:xfrm>
            <a:off x="6039853" y="1070810"/>
            <a:ext cx="2737185" cy="294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95350" latinLnBrk="0">
              <a:spcAft>
                <a:spcPts val="600"/>
              </a:spcAft>
              <a:buSzPct val="120000"/>
            </a:pPr>
            <a:r>
              <a:rPr kumimoji="1" lang="ko-KR" altLang="en-US" sz="1200" b="1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사용 범위</a:t>
            </a:r>
          </a:p>
        </p:txBody>
      </p:sp>
      <p:sp>
        <p:nvSpPr>
          <p:cNvPr id="979" name="직사각형 978">
            <a:extLst>
              <a:ext uri="{FF2B5EF4-FFF2-40B4-BE49-F238E27FC236}">
                <a16:creationId xmlns:a16="http://schemas.microsoft.com/office/drawing/2014/main" id="{6BF10E9A-2EED-84E5-C6DF-3583111BBABB}"/>
              </a:ext>
            </a:extLst>
          </p:cNvPr>
          <p:cNvSpPr/>
          <p:nvPr/>
        </p:nvSpPr>
        <p:spPr bwMode="auto">
          <a:xfrm>
            <a:off x="667753" y="1068812"/>
            <a:ext cx="1750594" cy="29477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95350" latinLnBrk="0">
              <a:spcAft>
                <a:spcPts val="600"/>
              </a:spcAft>
              <a:buSzPct val="120000"/>
            </a:pPr>
            <a:r>
              <a:rPr kumimoji="1" lang="ko-KR" altLang="en-US" sz="1300" dirty="0"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채널</a:t>
            </a:r>
          </a:p>
        </p:txBody>
      </p:sp>
      <p:cxnSp>
        <p:nvCxnSpPr>
          <p:cNvPr id="980" name="직선 화살표 연결선 979">
            <a:extLst>
              <a:ext uri="{FF2B5EF4-FFF2-40B4-BE49-F238E27FC236}">
                <a16:creationId xmlns:a16="http://schemas.microsoft.com/office/drawing/2014/main" id="{3C42451B-B1E4-28DE-0D62-06D8299F244B}"/>
              </a:ext>
            </a:extLst>
          </p:cNvPr>
          <p:cNvCxnSpPr>
            <a:cxnSpLocks/>
            <a:stCxn id="979" idx="2"/>
            <a:endCxn id="956" idx="0"/>
          </p:cNvCxnSpPr>
          <p:nvPr/>
        </p:nvCxnSpPr>
        <p:spPr>
          <a:xfrm flipH="1">
            <a:off x="1543049" y="1363589"/>
            <a:ext cx="1" cy="185481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3" name="직사각형 982">
            <a:extLst>
              <a:ext uri="{FF2B5EF4-FFF2-40B4-BE49-F238E27FC236}">
                <a16:creationId xmlns:a16="http://schemas.microsoft.com/office/drawing/2014/main" id="{BBC8F985-EDD3-B0D5-B4C0-0DA30E6C68C6}"/>
              </a:ext>
            </a:extLst>
          </p:cNvPr>
          <p:cNvSpPr/>
          <p:nvPr/>
        </p:nvSpPr>
        <p:spPr bwMode="auto">
          <a:xfrm>
            <a:off x="2674558" y="1549070"/>
            <a:ext cx="3260554" cy="68880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defTabSz="895350" latinLnBrk="0">
              <a:spcAft>
                <a:spcPts val="600"/>
              </a:spcAft>
              <a:buSzPct val="120000"/>
              <a:buFont typeface="Wingdings" pitchFamily="2" charset="2"/>
              <a:buChar char="ü"/>
            </a:pPr>
            <a:r>
              <a:rPr kumimoji="1" lang="ko-KR" altLang="en-US" sz="10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최상위 권한관리 </a:t>
            </a:r>
            <a:r>
              <a:rPr kumimoji="1" lang="en-US" altLang="ko-KR" sz="10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1</a:t>
            </a:r>
          </a:p>
          <a:p>
            <a:pPr marL="285750" indent="-285750" defTabSz="895350" latinLnBrk="0">
              <a:spcAft>
                <a:spcPts val="600"/>
              </a:spcAft>
              <a:buSzPct val="120000"/>
              <a:buFont typeface="Wingdings" pitchFamily="2" charset="2"/>
              <a:buChar char="ü"/>
            </a:pPr>
            <a:r>
              <a:rPr kumimoji="1" lang="ko-KR" altLang="en-US" sz="10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사용자 인증</a:t>
            </a:r>
            <a:r>
              <a:rPr kumimoji="1" lang="en-US" altLang="ko-KR" sz="10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/</a:t>
            </a:r>
            <a:r>
              <a:rPr kumimoji="1" lang="ko-KR" altLang="en-US" sz="10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인가 관리</a:t>
            </a:r>
            <a:endParaRPr kumimoji="1" lang="en-US" altLang="ko-KR" sz="1000" dirty="0">
              <a:latin typeface="Tahoma" panose="020B0604030504040204" pitchFamily="34" charset="0"/>
              <a:ea typeface="맑은 고딕" panose="020B0503020000020004" pitchFamily="50" charset="-127"/>
              <a:cs typeface="Tahoma" panose="020B0604030504040204" pitchFamily="34" charset="0"/>
            </a:endParaRPr>
          </a:p>
          <a:p>
            <a:pPr marL="285750" indent="-285750" defTabSz="895350" latinLnBrk="0">
              <a:spcAft>
                <a:spcPts val="600"/>
              </a:spcAft>
              <a:buSzPct val="120000"/>
              <a:buFont typeface="Wingdings" pitchFamily="2" charset="2"/>
              <a:buChar char="ü"/>
            </a:pPr>
            <a:r>
              <a:rPr kumimoji="1" lang="en-US" altLang="ko-KR" sz="10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Orchestrator Agent Routing </a:t>
            </a:r>
            <a:r>
              <a:rPr kumimoji="1" lang="ko-KR" altLang="en-US" sz="10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처리</a:t>
            </a:r>
          </a:p>
        </p:txBody>
      </p:sp>
      <p:sp>
        <p:nvSpPr>
          <p:cNvPr id="984" name="직사각형 983">
            <a:extLst>
              <a:ext uri="{FF2B5EF4-FFF2-40B4-BE49-F238E27FC236}">
                <a16:creationId xmlns:a16="http://schemas.microsoft.com/office/drawing/2014/main" id="{4EDA1E34-B729-897D-1FCD-2926F6405807}"/>
              </a:ext>
            </a:extLst>
          </p:cNvPr>
          <p:cNvSpPr/>
          <p:nvPr/>
        </p:nvSpPr>
        <p:spPr bwMode="auto">
          <a:xfrm>
            <a:off x="2674558" y="2381250"/>
            <a:ext cx="3260554" cy="68880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 defTabSz="895350" latinLnBrk="0">
              <a:spcAft>
                <a:spcPts val="600"/>
              </a:spcAft>
              <a:buSzPct val="120000"/>
              <a:buFont typeface="Wingdings" pitchFamily="2" charset="2"/>
              <a:buChar char="ü"/>
            </a:pPr>
            <a:r>
              <a:rPr kumimoji="1" lang="en-US" altLang="ko-KR" sz="10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Agent Group </a:t>
            </a:r>
            <a:r>
              <a:rPr kumimoji="1" lang="ko-KR" altLang="en-US" sz="10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권한관리 </a:t>
            </a:r>
            <a:r>
              <a:rPr kumimoji="1" lang="en-US" altLang="ko-KR" sz="10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2</a:t>
            </a:r>
          </a:p>
          <a:p>
            <a:pPr marL="171450" indent="-171450" defTabSz="895350" latinLnBrk="0">
              <a:spcAft>
                <a:spcPts val="600"/>
              </a:spcAft>
              <a:buSzPct val="120000"/>
              <a:buFont typeface="Wingdings" pitchFamily="2" charset="2"/>
              <a:buChar char="ü"/>
            </a:pPr>
            <a:r>
              <a:rPr kumimoji="1" lang="en-US" altLang="ko-KR" sz="10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Unit agent </a:t>
            </a:r>
            <a:r>
              <a:rPr kumimoji="1" lang="ko-KR" altLang="en-US" sz="10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의 </a:t>
            </a:r>
            <a:r>
              <a:rPr kumimoji="1" lang="en-US" altLang="ko-KR" sz="10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Group(</a:t>
            </a:r>
            <a:r>
              <a:rPr kumimoji="1" lang="ko-KR" altLang="en-US" sz="10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묶음</a:t>
            </a:r>
            <a:r>
              <a:rPr kumimoji="1" lang="en-US" altLang="ko-KR" sz="10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)</a:t>
            </a:r>
            <a:r>
              <a:rPr kumimoji="1" lang="ko-KR" altLang="en-US" sz="10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처리 </a:t>
            </a:r>
            <a:r>
              <a:rPr kumimoji="1" lang="en-US" altLang="ko-KR" sz="10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Agent</a:t>
            </a:r>
          </a:p>
          <a:p>
            <a:pPr marL="171450" indent="-171450" defTabSz="895350" latinLnBrk="0">
              <a:spcAft>
                <a:spcPts val="600"/>
              </a:spcAft>
              <a:buSzPct val="120000"/>
              <a:buFont typeface="Wingdings" pitchFamily="2" charset="2"/>
              <a:buChar char="ü"/>
            </a:pPr>
            <a:r>
              <a:rPr kumimoji="1" lang="ko-KR" altLang="en-US" sz="10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비즈니스 묶음의 권한 처리 및 </a:t>
            </a:r>
            <a:r>
              <a:rPr kumimoji="1" lang="en-US" altLang="ko-KR" sz="10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unit Agent </a:t>
            </a:r>
            <a:r>
              <a:rPr kumimoji="1" lang="ko-KR" altLang="en-US" sz="10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연결처리</a:t>
            </a:r>
          </a:p>
        </p:txBody>
      </p:sp>
      <p:sp>
        <p:nvSpPr>
          <p:cNvPr id="985" name="직사각형 984">
            <a:extLst>
              <a:ext uri="{FF2B5EF4-FFF2-40B4-BE49-F238E27FC236}">
                <a16:creationId xmlns:a16="http://schemas.microsoft.com/office/drawing/2014/main" id="{E9EE6DB9-9D82-D0DC-D1DA-C89CE8F33051}"/>
              </a:ext>
            </a:extLst>
          </p:cNvPr>
          <p:cNvSpPr/>
          <p:nvPr/>
        </p:nvSpPr>
        <p:spPr bwMode="auto">
          <a:xfrm>
            <a:off x="2674558" y="3213430"/>
            <a:ext cx="3260554" cy="68880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 defTabSz="895350" latinLnBrk="0">
              <a:spcAft>
                <a:spcPts val="600"/>
              </a:spcAft>
              <a:buSzPct val="120000"/>
              <a:buFont typeface="Wingdings" pitchFamily="2" charset="2"/>
              <a:buChar char="ü"/>
            </a:pPr>
            <a:r>
              <a:rPr kumimoji="1" lang="ko-KR" altLang="en-US" sz="10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단일 업무 권한관리 </a:t>
            </a:r>
            <a:r>
              <a:rPr kumimoji="1" lang="en-US" altLang="ko-KR" sz="10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3</a:t>
            </a:r>
          </a:p>
          <a:p>
            <a:pPr marL="171450" indent="-171450" defTabSz="895350" latinLnBrk="0">
              <a:spcAft>
                <a:spcPts val="600"/>
              </a:spcAft>
              <a:buSzPct val="120000"/>
              <a:buFont typeface="Wingdings" pitchFamily="2" charset="2"/>
              <a:buChar char="ü"/>
            </a:pPr>
            <a:r>
              <a:rPr kumimoji="1" lang="ko-KR" altLang="en-US" sz="10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독립된 비즈니스</a:t>
            </a:r>
            <a:r>
              <a:rPr kumimoji="1" lang="en-US" altLang="ko-KR" sz="10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(</a:t>
            </a:r>
            <a:r>
              <a:rPr kumimoji="1" lang="ko-KR" altLang="en-US" sz="10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업무</a:t>
            </a:r>
            <a:r>
              <a:rPr kumimoji="1" lang="en-US" altLang="ko-KR" sz="10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)</a:t>
            </a:r>
            <a:r>
              <a:rPr kumimoji="1" lang="ko-KR" altLang="en-US" sz="10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 역할 수행 </a:t>
            </a:r>
            <a:r>
              <a:rPr kumimoji="1" lang="en-US" altLang="ko-KR" sz="10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Agent(SRP </a:t>
            </a:r>
            <a:r>
              <a:rPr kumimoji="1" lang="ko-KR" altLang="en-US" sz="10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보장</a:t>
            </a:r>
            <a:r>
              <a:rPr kumimoji="1" lang="en-US" altLang="ko-KR" sz="10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)</a:t>
            </a:r>
          </a:p>
          <a:p>
            <a:pPr marL="171450" indent="-171450" defTabSz="895350" latinLnBrk="0">
              <a:spcAft>
                <a:spcPts val="600"/>
              </a:spcAft>
              <a:buSzPct val="120000"/>
              <a:buFont typeface="Wingdings" pitchFamily="2" charset="2"/>
              <a:buChar char="ü"/>
            </a:pPr>
            <a:r>
              <a:rPr kumimoji="1" lang="en-US" altLang="ko-KR" sz="10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Tools,</a:t>
            </a:r>
            <a:r>
              <a:rPr kumimoji="1" lang="ko-KR" altLang="en-US" sz="10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 </a:t>
            </a:r>
            <a:r>
              <a:rPr kumimoji="1" lang="en-US" altLang="ko-KR" sz="10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MCP,</a:t>
            </a:r>
            <a:r>
              <a:rPr kumimoji="1" lang="ko-KR" altLang="en-US" sz="10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 단일 </a:t>
            </a:r>
            <a:r>
              <a:rPr kumimoji="1" lang="en-US" altLang="ko-KR" sz="10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Agent</a:t>
            </a:r>
            <a:r>
              <a:rPr kumimoji="1" lang="ko-KR" altLang="en-US" sz="10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 구성 가능</a:t>
            </a:r>
          </a:p>
        </p:txBody>
      </p:sp>
      <p:sp>
        <p:nvSpPr>
          <p:cNvPr id="986" name="직사각형 985">
            <a:extLst>
              <a:ext uri="{FF2B5EF4-FFF2-40B4-BE49-F238E27FC236}">
                <a16:creationId xmlns:a16="http://schemas.microsoft.com/office/drawing/2014/main" id="{327568B4-826F-E01C-8478-457E2054CC72}"/>
              </a:ext>
            </a:extLst>
          </p:cNvPr>
          <p:cNvSpPr/>
          <p:nvPr/>
        </p:nvSpPr>
        <p:spPr bwMode="auto">
          <a:xfrm>
            <a:off x="6039852" y="1549070"/>
            <a:ext cx="2737186" cy="68880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defTabSz="895350" latinLnBrk="0">
              <a:spcAft>
                <a:spcPts val="600"/>
              </a:spcAft>
              <a:buSzPct val="120000"/>
              <a:buFont typeface="Wingdings" pitchFamily="2" charset="2"/>
              <a:buChar char="ü"/>
            </a:pPr>
            <a:r>
              <a:rPr kumimoji="1" lang="ko-KR" altLang="en-US" sz="10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다수의 </a:t>
            </a:r>
            <a:r>
              <a:rPr kumimoji="1" lang="en-US" altLang="ko-KR" sz="10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Agent </a:t>
            </a:r>
            <a:r>
              <a:rPr kumimoji="1" lang="ko-KR" altLang="en-US" sz="10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구성 및 </a:t>
            </a:r>
            <a:r>
              <a:rPr kumimoji="1" lang="en-US" altLang="ko-KR" sz="10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Group</a:t>
            </a:r>
            <a:r>
              <a:rPr kumimoji="1" lang="ko-KR" altLang="en-US" sz="10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화된 </a:t>
            </a:r>
            <a:r>
              <a:rPr kumimoji="1" lang="en-US" altLang="ko-KR" sz="10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Agent</a:t>
            </a:r>
            <a:r>
              <a:rPr kumimoji="1" lang="ko-KR" altLang="en-US" sz="10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가 존재하는 대규모 시스템의 라우팅 처리 필요시 활용</a:t>
            </a:r>
          </a:p>
        </p:txBody>
      </p:sp>
      <p:sp>
        <p:nvSpPr>
          <p:cNvPr id="987" name="직사각형 986">
            <a:extLst>
              <a:ext uri="{FF2B5EF4-FFF2-40B4-BE49-F238E27FC236}">
                <a16:creationId xmlns:a16="http://schemas.microsoft.com/office/drawing/2014/main" id="{C31EAF6B-648D-9CAA-F7E4-E6D27CE09A9C}"/>
              </a:ext>
            </a:extLst>
          </p:cNvPr>
          <p:cNvSpPr/>
          <p:nvPr/>
        </p:nvSpPr>
        <p:spPr bwMode="auto">
          <a:xfrm>
            <a:off x="6039852" y="2381250"/>
            <a:ext cx="2737186" cy="68880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defTabSz="895350" latinLnBrk="0">
              <a:spcAft>
                <a:spcPts val="600"/>
              </a:spcAft>
              <a:buSzPct val="120000"/>
              <a:buFont typeface="Wingdings" pitchFamily="2" charset="2"/>
              <a:buChar char="ü"/>
            </a:pPr>
            <a:r>
              <a:rPr kumimoji="1" lang="ko-KR" altLang="en-US" sz="10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중규모 </a:t>
            </a:r>
            <a:r>
              <a:rPr kumimoji="1" lang="en-US" altLang="ko-KR" sz="10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Agent </a:t>
            </a:r>
            <a:r>
              <a:rPr kumimoji="1" lang="ko-KR" altLang="en-US" sz="10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시스템 구성의 경우 적합</a:t>
            </a:r>
            <a:endParaRPr kumimoji="1" lang="en-US" altLang="ko-KR" sz="1000" dirty="0">
              <a:latin typeface="Tahoma" panose="020B0604030504040204" pitchFamily="34" charset="0"/>
              <a:ea typeface="맑은 고딕" panose="020B0503020000020004" pitchFamily="50" charset="-127"/>
              <a:cs typeface="Tahoma" panose="020B0604030504040204" pitchFamily="34" charset="0"/>
            </a:endParaRPr>
          </a:p>
          <a:p>
            <a:pPr marL="285750" indent="-285750" defTabSz="895350" latinLnBrk="0">
              <a:spcAft>
                <a:spcPts val="600"/>
              </a:spcAft>
              <a:buSzPct val="120000"/>
              <a:buFont typeface="Wingdings" pitchFamily="2" charset="2"/>
              <a:buChar char="ü"/>
            </a:pPr>
            <a:r>
              <a:rPr kumimoji="1" lang="en-US" altLang="ko-KR" sz="10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Super Agent</a:t>
            </a:r>
            <a:r>
              <a:rPr kumimoji="1" lang="ko-KR" altLang="en-US" sz="10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의 사용자 인증</a:t>
            </a:r>
            <a:r>
              <a:rPr kumimoji="1" lang="en-US" altLang="ko-KR" sz="10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/</a:t>
            </a:r>
            <a:r>
              <a:rPr kumimoji="1" lang="ko-KR" altLang="en-US" sz="10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인가 기능을 통합하여 사용 가능</a:t>
            </a:r>
          </a:p>
        </p:txBody>
      </p:sp>
      <p:sp>
        <p:nvSpPr>
          <p:cNvPr id="988" name="직사각형 987">
            <a:extLst>
              <a:ext uri="{FF2B5EF4-FFF2-40B4-BE49-F238E27FC236}">
                <a16:creationId xmlns:a16="http://schemas.microsoft.com/office/drawing/2014/main" id="{F50A67B4-D0F9-D471-97E8-2474D22D7189}"/>
              </a:ext>
            </a:extLst>
          </p:cNvPr>
          <p:cNvSpPr/>
          <p:nvPr/>
        </p:nvSpPr>
        <p:spPr bwMode="auto">
          <a:xfrm>
            <a:off x="139704" y="2298536"/>
            <a:ext cx="8752248" cy="2489364"/>
          </a:xfrm>
          <a:prstGeom prst="rect">
            <a:avLst/>
          </a:prstGeom>
          <a:noFill/>
          <a:ln w="15875">
            <a:solidFill>
              <a:schemeClr val="accent2"/>
            </a:solidFill>
            <a:prstDash val="dash"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95350" latinLnBrk="0">
              <a:spcAft>
                <a:spcPts val="600"/>
              </a:spcAft>
              <a:buSzPct val="120000"/>
            </a:pPr>
            <a:endParaRPr kumimoji="1" lang="ko-KR" altLang="en-US" sz="1300" b="1" dirty="0">
              <a:latin typeface="Tahoma" panose="020B0604030504040204" pitchFamily="34" charset="0"/>
              <a:ea typeface="맑은 고딕" panose="020B0503020000020004" pitchFamily="50" charset="-127"/>
              <a:cs typeface="Tahoma" panose="020B0604030504040204" pitchFamily="34" charset="0"/>
            </a:endParaRPr>
          </a:p>
        </p:txBody>
      </p:sp>
      <p:sp>
        <p:nvSpPr>
          <p:cNvPr id="989" name="TextBox 988">
            <a:extLst>
              <a:ext uri="{FF2B5EF4-FFF2-40B4-BE49-F238E27FC236}">
                <a16:creationId xmlns:a16="http://schemas.microsoft.com/office/drawing/2014/main" id="{364FB019-EB7C-A27E-9100-BE06C94B8C09}"/>
              </a:ext>
            </a:extLst>
          </p:cNvPr>
          <p:cNvSpPr txBox="1"/>
          <p:nvPr/>
        </p:nvSpPr>
        <p:spPr>
          <a:xfrm>
            <a:off x="193271" y="1624018"/>
            <a:ext cx="420336" cy="217068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600"/>
              </a:spcBef>
              <a:spcAft>
                <a:spcPts val="300"/>
              </a:spcAft>
            </a:pPr>
            <a:r>
              <a:rPr kumimoji="1" lang="en-US" altLang="ko-KR" sz="900" dirty="0">
                <a:latin typeface="Tahoma" panose="020B0604030504040204" pitchFamily="34" charset="0"/>
                <a:ea typeface="맑은 고딕" pitchFamily="50" charset="-127"/>
                <a:cs typeface="Tahoma" panose="020B0604030504040204" pitchFamily="34" charset="0"/>
              </a:rPr>
              <a:t>3-depth</a:t>
            </a:r>
            <a:endParaRPr kumimoji="1" lang="ko-KR" altLang="en-US" sz="900" dirty="0">
              <a:latin typeface="Tahoma" panose="020B0604030504040204" pitchFamily="34" charset="0"/>
              <a:ea typeface="맑은 고딕" pitchFamily="50" charset="-127"/>
              <a:cs typeface="Tahoma" panose="020B0604030504040204" pitchFamily="34" charset="0"/>
            </a:endParaRPr>
          </a:p>
        </p:txBody>
      </p:sp>
      <p:sp>
        <p:nvSpPr>
          <p:cNvPr id="990" name="TextBox 989">
            <a:extLst>
              <a:ext uri="{FF2B5EF4-FFF2-40B4-BE49-F238E27FC236}">
                <a16:creationId xmlns:a16="http://schemas.microsoft.com/office/drawing/2014/main" id="{7CC863DE-350D-F6FE-0905-DFAA3F21E0A3}"/>
              </a:ext>
            </a:extLst>
          </p:cNvPr>
          <p:cNvSpPr txBox="1"/>
          <p:nvPr/>
        </p:nvSpPr>
        <p:spPr>
          <a:xfrm>
            <a:off x="201372" y="2463216"/>
            <a:ext cx="420336" cy="217068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600"/>
              </a:spcBef>
              <a:spcAft>
                <a:spcPts val="300"/>
              </a:spcAft>
            </a:pPr>
            <a:r>
              <a:rPr kumimoji="1" lang="en-US" altLang="ko-KR" sz="900" dirty="0">
                <a:latin typeface="Tahoma" panose="020B0604030504040204" pitchFamily="34" charset="0"/>
                <a:ea typeface="맑은 고딕" pitchFamily="50" charset="-127"/>
                <a:cs typeface="Tahoma" panose="020B0604030504040204" pitchFamily="34" charset="0"/>
              </a:rPr>
              <a:t>2-depth</a:t>
            </a:r>
            <a:endParaRPr kumimoji="1" lang="ko-KR" altLang="en-US" sz="900" dirty="0">
              <a:latin typeface="Tahoma" panose="020B0604030504040204" pitchFamily="34" charset="0"/>
              <a:ea typeface="맑은 고딕" pitchFamily="50" charset="-127"/>
              <a:cs typeface="Tahoma" panose="020B0604030504040204" pitchFamily="34" charset="0"/>
            </a:endParaRPr>
          </a:p>
        </p:txBody>
      </p:sp>
      <p:sp>
        <p:nvSpPr>
          <p:cNvPr id="640" name="TextBox 639">
            <a:extLst>
              <a:ext uri="{FF2B5EF4-FFF2-40B4-BE49-F238E27FC236}">
                <a16:creationId xmlns:a16="http://schemas.microsoft.com/office/drawing/2014/main" id="{DA6EF38A-AF42-0DD1-AF1E-CFF6AADF7BB9}"/>
              </a:ext>
            </a:extLst>
          </p:cNvPr>
          <p:cNvSpPr txBox="1"/>
          <p:nvPr/>
        </p:nvSpPr>
        <p:spPr>
          <a:xfrm>
            <a:off x="201371" y="3317463"/>
            <a:ext cx="420336" cy="217068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600"/>
              </a:spcBef>
              <a:spcAft>
                <a:spcPts val="300"/>
              </a:spcAft>
            </a:pPr>
            <a:r>
              <a:rPr kumimoji="1" lang="en-US" altLang="ko-KR" sz="900" dirty="0">
                <a:latin typeface="Tahoma" panose="020B0604030504040204" pitchFamily="34" charset="0"/>
                <a:ea typeface="맑은 고딕" pitchFamily="50" charset="-127"/>
                <a:cs typeface="Tahoma" panose="020B0604030504040204" pitchFamily="34" charset="0"/>
              </a:rPr>
              <a:t>1-depth</a:t>
            </a:r>
            <a:endParaRPr kumimoji="1" lang="ko-KR" altLang="en-US" sz="900" dirty="0">
              <a:latin typeface="Tahoma" panose="020B0604030504040204" pitchFamily="34" charset="0"/>
              <a:ea typeface="맑은 고딕" pitchFamily="50" charset="-127"/>
              <a:cs typeface="Tahoma" panose="020B0604030504040204" pitchFamily="34" charset="0"/>
            </a:endParaRPr>
          </a:p>
        </p:txBody>
      </p:sp>
      <p:sp>
        <p:nvSpPr>
          <p:cNvPr id="641" name="직사각형 640">
            <a:extLst>
              <a:ext uri="{FF2B5EF4-FFF2-40B4-BE49-F238E27FC236}">
                <a16:creationId xmlns:a16="http://schemas.microsoft.com/office/drawing/2014/main" id="{25C22B0B-4E62-1398-C30A-6041AE2B5D4B}"/>
              </a:ext>
            </a:extLst>
          </p:cNvPr>
          <p:cNvSpPr/>
          <p:nvPr/>
        </p:nvSpPr>
        <p:spPr bwMode="auto">
          <a:xfrm>
            <a:off x="6039852" y="3216438"/>
            <a:ext cx="2737186" cy="68880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defTabSz="895350" latinLnBrk="0">
              <a:spcAft>
                <a:spcPts val="600"/>
              </a:spcAft>
              <a:buSzPct val="120000"/>
              <a:buFont typeface="Wingdings" pitchFamily="2" charset="2"/>
              <a:buChar char="ü"/>
            </a:pPr>
            <a:r>
              <a:rPr kumimoji="1" lang="en-US" altLang="ko-KR" sz="10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Unit</a:t>
            </a:r>
            <a:r>
              <a:rPr kumimoji="1" lang="ko-KR" altLang="en-US" sz="10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 </a:t>
            </a:r>
            <a:r>
              <a:rPr kumimoji="1" lang="en-US" altLang="ko-KR" sz="10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Agent </a:t>
            </a:r>
            <a:r>
              <a:rPr kumimoji="1" lang="ko-KR" altLang="en-US" sz="10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단독 구성의 경우 사용자 인증</a:t>
            </a:r>
            <a:r>
              <a:rPr kumimoji="1" lang="en-US" altLang="ko-KR" sz="10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/</a:t>
            </a:r>
            <a:r>
              <a:rPr kumimoji="1" lang="ko-KR" altLang="en-US" sz="10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인가 및 </a:t>
            </a:r>
            <a:r>
              <a:rPr kumimoji="1" lang="en-US" altLang="ko-KR" sz="1000" dirty="0" err="1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Agentr</a:t>
            </a:r>
            <a:r>
              <a:rPr kumimoji="1" lang="ko-KR" altLang="en-US" sz="10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간 </a:t>
            </a:r>
            <a:r>
              <a:rPr kumimoji="1" lang="en-US" altLang="ko-KR" sz="10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Mesh Routing </a:t>
            </a:r>
            <a:r>
              <a:rPr kumimoji="1" lang="ko-KR" altLang="en-US" sz="10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처리로 </a:t>
            </a:r>
            <a:r>
              <a:rPr kumimoji="1" lang="en-US" altLang="ko-KR" sz="10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20</a:t>
            </a:r>
            <a:r>
              <a:rPr kumimoji="1" lang="ko-KR" altLang="en-US" sz="10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개 이하의 소규모 </a:t>
            </a:r>
            <a:r>
              <a:rPr kumimoji="1" lang="en-US" altLang="ko-KR" sz="10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Agent </a:t>
            </a:r>
            <a:r>
              <a:rPr kumimoji="1" lang="ko-KR" altLang="en-US" sz="1000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구성 시스템의 경우 적합</a:t>
            </a:r>
          </a:p>
        </p:txBody>
      </p:sp>
      <p:sp>
        <p:nvSpPr>
          <p:cNvPr id="642" name="TextBox 641">
            <a:extLst>
              <a:ext uri="{FF2B5EF4-FFF2-40B4-BE49-F238E27FC236}">
                <a16:creationId xmlns:a16="http://schemas.microsoft.com/office/drawing/2014/main" id="{8FBC460A-5652-9F02-76D6-28CB0F4FDCFB}"/>
              </a:ext>
            </a:extLst>
          </p:cNvPr>
          <p:cNvSpPr txBox="1"/>
          <p:nvPr/>
        </p:nvSpPr>
        <p:spPr>
          <a:xfrm>
            <a:off x="3561347" y="4268527"/>
            <a:ext cx="5155532" cy="394041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atinLnBrk="0">
              <a:lnSpc>
                <a:spcPct val="120000"/>
              </a:lnSpc>
              <a:spcBef>
                <a:spcPts val="600"/>
              </a:spcBef>
              <a:spcAft>
                <a:spcPts val="300"/>
              </a:spcAft>
            </a:pPr>
            <a:r>
              <a:rPr kumimoji="1" lang="en-US" altLang="ko-KR" sz="1000" dirty="0">
                <a:solidFill>
                  <a:schemeClr val="accent2"/>
                </a:solidFill>
                <a:latin typeface="Tahoma" panose="020B0604030504040204" pitchFamily="34" charset="0"/>
                <a:ea typeface="맑은 고딕" pitchFamily="50" charset="-127"/>
                <a:cs typeface="Tahoma" panose="020B0604030504040204" pitchFamily="34" charset="0"/>
              </a:rPr>
              <a:t>※</a:t>
            </a:r>
            <a:r>
              <a:rPr kumimoji="1" lang="ko-KR" altLang="en-US" sz="1000" dirty="0">
                <a:solidFill>
                  <a:schemeClr val="accent2"/>
                </a:solidFill>
                <a:latin typeface="Tahoma" panose="020B0604030504040204" pitchFamily="34" charset="0"/>
                <a:ea typeface="맑은 고딕" pitchFamily="50" charset="-127"/>
                <a:cs typeface="Tahoma" panose="020B0604030504040204" pitchFamily="34" charset="0"/>
              </a:rPr>
              <a:t> 그룹내 </a:t>
            </a:r>
            <a:r>
              <a:rPr kumimoji="1" lang="en-US" altLang="ko-KR" sz="1000" dirty="0">
                <a:solidFill>
                  <a:schemeClr val="accent2"/>
                </a:solidFill>
                <a:latin typeface="Tahoma" panose="020B0604030504040204" pitchFamily="34" charset="0"/>
                <a:ea typeface="맑은 고딕" pitchFamily="50" charset="-127"/>
                <a:cs typeface="Tahoma" panose="020B0604030504040204" pitchFamily="34" charset="0"/>
              </a:rPr>
              <a:t>Agent </a:t>
            </a:r>
            <a:r>
              <a:rPr kumimoji="1" lang="ko-KR" altLang="en-US" sz="1000" dirty="0">
                <a:solidFill>
                  <a:schemeClr val="accent2"/>
                </a:solidFill>
                <a:latin typeface="Tahoma" panose="020B0604030504040204" pitchFamily="34" charset="0"/>
                <a:ea typeface="맑은 고딕" pitchFamily="50" charset="-127"/>
                <a:cs typeface="Tahoma" panose="020B0604030504040204" pitchFamily="34" charset="0"/>
              </a:rPr>
              <a:t>시스템의 경우 </a:t>
            </a:r>
            <a:r>
              <a:rPr kumimoji="1" lang="ko-KR" altLang="en-US" sz="1000" dirty="0" err="1">
                <a:solidFill>
                  <a:schemeClr val="accent2"/>
                </a:solidFill>
                <a:latin typeface="Tahoma" panose="020B0604030504040204" pitchFamily="34" charset="0"/>
                <a:ea typeface="맑은 고딕" pitchFamily="50" charset="-127"/>
                <a:cs typeface="Tahoma" panose="020B0604030504040204" pitchFamily="34" charset="0"/>
              </a:rPr>
              <a:t>운용성</a:t>
            </a:r>
            <a:r>
              <a:rPr kumimoji="1" lang="en-US" altLang="ko-KR" sz="1000" dirty="0">
                <a:solidFill>
                  <a:schemeClr val="accent2"/>
                </a:solidFill>
                <a:latin typeface="Tahoma" panose="020B0604030504040204" pitchFamily="34" charset="0"/>
                <a:ea typeface="맑은 고딕" pitchFamily="50" charset="-127"/>
                <a:cs typeface="Tahoma" panose="020B0604030504040204" pitchFamily="34" charset="0"/>
              </a:rPr>
              <a:t>,</a:t>
            </a:r>
            <a:r>
              <a:rPr kumimoji="1" lang="ko-KR" altLang="en-US" sz="1000" dirty="0">
                <a:solidFill>
                  <a:schemeClr val="accent2"/>
                </a:solidFill>
                <a:latin typeface="Tahoma" panose="020B0604030504040204" pitchFamily="34" charset="0"/>
                <a:ea typeface="맑은 고딕" pitchFamily="50" charset="-127"/>
                <a:cs typeface="Tahoma" panose="020B0604030504040204" pitchFamily="34" charset="0"/>
              </a:rPr>
              <a:t> 효율성</a:t>
            </a:r>
            <a:r>
              <a:rPr kumimoji="1" lang="en-US" altLang="ko-KR" sz="1000" dirty="0">
                <a:solidFill>
                  <a:schemeClr val="accent2"/>
                </a:solidFill>
                <a:latin typeface="Tahoma" panose="020B0604030504040204" pitchFamily="34" charset="0"/>
                <a:ea typeface="맑은 고딕" pitchFamily="50" charset="-127"/>
                <a:cs typeface="Tahoma" panose="020B0604030504040204" pitchFamily="34" charset="0"/>
              </a:rPr>
              <a:t>,</a:t>
            </a:r>
            <a:r>
              <a:rPr kumimoji="1" lang="ko-KR" altLang="en-US" sz="1000" dirty="0">
                <a:solidFill>
                  <a:schemeClr val="accent2"/>
                </a:solidFill>
                <a:latin typeface="Tahoma" panose="020B0604030504040204" pitchFamily="34" charset="0"/>
                <a:ea typeface="맑은 고딕" pitchFamily="50" charset="-127"/>
                <a:cs typeface="Tahoma" panose="020B0604030504040204" pitchFamily="34" charset="0"/>
              </a:rPr>
              <a:t> 안정성 측면에서 </a:t>
            </a:r>
            <a:r>
              <a:rPr kumimoji="1" lang="en-US" altLang="ko-KR" sz="1000" dirty="0">
                <a:solidFill>
                  <a:schemeClr val="accent2"/>
                </a:solidFill>
                <a:latin typeface="Tahoma" panose="020B0604030504040204" pitchFamily="34" charset="0"/>
                <a:ea typeface="맑은 고딕" pitchFamily="50" charset="-127"/>
                <a:cs typeface="Tahoma" panose="020B0604030504040204" pitchFamily="34" charset="0"/>
              </a:rPr>
              <a:t>2-depth </a:t>
            </a:r>
            <a:r>
              <a:rPr kumimoji="1" lang="ko-KR" altLang="en-US" sz="1000" dirty="0">
                <a:solidFill>
                  <a:schemeClr val="accent2"/>
                </a:solidFill>
                <a:latin typeface="Tahoma" panose="020B0604030504040204" pitchFamily="34" charset="0"/>
                <a:ea typeface="맑은 고딕" pitchFamily="50" charset="-127"/>
                <a:cs typeface="Tahoma" panose="020B0604030504040204" pitchFamily="34" charset="0"/>
              </a:rPr>
              <a:t>방식의 </a:t>
            </a:r>
            <a:r>
              <a:rPr kumimoji="1" lang="en-US" altLang="ko-KR" sz="1000" dirty="0">
                <a:solidFill>
                  <a:schemeClr val="accent2"/>
                </a:solidFill>
                <a:latin typeface="Tahoma" panose="020B0604030504040204" pitchFamily="34" charset="0"/>
                <a:ea typeface="맑은 고딕" pitchFamily="50" charset="-127"/>
                <a:cs typeface="Tahoma" panose="020B0604030504040204" pitchFamily="34" charset="0"/>
              </a:rPr>
              <a:t>Agent </a:t>
            </a:r>
            <a:r>
              <a:rPr kumimoji="1" lang="ko-KR" altLang="en-US" sz="1000" dirty="0">
                <a:solidFill>
                  <a:schemeClr val="accent2"/>
                </a:solidFill>
                <a:latin typeface="Tahoma" panose="020B0604030504040204" pitchFamily="34" charset="0"/>
                <a:ea typeface="맑은 고딕" pitchFamily="50" charset="-127"/>
                <a:cs typeface="Tahoma" panose="020B0604030504040204" pitchFamily="34" charset="0"/>
              </a:rPr>
              <a:t>구성 설계방식을 권장</a:t>
            </a:r>
            <a:endParaRPr kumimoji="1" lang="en-US" altLang="ko-KR" sz="1000" dirty="0">
              <a:solidFill>
                <a:schemeClr val="accent2"/>
              </a:solidFill>
              <a:latin typeface="Tahoma" panose="020B0604030504040204" pitchFamily="34" charset="0"/>
              <a:ea typeface="맑은 고딕" pitchFamily="50" charset="-127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38527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59B618-C2C2-5537-A41C-6C80F7051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3.2</a:t>
            </a:r>
            <a:r>
              <a:rPr kumimoji="1" lang="ko-KR" altLang="en-US" dirty="0"/>
              <a:t> </a:t>
            </a:r>
            <a:r>
              <a:rPr kumimoji="1" lang="en-US" altLang="ko-KR" dirty="0"/>
              <a:t>Agent</a:t>
            </a:r>
            <a:r>
              <a:rPr kumimoji="1" lang="ko-KR" altLang="en-US" dirty="0"/>
              <a:t> 아키텍처 구성도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B59475-945D-4749-A4A1-E0E92D1BE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047" y="504827"/>
            <a:ext cx="8639908" cy="294777"/>
          </a:xfrm>
        </p:spPr>
        <p:txBody>
          <a:bodyPr/>
          <a:lstStyle/>
          <a:p>
            <a:r>
              <a:rPr kumimoji="1" lang="ko-KR" altLang="en-US" dirty="0"/>
              <a:t>인공지능의 인지</a:t>
            </a:r>
            <a:r>
              <a:rPr kumimoji="1" lang="en-US" altLang="ko-KR" dirty="0"/>
              <a:t>,</a:t>
            </a:r>
            <a:r>
              <a:rPr kumimoji="1" lang="ko-KR" altLang="en-US" dirty="0"/>
              <a:t> 추론</a:t>
            </a:r>
            <a:r>
              <a:rPr kumimoji="1" lang="en-US" altLang="ko-KR" dirty="0"/>
              <a:t>,</a:t>
            </a:r>
            <a:r>
              <a:rPr kumimoji="1" lang="ko-KR" altLang="en-US" dirty="0"/>
              <a:t> 판단 기반의 업무 자동화를 지원하는 </a:t>
            </a:r>
            <a:r>
              <a:rPr kumimoji="1" lang="en-US" altLang="ko-KR" dirty="0"/>
              <a:t>Agent </a:t>
            </a:r>
            <a:r>
              <a:rPr kumimoji="1" lang="ko-KR" altLang="en-US" dirty="0"/>
              <a:t>설계를 구성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C979164-F009-9C00-17E3-3CEE9D304F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dirty="0"/>
              <a:t>3.</a:t>
            </a:r>
            <a:r>
              <a:rPr kumimoji="1" lang="ko-KR" altLang="en-US" dirty="0"/>
              <a:t> 어플리케이션 아키텍처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57859C0-F0A8-D57C-3381-FCC4413441BC}"/>
              </a:ext>
            </a:extLst>
          </p:cNvPr>
          <p:cNvSpPr/>
          <p:nvPr/>
        </p:nvSpPr>
        <p:spPr>
          <a:xfrm>
            <a:off x="6479336" y="899617"/>
            <a:ext cx="2289932" cy="3952172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u="none" strike="noStrike" kern="1200" cap="none" spc="-30" normalizeH="0" baseline="0" noProof="0">
              <a:ln>
                <a:solidFill>
                  <a:srgbClr val="0099FF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Pretendard" panose="02000503000000020004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453C08A-E418-8815-A07B-12B85263FAAE}"/>
              </a:ext>
            </a:extLst>
          </p:cNvPr>
          <p:cNvSpPr/>
          <p:nvPr/>
        </p:nvSpPr>
        <p:spPr>
          <a:xfrm>
            <a:off x="367781" y="2347601"/>
            <a:ext cx="3521060" cy="1831697"/>
          </a:xfrm>
          <a:prstGeom prst="rect">
            <a:avLst/>
          </a:prstGeom>
          <a:solidFill>
            <a:schemeClr val="bg1"/>
          </a:solidFill>
          <a:ln w="3175">
            <a:solidFill>
              <a:srgbClr val="C7CE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1516258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271AA"/>
              </a:buClr>
              <a:buSzPct val="140000"/>
              <a:buFontTx/>
              <a:buNone/>
              <a:tabLst>
                <a:tab pos="5648325" algn="l"/>
              </a:tabLst>
              <a:defRPr/>
            </a:pPr>
            <a:r>
              <a:rPr kumimoji="0" lang="en-US" altLang="ko-KR" sz="1050" u="none" strike="noStrike" kern="1200" cap="none" spc="-30" normalizeH="0" baseline="0" noProof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</a:rPr>
              <a:t>AI Agent (MCP Host)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EBE82EBA-D71C-E0A6-1FE2-32D6466F9B46}"/>
              </a:ext>
            </a:extLst>
          </p:cNvPr>
          <p:cNvGrpSpPr/>
          <p:nvPr/>
        </p:nvGrpSpPr>
        <p:grpSpPr>
          <a:xfrm>
            <a:off x="437589" y="3133615"/>
            <a:ext cx="3346792" cy="416529"/>
            <a:chOff x="403605" y="5014047"/>
            <a:chExt cx="4049618" cy="504000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5FED544E-CFAF-D065-7855-DDF849C2E4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605" y="5014047"/>
              <a:ext cx="907923" cy="504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u="none" strike="noStrike" kern="1200" cap="none" spc="-30" normalizeH="0" baseline="0" noProof="0" err="1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Gardrails</a:t>
              </a:r>
              <a:endParaRPr kumimoji="0" lang="ko-KR" altLang="en-US" sz="800" u="none" strike="noStrike" kern="1200" cap="none" spc="-30" normalizeH="0" baseline="0" noProof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KoPub돋움체 Medium  Medium" panose="02000603000000020004" pitchFamily="50" charset="-127"/>
                <a:sym typeface="KoPub돋움체 Medium 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4258C57-73A8-CB5D-3713-962B6ED41B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8368" y="5014047"/>
              <a:ext cx="864855" cy="504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u="none" strike="noStrike" kern="1200" cap="none" spc="-30" normalizeH="0" baseline="0" noProof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Function Call</a:t>
              </a:r>
              <a:endParaRPr kumimoji="0" lang="ko-KR" altLang="en-US" sz="800" u="none" strike="noStrike" kern="1200" cap="none" spc="-30" normalizeH="0" baseline="0" noProof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KoPub돋움체 Medium  Medium" panose="02000603000000020004" pitchFamily="50" charset="-127"/>
                <a:sym typeface="KoPub돋움체 Medium 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54A0561-1E73-C518-47CB-17138C6D34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5706" y="5014047"/>
              <a:ext cx="2048484" cy="504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u="none" strike="noStrike" kern="1200" cap="none" spc="-30" normalizeH="0" baseline="0" noProof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Agentic Layer</a:t>
              </a:r>
              <a:endParaRPr kumimoji="0" lang="ko-KR" altLang="en-US" sz="800" u="none" strike="noStrike" kern="1200" cap="none" spc="-30" normalizeH="0" baseline="0" noProof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KoPub돋움체 Medium  Medium" panose="02000603000000020004" pitchFamily="50" charset="-127"/>
                <a:sym typeface="KoPub돋움체 Medium "/>
              </a:endParaRP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C390693-8299-4B3E-7F77-A28688671E64}"/>
              </a:ext>
            </a:extLst>
          </p:cNvPr>
          <p:cNvGrpSpPr/>
          <p:nvPr/>
        </p:nvGrpSpPr>
        <p:grpSpPr>
          <a:xfrm>
            <a:off x="430061" y="3664383"/>
            <a:ext cx="3355801" cy="426641"/>
            <a:chOff x="394496" y="5680638"/>
            <a:chExt cx="4060519" cy="516235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A9E5D66C-346A-DD24-468B-FA6AA9C1C9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496" y="5692873"/>
              <a:ext cx="922406" cy="504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u="none" strike="noStrike" kern="1200" cap="none" spc="-30" normalizeH="0" baseline="0" noProof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LLM  Client</a:t>
              </a:r>
              <a:endParaRPr kumimoji="0" lang="ko-KR" altLang="en-US" sz="800" u="none" strike="noStrike" kern="1200" cap="none" spc="-30" normalizeH="0" baseline="0" noProof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KoPub돋움체 Medium  Medium" panose="02000603000000020004" pitchFamily="50" charset="-127"/>
                <a:sym typeface="KoPub돋움체 Medium 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BC19F2BF-847A-1F58-CB96-56F2C85989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5706" y="5680638"/>
              <a:ext cx="2048484" cy="516235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u="none" strike="noStrike" kern="1200" cap="none" spc="-30" normalizeH="0" baseline="0" noProof="0" err="1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AgentCore</a:t>
              </a:r>
              <a:r>
                <a:rPr kumimoji="0" lang="en-US" altLang="ko-KR" sz="800" u="none" strike="noStrike" kern="1200" cap="none" spc="-30" normalizeH="0" baseline="0" noProof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 Runtime</a:t>
              </a:r>
              <a:endParaRPr kumimoji="0" lang="ko-KR" altLang="en-US" sz="800" u="none" strike="noStrike" kern="1200" cap="none" spc="-30" normalizeH="0" baseline="0" noProof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KoPub돋움체 Medium  Medium" panose="02000603000000020004" pitchFamily="50" charset="-127"/>
                <a:sym typeface="KoPub돋움체 Medium 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4CB027A4-B718-A2F5-4E81-07047DFA74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0160" y="5692873"/>
              <a:ext cx="864855" cy="504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u="none" strike="noStrike" kern="1200" cap="none" spc="-30" normalizeH="0" baseline="0" noProof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MCP Client</a:t>
              </a:r>
              <a:endParaRPr kumimoji="0" lang="ko-KR" altLang="en-US" sz="800" u="none" strike="noStrike" kern="1200" cap="none" spc="-30" normalizeH="0" baseline="0" noProof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KoPub돋움체 Medium  Medium" panose="02000603000000020004" pitchFamily="50" charset="-127"/>
                <a:sym typeface="KoPub돋움체 Medium "/>
              </a:endParaRPr>
            </a:p>
          </p:txBody>
        </p:sp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AC5C8A8-D82D-9EBA-705D-F5D98CAA8BC4}"/>
              </a:ext>
            </a:extLst>
          </p:cNvPr>
          <p:cNvSpPr/>
          <p:nvPr/>
        </p:nvSpPr>
        <p:spPr>
          <a:xfrm>
            <a:off x="367780" y="899617"/>
            <a:ext cx="2173043" cy="1303300"/>
          </a:xfrm>
          <a:prstGeom prst="rect">
            <a:avLst/>
          </a:prstGeom>
          <a:solidFill>
            <a:schemeClr val="bg1"/>
          </a:solidFill>
          <a:ln w="3175">
            <a:solidFill>
              <a:srgbClr val="C7CE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1516258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271AA"/>
              </a:buClr>
              <a:buSzPct val="140000"/>
              <a:buFontTx/>
              <a:buNone/>
              <a:tabLst>
                <a:tab pos="5648325" algn="l"/>
              </a:tabLst>
              <a:defRPr/>
            </a:pPr>
            <a:r>
              <a:rPr kumimoji="0" lang="en-US" altLang="ko-KR" sz="1050" u="none" strike="noStrike" kern="1200" cap="none" spc="-30" normalizeH="0" baseline="0" noProof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</a:rPr>
              <a:t>Memory</a:t>
            </a:r>
            <a:endParaRPr kumimoji="0" lang="en-US" altLang="ko-KR" sz="800" u="none" strike="noStrike" kern="1200" cap="none" spc="-30" normalizeH="0" baseline="0" noProof="0">
              <a:ln>
                <a:solidFill>
                  <a:srgbClr val="1EB3E2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CB1FB0DD-DAC2-668E-583A-B50F537BC7EE}"/>
              </a:ext>
            </a:extLst>
          </p:cNvPr>
          <p:cNvGrpSpPr/>
          <p:nvPr/>
        </p:nvGrpSpPr>
        <p:grpSpPr>
          <a:xfrm>
            <a:off x="2621502" y="899617"/>
            <a:ext cx="1039082" cy="1303300"/>
            <a:chOff x="2508249" y="2274311"/>
            <a:chExt cx="1257289" cy="1576993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0CB4B73E-A163-5BC9-B038-8751800FA892}"/>
                </a:ext>
              </a:extLst>
            </p:cNvPr>
            <p:cNvSpPr/>
            <p:nvPr/>
          </p:nvSpPr>
          <p:spPr>
            <a:xfrm>
              <a:off x="2508249" y="2274311"/>
              <a:ext cx="1257289" cy="157699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C7CED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t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1" indent="0" algn="ctr" defTabSz="1516258" rtl="0" eaLnBrk="0" fontAlgn="auto" latinLnBrk="0" hangingPunct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271AA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r>
                <a:rPr kumimoji="0" lang="en-US" altLang="ko-KR" sz="1050" u="none" strike="noStrike" kern="1200" cap="none" spc="-30" normalizeH="0" baseline="0" noProof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</a:rPr>
                <a:t>Data Store</a:t>
              </a:r>
              <a:endParaRPr kumimoji="0" lang="en-US" altLang="ko-KR" sz="800" u="none" strike="noStrike" kern="1200" cap="none" spc="-30" normalizeH="0" baseline="0" noProof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1701BD47-402F-7488-A024-97C8A152E6D8}"/>
                </a:ext>
              </a:extLst>
            </p:cNvPr>
            <p:cNvGrpSpPr/>
            <p:nvPr/>
          </p:nvGrpSpPr>
          <p:grpSpPr>
            <a:xfrm>
              <a:off x="2595654" y="2607021"/>
              <a:ext cx="1079202" cy="1167361"/>
              <a:chOff x="2420394" y="2607021"/>
              <a:chExt cx="1079202" cy="1167361"/>
            </a:xfrm>
          </p:grpSpPr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CC67FF0C-692B-95D6-2711-5D7F2C3303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20394" y="2607021"/>
                <a:ext cx="1079202" cy="1167361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rgbClr val="BFBFB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 anchorCtr="0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1" indent="0" algn="ctr" defTabSz="104298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u="none" strike="noStrike" kern="1200" cap="none" spc="-30" normalizeH="0" baseline="0" noProof="0">
                    <a:ln>
                      <a:solidFill>
                        <a:srgbClr val="1EB3E2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  <a:cs typeface="KoPub돋움체 Medium  Medium" panose="02000603000000020004" pitchFamily="50" charset="-127"/>
                    <a:sym typeface="KoPub돋움체 Medium "/>
                  </a:rPr>
                  <a:t>Persistent Knowledge </a:t>
                </a:r>
                <a:endParaRPr kumimoji="0" lang="ko-KR" altLang="en-US" sz="800" u="none" strike="noStrike" kern="1200" cap="none" spc="-30" normalizeH="0" baseline="0" noProof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endParaRPr>
              </a:p>
            </p:txBody>
          </p:sp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88177915-8151-4A37-1CEF-1F7D8310F1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07225" y="2698780"/>
                <a:ext cx="905540" cy="2880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rgbClr val="BFBFB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1" indent="0" algn="ctr" defTabSz="104298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u="none" strike="noStrike" kern="1200" cap="none" spc="-30" normalizeH="0" baseline="0" noProof="0">
                    <a:ln>
                      <a:solidFill>
                        <a:srgbClr val="1EB3E2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  <a:cs typeface="KoPub돋움체 Medium  Medium" panose="02000603000000020004" pitchFamily="50" charset="-127"/>
                    <a:sym typeface="KoPub돋움체 Medium "/>
                  </a:rPr>
                  <a:t>Graph DB</a:t>
                </a:r>
                <a:endParaRPr kumimoji="0" lang="ko-KR" altLang="en-US" sz="800" u="none" strike="noStrike" kern="1200" cap="none" spc="-30" normalizeH="0" baseline="0" noProof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endParaRPr>
              </a:p>
            </p:txBody>
          </p:sp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7A9C82F7-6FE0-A0ED-594C-F846C23013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07225" y="3029776"/>
                <a:ext cx="905540" cy="2880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rgbClr val="BFBFB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1" indent="0" algn="ctr" defTabSz="104298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u="none" strike="noStrike" kern="1200" cap="none" spc="-30" normalizeH="0" baseline="0" noProof="0">
                    <a:ln>
                      <a:solidFill>
                        <a:srgbClr val="1EB3E2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  <a:cs typeface="KoPub돋움체 Medium  Medium" panose="02000603000000020004" pitchFamily="50" charset="-127"/>
                    <a:sym typeface="KoPub돋움체 Medium "/>
                  </a:rPr>
                  <a:t>Vector DB</a:t>
                </a:r>
                <a:endParaRPr kumimoji="0" lang="ko-KR" altLang="en-US" sz="800" u="none" strike="noStrike" kern="1200" cap="none" spc="-30" normalizeH="0" baseline="0" noProof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endParaRPr>
              </a:p>
            </p:txBody>
          </p:sp>
        </p:grp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F087D0E9-33C7-9331-8DFC-752D11946E8C}"/>
              </a:ext>
            </a:extLst>
          </p:cNvPr>
          <p:cNvGrpSpPr/>
          <p:nvPr/>
        </p:nvGrpSpPr>
        <p:grpSpPr>
          <a:xfrm>
            <a:off x="4002046" y="2352449"/>
            <a:ext cx="2153505" cy="1831697"/>
            <a:chOff x="4716598" y="4032238"/>
            <a:chExt cx="2605741" cy="2216353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99BDE0E7-D59F-FAF2-6404-3DA523F9E967}"/>
                </a:ext>
              </a:extLst>
            </p:cNvPr>
            <p:cNvSpPr/>
            <p:nvPr/>
          </p:nvSpPr>
          <p:spPr>
            <a:xfrm>
              <a:off x="4716598" y="4032238"/>
              <a:ext cx="2605741" cy="221635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C7CED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t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1" indent="0" algn="ctr" defTabSz="1516258" rtl="0" eaLnBrk="0" fontAlgn="auto" latinLnBrk="0" hangingPunct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271AA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r>
                <a:rPr kumimoji="0" lang="en-US" altLang="ko-KR" sz="1050" u="none" strike="noStrike" kern="1200" cap="none" spc="-30" normalizeH="0" baseline="0" noProof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</a:rPr>
                <a:t>MCP</a:t>
              </a:r>
              <a:endParaRPr kumimoji="0" lang="en-US" altLang="ko-KR" sz="800" u="none" strike="noStrike" kern="1200" cap="none" spc="-30" normalizeH="0" baseline="0" noProof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639D3FA5-1AE3-C0FB-9357-2DDC4DC7E40E}"/>
                </a:ext>
              </a:extLst>
            </p:cNvPr>
            <p:cNvGrpSpPr/>
            <p:nvPr/>
          </p:nvGrpSpPr>
          <p:grpSpPr>
            <a:xfrm>
              <a:off x="4790351" y="4341332"/>
              <a:ext cx="2458234" cy="1857680"/>
              <a:chOff x="4782218" y="4341332"/>
              <a:chExt cx="2458234" cy="1857680"/>
            </a:xfrm>
          </p:grpSpPr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02952151-799F-806C-14F1-C06152F35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2218" y="4341332"/>
                <a:ext cx="864855" cy="185768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6350">
                <a:solidFill>
                  <a:srgbClr val="BFBFB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1" indent="0" algn="l" defTabSz="104298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u="none" strike="noStrike" kern="1200" cap="none" spc="-30" normalizeH="0" baseline="0" noProof="0">
                    <a:ln>
                      <a:solidFill>
                        <a:srgbClr val="1EB3E2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  <a:cs typeface="KoPub돋움체 Medium  Medium" panose="02000603000000020004" pitchFamily="50" charset="-127"/>
                    <a:sym typeface="KoPub돋움체 Medium "/>
                  </a:rPr>
                  <a:t>MCP</a:t>
                </a:r>
              </a:p>
              <a:p>
                <a:pPr marL="0" marR="0" lvl="1" indent="0" algn="l" defTabSz="104298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u="none" strike="noStrike" kern="1200" cap="none" spc="-30" normalizeH="0" baseline="0" noProof="0">
                    <a:ln>
                      <a:solidFill>
                        <a:srgbClr val="1EB3E2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  <a:cs typeface="KoPub돋움체 Medium  Medium" panose="02000603000000020004" pitchFamily="50" charset="-127"/>
                    <a:sym typeface="KoPub돋움체 Medium "/>
                  </a:rPr>
                  <a:t>Server</a:t>
                </a:r>
                <a:endParaRPr kumimoji="0" lang="ko-KR" altLang="en-US" sz="800" u="none" strike="noStrike" kern="1200" cap="none" spc="-30" normalizeH="0" baseline="0" noProof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endParaRPr>
              </a:p>
            </p:txBody>
          </p:sp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9E0480C6-77AA-1D16-40C5-7D0C11E454B5}"/>
                  </a:ext>
                </a:extLst>
              </p:cNvPr>
              <p:cNvSpPr/>
              <p:nvPr/>
            </p:nvSpPr>
            <p:spPr>
              <a:xfrm>
                <a:off x="6546186" y="4758181"/>
                <a:ext cx="694266" cy="324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7CED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 anchorCtr="0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1" indent="0" algn="ctr" defTabSz="1516258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271AA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0" lang="en-US" altLang="ko-KR" sz="800" u="none" strike="noStrike" kern="1200" cap="none" spc="-30" normalizeH="0" baseline="0" noProof="0">
                    <a:ln>
                      <a:solidFill>
                        <a:srgbClr val="1EB3E2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  <a:alpha val="99000"/>
                      </a:prstClr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Legacy</a:t>
                </a:r>
              </a:p>
              <a:p>
                <a:pPr marL="0" marR="0" lvl="1" indent="0" algn="ctr" defTabSz="1516258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271AA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0" lang="en-US" altLang="ko-KR" sz="800" u="none" strike="noStrike" kern="1200" cap="none" spc="-30" normalizeH="0" baseline="0" noProof="0">
                    <a:ln>
                      <a:solidFill>
                        <a:srgbClr val="1EB3E2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  <a:alpha val="99000"/>
                      </a:prstClr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System</a:t>
                </a:r>
              </a:p>
            </p:txBody>
          </p:sp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279DC989-5A86-DCE8-A381-643CBA78B17F}"/>
                  </a:ext>
                </a:extLst>
              </p:cNvPr>
              <p:cNvSpPr/>
              <p:nvPr/>
            </p:nvSpPr>
            <p:spPr>
              <a:xfrm>
                <a:off x="6546186" y="5175030"/>
                <a:ext cx="694266" cy="324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7CED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 anchorCtr="0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1" indent="0" algn="ctr" defTabSz="1516258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271AA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0" lang="en-US" altLang="ko-KR" sz="800" u="none" strike="noStrike" kern="1200" cap="none" spc="-30" normalizeH="0" baseline="0" noProof="0">
                    <a:ln>
                      <a:solidFill>
                        <a:srgbClr val="1EB3E2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  <a:alpha val="99000"/>
                      </a:prstClr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Data</a:t>
                </a:r>
              </a:p>
              <a:p>
                <a:pPr marL="0" marR="0" lvl="1" indent="0" algn="ctr" defTabSz="1516258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271AA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0" lang="en-US" altLang="ko-KR" sz="800" u="none" strike="noStrike" kern="1200" cap="none" spc="-30" normalizeH="0" baseline="0" noProof="0">
                    <a:ln>
                      <a:solidFill>
                        <a:srgbClr val="1EB3E2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  <a:alpha val="99000"/>
                      </a:prstClr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Base</a:t>
                </a:r>
              </a:p>
            </p:txBody>
          </p: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46DE728D-C968-D41B-4D3F-18B600D25967}"/>
                  </a:ext>
                </a:extLst>
              </p:cNvPr>
              <p:cNvSpPr/>
              <p:nvPr/>
            </p:nvSpPr>
            <p:spPr>
              <a:xfrm>
                <a:off x="6546186" y="6008728"/>
                <a:ext cx="694266" cy="190283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7CED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 anchorCtr="0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1" indent="0" algn="ctr" defTabSz="1516258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271AA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0" lang="en-US" altLang="ko-KR" sz="1050" u="none" strike="noStrike" kern="1200" cap="none" spc="-30" normalizeH="0" baseline="0" noProof="0">
                    <a:ln>
                      <a:solidFill>
                        <a:srgbClr val="1EB3E2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  <a:alpha val="99000"/>
                      </a:prstClr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…</a:t>
                </a:r>
                <a:endParaRPr kumimoji="0" lang="en-US" altLang="ko-KR" sz="800" u="none" strike="noStrike" kern="1200" cap="none" spc="-30" normalizeH="0" baseline="0" noProof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  <a:alpha val="99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cxnSp>
            <p:nvCxnSpPr>
              <p:cNvPr id="30" name="직선 연결선 193">
                <a:extLst>
                  <a:ext uri="{FF2B5EF4-FFF2-40B4-BE49-F238E27FC236}">
                    <a16:creationId xmlns:a16="http://schemas.microsoft.com/office/drawing/2014/main" id="{EFEB52F7-FD37-A1D9-B4A2-8C6767EE85E2}"/>
                  </a:ext>
                </a:extLst>
              </p:cNvPr>
              <p:cNvCxnSpPr>
                <a:cxnSpLocks/>
                <a:stCxn id="42" idx="3"/>
                <a:endCxn id="36" idx="1"/>
              </p:cNvCxnSpPr>
              <p:nvPr/>
            </p:nvCxnSpPr>
            <p:spPr>
              <a:xfrm flipV="1">
                <a:off x="6105326" y="4503332"/>
                <a:ext cx="440860" cy="617288"/>
              </a:xfrm>
              <a:prstGeom prst="straightConnector1">
                <a:avLst/>
              </a:prstGeom>
              <a:ln w="19050" cap="rnd">
                <a:solidFill>
                  <a:srgbClr val="434759"/>
                </a:solidFill>
                <a:prstDash val="sysDot"/>
                <a:round/>
                <a:headEnd w="sm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직선 연결선 193">
                <a:extLst>
                  <a:ext uri="{FF2B5EF4-FFF2-40B4-BE49-F238E27FC236}">
                    <a16:creationId xmlns:a16="http://schemas.microsoft.com/office/drawing/2014/main" id="{F9C9605F-5DDA-07AF-0C55-876C67B5ABAF}"/>
                  </a:ext>
                </a:extLst>
              </p:cNvPr>
              <p:cNvCxnSpPr>
                <a:cxnSpLocks/>
                <a:stCxn id="42" idx="3"/>
                <a:endCxn id="27" idx="1"/>
              </p:cNvCxnSpPr>
              <p:nvPr/>
            </p:nvCxnSpPr>
            <p:spPr>
              <a:xfrm flipV="1">
                <a:off x="6105326" y="4920181"/>
                <a:ext cx="440860" cy="200439"/>
              </a:xfrm>
              <a:prstGeom prst="straightConnector1">
                <a:avLst/>
              </a:prstGeom>
              <a:ln w="19050" cap="rnd">
                <a:solidFill>
                  <a:srgbClr val="434759"/>
                </a:solidFill>
                <a:prstDash val="sysDot"/>
                <a:round/>
                <a:headEnd w="sm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직선 연결선 193">
                <a:extLst>
                  <a:ext uri="{FF2B5EF4-FFF2-40B4-BE49-F238E27FC236}">
                    <a16:creationId xmlns:a16="http://schemas.microsoft.com/office/drawing/2014/main" id="{FC01EBC9-AD24-69F4-10B9-7A769E9E1B2C}"/>
                  </a:ext>
                </a:extLst>
              </p:cNvPr>
              <p:cNvCxnSpPr>
                <a:cxnSpLocks/>
                <a:stCxn id="42" idx="3"/>
                <a:endCxn id="28" idx="1"/>
              </p:cNvCxnSpPr>
              <p:nvPr/>
            </p:nvCxnSpPr>
            <p:spPr>
              <a:xfrm>
                <a:off x="6105326" y="5120620"/>
                <a:ext cx="440860" cy="216410"/>
              </a:xfrm>
              <a:prstGeom prst="straightConnector1">
                <a:avLst/>
              </a:prstGeom>
              <a:ln w="19050" cap="rnd">
                <a:solidFill>
                  <a:srgbClr val="434759"/>
                </a:solidFill>
                <a:prstDash val="sysDot"/>
                <a:round/>
                <a:headEnd w="sm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D1D802D2-2118-7C50-FEB2-6B6818D91FA7}"/>
                  </a:ext>
                </a:extLst>
              </p:cNvPr>
              <p:cNvSpPr/>
              <p:nvPr/>
            </p:nvSpPr>
            <p:spPr>
              <a:xfrm>
                <a:off x="6546186" y="5591879"/>
                <a:ext cx="694266" cy="324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7CED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 anchorCtr="0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1" indent="0" algn="ctr" defTabSz="1516258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271AA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0" lang="en-US" altLang="ko-KR" sz="800" u="none" strike="noStrike" kern="1200" cap="none" spc="-30" normalizeH="0" baseline="0" noProof="0">
                    <a:ln>
                      <a:solidFill>
                        <a:srgbClr val="1EB3E2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  <a:alpha val="99000"/>
                      </a:prstClr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I/F</a:t>
                </a:r>
              </a:p>
              <a:p>
                <a:pPr marL="0" marR="0" lvl="1" indent="0" algn="ctr" defTabSz="1516258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271AA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0" lang="en-US" altLang="ko-KR" sz="800" u="none" strike="noStrike" kern="1200" cap="none" spc="-30" normalizeH="0" baseline="0" noProof="0">
                    <a:ln>
                      <a:solidFill>
                        <a:srgbClr val="1EB3E2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  <a:alpha val="99000"/>
                      </a:prstClr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System</a:t>
                </a:r>
              </a:p>
            </p:txBody>
          </p:sp>
          <p:grpSp>
            <p:nvGrpSpPr>
              <p:cNvPr id="34" name="그룹 33">
                <a:extLst>
                  <a:ext uri="{FF2B5EF4-FFF2-40B4-BE49-F238E27FC236}">
                    <a16:creationId xmlns:a16="http://schemas.microsoft.com/office/drawing/2014/main" id="{AFA6A32D-868A-140E-ADCD-A2EE63A5E813}"/>
                  </a:ext>
                </a:extLst>
              </p:cNvPr>
              <p:cNvGrpSpPr/>
              <p:nvPr/>
            </p:nvGrpSpPr>
            <p:grpSpPr>
              <a:xfrm>
                <a:off x="5277326" y="4445712"/>
                <a:ext cx="828000" cy="1648921"/>
                <a:chOff x="5307806" y="5169538"/>
                <a:chExt cx="828000" cy="1648921"/>
              </a:xfrm>
            </p:grpSpPr>
            <p:sp>
              <p:nvSpPr>
                <p:cNvPr id="41" name="사각형: 둥근 모서리 388">
                  <a:extLst>
                    <a:ext uri="{FF2B5EF4-FFF2-40B4-BE49-F238E27FC236}">
                      <a16:creationId xmlns:a16="http://schemas.microsoft.com/office/drawing/2014/main" id="{02221B0D-24EC-9402-A547-D1BFCD0C32CF}"/>
                    </a:ext>
                  </a:extLst>
                </p:cNvPr>
                <p:cNvSpPr/>
                <p:nvPr/>
              </p:nvSpPr>
              <p:spPr>
                <a:xfrm>
                  <a:off x="5307806" y="5169538"/>
                  <a:ext cx="828000" cy="403902"/>
                </a:xfrm>
                <a:prstGeom prst="roundRect">
                  <a:avLst/>
                </a:prstGeom>
                <a:solidFill>
                  <a:schemeClr val="bg1">
                    <a:lumMod val="85000"/>
                  </a:schemeClr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" panose="020B0503020000020004" pitchFamily="34" charset="-127"/>
                      <a:ea typeface="Malgun Gothic" panose="020B0503020000020004" pitchFamily="34" charset="-127"/>
                    </a:rPr>
                    <a:t>Descript</a:t>
                  </a:r>
                </a:p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" panose="020B0503020000020004" pitchFamily="34" charset="-127"/>
                      <a:ea typeface="Malgun Gothic" panose="020B0503020000020004" pitchFamily="34" charset="-127"/>
                    </a:rPr>
                    <a:t>(Prompts)</a:t>
                  </a:r>
                  <a:endParaRPr kumimoji="0" lang="ko-KR" altLang="en-US" sz="80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  <p:sp>
              <p:nvSpPr>
                <p:cNvPr id="42" name="사각형: 둥근 모서리 389">
                  <a:extLst>
                    <a:ext uri="{FF2B5EF4-FFF2-40B4-BE49-F238E27FC236}">
                      <a16:creationId xmlns:a16="http://schemas.microsoft.com/office/drawing/2014/main" id="{9253ECC7-7A2F-CA32-0F04-8ACBE9A44FA6}"/>
                    </a:ext>
                  </a:extLst>
                </p:cNvPr>
                <p:cNvSpPr/>
                <p:nvPr/>
              </p:nvSpPr>
              <p:spPr>
                <a:xfrm>
                  <a:off x="5307806" y="5700446"/>
                  <a:ext cx="828000" cy="288000"/>
                </a:xfrm>
                <a:prstGeom prst="roundRect">
                  <a:avLst/>
                </a:prstGeom>
                <a:solidFill>
                  <a:schemeClr val="bg1">
                    <a:lumMod val="85000"/>
                  </a:schemeClr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" panose="020B0503020000020004" pitchFamily="34" charset="-127"/>
                      <a:ea typeface="Malgun Gothic" panose="020B0503020000020004" pitchFamily="34" charset="-127"/>
                    </a:rPr>
                    <a:t>Resources</a:t>
                  </a:r>
                  <a:endParaRPr kumimoji="0" lang="ko-KR" altLang="en-US" sz="80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  <p:sp>
              <p:nvSpPr>
                <p:cNvPr id="43" name="사각형: 둥근 모서리 390">
                  <a:extLst>
                    <a:ext uri="{FF2B5EF4-FFF2-40B4-BE49-F238E27FC236}">
                      <a16:creationId xmlns:a16="http://schemas.microsoft.com/office/drawing/2014/main" id="{92AC7A56-A7F7-8629-32DC-F9CE65A0F3CD}"/>
                    </a:ext>
                  </a:extLst>
                </p:cNvPr>
                <p:cNvSpPr/>
                <p:nvPr/>
              </p:nvSpPr>
              <p:spPr>
                <a:xfrm>
                  <a:off x="5307806" y="6530459"/>
                  <a:ext cx="828000" cy="288000"/>
                </a:xfrm>
                <a:prstGeom prst="roundRect">
                  <a:avLst/>
                </a:prstGeom>
                <a:solidFill>
                  <a:schemeClr val="bg1">
                    <a:lumMod val="85000"/>
                  </a:schemeClr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" panose="020B0503020000020004" pitchFamily="34" charset="-127"/>
                      <a:ea typeface="Malgun Gothic" panose="020B0503020000020004" pitchFamily="34" charset="-127"/>
                    </a:rPr>
                    <a:t>Tools</a:t>
                  </a:r>
                  <a:endParaRPr kumimoji="0" lang="ko-KR" altLang="en-US" sz="80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  <p:sp>
              <p:nvSpPr>
                <p:cNvPr id="44" name="사각형: 둥근 모서리 391">
                  <a:extLst>
                    <a:ext uri="{FF2B5EF4-FFF2-40B4-BE49-F238E27FC236}">
                      <a16:creationId xmlns:a16="http://schemas.microsoft.com/office/drawing/2014/main" id="{30976D94-74E1-62B0-0886-F0B20DBC9DE6}"/>
                    </a:ext>
                  </a:extLst>
                </p:cNvPr>
                <p:cNvSpPr/>
                <p:nvPr/>
              </p:nvSpPr>
              <p:spPr>
                <a:xfrm>
                  <a:off x="5307806" y="6115452"/>
                  <a:ext cx="828000" cy="288000"/>
                </a:xfrm>
                <a:prstGeom prst="roundRect">
                  <a:avLst/>
                </a:prstGeom>
                <a:solidFill>
                  <a:schemeClr val="bg1">
                    <a:lumMod val="85000"/>
                  </a:schemeClr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" panose="020B0503020000020004" pitchFamily="34" charset="-127"/>
                      <a:ea typeface="Malgun Gothic" panose="020B0503020000020004" pitchFamily="34" charset="-127"/>
                    </a:rPr>
                    <a:t>Adapter</a:t>
                  </a:r>
                </a:p>
              </p:txBody>
            </p:sp>
          </p:grpSp>
          <p:sp>
            <p:nvSpPr>
              <p:cNvPr id="35" name="TextBox 224">
                <a:extLst>
                  <a:ext uri="{FF2B5EF4-FFF2-40B4-BE49-F238E27FC236}">
                    <a16:creationId xmlns:a16="http://schemas.microsoft.com/office/drawing/2014/main" id="{0954A00A-CD27-6F16-17B4-2D3AECEE4937}"/>
                  </a:ext>
                </a:extLst>
              </p:cNvPr>
              <p:cNvSpPr txBox="1"/>
              <p:nvPr/>
            </p:nvSpPr>
            <p:spPr>
              <a:xfrm>
                <a:off x="6052214" y="4596106"/>
                <a:ext cx="689257" cy="2420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u="none" strike="noStrike" kern="1200" cap="none" spc="0" normalizeH="0" baseline="0" noProof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Endpoint</a:t>
                </a:r>
                <a:endParaRPr kumimoji="0" lang="ko-KR" altLang="en-US" sz="700" u="none" strike="noStrike" kern="120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51B2DB5B-86F3-2D93-882D-2DAF257340CD}"/>
                  </a:ext>
                </a:extLst>
              </p:cNvPr>
              <p:cNvSpPr/>
              <p:nvPr/>
            </p:nvSpPr>
            <p:spPr>
              <a:xfrm>
                <a:off x="6546186" y="4341332"/>
                <a:ext cx="694266" cy="324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7CED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 anchorCtr="0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1" indent="0" algn="ctr" defTabSz="1516258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271AA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0" lang="en-US" altLang="ko-KR" sz="800" u="none" strike="noStrike" kern="1200" cap="none" spc="-30" normalizeH="0" baseline="0" noProof="0">
                    <a:ln>
                      <a:solidFill>
                        <a:srgbClr val="1EB3E2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  <a:alpha val="99000"/>
                      </a:prstClr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Legacy</a:t>
                </a:r>
              </a:p>
              <a:p>
                <a:pPr marL="0" marR="0" lvl="1" indent="0" algn="ctr" defTabSz="1516258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271AA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0" lang="en-US" altLang="ko-KR" sz="800" u="none" strike="noStrike" kern="1200" cap="none" spc="-30" normalizeH="0" baseline="0" noProof="0">
                    <a:ln>
                      <a:solidFill>
                        <a:srgbClr val="1EB3E2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  <a:alpha val="99000"/>
                      </a:prstClr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Agent</a:t>
                </a:r>
              </a:p>
            </p:txBody>
          </p:sp>
          <p:sp>
            <p:nvSpPr>
              <p:cNvPr id="37" name="TextBox 234">
                <a:extLst>
                  <a:ext uri="{FF2B5EF4-FFF2-40B4-BE49-F238E27FC236}">
                    <a16:creationId xmlns:a16="http://schemas.microsoft.com/office/drawing/2014/main" id="{300DB81A-A1B9-683D-3696-5FB3ABBDD62F}"/>
                  </a:ext>
                </a:extLst>
              </p:cNvPr>
              <p:cNvSpPr txBox="1"/>
              <p:nvPr/>
            </p:nvSpPr>
            <p:spPr>
              <a:xfrm>
                <a:off x="6143655" y="4918247"/>
                <a:ext cx="414482" cy="2420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u="none" strike="noStrike" kern="1200" cap="none" spc="0" normalizeH="0" baseline="0" noProof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API</a:t>
                </a:r>
                <a:endParaRPr kumimoji="0" lang="ko-KR" altLang="en-US" sz="700" u="none" strike="noStrike" kern="120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cxnSp>
            <p:nvCxnSpPr>
              <p:cNvPr id="38" name="직선 연결선 193">
                <a:extLst>
                  <a:ext uri="{FF2B5EF4-FFF2-40B4-BE49-F238E27FC236}">
                    <a16:creationId xmlns:a16="http://schemas.microsoft.com/office/drawing/2014/main" id="{8B5A60DC-6D4C-0431-345C-2FA2A617A553}"/>
                  </a:ext>
                </a:extLst>
              </p:cNvPr>
              <p:cNvCxnSpPr>
                <a:cxnSpLocks/>
                <a:stCxn id="44" idx="3"/>
                <a:endCxn id="33" idx="1"/>
              </p:cNvCxnSpPr>
              <p:nvPr/>
            </p:nvCxnSpPr>
            <p:spPr>
              <a:xfrm>
                <a:off x="6105326" y="5535626"/>
                <a:ext cx="440860" cy="218253"/>
              </a:xfrm>
              <a:prstGeom prst="straightConnector1">
                <a:avLst/>
              </a:prstGeom>
              <a:ln w="19050" cap="rnd">
                <a:solidFill>
                  <a:srgbClr val="434759"/>
                </a:solidFill>
                <a:prstDash val="sysDot"/>
                <a:round/>
                <a:headEnd w="sm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TextBox 239">
                <a:extLst>
                  <a:ext uri="{FF2B5EF4-FFF2-40B4-BE49-F238E27FC236}">
                    <a16:creationId xmlns:a16="http://schemas.microsoft.com/office/drawing/2014/main" id="{E0195338-37CC-5E6F-FCFF-809D47B642DE}"/>
                  </a:ext>
                </a:extLst>
              </p:cNvPr>
              <p:cNvSpPr txBox="1"/>
              <p:nvPr/>
            </p:nvSpPr>
            <p:spPr>
              <a:xfrm>
                <a:off x="6052214" y="5502809"/>
                <a:ext cx="612000" cy="23870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u="none" strike="noStrike" kern="1200" cap="none" spc="0" normalizeH="0" baseline="0" noProof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TCP</a:t>
                </a:r>
                <a:endParaRPr kumimoji="0" lang="ko-KR" altLang="en-US" sz="700" u="none" strike="noStrike" kern="120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sp>
            <p:nvSpPr>
              <p:cNvPr id="40" name="TextBox 235">
                <a:extLst>
                  <a:ext uri="{FF2B5EF4-FFF2-40B4-BE49-F238E27FC236}">
                    <a16:creationId xmlns:a16="http://schemas.microsoft.com/office/drawing/2014/main" id="{8C12E1D5-FFC2-F45E-A46F-D646C52050C2}"/>
                  </a:ext>
                </a:extLst>
              </p:cNvPr>
              <p:cNvSpPr txBox="1"/>
              <p:nvPr/>
            </p:nvSpPr>
            <p:spPr>
              <a:xfrm>
                <a:off x="6052214" y="5118220"/>
                <a:ext cx="612000" cy="23870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u="none" strike="noStrike" kern="1200" cap="none" spc="0" normalizeH="0" baseline="0" noProof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Connect</a:t>
                </a:r>
                <a:endParaRPr kumimoji="0" lang="ko-KR" altLang="en-US" sz="700" u="none" strike="noStrike" kern="120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</p:grpSp>
      </p:grp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428AEEB2-26E9-5D24-FC76-FE5BEAE19555}"/>
              </a:ext>
            </a:extLst>
          </p:cNvPr>
          <p:cNvSpPr/>
          <p:nvPr/>
        </p:nvSpPr>
        <p:spPr>
          <a:xfrm>
            <a:off x="3736298" y="899617"/>
            <a:ext cx="2419253" cy="1303300"/>
          </a:xfrm>
          <a:prstGeom prst="rect">
            <a:avLst/>
          </a:prstGeom>
          <a:solidFill>
            <a:schemeClr val="bg1"/>
          </a:solidFill>
          <a:ln w="3175">
            <a:solidFill>
              <a:srgbClr val="C7CE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1516258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271AA"/>
              </a:buClr>
              <a:buSzPct val="140000"/>
              <a:buFontTx/>
              <a:buNone/>
              <a:tabLst>
                <a:tab pos="5648325" algn="l"/>
              </a:tabLst>
              <a:defRPr/>
            </a:pPr>
            <a:r>
              <a:rPr kumimoji="0" lang="en-US" altLang="ko-KR" sz="1050" u="none" strike="noStrike" kern="1200" cap="none" spc="-30" normalizeH="0" baseline="0" noProof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</a:rPr>
              <a:t>Data Foundation(RAG Pipeline)</a:t>
            </a:r>
            <a:endParaRPr kumimoji="0" lang="en-US" altLang="ko-KR" sz="800" u="none" strike="noStrike" kern="1200" cap="none" spc="-30" normalizeH="0" baseline="0" noProof="0">
              <a:ln>
                <a:solidFill>
                  <a:srgbClr val="1EB3E2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CC78C3CE-CE99-2749-A73E-50DC3C1001F7}"/>
              </a:ext>
            </a:extLst>
          </p:cNvPr>
          <p:cNvGrpSpPr/>
          <p:nvPr/>
        </p:nvGrpSpPr>
        <p:grpSpPr>
          <a:xfrm>
            <a:off x="5265300" y="1178974"/>
            <a:ext cx="876650" cy="964761"/>
            <a:chOff x="6206019" y="2622629"/>
            <a:chExt cx="1060747" cy="1167361"/>
          </a:xfrm>
        </p:grpSpPr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86BF2765-5A4D-8939-F444-31021739CD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019" y="2622629"/>
              <a:ext cx="933929" cy="116736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u="none" strike="noStrike" kern="1200" cap="none" spc="-30" normalizeH="0" baseline="0" noProof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Data Ingestion</a:t>
              </a:r>
              <a:endParaRPr kumimoji="0" lang="ko-KR" altLang="en-US" sz="800" u="none" strike="noStrike" kern="1200" cap="none" spc="-30" normalizeH="0" baseline="0" noProof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KoPub돋움체 Medium  Medium" panose="02000603000000020004" pitchFamily="50" charset="-127"/>
                <a:sym typeface="KoPub돋움체 Medium "/>
              </a:endParaRPr>
            </a:p>
          </p:txBody>
        </p:sp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69C27920-B1B2-8949-415C-85D0A108D576}"/>
                </a:ext>
              </a:extLst>
            </p:cNvPr>
            <p:cNvGrpSpPr/>
            <p:nvPr/>
          </p:nvGrpSpPr>
          <p:grpSpPr>
            <a:xfrm>
              <a:off x="6274629" y="2654206"/>
              <a:ext cx="992137" cy="242067"/>
              <a:chOff x="6274629" y="2654206"/>
              <a:chExt cx="992137" cy="242067"/>
            </a:xfrm>
          </p:grpSpPr>
          <p:pic>
            <p:nvPicPr>
              <p:cNvPr id="55" name="그림 54">
                <a:extLst>
                  <a:ext uri="{FF2B5EF4-FFF2-40B4-BE49-F238E27FC236}">
                    <a16:creationId xmlns:a16="http://schemas.microsoft.com/office/drawing/2014/main" id="{90ED8D42-E7F8-F104-68CA-72342F2568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clrChange>
                  <a:clrFrom>
                    <a:srgbClr val="FFF200"/>
                  </a:clrFrom>
                  <a:clrTo>
                    <a:srgbClr val="FFF200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6274629" y="2676853"/>
                <a:ext cx="144000" cy="185538"/>
              </a:xfrm>
              <a:prstGeom prst="rect">
                <a:avLst/>
              </a:prstGeom>
            </p:spPr>
          </p:pic>
          <p:sp>
            <p:nvSpPr>
              <p:cNvPr id="56" name="TextBox 21">
                <a:extLst>
                  <a:ext uri="{FF2B5EF4-FFF2-40B4-BE49-F238E27FC236}">
                    <a16:creationId xmlns:a16="http://schemas.microsoft.com/office/drawing/2014/main" id="{253E504E-5CBD-C001-12E5-A6DC8892C35E}"/>
                  </a:ext>
                </a:extLst>
              </p:cNvPr>
              <p:cNvSpPr txBox="1"/>
              <p:nvPr/>
            </p:nvSpPr>
            <p:spPr>
              <a:xfrm>
                <a:off x="6410847" y="2654206"/>
                <a:ext cx="855919" cy="2420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Documents</a:t>
                </a:r>
                <a:endParaRPr kumimoji="0" lang="ko-KR" altLang="en-US" sz="70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</p:grp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31A2B0BA-87FF-0FD0-4E7F-BB9EC84B2510}"/>
                </a:ext>
              </a:extLst>
            </p:cNvPr>
            <p:cNvGrpSpPr/>
            <p:nvPr/>
          </p:nvGrpSpPr>
          <p:grpSpPr>
            <a:xfrm>
              <a:off x="6256629" y="2918033"/>
              <a:ext cx="1010137" cy="242066"/>
              <a:chOff x="6256629" y="2912246"/>
              <a:chExt cx="1010137" cy="242066"/>
            </a:xfrm>
          </p:grpSpPr>
          <p:pic>
            <p:nvPicPr>
              <p:cNvPr id="53" name="그림 52">
                <a:extLst>
                  <a:ext uri="{FF2B5EF4-FFF2-40B4-BE49-F238E27FC236}">
                    <a16:creationId xmlns:a16="http://schemas.microsoft.com/office/drawing/2014/main" id="{595D3C70-C4F0-D598-CFD3-DA5635E510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clrChange>
                  <a:clrFrom>
                    <a:srgbClr val="FFF200"/>
                  </a:clrFrom>
                  <a:clrTo>
                    <a:srgbClr val="FFF200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6256629" y="2937662"/>
                <a:ext cx="180000" cy="180000"/>
              </a:xfrm>
              <a:prstGeom prst="rect">
                <a:avLst/>
              </a:prstGeom>
            </p:spPr>
          </p:pic>
          <p:sp>
            <p:nvSpPr>
              <p:cNvPr id="54" name="TextBox 24">
                <a:extLst>
                  <a:ext uri="{FF2B5EF4-FFF2-40B4-BE49-F238E27FC236}">
                    <a16:creationId xmlns:a16="http://schemas.microsoft.com/office/drawing/2014/main" id="{8E938C16-0E3C-57DD-3222-2A650A5E7D9E}"/>
                  </a:ext>
                </a:extLst>
              </p:cNvPr>
              <p:cNvSpPr txBox="1"/>
              <p:nvPr/>
            </p:nvSpPr>
            <p:spPr>
              <a:xfrm>
                <a:off x="6410847" y="2912246"/>
                <a:ext cx="855919" cy="2420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Data Base</a:t>
                </a:r>
                <a:endParaRPr kumimoji="0" lang="ko-KR" altLang="en-US" sz="70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</p:grp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94E11FF6-4779-B3B4-1FCD-1DE9068567E4}"/>
                </a:ext>
              </a:extLst>
            </p:cNvPr>
            <p:cNvGrpSpPr/>
            <p:nvPr/>
          </p:nvGrpSpPr>
          <p:grpSpPr>
            <a:xfrm>
              <a:off x="6256629" y="3181859"/>
              <a:ext cx="1010137" cy="242066"/>
              <a:chOff x="6256629" y="3181859"/>
              <a:chExt cx="1010137" cy="242066"/>
            </a:xfrm>
          </p:grpSpPr>
          <p:pic>
            <p:nvPicPr>
              <p:cNvPr id="51" name="그림 50">
                <a:extLst>
                  <a:ext uri="{FF2B5EF4-FFF2-40B4-BE49-F238E27FC236}">
                    <a16:creationId xmlns:a16="http://schemas.microsoft.com/office/drawing/2014/main" id="{08C32C16-3BDD-D72F-0C62-A6AB280754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clrChange>
                  <a:clrFrom>
                    <a:srgbClr val="FFF200"/>
                  </a:clrFrom>
                  <a:clrTo>
                    <a:srgbClr val="FFF200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6256629" y="3196025"/>
                <a:ext cx="180000" cy="202500"/>
              </a:xfrm>
              <a:prstGeom prst="rect">
                <a:avLst/>
              </a:prstGeom>
            </p:spPr>
          </p:pic>
          <p:sp>
            <p:nvSpPr>
              <p:cNvPr id="52" name="TextBox 26">
                <a:extLst>
                  <a:ext uri="{FF2B5EF4-FFF2-40B4-BE49-F238E27FC236}">
                    <a16:creationId xmlns:a16="http://schemas.microsoft.com/office/drawing/2014/main" id="{CFF941F3-A42D-BAF2-0842-4BF85DD25FF0}"/>
                  </a:ext>
                </a:extLst>
              </p:cNvPr>
              <p:cNvSpPr txBox="1"/>
              <p:nvPr/>
            </p:nvSpPr>
            <p:spPr>
              <a:xfrm>
                <a:off x="6410847" y="3181859"/>
                <a:ext cx="855919" cy="2420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APIs</a:t>
                </a:r>
                <a:endParaRPr kumimoji="0" lang="ko-KR" altLang="en-US" sz="70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</p:grp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60DBF51B-E597-94D7-E540-72D908FA0820}"/>
              </a:ext>
            </a:extLst>
          </p:cNvPr>
          <p:cNvGrpSpPr/>
          <p:nvPr/>
        </p:nvGrpSpPr>
        <p:grpSpPr>
          <a:xfrm>
            <a:off x="4450259" y="1178974"/>
            <a:ext cx="684298" cy="964761"/>
            <a:chOff x="5285549" y="2622629"/>
            <a:chExt cx="828000" cy="1167361"/>
          </a:xfrm>
        </p:grpSpPr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68260698-02D6-4FD0-54AC-4EA513C3C1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5549" y="2622629"/>
              <a:ext cx="828000" cy="116736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b" anchorCtr="0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u="none" strike="noStrike" kern="1200" cap="none" spc="-30" normalizeH="0" baseline="0" noProof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Pre Processing</a:t>
              </a:r>
              <a:endParaRPr kumimoji="0" lang="ko-KR" altLang="en-US" sz="800" u="none" strike="noStrike" kern="1200" cap="none" spc="-30" normalizeH="0" baseline="0" noProof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KoPub돋움체 Medium  Medium" panose="02000603000000020004" pitchFamily="50" charset="-127"/>
                <a:sym typeface="KoPub돋움체 Medium "/>
              </a:endParaRPr>
            </a:p>
          </p:txBody>
        </p: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76824751-7792-995F-AE3C-B2580B62F123}"/>
                </a:ext>
              </a:extLst>
            </p:cNvPr>
            <p:cNvGrpSpPr/>
            <p:nvPr/>
          </p:nvGrpSpPr>
          <p:grpSpPr>
            <a:xfrm>
              <a:off x="5357549" y="2737508"/>
              <a:ext cx="684000" cy="543252"/>
              <a:chOff x="5326997" y="2737508"/>
              <a:chExt cx="684000" cy="543252"/>
            </a:xfrm>
          </p:grpSpPr>
          <p:sp>
            <p:nvSpPr>
              <p:cNvPr id="60" name="TextBox 30">
                <a:extLst>
                  <a:ext uri="{FF2B5EF4-FFF2-40B4-BE49-F238E27FC236}">
                    <a16:creationId xmlns:a16="http://schemas.microsoft.com/office/drawing/2014/main" id="{16197A21-AAA2-B83A-0C3B-DDC2559DA8F2}"/>
                  </a:ext>
                </a:extLst>
              </p:cNvPr>
              <p:cNvSpPr txBox="1"/>
              <p:nvPr/>
            </p:nvSpPr>
            <p:spPr>
              <a:xfrm>
                <a:off x="5326997" y="2737508"/>
                <a:ext cx="684000" cy="242066"/>
              </a:xfrm>
              <a:prstGeom prst="rect">
                <a:avLst/>
              </a:prstGeom>
              <a:noFill/>
              <a:ln>
                <a:solidFill>
                  <a:srgbClr val="BFBFBF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Cleaning</a:t>
                </a:r>
                <a:endParaRPr kumimoji="0" lang="ko-KR" altLang="en-US" sz="70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sp>
            <p:nvSpPr>
              <p:cNvPr id="61" name="TextBox 31">
                <a:extLst>
                  <a:ext uri="{FF2B5EF4-FFF2-40B4-BE49-F238E27FC236}">
                    <a16:creationId xmlns:a16="http://schemas.microsoft.com/office/drawing/2014/main" id="{36F2CF1C-5DE1-65E6-D6F8-E9369E5C0E52}"/>
                  </a:ext>
                </a:extLst>
              </p:cNvPr>
              <p:cNvSpPr txBox="1"/>
              <p:nvPr/>
            </p:nvSpPr>
            <p:spPr>
              <a:xfrm>
                <a:off x="5326997" y="3049928"/>
                <a:ext cx="684000" cy="230832"/>
              </a:xfrm>
              <a:prstGeom prst="rect">
                <a:avLst/>
              </a:prstGeom>
              <a:noFill/>
              <a:ln>
                <a:solidFill>
                  <a:srgbClr val="BFBFBF"/>
                </a:solidFill>
              </a:ln>
            </p:spPr>
            <p:txBody>
              <a:bodyPr wrap="square" rtlCol="0">
                <a:no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Chucking</a:t>
                </a:r>
                <a:endParaRPr kumimoji="0" lang="ko-KR" altLang="en-US" sz="70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</p:grp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4C963444-2055-B59D-046A-FB8DEF7E98C9}"/>
              </a:ext>
            </a:extLst>
          </p:cNvPr>
          <p:cNvGrpSpPr/>
          <p:nvPr/>
        </p:nvGrpSpPr>
        <p:grpSpPr>
          <a:xfrm>
            <a:off x="3783978" y="1178974"/>
            <a:ext cx="535537" cy="964761"/>
            <a:chOff x="4244455" y="2622629"/>
            <a:chExt cx="828000" cy="1167361"/>
          </a:xfrm>
        </p:grpSpPr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FE25098B-34D2-8C47-C42E-06E59C890F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4455" y="2622629"/>
              <a:ext cx="828000" cy="116736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b" anchorCtr="0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u="none" strike="noStrike" kern="1200" cap="none" spc="-30" normalizeH="0" baseline="0" noProof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Embedding Generation</a:t>
              </a:r>
              <a:endParaRPr kumimoji="0" lang="ko-KR" altLang="en-US" sz="800" u="none" strike="noStrike" kern="1200" cap="none" spc="-30" normalizeH="0" baseline="0" noProof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KoPub돋움체 Medium  Medium" panose="02000603000000020004" pitchFamily="50" charset="-127"/>
                <a:sym typeface="KoPub돋움체 Medium "/>
              </a:endParaRPr>
            </a:p>
          </p:txBody>
        </p:sp>
        <p:sp>
          <p:nvSpPr>
            <p:cNvPr id="896" name="TextBox 34">
              <a:extLst>
                <a:ext uri="{FF2B5EF4-FFF2-40B4-BE49-F238E27FC236}">
                  <a16:creationId xmlns:a16="http://schemas.microsoft.com/office/drawing/2014/main" id="{568BCF1B-4274-1EB6-EA70-D2F270F05555}"/>
                </a:ext>
              </a:extLst>
            </p:cNvPr>
            <p:cNvSpPr txBox="1"/>
            <p:nvPr/>
          </p:nvSpPr>
          <p:spPr>
            <a:xfrm>
              <a:off x="4316454" y="2737877"/>
              <a:ext cx="684000" cy="502753"/>
            </a:xfrm>
            <a:prstGeom prst="rect">
              <a:avLst/>
            </a:prstGeom>
            <a:noFill/>
            <a:ln>
              <a:solidFill>
                <a:srgbClr val="BFBFBF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</a:rPr>
                <a:t>Vector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</a:rPr>
                <a:t>Model</a:t>
              </a:r>
              <a:endParaRPr kumimoji="0" lang="ko-KR" altLang="en-US" sz="70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cxnSp>
        <p:nvCxnSpPr>
          <p:cNvPr id="897" name="직선 연결선 193">
            <a:extLst>
              <a:ext uri="{FF2B5EF4-FFF2-40B4-BE49-F238E27FC236}">
                <a16:creationId xmlns:a16="http://schemas.microsoft.com/office/drawing/2014/main" id="{F3F8BFBC-CEA2-6CD1-F6C4-E40893FA9642}"/>
              </a:ext>
            </a:extLst>
          </p:cNvPr>
          <p:cNvCxnSpPr>
            <a:cxnSpLocks/>
            <a:stCxn id="47" idx="1"/>
            <a:endCxn id="58" idx="3"/>
          </p:cNvCxnSpPr>
          <p:nvPr/>
        </p:nvCxnSpPr>
        <p:spPr>
          <a:xfrm flipH="1">
            <a:off x="5134556" y="1661355"/>
            <a:ext cx="130744" cy="0"/>
          </a:xfrm>
          <a:prstGeom prst="straightConnector1">
            <a:avLst/>
          </a:prstGeom>
          <a:ln w="19050" cap="rnd">
            <a:solidFill>
              <a:srgbClr val="434759"/>
            </a:solidFill>
            <a:prstDash val="sysDot"/>
            <a:round/>
            <a:headEnd w="sm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8" name="직선 연결선 193">
            <a:extLst>
              <a:ext uri="{FF2B5EF4-FFF2-40B4-BE49-F238E27FC236}">
                <a16:creationId xmlns:a16="http://schemas.microsoft.com/office/drawing/2014/main" id="{968E1BFA-DE28-2DCE-061C-EBBE69942E8C}"/>
              </a:ext>
            </a:extLst>
          </p:cNvPr>
          <p:cNvCxnSpPr>
            <a:cxnSpLocks/>
            <a:stCxn id="58" idx="1"/>
            <a:endCxn id="63" idx="3"/>
          </p:cNvCxnSpPr>
          <p:nvPr/>
        </p:nvCxnSpPr>
        <p:spPr>
          <a:xfrm flipH="1">
            <a:off x="4319515" y="1661355"/>
            <a:ext cx="130744" cy="0"/>
          </a:xfrm>
          <a:prstGeom prst="straightConnector1">
            <a:avLst/>
          </a:prstGeom>
          <a:ln w="19050" cap="rnd">
            <a:solidFill>
              <a:srgbClr val="434759"/>
            </a:solidFill>
            <a:prstDash val="sysDot"/>
            <a:round/>
            <a:headEnd w="sm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9" name="직선 연결선 193">
            <a:extLst>
              <a:ext uri="{FF2B5EF4-FFF2-40B4-BE49-F238E27FC236}">
                <a16:creationId xmlns:a16="http://schemas.microsoft.com/office/drawing/2014/main" id="{2168C6A2-F472-B21D-3CBD-91AF87A6D293}"/>
              </a:ext>
            </a:extLst>
          </p:cNvPr>
          <p:cNvCxnSpPr>
            <a:cxnSpLocks/>
          </p:cNvCxnSpPr>
          <p:nvPr/>
        </p:nvCxnSpPr>
        <p:spPr>
          <a:xfrm flipH="1">
            <a:off x="3581053" y="1496034"/>
            <a:ext cx="208264" cy="0"/>
          </a:xfrm>
          <a:prstGeom prst="straightConnector1">
            <a:avLst/>
          </a:prstGeom>
          <a:ln w="19050" cap="rnd">
            <a:solidFill>
              <a:srgbClr val="434759"/>
            </a:solidFill>
            <a:prstDash val="sysDot"/>
            <a:round/>
            <a:headEnd w="sm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0" name="TextBox 47">
            <a:extLst>
              <a:ext uri="{FF2B5EF4-FFF2-40B4-BE49-F238E27FC236}">
                <a16:creationId xmlns:a16="http://schemas.microsoft.com/office/drawing/2014/main" id="{EFAEDCFE-BFE2-34C6-5FBF-B54F4C9853F0}"/>
              </a:ext>
            </a:extLst>
          </p:cNvPr>
          <p:cNvSpPr txBox="1"/>
          <p:nvPr/>
        </p:nvSpPr>
        <p:spPr>
          <a:xfrm>
            <a:off x="3532552" y="1324465"/>
            <a:ext cx="38160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</a:rPr>
              <a:t>Store</a:t>
            </a:r>
            <a:endParaRPr kumimoji="0" lang="ko-KR" altLang="en-US" sz="600" u="none" strike="noStrike" kern="1200" cap="none" spc="0" normalizeH="0" baseline="0" noProof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grpSp>
        <p:nvGrpSpPr>
          <p:cNvPr id="901" name="그룹 900">
            <a:extLst>
              <a:ext uri="{FF2B5EF4-FFF2-40B4-BE49-F238E27FC236}">
                <a16:creationId xmlns:a16="http://schemas.microsoft.com/office/drawing/2014/main" id="{F30A7A8E-7102-AD08-9BE4-6D9C5585F06A}"/>
              </a:ext>
            </a:extLst>
          </p:cNvPr>
          <p:cNvGrpSpPr/>
          <p:nvPr/>
        </p:nvGrpSpPr>
        <p:grpSpPr>
          <a:xfrm>
            <a:off x="422611" y="1203832"/>
            <a:ext cx="2063381" cy="937190"/>
            <a:chOff x="400932" y="2642411"/>
            <a:chExt cx="2496691" cy="1134000"/>
          </a:xfrm>
        </p:grpSpPr>
        <p:grpSp>
          <p:nvGrpSpPr>
            <p:cNvPr id="902" name="그룹 901">
              <a:extLst>
                <a:ext uri="{FF2B5EF4-FFF2-40B4-BE49-F238E27FC236}">
                  <a16:creationId xmlns:a16="http://schemas.microsoft.com/office/drawing/2014/main" id="{D27DF597-752F-F164-765F-C3BF6751060B}"/>
                </a:ext>
              </a:extLst>
            </p:cNvPr>
            <p:cNvGrpSpPr/>
            <p:nvPr/>
          </p:nvGrpSpPr>
          <p:grpSpPr>
            <a:xfrm>
              <a:off x="400932" y="2642412"/>
              <a:ext cx="835200" cy="1132729"/>
              <a:chOff x="388912" y="2642412"/>
              <a:chExt cx="835200" cy="1132729"/>
            </a:xfrm>
          </p:grpSpPr>
          <p:sp>
            <p:nvSpPr>
              <p:cNvPr id="995" name="직사각형 994">
                <a:extLst>
                  <a:ext uri="{FF2B5EF4-FFF2-40B4-BE49-F238E27FC236}">
                    <a16:creationId xmlns:a16="http://schemas.microsoft.com/office/drawing/2014/main" id="{B7A7DF27-0C29-6445-738F-C2D747FC13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912" y="2642412"/>
                <a:ext cx="835200" cy="113272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rgbClr val="BFBFB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 anchorCtr="0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1" indent="0" algn="ctr" defTabSz="104298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u="none" strike="noStrike" kern="1200" cap="none" spc="-30" normalizeH="0" baseline="0" noProof="0">
                    <a:ln>
                      <a:solidFill>
                        <a:srgbClr val="1EB3E2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  <a:cs typeface="KoPub돋움체 Medium  Medium" panose="02000603000000020004" pitchFamily="50" charset="-127"/>
                    <a:sym typeface="KoPub돋움체 Medium "/>
                  </a:rPr>
                  <a:t>Short Term Memory</a:t>
                </a:r>
                <a:endParaRPr kumimoji="0" lang="ko-KR" altLang="en-US" sz="800" u="none" strike="noStrike" kern="1200" cap="none" spc="-30" normalizeH="0" baseline="0" noProof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endParaRPr>
              </a:p>
            </p:txBody>
          </p:sp>
          <p:sp>
            <p:nvSpPr>
              <p:cNvPr id="996" name="직사각형 995">
                <a:extLst>
                  <a:ext uri="{FF2B5EF4-FFF2-40B4-BE49-F238E27FC236}">
                    <a16:creationId xmlns:a16="http://schemas.microsoft.com/office/drawing/2014/main" id="{0D3024B4-076D-ABD8-F893-C61C5D1467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8211" y="2709731"/>
                <a:ext cx="696603" cy="286108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rgbClr val="BFBFB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1" indent="0" algn="ctr" defTabSz="104298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u="none" strike="noStrike" kern="1200" cap="none" spc="-30" normalizeH="0" baseline="0" noProof="0">
                    <a:ln>
                      <a:solidFill>
                        <a:srgbClr val="1EB3E2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  <a:cs typeface="KoPub돋움체 Medium  Medium" panose="02000603000000020004" pitchFamily="50" charset="-127"/>
                    <a:sym typeface="KoPub돋움체 Medium "/>
                  </a:rPr>
                  <a:t>In-Memory DB</a:t>
                </a:r>
                <a:endParaRPr kumimoji="0" lang="ko-KR" altLang="en-US" sz="700" u="none" strike="noStrike" kern="1200" cap="none" spc="-30" normalizeH="0" baseline="0" noProof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endParaRPr>
              </a:p>
            </p:txBody>
          </p:sp>
          <p:sp>
            <p:nvSpPr>
              <p:cNvPr id="997" name="직사각형 996">
                <a:extLst>
                  <a:ext uri="{FF2B5EF4-FFF2-40B4-BE49-F238E27FC236}">
                    <a16:creationId xmlns:a16="http://schemas.microsoft.com/office/drawing/2014/main" id="{24D58F80-EFA0-6CE8-1638-0CEB709210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8211" y="3045011"/>
                <a:ext cx="696603" cy="286108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rgbClr val="BFBFB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1" indent="0" algn="ctr" defTabSz="104298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u="none" strike="noStrike" kern="1200" cap="none" spc="-30" normalizeH="0" baseline="0" noProof="0">
                    <a:ln>
                      <a:solidFill>
                        <a:srgbClr val="1EB3E2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  <a:cs typeface="KoPub돋움체 Medium  Medium" panose="02000603000000020004" pitchFamily="50" charset="-127"/>
                    <a:sym typeface="KoPub돋움체 Medium "/>
                  </a:rPr>
                  <a:t>Session State</a:t>
                </a:r>
              </a:p>
              <a:p>
                <a:pPr marL="0" marR="0" lvl="1" indent="0" algn="ctr" defTabSz="104298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u="none" strike="noStrike" kern="1200" cap="none" spc="-30" normalizeH="0" baseline="0" noProof="0">
                    <a:ln>
                      <a:solidFill>
                        <a:srgbClr val="1EB3E2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  <a:cs typeface="KoPub돋움체 Medium  Medium" panose="02000603000000020004" pitchFamily="50" charset="-127"/>
                    <a:sym typeface="KoPub돋움체 Medium "/>
                  </a:rPr>
                  <a:t>Store(Redis)</a:t>
                </a:r>
                <a:endParaRPr kumimoji="0" lang="ko-KR" altLang="en-US" sz="700" u="none" strike="noStrike" kern="1200" cap="none" spc="-30" normalizeH="0" baseline="0" noProof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endParaRPr>
              </a:p>
            </p:txBody>
          </p:sp>
        </p:grpSp>
        <p:grpSp>
          <p:nvGrpSpPr>
            <p:cNvPr id="903" name="그룹 902">
              <a:extLst>
                <a:ext uri="{FF2B5EF4-FFF2-40B4-BE49-F238E27FC236}">
                  <a16:creationId xmlns:a16="http://schemas.microsoft.com/office/drawing/2014/main" id="{6614335A-2F84-47D0-7BCF-712BBCA23E59}"/>
                </a:ext>
              </a:extLst>
            </p:cNvPr>
            <p:cNvGrpSpPr/>
            <p:nvPr/>
          </p:nvGrpSpPr>
          <p:grpSpPr>
            <a:xfrm>
              <a:off x="2063418" y="2642411"/>
              <a:ext cx="834205" cy="1134000"/>
              <a:chOff x="1197958" y="2651382"/>
              <a:chExt cx="834205" cy="1134000"/>
            </a:xfrm>
          </p:grpSpPr>
          <p:sp>
            <p:nvSpPr>
              <p:cNvPr id="992" name="직사각형 991">
                <a:extLst>
                  <a:ext uri="{FF2B5EF4-FFF2-40B4-BE49-F238E27FC236}">
                    <a16:creationId xmlns:a16="http://schemas.microsoft.com/office/drawing/2014/main" id="{E6A9457D-BC49-0D61-4382-AF2D56E835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7958" y="2651382"/>
                <a:ext cx="834205" cy="11340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rgbClr val="BFBFB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 anchorCtr="0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1" indent="0" algn="ctr" defTabSz="104298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u="none" strike="noStrike" kern="1200" cap="none" spc="-30" normalizeH="0" baseline="0" noProof="0">
                    <a:ln>
                      <a:solidFill>
                        <a:srgbClr val="1EB3E2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  <a:cs typeface="KoPub돋움체 Medium  Medium" panose="02000603000000020004" pitchFamily="50" charset="-127"/>
                    <a:sym typeface="KoPub돋움체 Medium "/>
                  </a:rPr>
                  <a:t>Long Term Memory</a:t>
                </a:r>
                <a:endParaRPr kumimoji="0" lang="ko-KR" altLang="en-US" sz="800" u="none" strike="noStrike" kern="1200" cap="none" spc="-30" normalizeH="0" baseline="0" noProof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endParaRPr>
              </a:p>
            </p:txBody>
          </p:sp>
          <p:sp>
            <p:nvSpPr>
              <p:cNvPr id="993" name="직사각형 992">
                <a:extLst>
                  <a:ext uri="{FF2B5EF4-FFF2-40B4-BE49-F238E27FC236}">
                    <a16:creationId xmlns:a16="http://schemas.microsoft.com/office/drawing/2014/main" id="{F4908FBB-4EE5-F2C8-094D-975C222989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6759" y="2717841"/>
                <a:ext cx="696603" cy="286108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rgbClr val="BFBFB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1" indent="0" algn="ctr" defTabSz="104298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u="none" strike="noStrike" kern="1200" cap="none" spc="-30" normalizeH="0" baseline="0" noProof="0" err="1">
                    <a:ln>
                      <a:solidFill>
                        <a:srgbClr val="1EB3E2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  <a:cs typeface="KoPub돋움체 Medium  Medium" panose="02000603000000020004" pitchFamily="50" charset="-127"/>
                    <a:sym typeface="KoPub돋움체 Medium "/>
                  </a:rPr>
                  <a:t>NoSql</a:t>
                </a:r>
                <a:endParaRPr kumimoji="0" lang="ko-KR" altLang="en-US" sz="700" u="none" strike="noStrike" kern="1200" cap="none" spc="-30" normalizeH="0" baseline="0" noProof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endParaRPr>
              </a:p>
            </p:txBody>
          </p:sp>
          <p:sp>
            <p:nvSpPr>
              <p:cNvPr id="994" name="직사각형 993">
                <a:extLst>
                  <a:ext uri="{FF2B5EF4-FFF2-40B4-BE49-F238E27FC236}">
                    <a16:creationId xmlns:a16="http://schemas.microsoft.com/office/drawing/2014/main" id="{A9AC7CE5-6E38-9E72-453A-E6E08EC667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6759" y="3053121"/>
                <a:ext cx="696603" cy="286108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rgbClr val="BFBFB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1" indent="0" algn="ctr" defTabSz="104298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u="none" strike="noStrike" kern="1200" cap="none" spc="-30" normalizeH="0" baseline="0" noProof="0">
                    <a:ln>
                      <a:solidFill>
                        <a:srgbClr val="1EB3E2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  <a:cs typeface="KoPub돋움체 Medium  Medium" panose="02000603000000020004" pitchFamily="50" charset="-127"/>
                    <a:sym typeface="KoPub돋움체 Medium "/>
                  </a:rPr>
                  <a:t>Relational</a:t>
                </a:r>
              </a:p>
              <a:p>
                <a:pPr marL="0" marR="0" lvl="1" indent="0" algn="ctr" defTabSz="104298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u="none" strike="noStrike" kern="1200" cap="none" spc="-30" normalizeH="0" baseline="0" noProof="0">
                    <a:ln>
                      <a:solidFill>
                        <a:srgbClr val="1EB3E2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  <a:cs typeface="KoPub돋움체 Medium  Medium" panose="02000603000000020004" pitchFamily="50" charset="-127"/>
                    <a:sym typeface="KoPub돋움체 Medium "/>
                  </a:rPr>
                  <a:t>DB</a:t>
                </a:r>
                <a:endParaRPr kumimoji="0" lang="ko-KR" altLang="en-US" sz="700" u="none" strike="noStrike" kern="1200" cap="none" spc="-30" normalizeH="0" baseline="0" noProof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endParaRPr>
              </a:p>
            </p:txBody>
          </p:sp>
        </p:grpSp>
        <p:grpSp>
          <p:nvGrpSpPr>
            <p:cNvPr id="904" name="그룹 903">
              <a:extLst>
                <a:ext uri="{FF2B5EF4-FFF2-40B4-BE49-F238E27FC236}">
                  <a16:creationId xmlns:a16="http://schemas.microsoft.com/office/drawing/2014/main" id="{D0B3BCF9-C01D-089E-0A61-14E168F7D26C}"/>
                </a:ext>
              </a:extLst>
            </p:cNvPr>
            <p:cNvGrpSpPr/>
            <p:nvPr/>
          </p:nvGrpSpPr>
          <p:grpSpPr>
            <a:xfrm>
              <a:off x="1289775" y="2642412"/>
              <a:ext cx="720000" cy="1132729"/>
              <a:chOff x="1292818" y="2642412"/>
              <a:chExt cx="720000" cy="1132729"/>
            </a:xfrm>
          </p:grpSpPr>
          <p:sp>
            <p:nvSpPr>
              <p:cNvPr id="905" name="직사각형 904">
                <a:extLst>
                  <a:ext uri="{FF2B5EF4-FFF2-40B4-BE49-F238E27FC236}">
                    <a16:creationId xmlns:a16="http://schemas.microsoft.com/office/drawing/2014/main" id="{DD801DAB-6492-275F-E15E-2F565249FF45}"/>
                  </a:ext>
                </a:extLst>
              </p:cNvPr>
              <p:cNvSpPr/>
              <p:nvPr/>
            </p:nvSpPr>
            <p:spPr>
              <a:xfrm>
                <a:off x="1292818" y="2642412"/>
                <a:ext cx="720000" cy="324000"/>
              </a:xfrm>
              <a:prstGeom prst="rect">
                <a:avLst/>
              </a:prstGeom>
              <a:solidFill>
                <a:srgbClr val="0099FF">
                  <a:alpha val="1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1516258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271AA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0" lang="en-US" altLang="ko-KR" sz="700" u="none" strike="noStrike" kern="1200" cap="none" spc="-30" normalizeH="0" baseline="0" noProof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Semantic</a:t>
                </a:r>
              </a:p>
              <a:p>
                <a:pPr marL="0" marR="0" lvl="0" indent="0" algn="ctr" defTabSz="1516258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271AA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0" lang="en-US" altLang="ko-KR" sz="700" u="none" strike="noStrike" kern="1200" cap="none" spc="-30" normalizeH="0" baseline="0" noProof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Memory</a:t>
                </a:r>
              </a:p>
            </p:txBody>
          </p:sp>
          <p:sp>
            <p:nvSpPr>
              <p:cNvPr id="906" name="직사각형 905">
                <a:extLst>
                  <a:ext uri="{FF2B5EF4-FFF2-40B4-BE49-F238E27FC236}">
                    <a16:creationId xmlns:a16="http://schemas.microsoft.com/office/drawing/2014/main" id="{33E1B01A-505C-BA0F-6835-13535BDC060F}"/>
                  </a:ext>
                </a:extLst>
              </p:cNvPr>
              <p:cNvSpPr/>
              <p:nvPr/>
            </p:nvSpPr>
            <p:spPr>
              <a:xfrm>
                <a:off x="1292818" y="3046777"/>
                <a:ext cx="720000" cy="324000"/>
              </a:xfrm>
              <a:prstGeom prst="rect">
                <a:avLst/>
              </a:prstGeom>
              <a:solidFill>
                <a:srgbClr val="0099FF">
                  <a:alpha val="1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1516258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271AA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0" lang="en-US" altLang="ko-KR" sz="700" u="none" strike="noStrike" kern="1200" cap="none" spc="-30" normalizeH="0" baseline="0" noProof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User</a:t>
                </a:r>
              </a:p>
              <a:p>
                <a:pPr marL="0" marR="0" lvl="0" indent="0" algn="ctr" defTabSz="1516258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271AA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0" lang="en-US" altLang="ko-KR" sz="700" u="none" strike="noStrike" kern="1200" cap="none" spc="-30" normalizeH="0" baseline="0" noProof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Preferences</a:t>
                </a:r>
              </a:p>
            </p:txBody>
          </p:sp>
          <p:sp>
            <p:nvSpPr>
              <p:cNvPr id="991" name="직사각형 990">
                <a:extLst>
                  <a:ext uri="{FF2B5EF4-FFF2-40B4-BE49-F238E27FC236}">
                    <a16:creationId xmlns:a16="http://schemas.microsoft.com/office/drawing/2014/main" id="{016DC98C-7D38-E491-0B72-BF70E954C4FF}"/>
                  </a:ext>
                </a:extLst>
              </p:cNvPr>
              <p:cNvSpPr/>
              <p:nvPr/>
            </p:nvSpPr>
            <p:spPr>
              <a:xfrm>
                <a:off x="1292818" y="3451141"/>
                <a:ext cx="720000" cy="324000"/>
              </a:xfrm>
              <a:prstGeom prst="rect">
                <a:avLst/>
              </a:prstGeom>
              <a:solidFill>
                <a:srgbClr val="0099FF">
                  <a:alpha val="1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1516258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271AA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0" lang="en-US" altLang="ko-KR" sz="700" u="none" strike="noStrike" kern="1200" cap="none" spc="-30" normalizeH="0" baseline="0" noProof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Summary</a:t>
                </a:r>
              </a:p>
              <a:p>
                <a:pPr marL="0" marR="0" lvl="0" indent="0" algn="ctr" defTabSz="1516258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271AA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0" lang="en-US" altLang="ko-KR" sz="700" u="none" strike="noStrike" kern="1200" cap="none" spc="-30" normalizeH="0" baseline="0" noProof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Memory</a:t>
                </a:r>
              </a:p>
            </p:txBody>
          </p:sp>
        </p:grpSp>
      </p:grpSp>
      <p:grpSp>
        <p:nvGrpSpPr>
          <p:cNvPr id="998" name="그룹 997">
            <a:extLst>
              <a:ext uri="{FF2B5EF4-FFF2-40B4-BE49-F238E27FC236}">
                <a16:creationId xmlns:a16="http://schemas.microsoft.com/office/drawing/2014/main" id="{5C23F72C-5890-648B-4A8F-A3D00D8B68ED}"/>
              </a:ext>
            </a:extLst>
          </p:cNvPr>
          <p:cNvGrpSpPr/>
          <p:nvPr/>
        </p:nvGrpSpPr>
        <p:grpSpPr>
          <a:xfrm>
            <a:off x="428354" y="2602848"/>
            <a:ext cx="3353294" cy="416529"/>
            <a:chOff x="392430" y="4335220"/>
            <a:chExt cx="4057486" cy="504000"/>
          </a:xfrm>
        </p:grpSpPr>
        <p:sp>
          <p:nvSpPr>
            <p:cNvPr id="999" name="직사각형 998">
              <a:extLst>
                <a:ext uri="{FF2B5EF4-FFF2-40B4-BE49-F238E27FC236}">
                  <a16:creationId xmlns:a16="http://schemas.microsoft.com/office/drawing/2014/main" id="{19727680-7D82-E13D-4B86-B09DB527BF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5383" y="4335220"/>
              <a:ext cx="968807" cy="504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u="none" strike="noStrike" kern="1200" cap="none" spc="-30" normalizeH="0" baseline="0" noProof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Prompt</a:t>
              </a:r>
            </a:p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u="none" strike="noStrike" kern="1200" cap="none" spc="-30" normalizeH="0" baseline="0" noProof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Management</a:t>
              </a:r>
              <a:endParaRPr kumimoji="0" lang="ko-KR" altLang="en-US" sz="800" u="none" strike="noStrike" kern="1200" cap="none" spc="-30" normalizeH="0" baseline="0" noProof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KoPub돋움체 Medium  Medium" panose="02000603000000020004" pitchFamily="50" charset="-127"/>
                <a:sym typeface="KoPub돋움체 Medium "/>
              </a:endParaRPr>
            </a:p>
          </p:txBody>
        </p:sp>
        <p:sp>
          <p:nvSpPr>
            <p:cNvPr id="1000" name="직사각형 999">
              <a:extLst>
                <a:ext uri="{FF2B5EF4-FFF2-40B4-BE49-F238E27FC236}">
                  <a16:creationId xmlns:a16="http://schemas.microsoft.com/office/drawing/2014/main" id="{E282C969-5A50-ECB7-87D0-D2E6A54DB3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5706" y="4335220"/>
              <a:ext cx="968807" cy="504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u="none" strike="noStrike" kern="1200" cap="none" spc="-30" normalizeH="0" baseline="0" noProof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User</a:t>
              </a:r>
            </a:p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u="none" strike="noStrike" kern="1200" cap="none" spc="-30" normalizeH="0" baseline="0" noProof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Preferences</a:t>
              </a:r>
            </a:p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u="none" strike="noStrike" kern="1200" cap="none" spc="-30" normalizeH="0" baseline="0" noProof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Client</a:t>
              </a:r>
              <a:endParaRPr kumimoji="0" lang="ko-KR" altLang="en-US" sz="800" u="none" strike="noStrike" kern="1200" cap="none" spc="-30" normalizeH="0" baseline="0" noProof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KoPub돋움체 Medium  Medium" panose="02000603000000020004" pitchFamily="50" charset="-127"/>
                <a:sym typeface="KoPub돋움체 Medium "/>
              </a:endParaRPr>
            </a:p>
          </p:txBody>
        </p:sp>
        <p:sp>
          <p:nvSpPr>
            <p:cNvPr id="1001" name="직사각형 1000">
              <a:extLst>
                <a:ext uri="{FF2B5EF4-FFF2-40B4-BE49-F238E27FC236}">
                  <a16:creationId xmlns:a16="http://schemas.microsoft.com/office/drawing/2014/main" id="{00DDC583-91DE-AE02-C98D-F5B973DA94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430" y="4335220"/>
              <a:ext cx="922406" cy="504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u="none" strike="noStrike" kern="1200" cap="none" spc="-30" normalizeH="0" baseline="0" noProof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State</a:t>
              </a:r>
            </a:p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u="none" strike="noStrike" kern="1200" cap="none" spc="-30" normalizeH="0" baseline="0" noProof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Client</a:t>
              </a:r>
              <a:endParaRPr kumimoji="0" lang="ko-KR" altLang="en-US" sz="800" u="none" strike="noStrike" kern="1200" cap="none" spc="-30" normalizeH="0" baseline="0" noProof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KoPub돋움체 Medium  Medium" panose="02000603000000020004" pitchFamily="50" charset="-127"/>
                <a:sym typeface="KoPub돋움체 Medium "/>
              </a:endParaRPr>
            </a:p>
          </p:txBody>
        </p:sp>
        <p:sp>
          <p:nvSpPr>
            <p:cNvPr id="1002" name="직사각형 1001">
              <a:extLst>
                <a:ext uri="{FF2B5EF4-FFF2-40B4-BE49-F238E27FC236}">
                  <a16:creationId xmlns:a16="http://schemas.microsoft.com/office/drawing/2014/main" id="{6324E8AF-896E-0299-6733-71F49CC251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5061" y="4335220"/>
              <a:ext cx="864855" cy="504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u="none" strike="noStrike" kern="1200" cap="none" spc="-30" normalizeH="0" baseline="0" noProof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Search/</a:t>
              </a:r>
            </a:p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u="none" strike="noStrike" kern="1200" cap="none" spc="-30" normalizeH="0" baseline="0" noProof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Retrieval</a:t>
              </a:r>
              <a:endParaRPr kumimoji="0" lang="ko-KR" altLang="en-US" sz="800" u="none" strike="noStrike" kern="1200" cap="none" spc="-30" normalizeH="0" baseline="0" noProof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KoPub돋움체 Medium  Medium" panose="02000603000000020004" pitchFamily="50" charset="-127"/>
                <a:sym typeface="KoPub돋움체 Medium "/>
              </a:endParaRPr>
            </a:p>
          </p:txBody>
        </p:sp>
      </p:grpSp>
      <p:sp>
        <p:nvSpPr>
          <p:cNvPr id="1003" name="TextBox 198">
            <a:extLst>
              <a:ext uri="{FF2B5EF4-FFF2-40B4-BE49-F238E27FC236}">
                <a16:creationId xmlns:a16="http://schemas.microsoft.com/office/drawing/2014/main" id="{A3D713B4-74F9-D412-AA47-2EA292122B66}"/>
              </a:ext>
            </a:extLst>
          </p:cNvPr>
          <p:cNvSpPr txBox="1"/>
          <p:nvPr/>
        </p:nvSpPr>
        <p:spPr>
          <a:xfrm>
            <a:off x="3723398" y="3859453"/>
            <a:ext cx="5020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</a:rPr>
              <a:t>MCP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</a:rPr>
              <a:t>Protocol</a:t>
            </a:r>
            <a:endParaRPr kumimoji="0" lang="ko-KR" altLang="en-US" sz="60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004" name="모서리가 둥근 직사각형 160">
            <a:extLst>
              <a:ext uri="{FF2B5EF4-FFF2-40B4-BE49-F238E27FC236}">
                <a16:creationId xmlns:a16="http://schemas.microsoft.com/office/drawing/2014/main" id="{4B5DA8B0-29AC-442F-0107-85F571C2EBDE}"/>
              </a:ext>
            </a:extLst>
          </p:cNvPr>
          <p:cNvSpPr/>
          <p:nvPr/>
        </p:nvSpPr>
        <p:spPr bwMode="auto">
          <a:xfrm flipH="1">
            <a:off x="2733707" y="2391395"/>
            <a:ext cx="178512" cy="178512"/>
          </a:xfrm>
          <a:prstGeom prst="ellipse">
            <a:avLst/>
          </a:prstGeom>
          <a:solidFill>
            <a:srgbClr val="9CA5AC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5918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u="none" strike="noStrike" kern="1200" cap="none" spc="-30" normalizeH="0" baseline="0" noProof="0">
                <a:ln>
                  <a:solidFill>
                    <a:srgbClr val="C7CED2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KoPub돋움체 Medium  Medium" panose="02000603000000020004" pitchFamily="50" charset="-127"/>
              </a:rPr>
              <a:t>1</a:t>
            </a:r>
            <a:endParaRPr kumimoji="0" lang="ko-KR" altLang="en-US" sz="700" u="none" strike="noStrike" kern="1200" cap="none" spc="-30" normalizeH="0" baseline="0" noProof="0">
              <a:ln>
                <a:solidFill>
                  <a:srgbClr val="C7CED2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KoPub돋움체 Medium  Medium" panose="02000603000000020004" pitchFamily="50" charset="-127"/>
            </a:endParaRPr>
          </a:p>
        </p:txBody>
      </p:sp>
      <p:sp>
        <p:nvSpPr>
          <p:cNvPr id="1005" name="모서리가 둥근 직사각형 160">
            <a:extLst>
              <a:ext uri="{FF2B5EF4-FFF2-40B4-BE49-F238E27FC236}">
                <a16:creationId xmlns:a16="http://schemas.microsoft.com/office/drawing/2014/main" id="{3EF3CEC2-A69C-BF04-5412-616D08060A32}"/>
              </a:ext>
            </a:extLst>
          </p:cNvPr>
          <p:cNvSpPr/>
          <p:nvPr/>
        </p:nvSpPr>
        <p:spPr bwMode="auto">
          <a:xfrm flipH="1">
            <a:off x="4698628" y="2381609"/>
            <a:ext cx="178512" cy="178512"/>
          </a:xfrm>
          <a:prstGeom prst="ellipse">
            <a:avLst/>
          </a:prstGeom>
          <a:solidFill>
            <a:srgbClr val="9CA5AC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5918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u="none" strike="noStrike" kern="1200" cap="none" spc="-30" normalizeH="0" baseline="0" noProof="0">
                <a:ln>
                  <a:solidFill>
                    <a:srgbClr val="C7CED2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KoPub돋움체 Medium  Medium" panose="02000603000000020004" pitchFamily="50" charset="-127"/>
              </a:rPr>
              <a:t>2</a:t>
            </a:r>
            <a:endParaRPr kumimoji="0" lang="ko-KR" altLang="en-US" sz="700" u="none" strike="noStrike" kern="1200" cap="none" spc="-30" normalizeH="0" baseline="0" noProof="0">
              <a:ln>
                <a:solidFill>
                  <a:srgbClr val="C7CED2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KoPub돋움체 Medium  Medium" panose="02000603000000020004" pitchFamily="50" charset="-127"/>
            </a:endParaRPr>
          </a:p>
        </p:txBody>
      </p:sp>
      <p:sp>
        <p:nvSpPr>
          <p:cNvPr id="1006" name="모서리가 둥근 직사각형 160">
            <a:extLst>
              <a:ext uri="{FF2B5EF4-FFF2-40B4-BE49-F238E27FC236}">
                <a16:creationId xmlns:a16="http://schemas.microsoft.com/office/drawing/2014/main" id="{D10C255D-CAC9-8BFD-353F-2CF35D834555}"/>
              </a:ext>
            </a:extLst>
          </p:cNvPr>
          <p:cNvSpPr/>
          <p:nvPr/>
        </p:nvSpPr>
        <p:spPr bwMode="auto">
          <a:xfrm flipH="1">
            <a:off x="988030" y="935216"/>
            <a:ext cx="178512" cy="178512"/>
          </a:xfrm>
          <a:prstGeom prst="ellipse">
            <a:avLst/>
          </a:prstGeom>
          <a:solidFill>
            <a:srgbClr val="9CA5AC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5918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u="none" strike="noStrike" kern="1200" cap="none" spc="-30" normalizeH="0" baseline="0" noProof="0">
                <a:ln>
                  <a:solidFill>
                    <a:srgbClr val="C7CED2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KoPub돋움체 Medium  Medium" panose="02000603000000020004" pitchFamily="50" charset="-127"/>
              </a:rPr>
              <a:t>3</a:t>
            </a:r>
            <a:endParaRPr kumimoji="0" lang="ko-KR" altLang="en-US" sz="700" u="none" strike="noStrike" kern="1200" cap="none" spc="-30" normalizeH="0" baseline="0" noProof="0">
              <a:ln>
                <a:solidFill>
                  <a:srgbClr val="C7CED2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KoPub돋움체 Medium  Medium" panose="02000603000000020004" pitchFamily="50" charset="-127"/>
            </a:endParaRPr>
          </a:p>
        </p:txBody>
      </p:sp>
      <p:sp>
        <p:nvSpPr>
          <p:cNvPr id="1007" name="모서리가 둥근 직사각형 160">
            <a:extLst>
              <a:ext uri="{FF2B5EF4-FFF2-40B4-BE49-F238E27FC236}">
                <a16:creationId xmlns:a16="http://schemas.microsoft.com/office/drawing/2014/main" id="{AEA1B9D2-F85E-97EA-8B2C-9F0BA8E2724F}"/>
              </a:ext>
            </a:extLst>
          </p:cNvPr>
          <p:cNvSpPr/>
          <p:nvPr/>
        </p:nvSpPr>
        <p:spPr bwMode="auto">
          <a:xfrm flipH="1">
            <a:off x="2609559" y="943915"/>
            <a:ext cx="178512" cy="178512"/>
          </a:xfrm>
          <a:prstGeom prst="ellipse">
            <a:avLst/>
          </a:prstGeom>
          <a:solidFill>
            <a:srgbClr val="9CA5AC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5918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u="none" strike="noStrike" kern="1200" cap="none" spc="-30" normalizeH="0" baseline="0" noProof="0">
                <a:ln>
                  <a:solidFill>
                    <a:srgbClr val="C7CED2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KoPub돋움체 Medium  Medium" panose="02000603000000020004" pitchFamily="50" charset="-127"/>
              </a:rPr>
              <a:t>4</a:t>
            </a:r>
            <a:endParaRPr kumimoji="0" lang="ko-KR" altLang="en-US" sz="700" u="none" strike="noStrike" kern="1200" cap="none" spc="-30" normalizeH="0" baseline="0" noProof="0">
              <a:ln>
                <a:solidFill>
                  <a:srgbClr val="C7CED2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KoPub돋움체 Medium  Medium" panose="02000603000000020004" pitchFamily="50" charset="-127"/>
            </a:endParaRPr>
          </a:p>
        </p:txBody>
      </p:sp>
      <p:sp>
        <p:nvSpPr>
          <p:cNvPr id="1008" name="모서리가 둥근 직사각형 160">
            <a:extLst>
              <a:ext uri="{FF2B5EF4-FFF2-40B4-BE49-F238E27FC236}">
                <a16:creationId xmlns:a16="http://schemas.microsoft.com/office/drawing/2014/main" id="{333D3C68-FB13-B255-22C2-4CEBE31114DF}"/>
              </a:ext>
            </a:extLst>
          </p:cNvPr>
          <p:cNvSpPr/>
          <p:nvPr/>
        </p:nvSpPr>
        <p:spPr bwMode="auto">
          <a:xfrm flipH="1">
            <a:off x="3830546" y="952838"/>
            <a:ext cx="178512" cy="178512"/>
          </a:xfrm>
          <a:prstGeom prst="ellipse">
            <a:avLst/>
          </a:prstGeom>
          <a:solidFill>
            <a:srgbClr val="9CA5AC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5918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u="none" strike="noStrike" kern="1200" cap="none" spc="-30" normalizeH="0" baseline="0" noProof="0">
                <a:ln>
                  <a:solidFill>
                    <a:srgbClr val="C7CED2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KoPub돋움체 Medium  Medium" panose="02000603000000020004" pitchFamily="50" charset="-127"/>
              </a:rPr>
              <a:t>5</a:t>
            </a:r>
            <a:endParaRPr kumimoji="0" lang="ko-KR" altLang="en-US" sz="700" u="none" strike="noStrike" kern="1200" cap="none" spc="-30" normalizeH="0" baseline="0" noProof="0">
              <a:ln>
                <a:solidFill>
                  <a:srgbClr val="C7CED2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KoPub돋움체 Medium  Medium" panose="02000603000000020004" pitchFamily="50" charset="-127"/>
            </a:endParaRPr>
          </a:p>
        </p:txBody>
      </p:sp>
      <p:sp>
        <p:nvSpPr>
          <p:cNvPr id="1009" name="직사각형 1008">
            <a:extLst>
              <a:ext uri="{FF2B5EF4-FFF2-40B4-BE49-F238E27FC236}">
                <a16:creationId xmlns:a16="http://schemas.microsoft.com/office/drawing/2014/main" id="{0CC891A9-5A7B-421D-5AB8-6C8664511375}"/>
              </a:ext>
            </a:extLst>
          </p:cNvPr>
          <p:cNvSpPr/>
          <p:nvPr/>
        </p:nvSpPr>
        <p:spPr>
          <a:xfrm>
            <a:off x="367780" y="4323981"/>
            <a:ext cx="2921160" cy="522288"/>
          </a:xfrm>
          <a:prstGeom prst="rect">
            <a:avLst/>
          </a:prstGeom>
          <a:solidFill>
            <a:schemeClr val="bg1"/>
          </a:solidFill>
          <a:ln w="3175">
            <a:solidFill>
              <a:srgbClr val="C7CE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1516258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271AA"/>
              </a:buClr>
              <a:buSzPct val="140000"/>
              <a:buFontTx/>
              <a:buNone/>
              <a:tabLst>
                <a:tab pos="5648325" algn="l"/>
              </a:tabLst>
              <a:defRPr/>
            </a:pPr>
            <a:r>
              <a:rPr kumimoji="0" lang="en-US" altLang="ko-KR" sz="1050" u="none" strike="noStrike" kern="1200" cap="none" spc="-30" normalizeH="0" baseline="0" noProof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</a:rPr>
              <a:t>LLM</a:t>
            </a:r>
            <a:endParaRPr kumimoji="0" lang="en-US" altLang="ko-KR" sz="800" u="none" strike="noStrike" kern="1200" cap="none" spc="-30" normalizeH="0" baseline="0" noProof="0">
              <a:ln>
                <a:solidFill>
                  <a:srgbClr val="1EB3E2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grpSp>
        <p:nvGrpSpPr>
          <p:cNvPr id="1010" name="그룹 1009">
            <a:extLst>
              <a:ext uri="{FF2B5EF4-FFF2-40B4-BE49-F238E27FC236}">
                <a16:creationId xmlns:a16="http://schemas.microsoft.com/office/drawing/2014/main" id="{7248A434-C5B7-AD3C-0FF6-2AB7F460E541}"/>
              </a:ext>
            </a:extLst>
          </p:cNvPr>
          <p:cNvGrpSpPr/>
          <p:nvPr/>
        </p:nvGrpSpPr>
        <p:grpSpPr>
          <a:xfrm>
            <a:off x="6447855" y="1044456"/>
            <a:ext cx="2321413" cy="857760"/>
            <a:chOff x="7433951" y="2421983"/>
            <a:chExt cx="2845112" cy="1037889"/>
          </a:xfrm>
        </p:grpSpPr>
        <p:sp>
          <p:nvSpPr>
            <p:cNvPr id="1011" name="모서리가 둥근 직사각형 16">
              <a:extLst>
                <a:ext uri="{FF2B5EF4-FFF2-40B4-BE49-F238E27FC236}">
                  <a16:creationId xmlns:a16="http://schemas.microsoft.com/office/drawing/2014/main" id="{BC8ED7F0-AE07-775A-067F-256ACCD80AC9}"/>
                </a:ext>
              </a:extLst>
            </p:cNvPr>
            <p:cNvSpPr/>
            <p:nvPr/>
          </p:nvSpPr>
          <p:spPr bwMode="auto">
            <a:xfrm flipH="1">
              <a:off x="7433951" y="2421983"/>
              <a:ext cx="2845111" cy="29792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80975" marR="0" lvl="1" indent="0" algn="l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271AA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r>
                <a:rPr kumimoji="0" lang="en-US" altLang="ko-KR" sz="1000" b="1" u="none" strike="noStrike" kern="1200" cap="none" spc="-30" normalizeH="0" baseline="0" noProof="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  <a:sym typeface="KoPub돋움체 Medium "/>
                </a:rPr>
                <a:t>AI Agent</a:t>
              </a:r>
              <a:endParaRPr kumimoji="0" lang="ko-KR" altLang="en-US" sz="1000" b="1" u="none" strike="noStrike" kern="1200" cap="none" spc="-30" normalizeH="0" baseline="0" noProof="0" dirty="0">
                <a:ln>
                  <a:solidFill>
                    <a:srgbClr val="0099FF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Pretendard" panose="02000503000000020004" pitchFamily="2" charset="-127"/>
                <a:sym typeface="KoPub돋움체 Medium "/>
              </a:endParaRPr>
            </a:p>
          </p:txBody>
        </p:sp>
        <p:sp>
          <p:nvSpPr>
            <p:cNvPr id="1012" name="텍스트 개체 틀 16">
              <a:extLst>
                <a:ext uri="{FF2B5EF4-FFF2-40B4-BE49-F238E27FC236}">
                  <a16:creationId xmlns:a16="http://schemas.microsoft.com/office/drawing/2014/main" id="{E98EB745-4F84-A9DF-DB39-68CF09DBE78E}"/>
                </a:ext>
              </a:extLst>
            </p:cNvPr>
            <p:cNvSpPr txBox="1">
              <a:spLocks/>
            </p:cNvSpPr>
            <p:nvPr/>
          </p:nvSpPr>
          <p:spPr>
            <a:xfrm>
              <a:off x="7535396" y="2742983"/>
              <a:ext cx="2743667" cy="716889"/>
            </a:xfrm>
            <a:prstGeom prst="rect">
              <a:avLst/>
            </a:prstGeom>
          </p:spPr>
          <p:txBody>
            <a:bodyPr wrap="square" lIns="72000" tIns="0" rIns="0" bIns="0" anchor="t">
              <a:spAutoFit/>
            </a:bodyPr>
            <a:lstStyle>
              <a:defPPr>
                <a:defRPr lang="en-US"/>
              </a:defPPr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KoPub돋움체 Medium 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92075" marR="0" lvl="0" indent="-92075" algn="l" defTabSz="914400" rtl="0" eaLnBrk="1" fontAlgn="base" latinLnBrk="0" hangingPunct="1">
                <a:lnSpc>
                  <a:spcPct val="100000"/>
                </a:lnSpc>
                <a:spcBef>
                  <a:spcPts val="300"/>
                </a:spcBef>
                <a:spcAft>
                  <a:spcPct val="0"/>
                </a:spcAft>
                <a:buClrTx/>
                <a:buSzPct val="80000"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900" u="none" strike="noStrike" kern="1200" cap="none" spc="-30" normalizeH="0" baseline="0" noProof="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목표를 이해하고</a:t>
              </a:r>
              <a:r>
                <a:rPr kumimoji="1" lang="en-US" altLang="ko-KR" sz="900" u="none" strike="noStrike" kern="1200" cap="none" spc="-30" normalizeH="0" baseline="0" noProof="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, </a:t>
              </a:r>
              <a:r>
                <a:rPr kumimoji="1" lang="ko-KR" altLang="en-US" sz="900" u="none" strike="noStrike" kern="1200" cap="none" spc="-30" normalizeH="0" baseline="0" noProof="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스스로 계획</a:t>
              </a:r>
              <a:r>
                <a:rPr kumimoji="1" lang="en-US" altLang="ko-KR" sz="900" u="none" strike="noStrike" kern="1200" cap="none" spc="-30" normalizeH="0" baseline="0" noProof="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·</a:t>
              </a:r>
              <a:r>
                <a:rPr kumimoji="1" lang="ko-KR" altLang="en-US" sz="900" u="none" strike="noStrike" kern="1200" cap="none" spc="-30" normalizeH="0" baseline="0" noProof="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실행까지 하는 자율형 </a:t>
              </a:r>
              <a:r>
                <a:rPr kumimoji="1" lang="en-US" altLang="ko-KR" sz="900" u="none" strike="noStrike" kern="1200" cap="none" spc="-30" normalizeH="0" baseline="0" noProof="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AI</a:t>
              </a:r>
            </a:p>
            <a:p>
              <a:pPr marL="92075" marR="0" lvl="0" indent="-92075" algn="l" defTabSz="914400" rtl="0" eaLnBrk="1" fontAlgn="base" latinLnBrk="0" hangingPunct="1">
                <a:lnSpc>
                  <a:spcPct val="100000"/>
                </a:lnSpc>
                <a:spcBef>
                  <a:spcPts val="300"/>
                </a:spcBef>
                <a:spcAft>
                  <a:spcPct val="0"/>
                </a:spcAft>
                <a:buClrTx/>
                <a:buSzPct val="80000"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900" u="none" strike="noStrike" kern="1200" cap="none" spc="-30" normalizeH="0" baseline="0" noProof="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질문에 답하는 것뿐 아니라</a:t>
              </a:r>
              <a:r>
                <a:rPr kumimoji="1" lang="en-US" altLang="ko-KR" sz="900" u="none" strike="noStrike" kern="1200" cap="none" spc="-30" normalizeH="0" baseline="0" noProof="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, </a:t>
              </a:r>
              <a:r>
                <a:rPr kumimoji="1" lang="ko-KR" altLang="en-US" sz="900" u="none" strike="noStrike" kern="1200" cap="none" spc="-30" normalizeH="0" baseline="0" noProof="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외부 도구</a:t>
              </a:r>
              <a:r>
                <a:rPr kumimoji="1" lang="en-US" altLang="ko-KR" sz="900" u="none" strike="noStrike" kern="1200" cap="none" spc="-30" normalizeH="0" baseline="0" noProof="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·</a:t>
              </a:r>
              <a:r>
                <a:rPr kumimoji="1" lang="ko-KR" altLang="en-US" sz="900" u="none" strike="noStrike" kern="1200" cap="none" spc="-30" normalizeH="0" baseline="0" noProof="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시스템을 써서 실제 작업을 처리</a:t>
              </a:r>
            </a:p>
          </p:txBody>
        </p:sp>
        <p:sp>
          <p:nvSpPr>
            <p:cNvPr id="1013" name="모서리가 둥근 직사각형 160">
              <a:extLst>
                <a:ext uri="{FF2B5EF4-FFF2-40B4-BE49-F238E27FC236}">
                  <a16:creationId xmlns:a16="http://schemas.microsoft.com/office/drawing/2014/main" id="{B9F9BAF4-41DB-9A5B-EC5B-35C7EDF3F221}"/>
                </a:ext>
              </a:extLst>
            </p:cNvPr>
            <p:cNvSpPr/>
            <p:nvPr/>
          </p:nvSpPr>
          <p:spPr bwMode="auto">
            <a:xfrm flipH="1">
              <a:off x="7483897" y="2470482"/>
              <a:ext cx="180000" cy="180000"/>
            </a:xfrm>
            <a:prstGeom prst="ellipse">
              <a:avLst/>
            </a:prstGeom>
            <a:solidFill>
              <a:srgbClr val="9CA5AC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5918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u="none" strike="noStrike" kern="1200" cap="none" spc="-30" normalizeH="0" baseline="0" noProof="0">
                  <a:ln>
                    <a:solidFill>
                      <a:srgbClr val="C7CED2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1</a:t>
              </a:r>
              <a:endParaRPr kumimoji="0" lang="ko-KR" altLang="en-US" sz="700" u="none" strike="noStrike" kern="1200" cap="none" spc="-30" normalizeH="0" baseline="0" noProof="0">
                <a:ln>
                  <a:solidFill>
                    <a:srgbClr val="C7CED2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1014" name="그룹 1013">
            <a:extLst>
              <a:ext uri="{FF2B5EF4-FFF2-40B4-BE49-F238E27FC236}">
                <a16:creationId xmlns:a16="http://schemas.microsoft.com/office/drawing/2014/main" id="{14C1B046-503C-C225-7780-18B3DD003C5B}"/>
              </a:ext>
            </a:extLst>
          </p:cNvPr>
          <p:cNvGrpSpPr/>
          <p:nvPr/>
        </p:nvGrpSpPr>
        <p:grpSpPr>
          <a:xfrm>
            <a:off x="6447855" y="1903413"/>
            <a:ext cx="2321413" cy="857760"/>
            <a:chOff x="7433951" y="2421983"/>
            <a:chExt cx="2845112" cy="1037889"/>
          </a:xfrm>
        </p:grpSpPr>
        <p:sp>
          <p:nvSpPr>
            <p:cNvPr id="1015" name="모서리가 둥근 직사각형 16">
              <a:extLst>
                <a:ext uri="{FF2B5EF4-FFF2-40B4-BE49-F238E27FC236}">
                  <a16:creationId xmlns:a16="http://schemas.microsoft.com/office/drawing/2014/main" id="{2043748D-EE7E-8048-A912-8F05A72366F6}"/>
                </a:ext>
              </a:extLst>
            </p:cNvPr>
            <p:cNvSpPr/>
            <p:nvPr/>
          </p:nvSpPr>
          <p:spPr bwMode="auto">
            <a:xfrm flipH="1">
              <a:off x="7433951" y="2421983"/>
              <a:ext cx="2845111" cy="29792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80975" marR="0" lvl="1" indent="0" algn="l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271AA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r>
                <a:rPr kumimoji="0" lang="en-US" altLang="ko-KR" sz="1000" b="1" u="none" strike="noStrike" kern="1200" cap="none" spc="-30" normalizeH="0" baseline="0" noProof="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  <a:sym typeface="KoPub돋움체 Medium "/>
                </a:rPr>
                <a:t>MCP</a:t>
              </a:r>
              <a:endParaRPr kumimoji="0" lang="ko-KR" altLang="en-US" sz="1000" b="1" u="none" strike="noStrike" kern="1200" cap="none" spc="-30" normalizeH="0" baseline="0" noProof="0" dirty="0">
                <a:ln>
                  <a:solidFill>
                    <a:srgbClr val="0099FF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Pretendard" panose="02000503000000020004" pitchFamily="2" charset="-127"/>
                <a:sym typeface="KoPub돋움체 Medium "/>
              </a:endParaRPr>
            </a:p>
          </p:txBody>
        </p:sp>
        <p:sp>
          <p:nvSpPr>
            <p:cNvPr id="1016" name="텍스트 개체 틀 16">
              <a:extLst>
                <a:ext uri="{FF2B5EF4-FFF2-40B4-BE49-F238E27FC236}">
                  <a16:creationId xmlns:a16="http://schemas.microsoft.com/office/drawing/2014/main" id="{0D7059DC-7E21-96C8-781E-59C661FA676D}"/>
                </a:ext>
              </a:extLst>
            </p:cNvPr>
            <p:cNvSpPr txBox="1">
              <a:spLocks/>
            </p:cNvSpPr>
            <p:nvPr/>
          </p:nvSpPr>
          <p:spPr>
            <a:xfrm>
              <a:off x="7535396" y="2742983"/>
              <a:ext cx="2743667" cy="716889"/>
            </a:xfrm>
            <a:prstGeom prst="rect">
              <a:avLst/>
            </a:prstGeom>
          </p:spPr>
          <p:txBody>
            <a:bodyPr wrap="square" lIns="72000" tIns="0" rIns="0" bIns="0" anchor="t">
              <a:spAutoFit/>
            </a:bodyPr>
            <a:lstStyle>
              <a:defPPr>
                <a:defRPr lang="en-US"/>
              </a:defPPr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KoPub돋움체 Medium 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92075" marR="0" lvl="0" indent="-92075" algn="l" defTabSz="914400" rtl="0" eaLnBrk="1" fontAlgn="base" latinLnBrk="0" hangingPunct="1">
                <a:lnSpc>
                  <a:spcPct val="100000"/>
                </a:lnSpc>
                <a:spcBef>
                  <a:spcPts val="300"/>
                </a:spcBef>
                <a:spcAft>
                  <a:spcPct val="0"/>
                </a:spcAft>
                <a:buClrTx/>
                <a:buSzPct val="80000"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900" u="none" strike="noStrike" kern="1200" cap="none" spc="-30" normalizeH="0" baseline="0" noProof="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외부 도구와 데이터</a:t>
              </a:r>
              <a:r>
                <a:rPr kumimoji="1" lang="en-US" altLang="ko-KR" sz="900" u="none" strike="noStrike" kern="1200" cap="none" spc="-30" normalizeH="0" baseline="0" noProof="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, </a:t>
              </a:r>
              <a:r>
                <a:rPr kumimoji="1" lang="ko-KR" altLang="en-US" sz="900" u="none" strike="noStrike" kern="1200" cap="none" spc="-30" normalizeH="0" baseline="0" noProof="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시스템에 표준화된 방식으로 접근할 수 있게 해주는 개방형 프로토콜</a:t>
              </a:r>
              <a:endParaRPr kumimoji="1" lang="en-US" altLang="ko-KR" sz="900" u="none" strike="noStrike" kern="1200" cap="none" spc="-30" normalizeH="0" baseline="0" noProof="0" dirty="0">
                <a:ln>
                  <a:solidFill>
                    <a:srgbClr val="0099FF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Pretendard" panose="02000503000000020004" pitchFamily="2" charset="-127"/>
              </a:endParaRPr>
            </a:p>
            <a:p>
              <a:pPr marL="92075" marR="0" lvl="0" indent="-92075" algn="l" defTabSz="914400" rtl="0" eaLnBrk="1" fontAlgn="base" latinLnBrk="0" hangingPunct="1">
                <a:lnSpc>
                  <a:spcPct val="100000"/>
                </a:lnSpc>
                <a:spcBef>
                  <a:spcPts val="300"/>
                </a:spcBef>
                <a:spcAft>
                  <a:spcPct val="0"/>
                </a:spcAft>
                <a:buClrTx/>
                <a:buSzPct val="80000"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en-US" altLang="ko-KR" sz="900" u="none" strike="noStrike" kern="1200" cap="none" spc="-30" normalizeH="0" baseline="0" noProof="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Legacy </a:t>
              </a:r>
              <a:r>
                <a:rPr kumimoji="1" lang="ko-KR" altLang="en-US" sz="900" u="none" strike="noStrike" kern="1200" cap="none" spc="-30" normalizeH="0" baseline="0" noProof="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연계 표준</a:t>
              </a:r>
            </a:p>
          </p:txBody>
        </p:sp>
        <p:sp>
          <p:nvSpPr>
            <p:cNvPr id="1017" name="모서리가 둥근 직사각형 160">
              <a:extLst>
                <a:ext uri="{FF2B5EF4-FFF2-40B4-BE49-F238E27FC236}">
                  <a16:creationId xmlns:a16="http://schemas.microsoft.com/office/drawing/2014/main" id="{AC91ADCD-F3E0-E51B-94E3-07C7400BB63B}"/>
                </a:ext>
              </a:extLst>
            </p:cNvPr>
            <p:cNvSpPr/>
            <p:nvPr/>
          </p:nvSpPr>
          <p:spPr bwMode="auto">
            <a:xfrm flipH="1">
              <a:off x="7483897" y="2470482"/>
              <a:ext cx="180000" cy="180000"/>
            </a:xfrm>
            <a:prstGeom prst="ellipse">
              <a:avLst/>
            </a:prstGeom>
            <a:solidFill>
              <a:srgbClr val="9CA5AC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5918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u="none" strike="noStrike" kern="1200" cap="none" spc="-30" normalizeH="0" baseline="0" noProof="0">
                  <a:ln>
                    <a:solidFill>
                      <a:srgbClr val="C7CED2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2</a:t>
              </a:r>
              <a:endParaRPr kumimoji="0" lang="ko-KR" altLang="en-US" sz="700" u="none" strike="noStrike" kern="1200" cap="none" spc="-30" normalizeH="0" baseline="0" noProof="0">
                <a:ln>
                  <a:solidFill>
                    <a:srgbClr val="C7CED2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1018" name="그룹 1017">
            <a:extLst>
              <a:ext uri="{FF2B5EF4-FFF2-40B4-BE49-F238E27FC236}">
                <a16:creationId xmlns:a16="http://schemas.microsoft.com/office/drawing/2014/main" id="{88C3E921-9E1C-17D2-422B-0CF74C1BD338}"/>
              </a:ext>
            </a:extLst>
          </p:cNvPr>
          <p:cNvGrpSpPr/>
          <p:nvPr/>
        </p:nvGrpSpPr>
        <p:grpSpPr>
          <a:xfrm>
            <a:off x="6447855" y="2651626"/>
            <a:ext cx="2351332" cy="542288"/>
            <a:chOff x="7433951" y="2421983"/>
            <a:chExt cx="2845112" cy="656169"/>
          </a:xfrm>
        </p:grpSpPr>
        <p:sp>
          <p:nvSpPr>
            <p:cNvPr id="1019" name="모서리가 둥근 직사각형 16">
              <a:extLst>
                <a:ext uri="{FF2B5EF4-FFF2-40B4-BE49-F238E27FC236}">
                  <a16:creationId xmlns:a16="http://schemas.microsoft.com/office/drawing/2014/main" id="{F5374BE7-1B81-0767-4E99-3D57ECB982E3}"/>
                </a:ext>
              </a:extLst>
            </p:cNvPr>
            <p:cNvSpPr/>
            <p:nvPr/>
          </p:nvSpPr>
          <p:spPr bwMode="auto">
            <a:xfrm flipH="1">
              <a:off x="7433951" y="2421983"/>
              <a:ext cx="2845111" cy="29792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80975" marR="0" lvl="1" indent="0" algn="l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271AA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r>
                <a:rPr kumimoji="0" lang="en-US" altLang="ko-KR" sz="1000" b="1" u="none" strike="noStrike" kern="1200" cap="none" spc="-30" normalizeH="0" baseline="0" noProof="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  <a:sym typeface="KoPub돋움체 Medium "/>
                </a:rPr>
                <a:t>Memory(</a:t>
              </a:r>
              <a:r>
                <a:rPr kumimoji="0" lang="ko-KR" altLang="en-US" sz="1000" b="1" u="none" strike="noStrike" kern="1200" cap="none" spc="-30" normalizeH="0" baseline="0" noProof="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  <a:sym typeface="KoPub돋움체 Medium "/>
                </a:rPr>
                <a:t>기억</a:t>
              </a:r>
              <a:r>
                <a:rPr kumimoji="0" lang="en-US" altLang="ko-KR" sz="1000" b="1" u="none" strike="noStrike" kern="1200" cap="none" spc="-30" normalizeH="0" baseline="0" noProof="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  <a:sym typeface="KoPub돋움체 Medium "/>
                </a:rPr>
                <a:t>)</a:t>
              </a:r>
              <a:endParaRPr kumimoji="0" lang="ko-KR" altLang="en-US" sz="1050" b="1" u="none" strike="noStrike" kern="1200" cap="none" spc="-30" normalizeH="0" baseline="0" noProof="0" dirty="0">
                <a:ln>
                  <a:solidFill>
                    <a:srgbClr val="0099FF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Pretendard" panose="02000503000000020004" pitchFamily="2" charset="-127"/>
                <a:sym typeface="KoPub돋움체 Medium "/>
              </a:endParaRPr>
            </a:p>
          </p:txBody>
        </p:sp>
        <p:sp>
          <p:nvSpPr>
            <p:cNvPr id="1020" name="텍스트 개체 틀 16">
              <a:extLst>
                <a:ext uri="{FF2B5EF4-FFF2-40B4-BE49-F238E27FC236}">
                  <a16:creationId xmlns:a16="http://schemas.microsoft.com/office/drawing/2014/main" id="{04144759-EF20-0BD4-6C08-4CA602215107}"/>
                </a:ext>
              </a:extLst>
            </p:cNvPr>
            <p:cNvSpPr txBox="1">
              <a:spLocks/>
            </p:cNvSpPr>
            <p:nvPr/>
          </p:nvSpPr>
          <p:spPr>
            <a:xfrm>
              <a:off x="7535396" y="2742983"/>
              <a:ext cx="2743667" cy="335169"/>
            </a:xfrm>
            <a:prstGeom prst="rect">
              <a:avLst/>
            </a:prstGeom>
          </p:spPr>
          <p:txBody>
            <a:bodyPr wrap="square" lIns="72000" tIns="0" rIns="0" bIns="0" anchor="t">
              <a:spAutoFit/>
            </a:bodyPr>
            <a:lstStyle>
              <a:defPPr>
                <a:defRPr lang="en-US"/>
              </a:defPPr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KoPub돋움체 Medium 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92075" marR="0" lvl="0" indent="-92075" algn="l" defTabSz="914400" rtl="0" eaLnBrk="1" fontAlgn="base" latinLnBrk="0" hangingPunct="1">
                <a:lnSpc>
                  <a:spcPct val="100000"/>
                </a:lnSpc>
                <a:spcBef>
                  <a:spcPts val="300"/>
                </a:spcBef>
                <a:spcAft>
                  <a:spcPct val="0"/>
                </a:spcAft>
                <a:buClrTx/>
                <a:buSzPct val="80000"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900" u="none" strike="noStrike" kern="1200" cap="none" spc="-30" normalizeH="0" baseline="0" noProof="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과거 상호작용과 상태를 저장해</a:t>
              </a:r>
              <a:r>
                <a:rPr kumimoji="1" lang="en-US" altLang="ko-KR" sz="900" u="none" strike="noStrike" kern="1200" cap="none" spc="-30" normalizeH="0" baseline="0" noProof="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, </a:t>
              </a:r>
              <a:r>
                <a:rPr kumimoji="1" lang="ko-KR" altLang="en-US" sz="900" u="none" strike="noStrike" kern="1200" cap="none" spc="-30" normalizeH="0" baseline="0" noProof="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일관된 행동과 개인화를 가능하게 하는 역할</a:t>
              </a:r>
            </a:p>
          </p:txBody>
        </p:sp>
        <p:sp>
          <p:nvSpPr>
            <p:cNvPr id="1021" name="모서리가 둥근 직사각형 160">
              <a:extLst>
                <a:ext uri="{FF2B5EF4-FFF2-40B4-BE49-F238E27FC236}">
                  <a16:creationId xmlns:a16="http://schemas.microsoft.com/office/drawing/2014/main" id="{10895BF9-FEBA-6EAA-81B0-B7D85D1E8FF4}"/>
                </a:ext>
              </a:extLst>
            </p:cNvPr>
            <p:cNvSpPr/>
            <p:nvPr/>
          </p:nvSpPr>
          <p:spPr bwMode="auto">
            <a:xfrm flipH="1">
              <a:off x="7483897" y="2470482"/>
              <a:ext cx="180000" cy="180000"/>
            </a:xfrm>
            <a:prstGeom prst="ellipse">
              <a:avLst/>
            </a:prstGeom>
            <a:solidFill>
              <a:srgbClr val="9CA5AC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5918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u="none" strike="noStrike" kern="1200" cap="none" spc="-30" normalizeH="0" baseline="0" noProof="0">
                  <a:ln>
                    <a:solidFill>
                      <a:srgbClr val="C7CED2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3</a:t>
              </a:r>
              <a:endParaRPr kumimoji="0" lang="ko-KR" altLang="en-US" sz="700" u="none" strike="noStrike" kern="1200" cap="none" spc="-30" normalizeH="0" baseline="0" noProof="0">
                <a:ln>
                  <a:solidFill>
                    <a:srgbClr val="C7CED2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Pretendard" panose="02000503000000020004" pitchFamily="2" charset="-127"/>
              </a:endParaRPr>
            </a:p>
          </p:txBody>
        </p:sp>
      </p:grpSp>
      <p:cxnSp>
        <p:nvCxnSpPr>
          <p:cNvPr id="1022" name="직선 연결선 193">
            <a:extLst>
              <a:ext uri="{FF2B5EF4-FFF2-40B4-BE49-F238E27FC236}">
                <a16:creationId xmlns:a16="http://schemas.microsoft.com/office/drawing/2014/main" id="{6BCB65AE-921A-6A18-D432-ED6CC0980FAC}"/>
              </a:ext>
            </a:extLst>
          </p:cNvPr>
          <p:cNvCxnSpPr>
            <a:cxnSpLocks/>
            <a:stCxn id="1002" idx="0"/>
            <a:endCxn id="18" idx="2"/>
          </p:cNvCxnSpPr>
          <p:nvPr/>
        </p:nvCxnSpPr>
        <p:spPr>
          <a:xfrm rot="16200000" flipV="1">
            <a:off x="3082692" y="2261269"/>
            <a:ext cx="399931" cy="283226"/>
          </a:xfrm>
          <a:prstGeom prst="bentConnector3">
            <a:avLst>
              <a:gd name="adj1" fmla="val 79394"/>
            </a:avLst>
          </a:prstGeom>
          <a:ln w="19050" cap="rnd">
            <a:solidFill>
              <a:srgbClr val="434759"/>
            </a:solidFill>
            <a:prstDash val="sysDot"/>
            <a:round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3" name="직선 연결선 193">
            <a:extLst>
              <a:ext uri="{FF2B5EF4-FFF2-40B4-BE49-F238E27FC236}">
                <a16:creationId xmlns:a16="http://schemas.microsoft.com/office/drawing/2014/main" id="{45DF32E8-DB97-CC44-61D4-52298DED0AEC}"/>
              </a:ext>
            </a:extLst>
          </p:cNvPr>
          <p:cNvCxnSpPr>
            <a:cxnSpLocks/>
            <a:stCxn id="1001" idx="0"/>
            <a:endCxn id="995" idx="2"/>
          </p:cNvCxnSpPr>
          <p:nvPr/>
        </p:nvCxnSpPr>
        <p:spPr>
          <a:xfrm flipH="1" flipV="1">
            <a:off x="767735" y="2139972"/>
            <a:ext cx="0" cy="462875"/>
          </a:xfrm>
          <a:prstGeom prst="straightConnector1">
            <a:avLst/>
          </a:prstGeom>
          <a:ln w="19050" cap="rnd">
            <a:solidFill>
              <a:srgbClr val="434759"/>
            </a:solidFill>
            <a:prstDash val="sysDot"/>
            <a:round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5" name="직선 연결선 193">
            <a:extLst>
              <a:ext uri="{FF2B5EF4-FFF2-40B4-BE49-F238E27FC236}">
                <a16:creationId xmlns:a16="http://schemas.microsoft.com/office/drawing/2014/main" id="{0AFAFC7E-16A2-D56C-3520-C0D8FAC1A4F4}"/>
              </a:ext>
            </a:extLst>
          </p:cNvPr>
          <p:cNvCxnSpPr>
            <a:cxnSpLocks/>
            <a:stCxn id="1000" idx="0"/>
            <a:endCxn id="992" idx="2"/>
          </p:cNvCxnSpPr>
          <p:nvPr/>
        </p:nvCxnSpPr>
        <p:spPr>
          <a:xfrm rot="5400000" flipH="1" flipV="1">
            <a:off x="1538467" y="2000034"/>
            <a:ext cx="461826" cy="743802"/>
          </a:xfrm>
          <a:prstGeom prst="bentConnector3">
            <a:avLst>
              <a:gd name="adj1" fmla="val 68182"/>
            </a:avLst>
          </a:prstGeom>
          <a:ln w="19050" cap="rnd">
            <a:solidFill>
              <a:srgbClr val="434759"/>
            </a:solidFill>
            <a:prstDash val="sysDot"/>
            <a:round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6" name="직사각형 655">
            <a:extLst>
              <a:ext uri="{FF2B5EF4-FFF2-40B4-BE49-F238E27FC236}">
                <a16:creationId xmlns:a16="http://schemas.microsoft.com/office/drawing/2014/main" id="{E61F9440-86BC-74B2-ECAE-80B9D65661DB}"/>
              </a:ext>
            </a:extLst>
          </p:cNvPr>
          <p:cNvSpPr/>
          <p:nvPr/>
        </p:nvSpPr>
        <p:spPr>
          <a:xfrm>
            <a:off x="3391276" y="4323981"/>
            <a:ext cx="2764276" cy="522288"/>
          </a:xfrm>
          <a:prstGeom prst="rect">
            <a:avLst/>
          </a:prstGeom>
          <a:solidFill>
            <a:schemeClr val="bg1"/>
          </a:solidFill>
          <a:ln w="3175">
            <a:solidFill>
              <a:srgbClr val="C7CE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1516258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271AA"/>
              </a:buClr>
              <a:buSzPct val="140000"/>
              <a:buFontTx/>
              <a:buNone/>
              <a:tabLst>
                <a:tab pos="5648325" algn="l"/>
              </a:tabLst>
              <a:defRPr/>
            </a:pPr>
            <a:r>
              <a:rPr kumimoji="0" lang="en-US" altLang="ko-KR" sz="1050" u="none" strike="noStrike" kern="1200" cap="none" spc="-30" normalizeH="0" baseline="0" noProof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</a:rPr>
              <a:t>Observability</a:t>
            </a:r>
            <a:r>
              <a:rPr kumimoji="0" lang="ko-KR" altLang="en-US" sz="1050" u="none" strike="noStrike" kern="1200" cap="none" spc="-30" normalizeH="0" baseline="0" noProof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kumimoji="0" lang="en-US" altLang="ko-KR" sz="1050" u="none" strike="noStrike" kern="1200" cap="none" spc="-30" normalizeH="0" baseline="0" noProof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</a:rPr>
              <a:t>Pipeline</a:t>
            </a:r>
            <a:endParaRPr kumimoji="0" lang="en-US" altLang="ko-KR" sz="800" u="none" strike="noStrike" kern="1200" cap="none" spc="-30" normalizeH="0" baseline="0" noProof="0">
              <a:ln>
                <a:solidFill>
                  <a:srgbClr val="1EB3E2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grpSp>
        <p:nvGrpSpPr>
          <p:cNvPr id="657" name="그룹 656">
            <a:extLst>
              <a:ext uri="{FF2B5EF4-FFF2-40B4-BE49-F238E27FC236}">
                <a16:creationId xmlns:a16="http://schemas.microsoft.com/office/drawing/2014/main" id="{05553F45-60B6-A573-872D-E2E4184CB9AD}"/>
              </a:ext>
            </a:extLst>
          </p:cNvPr>
          <p:cNvGrpSpPr/>
          <p:nvPr/>
        </p:nvGrpSpPr>
        <p:grpSpPr>
          <a:xfrm>
            <a:off x="3532164" y="4538015"/>
            <a:ext cx="2482501" cy="238017"/>
            <a:chOff x="4143633" y="6696899"/>
            <a:chExt cx="3003826" cy="288000"/>
          </a:xfrm>
        </p:grpSpPr>
        <p:sp>
          <p:nvSpPr>
            <p:cNvPr id="658" name="직사각형 657">
              <a:extLst>
                <a:ext uri="{FF2B5EF4-FFF2-40B4-BE49-F238E27FC236}">
                  <a16:creationId xmlns:a16="http://schemas.microsoft.com/office/drawing/2014/main" id="{59807C42-3CE5-3B9C-BF06-874F4DCA67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3633" y="6696899"/>
              <a:ext cx="1440000" cy="288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u="none" strike="noStrike" kern="1200" cap="none" spc="-30" normalizeH="0" baseline="0" noProof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Prompt Monitoring</a:t>
              </a:r>
              <a:endParaRPr kumimoji="0" lang="ko-KR" altLang="en-US" sz="800" u="none" strike="noStrike" kern="1200" cap="none" spc="-30" normalizeH="0" baseline="0" noProof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KoPub돋움체 Medium  Medium" panose="02000603000000020004" pitchFamily="50" charset="-127"/>
                <a:sym typeface="KoPub돋움체 Medium "/>
              </a:endParaRPr>
            </a:p>
          </p:txBody>
        </p:sp>
        <p:sp>
          <p:nvSpPr>
            <p:cNvPr id="659" name="직사각형 658">
              <a:extLst>
                <a:ext uri="{FF2B5EF4-FFF2-40B4-BE49-F238E27FC236}">
                  <a16:creationId xmlns:a16="http://schemas.microsoft.com/office/drawing/2014/main" id="{E0CDC255-A999-C3CC-0507-52A027BB50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07459" y="6696899"/>
              <a:ext cx="1440000" cy="288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u="none" strike="noStrike" kern="1200" cap="none" spc="-30" normalizeH="0" baseline="0" noProof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LLM Evaluation</a:t>
              </a:r>
              <a:endParaRPr kumimoji="0" lang="ko-KR" altLang="en-US" sz="800" u="none" strike="noStrike" kern="1200" cap="none" spc="-30" normalizeH="0" baseline="0" noProof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KoPub돋움체 Medium  Medium" panose="02000603000000020004" pitchFamily="50" charset="-127"/>
                <a:sym typeface="KoPub돋움체 Medium "/>
              </a:endParaRPr>
            </a:p>
          </p:txBody>
        </p:sp>
      </p:grpSp>
      <p:sp>
        <p:nvSpPr>
          <p:cNvPr id="660" name="TextBox 210">
            <a:extLst>
              <a:ext uri="{FF2B5EF4-FFF2-40B4-BE49-F238E27FC236}">
                <a16:creationId xmlns:a16="http://schemas.microsoft.com/office/drawing/2014/main" id="{631EAC8F-3E0B-64F0-E1B5-674DB9AF0F32}"/>
              </a:ext>
            </a:extLst>
          </p:cNvPr>
          <p:cNvSpPr txBox="1"/>
          <p:nvPr/>
        </p:nvSpPr>
        <p:spPr>
          <a:xfrm>
            <a:off x="729220" y="2191285"/>
            <a:ext cx="502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</a:rPr>
              <a:t>세션 내 대화 맥락 유지</a:t>
            </a:r>
          </a:p>
        </p:txBody>
      </p:sp>
      <p:sp>
        <p:nvSpPr>
          <p:cNvPr id="661" name="TextBox 211">
            <a:extLst>
              <a:ext uri="{FF2B5EF4-FFF2-40B4-BE49-F238E27FC236}">
                <a16:creationId xmlns:a16="http://schemas.microsoft.com/office/drawing/2014/main" id="{ED755C32-4AFD-37EA-633D-212B9D15636D}"/>
              </a:ext>
            </a:extLst>
          </p:cNvPr>
          <p:cNvSpPr txBox="1"/>
          <p:nvPr/>
        </p:nvSpPr>
        <p:spPr>
          <a:xfrm>
            <a:off x="2104630" y="2120812"/>
            <a:ext cx="7438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</a:rPr>
              <a:t>사용자 선호도 및 지식 저장</a:t>
            </a:r>
          </a:p>
        </p:txBody>
      </p:sp>
      <p:sp>
        <p:nvSpPr>
          <p:cNvPr id="662" name="TextBox 213">
            <a:extLst>
              <a:ext uri="{FF2B5EF4-FFF2-40B4-BE49-F238E27FC236}">
                <a16:creationId xmlns:a16="http://schemas.microsoft.com/office/drawing/2014/main" id="{40668047-9594-9928-DBD0-45C1C66BE8F2}"/>
              </a:ext>
            </a:extLst>
          </p:cNvPr>
          <p:cNvSpPr txBox="1"/>
          <p:nvPr/>
        </p:nvSpPr>
        <p:spPr>
          <a:xfrm>
            <a:off x="3383401" y="2215949"/>
            <a:ext cx="743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</a:rPr>
              <a:t>LLM</a:t>
            </a:r>
            <a:r>
              <a:rPr kumimoji="0" lang="ko-KR" altLang="en-US" sz="60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</a:rPr>
              <a:t>에 전달할 지식</a:t>
            </a:r>
            <a:r>
              <a:rPr kumimoji="0" lang="en-US" altLang="ko-KR" sz="60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</a:rPr>
              <a:t>, </a:t>
            </a:r>
            <a:r>
              <a:rPr kumimoji="0" lang="ko-KR" altLang="en-US" sz="60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</a:rPr>
              <a:t>컨텍스트 조회</a:t>
            </a:r>
          </a:p>
        </p:txBody>
      </p:sp>
      <p:grpSp>
        <p:nvGrpSpPr>
          <p:cNvPr id="663" name="그룹 662">
            <a:extLst>
              <a:ext uri="{FF2B5EF4-FFF2-40B4-BE49-F238E27FC236}">
                <a16:creationId xmlns:a16="http://schemas.microsoft.com/office/drawing/2014/main" id="{68DE76C0-2384-16CF-F502-6078C2DACCA0}"/>
              </a:ext>
            </a:extLst>
          </p:cNvPr>
          <p:cNvGrpSpPr/>
          <p:nvPr/>
        </p:nvGrpSpPr>
        <p:grpSpPr>
          <a:xfrm>
            <a:off x="6447855" y="3234505"/>
            <a:ext cx="2289932" cy="680787"/>
            <a:chOff x="7433951" y="2421983"/>
            <a:chExt cx="2845112" cy="823752"/>
          </a:xfrm>
        </p:grpSpPr>
        <p:sp>
          <p:nvSpPr>
            <p:cNvPr id="664" name="모서리가 둥근 직사각형 16">
              <a:extLst>
                <a:ext uri="{FF2B5EF4-FFF2-40B4-BE49-F238E27FC236}">
                  <a16:creationId xmlns:a16="http://schemas.microsoft.com/office/drawing/2014/main" id="{E900D0B5-7B15-A1C8-130A-152C57D70B9C}"/>
                </a:ext>
              </a:extLst>
            </p:cNvPr>
            <p:cNvSpPr/>
            <p:nvPr/>
          </p:nvSpPr>
          <p:spPr bwMode="auto">
            <a:xfrm flipH="1">
              <a:off x="7433951" y="2421983"/>
              <a:ext cx="2845111" cy="29792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80975" marR="0" lvl="1" indent="0" algn="l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271AA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r>
                <a:rPr kumimoji="0" lang="en-US" altLang="ko-KR" sz="1000" b="1" u="none" strike="noStrike" kern="1200" cap="none" spc="-30" normalizeH="0" baseline="0" noProof="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  <a:sym typeface="KoPub돋움체 Medium "/>
                </a:rPr>
                <a:t>Data</a:t>
              </a:r>
              <a:r>
                <a:rPr kumimoji="0" lang="ko-KR" altLang="en-US" sz="1000" b="1" u="none" strike="noStrike" kern="1200" cap="none" spc="-30" normalizeH="0" baseline="0" noProof="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  <a:sym typeface="KoPub돋움체 Medium "/>
                </a:rPr>
                <a:t> </a:t>
              </a:r>
              <a:r>
                <a:rPr kumimoji="0" lang="en-US" altLang="ko-KR" sz="1000" b="1" u="none" strike="noStrike" kern="1200" cap="none" spc="-30" normalizeH="0" baseline="0" noProof="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  <a:sym typeface="KoPub돋움체 Medium "/>
                </a:rPr>
                <a:t>Store</a:t>
              </a:r>
              <a:endParaRPr kumimoji="0" lang="ko-KR" altLang="en-US" sz="1050" b="1" u="none" strike="noStrike" kern="1200" cap="none" spc="-30" normalizeH="0" baseline="0" noProof="0" dirty="0">
                <a:ln>
                  <a:solidFill>
                    <a:srgbClr val="0099FF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Pretendard" panose="02000503000000020004" pitchFamily="2" charset="-127"/>
                <a:sym typeface="KoPub돋움체 Medium "/>
              </a:endParaRPr>
            </a:p>
          </p:txBody>
        </p:sp>
        <p:sp>
          <p:nvSpPr>
            <p:cNvPr id="665" name="텍스트 개체 틀 16">
              <a:extLst>
                <a:ext uri="{FF2B5EF4-FFF2-40B4-BE49-F238E27FC236}">
                  <a16:creationId xmlns:a16="http://schemas.microsoft.com/office/drawing/2014/main" id="{C939407B-BFA9-9BBD-EA9A-5B2AD58250F6}"/>
                </a:ext>
              </a:extLst>
            </p:cNvPr>
            <p:cNvSpPr txBox="1">
              <a:spLocks/>
            </p:cNvSpPr>
            <p:nvPr/>
          </p:nvSpPr>
          <p:spPr>
            <a:xfrm>
              <a:off x="7535397" y="2742983"/>
              <a:ext cx="2743666" cy="502752"/>
            </a:xfrm>
            <a:prstGeom prst="rect">
              <a:avLst/>
            </a:prstGeom>
          </p:spPr>
          <p:txBody>
            <a:bodyPr wrap="square" lIns="72000" tIns="0" rIns="0" bIns="0" anchor="t">
              <a:spAutoFit/>
            </a:bodyPr>
            <a:lstStyle>
              <a:defPPr>
                <a:defRPr lang="en-US"/>
              </a:defPPr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KoPub돋움체 Medium 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92075" marR="0" lvl="0" indent="-92075" algn="l" defTabSz="914400" rtl="0" eaLnBrk="1" fontAlgn="base" latinLnBrk="0" hangingPunct="1">
                <a:lnSpc>
                  <a:spcPct val="100000"/>
                </a:lnSpc>
                <a:spcBef>
                  <a:spcPts val="300"/>
                </a:spcBef>
                <a:spcAft>
                  <a:spcPct val="0"/>
                </a:spcAft>
                <a:buClrTx/>
                <a:buSzPct val="80000"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900" u="none" strike="noStrike" kern="1200" cap="none" spc="-30" normalizeH="0" baseline="0" noProof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비정형 데이터를 벡터화해 저장하고</a:t>
              </a:r>
              <a:r>
                <a:rPr kumimoji="1" lang="en-US" altLang="ko-KR" sz="900" u="none" strike="noStrike" kern="1200" cap="none" spc="-30" normalizeH="0" baseline="0" noProof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, </a:t>
              </a:r>
              <a:r>
                <a:rPr kumimoji="1" lang="ko-KR" altLang="en-US" sz="900" u="none" strike="noStrike" kern="1200" cap="none" spc="-30" normalizeH="0" baseline="0" noProof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의미 기반으로 빠르게 검색하는 </a:t>
              </a:r>
              <a:r>
                <a:rPr kumimoji="1" lang="en-US" altLang="ko-KR" sz="900" u="none" strike="noStrike" kern="1200" cap="none" spc="-30" normalizeH="0" baseline="0" noProof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Retrieval</a:t>
              </a:r>
              <a:r>
                <a:rPr kumimoji="1" lang="ko-KR" altLang="en-US" sz="900" u="none" strike="noStrike" kern="1200" cap="none" spc="-30" normalizeH="0" baseline="0" noProof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의 핵심 저장소</a:t>
              </a:r>
            </a:p>
          </p:txBody>
        </p:sp>
        <p:sp>
          <p:nvSpPr>
            <p:cNvPr id="666" name="모서리가 둥근 직사각형 160">
              <a:extLst>
                <a:ext uri="{FF2B5EF4-FFF2-40B4-BE49-F238E27FC236}">
                  <a16:creationId xmlns:a16="http://schemas.microsoft.com/office/drawing/2014/main" id="{9D672735-77F6-FE1A-0839-4F7080F8AC0B}"/>
                </a:ext>
              </a:extLst>
            </p:cNvPr>
            <p:cNvSpPr/>
            <p:nvPr/>
          </p:nvSpPr>
          <p:spPr bwMode="auto">
            <a:xfrm flipH="1">
              <a:off x="7483897" y="2470482"/>
              <a:ext cx="180000" cy="180000"/>
            </a:xfrm>
            <a:prstGeom prst="ellipse">
              <a:avLst/>
            </a:prstGeom>
            <a:solidFill>
              <a:srgbClr val="9CA5AC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5918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u="none" strike="noStrike" kern="1200" cap="none" spc="-30" normalizeH="0" baseline="0" noProof="0">
                  <a:ln>
                    <a:solidFill>
                      <a:srgbClr val="C7CED2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4</a:t>
              </a:r>
              <a:endParaRPr kumimoji="0" lang="ko-KR" altLang="en-US" sz="700" u="none" strike="noStrike" kern="1200" cap="none" spc="-30" normalizeH="0" baseline="0" noProof="0">
                <a:ln>
                  <a:solidFill>
                    <a:srgbClr val="C7CED2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667" name="그룹 666">
            <a:extLst>
              <a:ext uri="{FF2B5EF4-FFF2-40B4-BE49-F238E27FC236}">
                <a16:creationId xmlns:a16="http://schemas.microsoft.com/office/drawing/2014/main" id="{156ABC1C-CC24-222B-E3BB-124B47960F58}"/>
              </a:ext>
            </a:extLst>
          </p:cNvPr>
          <p:cNvGrpSpPr/>
          <p:nvPr/>
        </p:nvGrpSpPr>
        <p:grpSpPr>
          <a:xfrm>
            <a:off x="6447855" y="3906293"/>
            <a:ext cx="2321412" cy="857760"/>
            <a:chOff x="7433951" y="2529563"/>
            <a:chExt cx="2845112" cy="1037889"/>
          </a:xfrm>
        </p:grpSpPr>
        <p:sp>
          <p:nvSpPr>
            <p:cNvPr id="668" name="모서리가 둥근 직사각형 16">
              <a:extLst>
                <a:ext uri="{FF2B5EF4-FFF2-40B4-BE49-F238E27FC236}">
                  <a16:creationId xmlns:a16="http://schemas.microsoft.com/office/drawing/2014/main" id="{753553BD-C6CF-B2CC-2238-8A70CB42B880}"/>
                </a:ext>
              </a:extLst>
            </p:cNvPr>
            <p:cNvSpPr/>
            <p:nvPr/>
          </p:nvSpPr>
          <p:spPr bwMode="auto">
            <a:xfrm flipH="1">
              <a:off x="7433951" y="2529563"/>
              <a:ext cx="2845111" cy="29792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80975" marR="0" lvl="1" indent="0" algn="l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271AA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r>
                <a:rPr kumimoji="0" lang="en-US" altLang="ko-KR" sz="1000" b="1" u="none" strike="noStrike" kern="1200" cap="none" spc="-30" normalizeH="0" baseline="0" noProof="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  <a:sym typeface="KoPub돋움체 Medium "/>
                </a:rPr>
                <a:t>Data Foundation(RAG Pipeline)</a:t>
              </a:r>
              <a:endParaRPr kumimoji="0" lang="ko-KR" altLang="en-US" sz="1000" b="1" u="none" strike="noStrike" kern="1200" cap="none" spc="-30" normalizeH="0" baseline="0" noProof="0" dirty="0">
                <a:ln>
                  <a:solidFill>
                    <a:srgbClr val="0099FF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Pretendard" panose="02000503000000020004" pitchFamily="2" charset="-127"/>
                <a:sym typeface="KoPub돋움체 Medium "/>
              </a:endParaRPr>
            </a:p>
          </p:txBody>
        </p:sp>
        <p:sp>
          <p:nvSpPr>
            <p:cNvPr id="669" name="텍스트 개체 틀 16">
              <a:extLst>
                <a:ext uri="{FF2B5EF4-FFF2-40B4-BE49-F238E27FC236}">
                  <a16:creationId xmlns:a16="http://schemas.microsoft.com/office/drawing/2014/main" id="{7B41631F-B00E-46D2-D033-72D1F0005DD7}"/>
                </a:ext>
              </a:extLst>
            </p:cNvPr>
            <p:cNvSpPr txBox="1">
              <a:spLocks/>
            </p:cNvSpPr>
            <p:nvPr/>
          </p:nvSpPr>
          <p:spPr>
            <a:xfrm>
              <a:off x="7535396" y="2850563"/>
              <a:ext cx="2743667" cy="716889"/>
            </a:xfrm>
            <a:prstGeom prst="rect">
              <a:avLst/>
            </a:prstGeom>
          </p:spPr>
          <p:txBody>
            <a:bodyPr wrap="square" lIns="72000" tIns="0" rIns="0" bIns="0" anchor="t">
              <a:spAutoFit/>
            </a:bodyPr>
            <a:lstStyle>
              <a:defPPr>
                <a:defRPr lang="en-US"/>
              </a:defPPr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KoPub돋움체 Medium 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92075" marR="0" lvl="0" indent="-92075" algn="l" defTabSz="914400" rtl="0" eaLnBrk="1" fontAlgn="base" latinLnBrk="0" hangingPunct="1">
                <a:lnSpc>
                  <a:spcPct val="100000"/>
                </a:lnSpc>
                <a:spcBef>
                  <a:spcPts val="300"/>
                </a:spcBef>
                <a:spcAft>
                  <a:spcPct val="0"/>
                </a:spcAft>
                <a:buClrTx/>
                <a:buSzPct val="80000"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900" u="none" strike="noStrike" kern="1200" cap="none" spc="-30" normalizeH="0" baseline="0" noProof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데이터 수집 </a:t>
              </a:r>
              <a:r>
                <a:rPr kumimoji="1" lang="en-US" altLang="ko-KR" sz="900" u="none" strike="noStrike" kern="1200" cap="none" spc="-30" normalizeH="0" baseline="0" noProof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-&gt; Chucking</a:t>
              </a:r>
              <a:r>
                <a:rPr kumimoji="1" lang="ko-KR" altLang="en-US" sz="900" u="none" strike="noStrike" kern="1200" cap="none" spc="-30" normalizeH="0" baseline="0" noProof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 </a:t>
              </a:r>
              <a:r>
                <a:rPr kumimoji="1" lang="en-US" altLang="ko-KR" sz="900" u="none" strike="noStrike" kern="1200" cap="none" spc="-30" normalizeH="0" baseline="0" noProof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-&gt;</a:t>
              </a:r>
              <a:r>
                <a:rPr kumimoji="1" lang="ko-KR" altLang="en-US" sz="900" u="none" strike="noStrike" kern="1200" cap="none" spc="-30" normalizeH="0" baseline="0" noProof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900" u="none" strike="noStrike" kern="1200" cap="none" spc="-30" normalizeH="0" baseline="0" noProof="0" err="1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임베딩</a:t>
              </a:r>
              <a:r>
                <a:rPr kumimoji="1" lang="ko-KR" altLang="en-US" sz="900" u="none" strike="noStrike" kern="1200" cap="none" spc="-30" normalizeH="0" baseline="0" noProof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 생성 </a:t>
              </a:r>
              <a:r>
                <a:rPr kumimoji="1" lang="en-US" altLang="ko-KR" sz="900" u="none" strike="noStrike" kern="1200" cap="none" spc="-30" normalizeH="0" baseline="0" noProof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-&gt; </a:t>
              </a:r>
              <a:r>
                <a:rPr kumimoji="1" lang="ko-KR" altLang="en-US" sz="900" u="none" strike="noStrike" kern="1200" cap="none" spc="-30" normalizeH="0" baseline="0" noProof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저장</a:t>
              </a:r>
              <a:r>
                <a:rPr kumimoji="1" lang="en-US" altLang="ko-KR" sz="900" u="none" strike="noStrike" kern="1200" cap="none" spc="-30" normalizeH="0" baseline="0" noProof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900" u="none" strike="noStrike" kern="1200" cap="none" spc="-30" normalizeH="0" baseline="0" noProof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및 인덱싱 절차로 벡터화해 저장</a:t>
              </a:r>
              <a:endParaRPr kumimoji="1" lang="en-US" altLang="ko-KR" sz="900" u="none" strike="noStrike" kern="1200" cap="none" spc="-30" normalizeH="0" baseline="0" noProof="0">
                <a:ln>
                  <a:solidFill>
                    <a:srgbClr val="0099FF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Pretendard" panose="02000503000000020004" pitchFamily="2" charset="-127"/>
              </a:endParaRPr>
            </a:p>
            <a:p>
              <a:pPr marL="92075" marR="0" lvl="0" indent="-92075" algn="l" defTabSz="914400" rtl="0" eaLnBrk="1" fontAlgn="base" latinLnBrk="0" hangingPunct="1">
                <a:lnSpc>
                  <a:spcPct val="100000"/>
                </a:lnSpc>
                <a:spcBef>
                  <a:spcPts val="300"/>
                </a:spcBef>
                <a:spcAft>
                  <a:spcPct val="0"/>
                </a:spcAft>
                <a:buClrTx/>
                <a:buSzPct val="80000"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900" u="none" strike="noStrike" kern="1200" cap="none" spc="-30" normalizeH="0" baseline="0" noProof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의미 기반으로 빠르게 검색하는 </a:t>
              </a:r>
              <a:r>
                <a:rPr kumimoji="1" lang="en-US" altLang="ko-KR" sz="900" u="none" strike="noStrike" kern="1200" cap="none" spc="-30" normalizeH="0" baseline="0" noProof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Retrieval(</a:t>
              </a:r>
              <a:r>
                <a:rPr kumimoji="1" lang="ko-KR" altLang="en-US" sz="900" u="none" strike="noStrike" kern="1200" cap="none" spc="-30" normalizeH="0" baseline="0" noProof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관련지식 검색</a:t>
              </a:r>
              <a:r>
                <a:rPr kumimoji="1" lang="en-US" altLang="ko-KR" sz="900" u="none" strike="noStrike" kern="1200" cap="none" spc="-30" normalizeH="0" baseline="0" noProof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)</a:t>
              </a:r>
              <a:r>
                <a:rPr kumimoji="1" lang="ko-KR" altLang="en-US" sz="900" u="none" strike="noStrike" kern="1200" cap="none" spc="-30" normalizeH="0" baseline="0" noProof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의 핵심 저장소</a:t>
              </a:r>
            </a:p>
          </p:txBody>
        </p:sp>
        <p:sp>
          <p:nvSpPr>
            <p:cNvPr id="670" name="모서리가 둥근 직사각형 160">
              <a:extLst>
                <a:ext uri="{FF2B5EF4-FFF2-40B4-BE49-F238E27FC236}">
                  <a16:creationId xmlns:a16="http://schemas.microsoft.com/office/drawing/2014/main" id="{BE1145BC-0956-EDFB-E55D-B44299FFDB68}"/>
                </a:ext>
              </a:extLst>
            </p:cNvPr>
            <p:cNvSpPr/>
            <p:nvPr/>
          </p:nvSpPr>
          <p:spPr bwMode="auto">
            <a:xfrm flipH="1">
              <a:off x="7483897" y="2578060"/>
              <a:ext cx="180000" cy="180000"/>
            </a:xfrm>
            <a:prstGeom prst="ellipse">
              <a:avLst/>
            </a:prstGeom>
            <a:solidFill>
              <a:srgbClr val="9CA5AC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5918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u="none" strike="noStrike" kern="1200" cap="none" spc="-30" normalizeH="0" baseline="0" noProof="0">
                  <a:ln>
                    <a:solidFill>
                      <a:srgbClr val="C7CED2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5</a:t>
              </a:r>
              <a:endParaRPr kumimoji="0" lang="ko-KR" altLang="en-US" sz="700" u="none" strike="noStrike" kern="1200" cap="none" spc="-30" normalizeH="0" baseline="0" noProof="0">
                <a:ln>
                  <a:solidFill>
                    <a:srgbClr val="C7CED2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Pretendard" panose="02000503000000020004" pitchFamily="2" charset="-127"/>
              </a:endParaRPr>
            </a:p>
          </p:txBody>
        </p:sp>
      </p:grpSp>
      <p:cxnSp>
        <p:nvCxnSpPr>
          <p:cNvPr id="671" name="직선 연결선 193">
            <a:extLst>
              <a:ext uri="{FF2B5EF4-FFF2-40B4-BE49-F238E27FC236}">
                <a16:creationId xmlns:a16="http://schemas.microsoft.com/office/drawing/2014/main" id="{55DC8651-733D-3FF5-6527-0D47C78E5707}"/>
              </a:ext>
            </a:extLst>
          </p:cNvPr>
          <p:cNvCxnSpPr>
            <a:cxnSpLocks/>
            <a:stCxn id="15" idx="3"/>
            <a:endCxn id="26" idx="1"/>
          </p:cNvCxnSpPr>
          <p:nvPr/>
        </p:nvCxnSpPr>
        <p:spPr>
          <a:xfrm flipV="1">
            <a:off x="3785862" y="3375535"/>
            <a:ext cx="277137" cy="507224"/>
          </a:xfrm>
          <a:prstGeom prst="bentConnector3">
            <a:avLst>
              <a:gd name="adj1" fmla="val 50000"/>
            </a:avLst>
          </a:prstGeom>
          <a:ln w="19050" cap="rnd">
            <a:solidFill>
              <a:srgbClr val="434759"/>
            </a:solidFill>
            <a:prstDash val="sysDot"/>
            <a:round/>
            <a:headEnd w="sm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2" name="그룹 671">
            <a:extLst>
              <a:ext uri="{FF2B5EF4-FFF2-40B4-BE49-F238E27FC236}">
                <a16:creationId xmlns:a16="http://schemas.microsoft.com/office/drawing/2014/main" id="{26E82A94-452A-F841-5088-0047575D7579}"/>
              </a:ext>
            </a:extLst>
          </p:cNvPr>
          <p:cNvGrpSpPr/>
          <p:nvPr/>
        </p:nvGrpSpPr>
        <p:grpSpPr>
          <a:xfrm>
            <a:off x="3557931" y="4163154"/>
            <a:ext cx="1472366" cy="193995"/>
            <a:chOff x="3777898" y="6223191"/>
            <a:chExt cx="1781563" cy="234734"/>
          </a:xfrm>
        </p:grpSpPr>
        <p:cxnSp>
          <p:nvCxnSpPr>
            <p:cNvPr id="673" name="직선 연결선 193">
              <a:extLst>
                <a:ext uri="{FF2B5EF4-FFF2-40B4-BE49-F238E27FC236}">
                  <a16:creationId xmlns:a16="http://schemas.microsoft.com/office/drawing/2014/main" id="{E93FA2A7-A73E-223C-594C-19B533D7CF4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09263" y="6223191"/>
              <a:ext cx="0" cy="216000"/>
            </a:xfrm>
            <a:prstGeom prst="straightConnector1">
              <a:avLst/>
            </a:prstGeom>
            <a:ln w="19050" cap="rnd">
              <a:solidFill>
                <a:srgbClr val="434759"/>
              </a:solidFill>
              <a:prstDash val="sysDot"/>
              <a:round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4" name="TextBox 40">
              <a:extLst>
                <a:ext uri="{FF2B5EF4-FFF2-40B4-BE49-F238E27FC236}">
                  <a16:creationId xmlns:a16="http://schemas.microsoft.com/office/drawing/2014/main" id="{18A7778E-3AE2-8D83-0462-DF3BBBD4478B}"/>
                </a:ext>
              </a:extLst>
            </p:cNvPr>
            <p:cNvSpPr txBox="1"/>
            <p:nvPr/>
          </p:nvSpPr>
          <p:spPr>
            <a:xfrm>
              <a:off x="3777898" y="6234479"/>
              <a:ext cx="1781563" cy="2234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600" u="none" strike="noStrike" kern="120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</a:rPr>
                <a:t>Prompts &amp; Trace Spans </a:t>
              </a:r>
              <a:r>
                <a:rPr kumimoji="0" lang="ko-KR" altLang="en-US" sz="600" u="none" strike="noStrike" kern="120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</a:rPr>
                <a:t>데이터 전송</a:t>
              </a:r>
              <a:r>
                <a:rPr kumimoji="0" lang="en-US" altLang="ko-KR" sz="600" u="none" strike="noStrike" kern="120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</a:rPr>
                <a:t> </a:t>
              </a:r>
              <a:endParaRPr kumimoji="0" lang="ko-KR" altLang="en-US" sz="60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cxnSp>
        <p:nvCxnSpPr>
          <p:cNvPr id="675" name="직선 연결선 193">
            <a:extLst>
              <a:ext uri="{FF2B5EF4-FFF2-40B4-BE49-F238E27FC236}">
                <a16:creationId xmlns:a16="http://schemas.microsoft.com/office/drawing/2014/main" id="{9A44674E-5AA8-6086-3888-F88F8C1EE6EA}"/>
              </a:ext>
            </a:extLst>
          </p:cNvPr>
          <p:cNvCxnSpPr>
            <a:cxnSpLocks/>
          </p:cNvCxnSpPr>
          <p:nvPr/>
        </p:nvCxnSpPr>
        <p:spPr>
          <a:xfrm flipH="1" flipV="1">
            <a:off x="1535059" y="4175749"/>
            <a:ext cx="0" cy="178512"/>
          </a:xfrm>
          <a:prstGeom prst="straightConnector1">
            <a:avLst/>
          </a:prstGeom>
          <a:ln w="19050" cap="rnd">
            <a:solidFill>
              <a:srgbClr val="434759"/>
            </a:solidFill>
            <a:prstDash val="sysDot"/>
            <a:round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6" name="TextBox 45">
            <a:extLst>
              <a:ext uri="{FF2B5EF4-FFF2-40B4-BE49-F238E27FC236}">
                <a16:creationId xmlns:a16="http://schemas.microsoft.com/office/drawing/2014/main" id="{C304F648-E4BF-7C20-A4BB-54F5D1B8855F}"/>
              </a:ext>
            </a:extLst>
          </p:cNvPr>
          <p:cNvSpPr txBox="1"/>
          <p:nvPr/>
        </p:nvSpPr>
        <p:spPr>
          <a:xfrm>
            <a:off x="1504940" y="4176682"/>
            <a:ext cx="105927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</a:rPr>
              <a:t>LLM APIs</a:t>
            </a:r>
            <a:endParaRPr kumimoji="0" lang="ko-KR" altLang="en-US" sz="60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grpSp>
        <p:nvGrpSpPr>
          <p:cNvPr id="677" name="그룹 676">
            <a:extLst>
              <a:ext uri="{FF2B5EF4-FFF2-40B4-BE49-F238E27FC236}">
                <a16:creationId xmlns:a16="http://schemas.microsoft.com/office/drawing/2014/main" id="{332649E2-5898-DF6F-3BDC-64833000D168}"/>
              </a:ext>
            </a:extLst>
          </p:cNvPr>
          <p:cNvGrpSpPr/>
          <p:nvPr/>
        </p:nvGrpSpPr>
        <p:grpSpPr>
          <a:xfrm>
            <a:off x="435320" y="4538015"/>
            <a:ext cx="2786081" cy="245988"/>
            <a:chOff x="435935" y="6666612"/>
            <a:chExt cx="3371158" cy="297646"/>
          </a:xfrm>
        </p:grpSpPr>
        <p:sp>
          <p:nvSpPr>
            <p:cNvPr id="678" name="직사각형 677">
              <a:extLst>
                <a:ext uri="{FF2B5EF4-FFF2-40B4-BE49-F238E27FC236}">
                  <a16:creationId xmlns:a16="http://schemas.microsoft.com/office/drawing/2014/main" id="{FE24CD9F-4BC8-A3F6-33F8-BC592295D1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935" y="6666612"/>
              <a:ext cx="1332000" cy="288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u="none" strike="noStrike" kern="1200" cap="none" spc="-30" normalizeH="0" baseline="0" noProof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Reasoning</a:t>
              </a:r>
              <a:r>
                <a:rPr kumimoji="0" lang="ko-KR" altLang="en-US" sz="800" u="none" strike="noStrike" kern="1200" cap="none" spc="-30" normalizeH="0" baseline="0" noProof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 </a:t>
              </a:r>
              <a:r>
                <a:rPr kumimoji="0" lang="en-US" altLang="ko-KR" sz="800" u="none" strike="noStrike" kern="1200" cap="none" spc="-30" normalizeH="0" baseline="0" noProof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LLMs</a:t>
              </a:r>
              <a:endParaRPr kumimoji="0" lang="ko-KR" altLang="en-US" sz="800" u="none" strike="noStrike" kern="1200" cap="none" spc="-30" normalizeH="0" baseline="0" noProof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KoPub돋움체 Medium  Medium" panose="02000603000000020004" pitchFamily="50" charset="-127"/>
                <a:sym typeface="KoPub돋움체 Medium "/>
              </a:endParaRPr>
            </a:p>
          </p:txBody>
        </p:sp>
        <p:sp>
          <p:nvSpPr>
            <p:cNvPr id="679" name="직사각형 678">
              <a:extLst>
                <a:ext uri="{FF2B5EF4-FFF2-40B4-BE49-F238E27FC236}">
                  <a16:creationId xmlns:a16="http://schemas.microsoft.com/office/drawing/2014/main" id="{4C05F649-F880-D12F-AF34-757317D0EF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0183" y="6666612"/>
              <a:ext cx="1332000" cy="288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u="none" strike="noStrike" kern="1200" cap="none" spc="-30" normalizeH="0" baseline="0" noProof="0" err="1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Planing</a:t>
              </a:r>
              <a:r>
                <a:rPr kumimoji="0" lang="en-US" altLang="ko-KR" sz="800" u="none" strike="noStrike" kern="1200" cap="none" spc="-30" normalizeH="0" baseline="0" noProof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 LLMs</a:t>
              </a:r>
              <a:endParaRPr kumimoji="0" lang="ko-KR" altLang="en-US" sz="800" u="none" strike="noStrike" kern="1200" cap="none" spc="-30" normalizeH="0" baseline="0" noProof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KoPub돋움체 Medium  Medium" panose="02000603000000020004" pitchFamily="50" charset="-127"/>
                <a:sym typeface="KoPub돋움체 Medium "/>
              </a:endParaRPr>
            </a:p>
          </p:txBody>
        </p:sp>
        <p:sp>
          <p:nvSpPr>
            <p:cNvPr id="680" name="직사각형 679">
              <a:extLst>
                <a:ext uri="{FF2B5EF4-FFF2-40B4-BE49-F238E27FC236}">
                  <a16:creationId xmlns:a16="http://schemas.microsoft.com/office/drawing/2014/main" id="{66357D1D-09BA-2154-66D2-3B2E6D9221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4431" y="6676258"/>
              <a:ext cx="602662" cy="288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u="none" strike="noStrike" kern="1200" cap="none" spc="-30" normalizeH="0" baseline="0" noProof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…</a:t>
              </a:r>
              <a:endParaRPr kumimoji="0" lang="ko-KR" altLang="en-US" sz="800" u="none" strike="noStrike" kern="1200" cap="none" spc="-30" normalizeH="0" baseline="0" noProof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KoPub돋움체 Medium  Medium" panose="02000603000000020004" pitchFamily="50" charset="-127"/>
                <a:sym typeface="KoPub돋움체 Medium "/>
              </a:endParaRPr>
            </a:p>
          </p:txBody>
        </p:sp>
      </p:grpSp>
      <p:sp>
        <p:nvSpPr>
          <p:cNvPr id="682" name="모서리가 둥근 사각형 설명선[R] 681">
            <a:extLst>
              <a:ext uri="{FF2B5EF4-FFF2-40B4-BE49-F238E27FC236}">
                <a16:creationId xmlns:a16="http://schemas.microsoft.com/office/drawing/2014/main" id="{8295EA94-1D7A-8D52-5C70-CC07D5141DB0}"/>
              </a:ext>
            </a:extLst>
          </p:cNvPr>
          <p:cNvSpPr/>
          <p:nvPr/>
        </p:nvSpPr>
        <p:spPr bwMode="auto">
          <a:xfrm>
            <a:off x="5665551" y="1384087"/>
            <a:ext cx="2556710" cy="1229461"/>
          </a:xfrm>
          <a:prstGeom prst="wedgeRoundRectCallout">
            <a:avLst>
              <a:gd name="adj1" fmla="val -53617"/>
              <a:gd name="adj2" fmla="val 36404"/>
              <a:gd name="adj3" fmla="val 16667"/>
            </a:avLst>
          </a:prstGeom>
          <a:solidFill>
            <a:schemeClr val="bg2">
              <a:lumMod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95350" latinLnBrk="0">
              <a:spcAft>
                <a:spcPts val="600"/>
              </a:spcAft>
              <a:buSzPct val="120000"/>
            </a:pPr>
            <a:r>
              <a:rPr kumimoji="1" lang="en-US" altLang="ko-KR" sz="1300" b="1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AI Agent </a:t>
            </a:r>
            <a:r>
              <a:rPr kumimoji="1" lang="ko-KR" altLang="en-US" sz="1300" b="1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특화된 아키텍처를</a:t>
            </a:r>
            <a:r>
              <a:rPr kumimoji="1" lang="en-US" altLang="ko-KR" sz="1300" b="1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 </a:t>
            </a:r>
            <a:r>
              <a:rPr kumimoji="1" lang="ko-KR" altLang="en-US" sz="1300" b="1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제공하며</a:t>
            </a:r>
            <a:r>
              <a:rPr kumimoji="1" lang="en-US" altLang="ko-KR" sz="1300" b="1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,</a:t>
            </a:r>
            <a:r>
              <a:rPr kumimoji="1" lang="ko-KR" altLang="en-US" sz="1300" b="1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 이를 참고하여 비즈니스 사이트에 맞게 재구성</a:t>
            </a:r>
          </a:p>
        </p:txBody>
      </p:sp>
    </p:spTree>
    <p:extLst>
      <p:ext uri="{BB962C8B-B14F-4D97-AF65-F5344CB8AC3E}">
        <p14:creationId xmlns:p14="http://schemas.microsoft.com/office/powerpoint/2010/main" val="27089804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59B618-C2C2-5537-A41C-6C80F7051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3.3</a:t>
            </a:r>
            <a:r>
              <a:rPr kumimoji="1" lang="ko-KR" altLang="en-US" dirty="0"/>
              <a:t> </a:t>
            </a:r>
            <a:r>
              <a:rPr kumimoji="1" lang="en-US" altLang="ko-KR" dirty="0"/>
              <a:t>Agent</a:t>
            </a:r>
            <a:r>
              <a:rPr kumimoji="1" lang="ko-KR" altLang="en-US" dirty="0"/>
              <a:t> 프레임워크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B59475-945D-4749-A4A1-E0E92D1BE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047" y="504827"/>
            <a:ext cx="8639908" cy="294777"/>
          </a:xfrm>
        </p:spPr>
        <p:txBody>
          <a:bodyPr/>
          <a:lstStyle/>
          <a:p>
            <a:r>
              <a:rPr kumimoji="1" lang="en-US" altLang="ko-KR" dirty="0"/>
              <a:t>Agent </a:t>
            </a:r>
            <a:r>
              <a:rPr kumimoji="1" lang="ko-KR" altLang="en-US" dirty="0"/>
              <a:t>구축을 위해서는 다양한 프레임워크를 사용할 수 있으나</a:t>
            </a:r>
            <a:r>
              <a:rPr kumimoji="1" lang="en-US" altLang="ko-KR" dirty="0"/>
              <a:t>,</a:t>
            </a:r>
            <a:r>
              <a:rPr kumimoji="1" lang="ko-KR" altLang="en-US" dirty="0"/>
              <a:t> 본 문서에서는 대표적 오픈소스 프레임워크인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LangChain</a:t>
            </a:r>
            <a:r>
              <a:rPr kumimoji="1" lang="ko-KR" altLang="en-US" dirty="0"/>
              <a:t> 을 활용한 </a:t>
            </a:r>
            <a:r>
              <a:rPr kumimoji="1" lang="en-US" altLang="ko-KR" dirty="0"/>
              <a:t>Agent </a:t>
            </a:r>
            <a:r>
              <a:rPr kumimoji="1" lang="ko-KR" altLang="en-US" dirty="0"/>
              <a:t>구축방안을 표현한다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C979164-F009-9C00-17E3-3CEE9D304F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dirty="0"/>
              <a:t>3.</a:t>
            </a:r>
            <a:r>
              <a:rPr kumimoji="1" lang="ko-KR" altLang="en-US" dirty="0"/>
              <a:t> 어플리케이션 아키텍처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570800F-8899-FAE1-44F6-BA9C2C24D358}"/>
              </a:ext>
            </a:extLst>
          </p:cNvPr>
          <p:cNvSpPr/>
          <p:nvPr/>
        </p:nvSpPr>
        <p:spPr>
          <a:xfrm>
            <a:off x="359496" y="1263316"/>
            <a:ext cx="5890909" cy="3447047"/>
          </a:xfrm>
          <a:prstGeom prst="rect">
            <a:avLst/>
          </a:prstGeom>
          <a:solidFill>
            <a:schemeClr val="bg1"/>
          </a:solidFill>
          <a:ln w="3175">
            <a:solidFill>
              <a:srgbClr val="C7CE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1516258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271AA"/>
              </a:buClr>
              <a:buSzPct val="140000"/>
              <a:buFontTx/>
              <a:buNone/>
              <a:tabLst>
                <a:tab pos="5648325" algn="l"/>
              </a:tabLst>
              <a:defRPr/>
            </a:pPr>
            <a:endParaRPr kumimoji="0" lang="en-US" altLang="ko-KR" sz="800" u="none" strike="noStrike" kern="1200" cap="none" spc="-30" normalizeH="0" baseline="0" noProof="0" dirty="0">
              <a:ln>
                <a:solidFill>
                  <a:srgbClr val="1EB3E2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907" name="직사각형 906">
            <a:extLst>
              <a:ext uri="{FF2B5EF4-FFF2-40B4-BE49-F238E27FC236}">
                <a16:creationId xmlns:a16="http://schemas.microsoft.com/office/drawing/2014/main" id="{9053977D-868F-7A4B-F4CF-1A6377283BB7}"/>
              </a:ext>
            </a:extLst>
          </p:cNvPr>
          <p:cNvSpPr/>
          <p:nvPr/>
        </p:nvSpPr>
        <p:spPr>
          <a:xfrm>
            <a:off x="6479336" y="1233969"/>
            <a:ext cx="2289932" cy="3617819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ko-KR" altLang="en-US" sz="1200" u="none" strike="noStrike" kern="1200" cap="none" spc="-30" normalizeH="0" baseline="0" noProof="0" dirty="0">
              <a:ln>
                <a:solidFill>
                  <a:srgbClr val="0099FF">
                    <a:alpha val="0"/>
                  </a:srgbClr>
                </a:solidFill>
              </a:ln>
              <a:solidFill>
                <a:schemeClr val="tx1"/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Pretendard" panose="02000503000000020004" pitchFamily="2" charset="-127"/>
            </a:endParaRPr>
          </a:p>
        </p:txBody>
      </p:sp>
      <p:sp>
        <p:nvSpPr>
          <p:cNvPr id="908" name="직사각형 907">
            <a:extLst>
              <a:ext uri="{FF2B5EF4-FFF2-40B4-BE49-F238E27FC236}">
                <a16:creationId xmlns:a16="http://schemas.microsoft.com/office/drawing/2014/main" id="{91D00378-E368-AE20-A973-A7E468439D1A}"/>
              </a:ext>
            </a:extLst>
          </p:cNvPr>
          <p:cNvSpPr/>
          <p:nvPr/>
        </p:nvSpPr>
        <p:spPr>
          <a:xfrm>
            <a:off x="6479336" y="945358"/>
            <a:ext cx="2289931" cy="287414"/>
          </a:xfrm>
          <a:prstGeom prst="rect">
            <a:avLst/>
          </a:prstGeom>
          <a:solidFill>
            <a:srgbClr val="4347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Malgun Gothic" panose="020B0503020000020004" pitchFamily="34" charset="-127"/>
                <a:ea typeface="Malgun Gothic" panose="020B0503020000020004" pitchFamily="34" charset="-127"/>
              </a:rPr>
              <a:t>기능 설명</a:t>
            </a:r>
          </a:p>
        </p:txBody>
      </p:sp>
      <p:sp>
        <p:nvSpPr>
          <p:cNvPr id="909" name="직사각형 908">
            <a:extLst>
              <a:ext uri="{FF2B5EF4-FFF2-40B4-BE49-F238E27FC236}">
                <a16:creationId xmlns:a16="http://schemas.microsoft.com/office/drawing/2014/main" id="{E8AECA71-07EC-68A6-7DDB-1E0B84C528FD}"/>
              </a:ext>
            </a:extLst>
          </p:cNvPr>
          <p:cNvSpPr/>
          <p:nvPr/>
        </p:nvSpPr>
        <p:spPr>
          <a:xfrm>
            <a:off x="361604" y="950033"/>
            <a:ext cx="5890909" cy="283937"/>
          </a:xfrm>
          <a:prstGeom prst="rect">
            <a:avLst/>
          </a:prstGeom>
          <a:solidFill>
            <a:srgbClr val="9CA5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30">
                <a:ln>
                  <a:solidFill>
                    <a:schemeClr val="tx1">
                      <a:alpha val="0"/>
                    </a:schemeClr>
                  </a:solidFill>
                </a:ln>
                <a:latin typeface="Malgun Gothic" panose="020B0503020000020004" pitchFamily="34" charset="-127"/>
                <a:ea typeface="Malgun Gothic" panose="020B0503020000020004" pitchFamily="34" charset="-127"/>
              </a:rPr>
              <a:t>프레임워크 구조도</a:t>
            </a:r>
            <a:endParaRPr lang="ko-KR" altLang="en-US" sz="1600" b="1" spc="-30" dirty="0">
              <a:ln>
                <a:solidFill>
                  <a:schemeClr val="tx1">
                    <a:alpha val="0"/>
                  </a:schemeClr>
                </a:solidFill>
              </a:ln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695ADA6D-3C21-1ED1-0CBD-E9047CCFB8CE}"/>
              </a:ext>
            </a:extLst>
          </p:cNvPr>
          <p:cNvGrpSpPr/>
          <p:nvPr/>
        </p:nvGrpSpPr>
        <p:grpSpPr>
          <a:xfrm>
            <a:off x="595563" y="1424911"/>
            <a:ext cx="4106906" cy="1749152"/>
            <a:chOff x="359451" y="1902432"/>
            <a:chExt cx="4106906" cy="1749152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A2D6693C-4888-3137-FB17-7106F692BF2F}"/>
                </a:ext>
              </a:extLst>
            </p:cNvPr>
            <p:cNvSpPr/>
            <p:nvPr/>
          </p:nvSpPr>
          <p:spPr>
            <a:xfrm>
              <a:off x="359451" y="1902432"/>
              <a:ext cx="4106906" cy="174915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C7CED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t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1" indent="0" algn="ctr" defTabSz="1516258" rtl="0" eaLnBrk="0" fontAlgn="auto" latinLnBrk="0" hangingPunct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271AA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r>
                <a:rPr lang="en-US" altLang="ko-KR" sz="1050" b="1" spc="-30" dirty="0" err="1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LangChain</a:t>
              </a:r>
              <a:endParaRPr kumimoji="0" lang="en-US" altLang="ko-KR" sz="1050" b="1" u="none" strike="noStrike" kern="1200" cap="none" spc="-30" normalizeH="0" baseline="0" noProof="0" dirty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5E296E3F-CDDB-B0A5-5008-5AE1C9CAF1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1603" y="2157679"/>
              <a:ext cx="880734" cy="41652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u="none" strike="noStrike" kern="1200" cap="none" spc="-30" normalizeH="0" baseline="0" noProof="0" dirty="0" err="1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Func</a:t>
              </a:r>
              <a:r>
                <a:rPr lang="en-US" altLang="ko-KR" sz="800" spc="-30" dirty="0" err="1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tion</a:t>
              </a:r>
              <a:endParaRPr kumimoji="0" lang="ko-KR" altLang="en-US" sz="800" u="none" strike="noStrike" kern="1200" cap="none" spc="-30" normalizeH="0" baseline="0" noProof="0" dirty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KoPub돋움체 Medium  Medium" panose="02000603000000020004" pitchFamily="50" charset="-127"/>
                <a:sym typeface="KoPub돋움체 Medium 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D10BBA5C-0E6E-70B9-952C-33C249FE76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6960" y="2157679"/>
              <a:ext cx="880734" cy="41652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u="none" strike="noStrike" kern="1200" cap="none" spc="-30" normalizeH="0" baseline="0" noProof="0" dirty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LLM</a:t>
              </a:r>
            </a:p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spc="-30" dirty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(</a:t>
              </a:r>
              <a:r>
                <a:rPr lang="en-US" altLang="ko-KR" sz="800" spc="-30" dirty="0" err="1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chatOpenAI</a:t>
              </a:r>
              <a:r>
                <a:rPr lang="en-US" altLang="ko-KR" sz="800" spc="-30" dirty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 </a:t>
              </a:r>
              <a:r>
                <a:rPr lang="ko-KR" altLang="en-US" sz="800" spc="-30" dirty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등</a:t>
              </a:r>
              <a:r>
                <a:rPr lang="en-US" altLang="ko-KR" sz="800" spc="-30" dirty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)</a:t>
              </a:r>
              <a:endParaRPr kumimoji="0" lang="ko-KR" altLang="en-US" sz="800" u="none" strike="noStrike" kern="1200" cap="none" spc="-30" normalizeH="0" baseline="0" noProof="0" dirty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KoPub돋움체 Medium  Medium" panose="02000603000000020004" pitchFamily="50" charset="-127"/>
                <a:sym typeface="KoPub돋움체 Medium 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D377FFEB-E4A2-D73A-C778-D78B4E0DF6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501" y="2157679"/>
              <a:ext cx="838551" cy="41652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u="none" strike="noStrike" kern="1200" cap="none" spc="-30" normalizeH="0" baseline="0" noProof="0" dirty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Prompt</a:t>
              </a:r>
            </a:p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spc="-30" dirty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(prompt Template)</a:t>
              </a:r>
              <a:endParaRPr kumimoji="0" lang="ko-KR" altLang="en-US" sz="800" u="none" strike="noStrike" kern="1200" cap="none" spc="-30" normalizeH="0" baseline="0" noProof="0" dirty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KoPub돋움체 Medium  Medium" panose="02000603000000020004" pitchFamily="50" charset="-127"/>
                <a:sym typeface="KoPub돋움체 Medium 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0961E5F3-C57A-DF98-6B1F-330C57A058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0547" y="2157679"/>
              <a:ext cx="786232" cy="41652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u="none" strike="noStrike" kern="1200" cap="none" spc="-30" normalizeH="0" baseline="0" noProof="0" dirty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Output </a:t>
              </a:r>
              <a:r>
                <a:rPr lang="en-US" altLang="ko-KR" sz="800" spc="-30" dirty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Parser</a:t>
              </a:r>
            </a:p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u="none" strike="noStrike" kern="1200" cap="none" spc="-30" normalizeH="0" baseline="0" noProof="0" dirty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(</a:t>
              </a:r>
              <a:r>
                <a:rPr kumimoji="0" lang="en-US" altLang="ko-KR" sz="800" u="none" strike="noStrike" kern="1200" cap="none" spc="-30" normalizeH="0" baseline="0" noProof="0" dirty="0" err="1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with_structured_output</a:t>
              </a:r>
              <a:r>
                <a:rPr kumimoji="0" lang="en-US" altLang="ko-KR" sz="800" u="none" strike="noStrike" kern="1200" cap="none" spc="-30" normalizeH="0" baseline="0" noProof="0" dirty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)</a:t>
              </a:r>
              <a:endParaRPr kumimoji="0" lang="ko-KR" altLang="en-US" sz="800" u="none" strike="noStrike" kern="1200" cap="none" spc="-30" normalizeH="0" baseline="0" noProof="0" dirty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KoPub돋움체 Medium  Medium" panose="02000603000000020004" pitchFamily="50" charset="-127"/>
                <a:sym typeface="KoPub돋움체 Medium 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E61D57CC-B063-B776-A759-692F0E98F7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1603" y="2636017"/>
              <a:ext cx="880734" cy="41652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u="none" strike="noStrike" kern="1200" cap="none" spc="-30" normalizeH="0" baseline="0" noProof="0" dirty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Embeddings</a:t>
              </a:r>
            </a:p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spc="-30" dirty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(</a:t>
              </a:r>
              <a:r>
                <a:rPr lang="en-US" altLang="ko-KR" sz="800" spc="-30" dirty="0" err="1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openAIEmbeddings</a:t>
              </a:r>
              <a:r>
                <a:rPr lang="en-US" altLang="ko-KR" sz="800" spc="-30" dirty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)</a:t>
              </a:r>
              <a:endParaRPr kumimoji="0" lang="ko-KR" altLang="en-US" sz="800" u="none" strike="noStrike" kern="1200" cap="none" spc="-30" normalizeH="0" baseline="0" noProof="0" dirty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KoPub돋움체 Medium  Medium" panose="02000603000000020004" pitchFamily="50" charset="-127"/>
                <a:sym typeface="KoPub돋움체 Medium 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755516AF-A6A7-41E2-286D-506DB5D99C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6960" y="2636017"/>
              <a:ext cx="880734" cy="41652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u="none" strike="noStrike" kern="1200" cap="none" spc="-30" normalizeH="0" baseline="0" noProof="0" dirty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Text Splitter</a:t>
              </a:r>
            </a:p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spc="-30" dirty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(</a:t>
              </a:r>
              <a:r>
                <a:rPr lang="en-US" altLang="ko-KR" sz="800" spc="-30" dirty="0" err="1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RecursiceCharacterTextSplitter</a:t>
              </a:r>
              <a:r>
                <a:rPr lang="en-US" altLang="ko-KR" sz="800" spc="-30" dirty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)</a:t>
              </a:r>
              <a:endParaRPr kumimoji="0" lang="ko-KR" altLang="en-US" sz="800" u="none" strike="noStrike" kern="1200" cap="none" spc="-30" normalizeH="0" baseline="0" noProof="0" dirty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KoPub돋움체 Medium  Medium" panose="02000603000000020004" pitchFamily="50" charset="-127"/>
                <a:sym typeface="KoPub돋움체 Medium "/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9053CF5C-FB6B-C3A4-CF2D-03E191137D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501" y="2636017"/>
              <a:ext cx="838551" cy="41652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spc="-30" dirty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Tools</a:t>
              </a:r>
            </a:p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u="none" strike="noStrike" kern="1200" cap="none" spc="-30" normalizeH="0" baseline="0" noProof="0" dirty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(@tool)</a:t>
              </a:r>
              <a:endParaRPr kumimoji="0" lang="ko-KR" altLang="en-US" sz="800" u="none" strike="noStrike" kern="1200" cap="none" spc="-30" normalizeH="0" baseline="0" noProof="0" dirty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KoPub돋움체 Medium  Medium" panose="02000603000000020004" pitchFamily="50" charset="-127"/>
                <a:sym typeface="KoPub돋움체 Medium 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5D40311A-5B3E-30EF-E8B7-9878B0ED8B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0547" y="2636017"/>
              <a:ext cx="786232" cy="41652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u="none" strike="noStrike" kern="1200" cap="none" spc="-30" normalizeH="0" baseline="0" noProof="0" dirty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Retriever</a:t>
              </a:r>
            </a:p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spc="-30" dirty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(</a:t>
              </a:r>
              <a:r>
                <a:rPr lang="en-US" altLang="ko-KR" sz="800" spc="-30" dirty="0" err="1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as_retriever</a:t>
              </a:r>
              <a:r>
                <a:rPr lang="en-US" altLang="ko-KR" sz="800" spc="-30" dirty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)</a:t>
              </a:r>
              <a:endParaRPr kumimoji="0" lang="ko-KR" altLang="en-US" sz="800" u="none" strike="noStrike" kern="1200" cap="none" spc="-30" normalizeH="0" baseline="0" noProof="0" dirty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KoPub돋움체 Medium  Medium" panose="02000603000000020004" pitchFamily="50" charset="-127"/>
                <a:sym typeface="KoPub돋움체 Medium 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A39CEAE3-EE78-64BF-1485-4FC6A5F24A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751" y="3130878"/>
              <a:ext cx="3885413" cy="41652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algn="ctr" defTabSz="1042988">
                <a:defRPr/>
              </a:pPr>
              <a:r>
                <a:rPr kumimoji="0" lang="en-US" altLang="ko-KR" sz="800" u="none" strike="noStrike" kern="1200" cap="none" spc="-30" normalizeH="0" baseline="0" noProof="0" dirty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Vector Store</a:t>
              </a:r>
              <a:r>
                <a:rPr kumimoji="0" lang="ko-KR" altLang="en-US" sz="800" u="none" strike="noStrike" kern="1200" cap="none" spc="-30" normalizeH="0" baseline="0" noProof="0" dirty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 </a:t>
              </a:r>
              <a:r>
                <a:rPr lang="en-US" altLang="ko-KR" sz="800" spc="-30" dirty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(FAISS)</a:t>
              </a:r>
              <a:endParaRPr kumimoji="0" lang="ko-KR" altLang="en-US" sz="800" u="none" strike="noStrike" kern="1200" cap="none" spc="-30" normalizeH="0" baseline="0" noProof="0" dirty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KoPub돋움체 Medium  Medium" panose="02000603000000020004" pitchFamily="50" charset="-127"/>
                <a:sym typeface="KoPub돋움체 Medium 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1218C16C-E514-B837-3774-C5DEC0283EF7}"/>
              </a:ext>
            </a:extLst>
          </p:cNvPr>
          <p:cNvGrpSpPr/>
          <p:nvPr/>
        </p:nvGrpSpPr>
        <p:grpSpPr>
          <a:xfrm>
            <a:off x="4850617" y="1424910"/>
            <a:ext cx="1135097" cy="3098964"/>
            <a:chOff x="1029045" y="1902431"/>
            <a:chExt cx="1135097" cy="3098964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70FFFC1B-3523-F5A8-B361-667403C65926}"/>
                </a:ext>
              </a:extLst>
            </p:cNvPr>
            <p:cNvSpPr/>
            <p:nvPr/>
          </p:nvSpPr>
          <p:spPr>
            <a:xfrm>
              <a:off x="1029045" y="1902431"/>
              <a:ext cx="1135097" cy="309896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C7CED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t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1" indent="0" algn="ctr" defTabSz="1516258" rtl="0" eaLnBrk="0" fontAlgn="auto" latinLnBrk="0" hangingPunct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271AA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r>
                <a:rPr lang="en-US" altLang="ko-KR" sz="1050" b="1" spc="-30" dirty="0" err="1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LangSmith</a:t>
              </a:r>
              <a:r>
                <a:rPr lang="en-US" altLang="ko-KR" sz="1050" b="1" spc="-30" dirty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/</a:t>
              </a:r>
            </a:p>
            <a:p>
              <a:pPr marL="0" marR="0" lvl="1" indent="0" algn="ctr" defTabSz="1516258" rtl="0" eaLnBrk="0" fontAlgn="auto" latinLnBrk="0" hangingPunct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271AA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r>
                <a:rPr lang="en-US" altLang="ko-KR" sz="1050" b="1" spc="-30" dirty="0" err="1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Langfuse</a:t>
              </a:r>
              <a:r>
                <a:rPr lang="en-US" altLang="ko-KR" sz="1050" spc="-30" dirty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 </a:t>
              </a:r>
              <a:endParaRPr kumimoji="0" lang="en-US" altLang="ko-KR" sz="1050" u="none" strike="noStrike" kern="1200" cap="none" spc="-30" normalizeH="0" baseline="0" noProof="0" dirty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C5F3277B-6D5B-FC2A-46E9-C05EFFA0C1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7564" y="4379366"/>
              <a:ext cx="762319" cy="41652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u="none" strike="noStrike" kern="1200" cap="none" spc="-30" normalizeH="0" baseline="0" noProof="0" dirty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Prompt Hub</a:t>
              </a:r>
            </a:p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spc="-30" dirty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(pull, push)</a:t>
              </a:r>
              <a:endParaRPr kumimoji="0" lang="ko-KR" altLang="en-US" sz="800" u="none" strike="noStrike" kern="1200" cap="none" spc="-30" normalizeH="0" baseline="0" noProof="0" dirty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KoPub돋움체 Medium  Medium" panose="02000603000000020004" pitchFamily="50" charset="-127"/>
                <a:sym typeface="KoPub돋움체 Medium "/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F04673AD-3971-53F7-2E47-8112F70D48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7566" y="3119922"/>
              <a:ext cx="762319" cy="41652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u="none" strike="noStrike" kern="1200" cap="none" spc="-30" normalizeH="0" baseline="0" noProof="0" dirty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Run Management</a:t>
              </a:r>
            </a:p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spc="-30" dirty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(</a:t>
              </a:r>
              <a:r>
                <a:rPr lang="en-US" altLang="ko-KR" sz="800" spc="-30" dirty="0" err="1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list_runs</a:t>
              </a:r>
              <a:r>
                <a:rPr lang="en-US" altLang="ko-KR" sz="800" spc="-30" dirty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)</a:t>
              </a:r>
              <a:endParaRPr kumimoji="0" lang="ko-KR" altLang="en-US" sz="800" u="none" strike="noStrike" kern="1200" cap="none" spc="-30" normalizeH="0" baseline="0" noProof="0" dirty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KoPub돋움체 Medium  Medium" panose="02000603000000020004" pitchFamily="50" charset="-127"/>
                <a:sym typeface="KoPub돋움체 Medium 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AA3EE867-64A0-088B-0DA5-6334D1A89C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7566" y="2490200"/>
              <a:ext cx="762319" cy="41652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spc="-30" dirty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Observability</a:t>
              </a:r>
            </a:p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u="none" strike="noStrike" kern="1200" cap="none" spc="-30" normalizeH="0" baseline="0" noProof="0" dirty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(@traceable)</a:t>
              </a:r>
              <a:endParaRPr kumimoji="0" lang="ko-KR" altLang="en-US" sz="800" u="none" strike="noStrike" kern="1200" cap="none" spc="-30" normalizeH="0" baseline="0" noProof="0" dirty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KoPub돋움체 Medium  Medium" panose="02000603000000020004" pitchFamily="50" charset="-127"/>
                <a:sym typeface="KoPub돋움체 Medium 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1DC74FE7-B451-9C99-3087-5049075006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7565" y="3749644"/>
              <a:ext cx="762319" cy="41652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u="none" strike="noStrike" kern="1200" cap="none" spc="-30" normalizeH="0" baseline="0" noProof="0" dirty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Feedback</a:t>
              </a:r>
            </a:p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spc="-30" dirty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(</a:t>
              </a:r>
              <a:r>
                <a:rPr lang="en-US" altLang="ko-KR" sz="800" spc="-30" dirty="0" err="1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create_feedback</a:t>
              </a:r>
              <a:r>
                <a:rPr lang="en-US" altLang="ko-KR" sz="800" spc="-30" dirty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)</a:t>
              </a:r>
              <a:endParaRPr kumimoji="0" lang="ko-KR" altLang="en-US" sz="800" u="none" strike="noStrike" kern="1200" cap="none" spc="-30" normalizeH="0" baseline="0" noProof="0" dirty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KoPub돋움체 Medium  Medium" panose="02000603000000020004" pitchFamily="50" charset="-127"/>
                <a:sym typeface="KoPub돋움체 Medium "/>
              </a:endParaRP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B46F714F-7976-9960-14E2-85C2871898E6}"/>
              </a:ext>
            </a:extLst>
          </p:cNvPr>
          <p:cNvGrpSpPr/>
          <p:nvPr/>
        </p:nvGrpSpPr>
        <p:grpSpPr>
          <a:xfrm>
            <a:off x="595563" y="3235872"/>
            <a:ext cx="4106906" cy="1288002"/>
            <a:chOff x="595563" y="3235872"/>
            <a:chExt cx="4106906" cy="1288002"/>
          </a:xfrm>
        </p:grpSpPr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7C6F3B1E-6F6D-0DE3-F117-50D565110B13}"/>
                </a:ext>
              </a:extLst>
            </p:cNvPr>
            <p:cNvSpPr/>
            <p:nvPr/>
          </p:nvSpPr>
          <p:spPr>
            <a:xfrm>
              <a:off x="595563" y="3235872"/>
              <a:ext cx="4106906" cy="128800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C7CED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t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1" indent="0" algn="ctr" defTabSz="1516258" rtl="0" eaLnBrk="0" fontAlgn="auto" latinLnBrk="0" hangingPunct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271AA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r>
                <a:rPr lang="en-US" altLang="ko-KR" sz="1050" b="1" spc="-30" dirty="0" err="1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LangGraph</a:t>
              </a:r>
              <a:endParaRPr kumimoji="0" lang="en-US" altLang="ko-KR" sz="1050" b="1" u="none" strike="noStrike" kern="1200" cap="none" spc="-30" normalizeH="0" baseline="0" noProof="0" dirty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9FCBA677-D791-227F-66D1-B146B1DA2B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8861" y="3507642"/>
              <a:ext cx="880734" cy="41652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u="none" strike="noStrike" kern="1200" cap="none" spc="-30" normalizeH="0" baseline="0" noProof="0" dirty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Conditional </a:t>
              </a:r>
              <a:r>
                <a:rPr lang="en-US" altLang="ko-KR" sz="800" spc="-30" dirty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Edge</a:t>
              </a:r>
            </a:p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u="none" strike="noStrike" kern="1200" cap="none" spc="-30" normalizeH="0" baseline="0" noProof="0" dirty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(add)</a:t>
              </a:r>
              <a:r>
                <a:rPr kumimoji="0" lang="en-US" altLang="ko-KR" sz="800" u="none" strike="noStrike" kern="1200" cap="none" spc="-30" normalizeH="0" baseline="0" noProof="0" dirty="0" err="1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conditional_edges</a:t>
              </a:r>
              <a:r>
                <a:rPr kumimoji="0" lang="en-US" altLang="ko-KR" sz="800" u="none" strike="noStrike" kern="1200" cap="none" spc="-30" normalizeH="0" baseline="0" noProof="0" dirty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)</a:t>
              </a:r>
              <a:endParaRPr kumimoji="0" lang="ko-KR" altLang="en-US" sz="800" u="none" strike="noStrike" kern="1200" cap="none" spc="-30" normalizeH="0" baseline="0" noProof="0" dirty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KoPub돋움체 Medium  Medium" panose="02000603000000020004" pitchFamily="50" charset="-127"/>
                <a:sym typeface="KoPub돋움체 Medium 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054587AA-259E-404F-FE8F-A300D7C70A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4218" y="3507642"/>
              <a:ext cx="880734" cy="41652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u="none" strike="noStrike" kern="1200" cap="none" spc="-30" normalizeH="0" baseline="0" noProof="0" dirty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Edge</a:t>
              </a:r>
            </a:p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spc="-30" dirty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(</a:t>
              </a:r>
              <a:r>
                <a:rPr lang="en-US" altLang="ko-KR" sz="800" spc="-30" dirty="0" err="1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add_edge</a:t>
              </a:r>
              <a:r>
                <a:rPr lang="en-US" altLang="ko-KR" sz="800" spc="-30" dirty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)</a:t>
              </a:r>
              <a:endParaRPr kumimoji="0" lang="ko-KR" altLang="en-US" sz="800" u="none" strike="noStrike" kern="1200" cap="none" spc="-30" normalizeH="0" baseline="0" noProof="0" dirty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KoPub돋움체 Medium  Medium" panose="02000603000000020004" pitchFamily="50" charset="-127"/>
                <a:sym typeface="KoPub돋움체 Medium 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3B63339D-A8C8-8BE1-4E65-D6110DC75E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9759" y="3507642"/>
              <a:ext cx="838551" cy="41652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u="none" strike="noStrike" kern="1200" cap="none" spc="-30" normalizeH="0" baseline="0" noProof="0" dirty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Node</a:t>
              </a:r>
            </a:p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spc="-30" dirty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(</a:t>
              </a:r>
              <a:r>
                <a:rPr lang="en-US" altLang="ko-KR" sz="800" spc="-30" dirty="0" err="1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add_node</a:t>
              </a:r>
              <a:r>
                <a:rPr lang="en-US" altLang="ko-KR" sz="800" spc="-30" dirty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)</a:t>
              </a:r>
              <a:endParaRPr kumimoji="0" lang="ko-KR" altLang="en-US" sz="800" u="none" strike="noStrike" kern="1200" cap="none" spc="-30" normalizeH="0" baseline="0" noProof="0" dirty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KoPub돋움체 Medium  Medium" panose="02000603000000020004" pitchFamily="50" charset="-127"/>
                <a:sym typeface="KoPub돋움체 Medium 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CDDCD840-97AC-7FAD-95C6-99D81ADB69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7805" y="3507642"/>
              <a:ext cx="786232" cy="41652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u="none" strike="noStrike" kern="1200" cap="none" spc="-30" normalizeH="0" baseline="0" noProof="0" dirty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State</a:t>
              </a:r>
            </a:p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spc="-30" dirty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(</a:t>
              </a:r>
              <a:r>
                <a:rPr lang="en-US" altLang="ko-KR" sz="800" spc="-30" dirty="0" err="1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MessagesState</a:t>
              </a:r>
              <a:r>
                <a:rPr lang="en-US" altLang="ko-KR" sz="800" spc="-30" dirty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)</a:t>
              </a:r>
              <a:endParaRPr kumimoji="0" lang="ko-KR" altLang="en-US" sz="800" u="none" strike="noStrike" kern="1200" cap="none" spc="-30" normalizeH="0" baseline="0" noProof="0" dirty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KoPub돋움체 Medium  Medium" panose="02000603000000020004" pitchFamily="50" charset="-127"/>
                <a:sym typeface="KoPub돋움체 Medium 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7C4538FF-E487-776A-DABC-97623BDE44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8861" y="3985980"/>
              <a:ext cx="880734" cy="41652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u="none" strike="noStrike" kern="1200" cap="none" spc="-30" normalizeH="0" baseline="0" noProof="0" dirty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Functional API</a:t>
              </a:r>
            </a:p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spc="-30" dirty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(@</a:t>
              </a:r>
              <a:r>
                <a:rPr lang="en-US" altLang="ko-KR" sz="800" spc="-30" dirty="0" err="1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entrypoint</a:t>
              </a:r>
              <a:r>
                <a:rPr lang="en-US" altLang="ko-KR" sz="800" spc="-30" dirty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)</a:t>
              </a:r>
              <a:endParaRPr kumimoji="0" lang="ko-KR" altLang="en-US" sz="800" u="none" strike="noStrike" kern="1200" cap="none" spc="-30" normalizeH="0" baseline="0" noProof="0" dirty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KoPub돋움체 Medium  Medium" panose="02000603000000020004" pitchFamily="50" charset="-127"/>
                <a:sym typeface="KoPub돋움체 Medium "/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D59F4980-811A-5354-4F8E-9DDFE45663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4218" y="3985980"/>
              <a:ext cx="880734" cy="41652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u="none" strike="noStrike" kern="1200" cap="none" spc="-30" normalizeH="0" baseline="0" noProof="0" dirty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Memory</a:t>
              </a:r>
            </a:p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spc="-30" dirty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(</a:t>
              </a:r>
              <a:r>
                <a:rPr lang="en-US" altLang="ko-KR" sz="800" spc="-30" dirty="0" err="1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InMemorySaver</a:t>
              </a:r>
              <a:r>
                <a:rPr lang="en-US" altLang="ko-KR" sz="800" spc="-30" dirty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)</a:t>
              </a:r>
              <a:endParaRPr kumimoji="0" lang="ko-KR" altLang="en-US" sz="800" u="none" strike="noStrike" kern="1200" cap="none" spc="-30" normalizeH="0" baseline="0" noProof="0" dirty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KoPub돋움체 Medium  Medium" panose="02000603000000020004" pitchFamily="50" charset="-127"/>
                <a:sym typeface="KoPub돋움체 Medium 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8F04525C-D807-334F-FD0F-025E1C82C3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9759" y="3985980"/>
              <a:ext cx="838551" cy="41652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spc="-30" dirty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Control Flow</a:t>
              </a:r>
            </a:p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u="none" strike="noStrike" kern="1200" cap="none" spc="-30" normalizeH="0" baseline="0" noProof="0" dirty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(command</a:t>
              </a:r>
              <a:r>
                <a:rPr lang="en-US" altLang="ko-KR" sz="800" spc="-30" dirty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)</a:t>
              </a:r>
              <a:endParaRPr kumimoji="0" lang="ko-KR" altLang="en-US" sz="800" u="none" strike="noStrike" kern="1200" cap="none" spc="-30" normalizeH="0" baseline="0" noProof="0" dirty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KoPub돋움체 Medium  Medium" panose="02000603000000020004" pitchFamily="50" charset="-127"/>
                <a:sym typeface="KoPub돋움체 Medium 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78325121-CBDB-32E7-F0E7-3AD89F2571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7805" y="3985980"/>
              <a:ext cx="786232" cy="41652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u="none" strike="noStrike" kern="1200" cap="none" spc="-30" normalizeH="0" baseline="0" noProof="0" dirty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Prebuilt</a:t>
              </a:r>
            </a:p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spc="-30" dirty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(</a:t>
              </a:r>
              <a:r>
                <a:rPr lang="en-US" altLang="ko-KR" sz="800" spc="-30" dirty="0" err="1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create_react_agent</a:t>
              </a:r>
              <a:r>
                <a:rPr lang="en-US" altLang="ko-KR" sz="800" spc="-30" dirty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, </a:t>
              </a:r>
              <a:r>
                <a:rPr lang="en-US" altLang="ko-KR" sz="800" spc="-30" dirty="0" err="1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ToolNode</a:t>
              </a:r>
              <a:r>
                <a:rPr lang="en-US" altLang="ko-KR" sz="800" spc="-30" dirty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)</a:t>
              </a:r>
              <a:endParaRPr kumimoji="0" lang="ko-KR" altLang="en-US" sz="800" u="none" strike="noStrike" kern="1200" cap="none" spc="-30" normalizeH="0" baseline="0" noProof="0" dirty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KoPub돋움체 Medium  Medium" panose="02000603000000020004" pitchFamily="50" charset="-127"/>
                <a:sym typeface="KoPub돋움체 Medium "/>
              </a:endParaRPr>
            </a:p>
          </p:txBody>
        </p:sp>
      </p:grpSp>
      <p:sp>
        <p:nvSpPr>
          <p:cNvPr id="44" name="텍스트 개체 틀 16">
            <a:extLst>
              <a:ext uri="{FF2B5EF4-FFF2-40B4-BE49-F238E27FC236}">
                <a16:creationId xmlns:a16="http://schemas.microsoft.com/office/drawing/2014/main" id="{EEC0ECBC-A261-6C2C-21A2-9EA07E114480}"/>
              </a:ext>
            </a:extLst>
          </p:cNvPr>
          <p:cNvSpPr txBox="1">
            <a:spLocks/>
          </p:cNvSpPr>
          <p:nvPr/>
        </p:nvSpPr>
        <p:spPr>
          <a:xfrm>
            <a:off x="6492488" y="1352806"/>
            <a:ext cx="2267493" cy="923330"/>
          </a:xfrm>
          <a:prstGeom prst="rect">
            <a:avLst/>
          </a:prstGeom>
        </p:spPr>
        <p:txBody>
          <a:bodyPr wrap="square" lIns="72000" tIns="0" rIns="0" bIns="0" anchor="t">
            <a:spAutoFit/>
          </a:bodyPr>
          <a:lstStyle>
            <a:defPPr>
              <a:defRPr lang="en-US"/>
            </a:defPPr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KoPub돋움체 Medium 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돋움체 Medium 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돋움체 Medium 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돋움체 Medium 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돋움체 Medium 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돋움체 Medium 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돋움체 Medium 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돋움체 Medium 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돋움체 Medium 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Pct val="80000"/>
              <a:buNone/>
              <a:tabLst/>
              <a:defRPr/>
            </a:pPr>
            <a:r>
              <a:rPr kumimoji="1" lang="en-US" altLang="ko-KR" sz="1000" b="1" spc="-30" dirty="0" err="1">
                <a:ln>
                  <a:solidFill>
                    <a:srgbClr val="0099FF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anose="02000503000000020004" pitchFamily="2" charset="-127"/>
              </a:rPr>
              <a:t>LangChain</a:t>
            </a:r>
            <a:endParaRPr kumimoji="1" lang="en-US" altLang="ko-KR" sz="900" b="1" u="none" strike="noStrike" kern="1200" cap="none" spc="-30" normalizeH="0" baseline="0" noProof="0" dirty="0">
              <a:ln>
                <a:solidFill>
                  <a:srgbClr val="0099FF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Pretendard" panose="02000503000000020004" pitchFamily="2" charset="-127"/>
            </a:endParaRPr>
          </a:p>
          <a:p>
            <a:pPr marL="92075" marR="0" lvl="0" indent="-92075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ko-KR" sz="900" spc="-30" dirty="0">
                <a:ln>
                  <a:solidFill>
                    <a:srgbClr val="0099FF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anose="02000503000000020004" pitchFamily="2" charset="-127"/>
              </a:rPr>
              <a:t>AI Agent </a:t>
            </a:r>
            <a:r>
              <a:rPr kumimoji="1" lang="ko-KR" altLang="en-US" sz="900" spc="-30" dirty="0">
                <a:ln>
                  <a:solidFill>
                    <a:srgbClr val="0099FF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anose="02000503000000020004" pitchFamily="2" charset="-127"/>
              </a:rPr>
              <a:t>개발을 위한 오픈소스 기반의 프레임워크</a:t>
            </a:r>
            <a:endParaRPr kumimoji="1" lang="en-US" altLang="ko-KR" sz="900" spc="-30" dirty="0">
              <a:ln>
                <a:solidFill>
                  <a:srgbClr val="0099FF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Pretendard" panose="02000503000000020004" pitchFamily="2" charset="-127"/>
            </a:endParaRPr>
          </a:p>
          <a:p>
            <a:pPr marL="92075" marR="0" lvl="0" indent="-92075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ko-KR" sz="900" spc="-30" dirty="0">
                <a:ln>
                  <a:solidFill>
                    <a:srgbClr val="0099FF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anose="02000503000000020004" pitchFamily="2" charset="-127"/>
              </a:rPr>
              <a:t>LLM,</a:t>
            </a:r>
            <a:r>
              <a:rPr kumimoji="1" lang="ko-KR" altLang="en-US" sz="900" spc="-30" dirty="0">
                <a:ln>
                  <a:solidFill>
                    <a:srgbClr val="0099FF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900" spc="-30" dirty="0">
                <a:ln>
                  <a:solidFill>
                    <a:srgbClr val="0099FF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anose="02000503000000020004" pitchFamily="2" charset="-127"/>
              </a:rPr>
              <a:t>MCP </a:t>
            </a:r>
            <a:r>
              <a:rPr kumimoji="1" lang="ko-KR" altLang="en-US" sz="900" spc="-30" dirty="0">
                <a:ln>
                  <a:solidFill>
                    <a:srgbClr val="0099FF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anose="02000503000000020004" pitchFamily="2" charset="-127"/>
              </a:rPr>
              <a:t>연동 및 다양한 </a:t>
            </a:r>
            <a:r>
              <a:rPr kumimoji="1" lang="en-US" altLang="ko-KR" sz="900" spc="-30" dirty="0">
                <a:ln>
                  <a:solidFill>
                    <a:srgbClr val="0099FF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anose="02000503000000020004" pitchFamily="2" charset="-127"/>
              </a:rPr>
              <a:t>Tools </a:t>
            </a:r>
            <a:r>
              <a:rPr kumimoji="1" lang="ko-KR" altLang="en-US" sz="900" spc="-30" dirty="0">
                <a:ln>
                  <a:solidFill>
                    <a:srgbClr val="0099FF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anose="02000503000000020004" pitchFamily="2" charset="-127"/>
              </a:rPr>
              <a:t>개발에서 서비스 활용 까지 </a:t>
            </a:r>
            <a:r>
              <a:rPr kumimoji="1" lang="en-US" altLang="ko-KR" sz="900" spc="-30" dirty="0">
                <a:ln>
                  <a:solidFill>
                    <a:srgbClr val="0099FF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anose="02000503000000020004" pitchFamily="2" charset="-127"/>
              </a:rPr>
              <a:t>Agent </a:t>
            </a:r>
            <a:r>
              <a:rPr kumimoji="1" lang="ko-KR" altLang="en-US" sz="900" spc="-30" dirty="0">
                <a:ln>
                  <a:solidFill>
                    <a:srgbClr val="0099FF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anose="02000503000000020004" pitchFamily="2" charset="-127"/>
              </a:rPr>
              <a:t>개발을 위한 범용적 기능을 제공함</a:t>
            </a:r>
            <a:endParaRPr kumimoji="1" lang="ko-KR" altLang="en-US" sz="900" u="none" strike="noStrike" kern="1200" cap="none" spc="-30" normalizeH="0" baseline="0" noProof="0" dirty="0">
              <a:ln>
                <a:solidFill>
                  <a:srgbClr val="0099FF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Pretendard" panose="02000503000000020004" pitchFamily="2" charset="-127"/>
            </a:endParaRPr>
          </a:p>
        </p:txBody>
      </p:sp>
      <p:sp>
        <p:nvSpPr>
          <p:cNvPr id="46" name="텍스트 개체 틀 16">
            <a:extLst>
              <a:ext uri="{FF2B5EF4-FFF2-40B4-BE49-F238E27FC236}">
                <a16:creationId xmlns:a16="http://schemas.microsoft.com/office/drawing/2014/main" id="{6FEECABC-4AC5-8614-3599-6E595198A54A}"/>
              </a:ext>
            </a:extLst>
          </p:cNvPr>
          <p:cNvSpPr txBox="1">
            <a:spLocks/>
          </p:cNvSpPr>
          <p:nvPr/>
        </p:nvSpPr>
        <p:spPr>
          <a:xfrm>
            <a:off x="6492488" y="2430467"/>
            <a:ext cx="2267493" cy="923330"/>
          </a:xfrm>
          <a:prstGeom prst="rect">
            <a:avLst/>
          </a:prstGeom>
        </p:spPr>
        <p:txBody>
          <a:bodyPr wrap="square" lIns="72000" tIns="0" rIns="0" bIns="0" anchor="t">
            <a:spAutoFit/>
          </a:bodyPr>
          <a:lstStyle>
            <a:defPPr>
              <a:defRPr lang="en-US"/>
            </a:defPPr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KoPub돋움체 Medium 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돋움체 Medium 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돋움체 Medium 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돋움체 Medium 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돋움체 Medium 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돋움체 Medium 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돋움체 Medium 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돋움체 Medium 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돋움체 Medium 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Pct val="80000"/>
              <a:buNone/>
              <a:tabLst/>
              <a:defRPr/>
            </a:pPr>
            <a:r>
              <a:rPr kumimoji="1" lang="en-US" altLang="ko-KR" sz="1000" b="1" spc="-30" dirty="0" err="1">
                <a:ln>
                  <a:solidFill>
                    <a:srgbClr val="0099FF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anose="02000503000000020004" pitchFamily="2" charset="-127"/>
              </a:rPr>
              <a:t>LangGraph</a:t>
            </a:r>
            <a:endParaRPr kumimoji="1" lang="en-US" altLang="ko-KR" sz="900" b="1" u="none" strike="noStrike" kern="1200" cap="none" spc="-30" normalizeH="0" baseline="0" noProof="0" dirty="0">
              <a:ln>
                <a:solidFill>
                  <a:srgbClr val="0099FF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Pretendard" panose="02000503000000020004" pitchFamily="2" charset="-127"/>
            </a:endParaRPr>
          </a:p>
          <a:p>
            <a:pPr marL="92075" marR="0" lvl="0" indent="-92075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ko-KR" sz="900" spc="-30" dirty="0">
                <a:ln>
                  <a:solidFill>
                    <a:srgbClr val="0099FF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anose="02000503000000020004" pitchFamily="2" charset="-127"/>
              </a:rPr>
              <a:t>Node, Edge, state 3</a:t>
            </a:r>
            <a:r>
              <a:rPr kumimoji="1" lang="ko-KR" altLang="en-US" sz="900" spc="-30" dirty="0">
                <a:ln>
                  <a:solidFill>
                    <a:srgbClr val="0099FF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anose="02000503000000020004" pitchFamily="2" charset="-127"/>
              </a:rPr>
              <a:t>가지 핵심 구성요소를 가지고 </a:t>
            </a:r>
            <a:r>
              <a:rPr kumimoji="1" lang="en-US" altLang="ko-KR" sz="900" spc="-30" dirty="0">
                <a:ln>
                  <a:solidFill>
                    <a:srgbClr val="0099FF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anose="02000503000000020004" pitchFamily="2" charset="-127"/>
              </a:rPr>
              <a:t>Agent </a:t>
            </a:r>
            <a:r>
              <a:rPr kumimoji="1" lang="ko-KR" altLang="en-US" sz="900" spc="-30" dirty="0">
                <a:ln>
                  <a:solidFill>
                    <a:srgbClr val="0099FF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anose="02000503000000020004" pitchFamily="2" charset="-127"/>
              </a:rPr>
              <a:t>워크플로우를 구성하기 위한 오케스트레이션 프레임워크</a:t>
            </a:r>
            <a:endParaRPr kumimoji="1" lang="en-US" altLang="ko-KR" sz="900" spc="-30" dirty="0">
              <a:ln>
                <a:solidFill>
                  <a:srgbClr val="0099FF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Pretendard" panose="02000503000000020004" pitchFamily="2" charset="-127"/>
            </a:endParaRPr>
          </a:p>
          <a:p>
            <a:pPr marL="92075" marR="0" lvl="0" indent="-92075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900" spc="-30" dirty="0" err="1">
                <a:ln>
                  <a:solidFill>
                    <a:srgbClr val="0099FF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anose="02000503000000020004" pitchFamily="2" charset="-127"/>
              </a:rPr>
              <a:t>랭체인</a:t>
            </a:r>
            <a:r>
              <a:rPr kumimoji="1" lang="ko-KR" altLang="en-US" sz="900" spc="-30" dirty="0">
                <a:ln>
                  <a:solidFill>
                    <a:srgbClr val="0099FF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anose="02000503000000020004" pitchFamily="2" charset="-127"/>
              </a:rPr>
              <a:t> 자체의 순차 흐름의 제약사항을 보완하는 상태 기반 작업 흐름 제어 가능</a:t>
            </a:r>
            <a:endParaRPr kumimoji="1" lang="ko-KR" altLang="en-US" sz="900" u="none" strike="noStrike" kern="1200" cap="none" spc="-30" normalizeH="0" baseline="0" noProof="0" dirty="0">
              <a:ln>
                <a:solidFill>
                  <a:srgbClr val="0099FF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Pretendard" panose="02000503000000020004" pitchFamily="2" charset="-127"/>
            </a:endParaRPr>
          </a:p>
        </p:txBody>
      </p:sp>
      <p:sp>
        <p:nvSpPr>
          <p:cNvPr id="47" name="텍스트 개체 틀 16">
            <a:extLst>
              <a:ext uri="{FF2B5EF4-FFF2-40B4-BE49-F238E27FC236}">
                <a16:creationId xmlns:a16="http://schemas.microsoft.com/office/drawing/2014/main" id="{3B6C3A00-20FE-FD42-EC8D-75CDCB6FE7EE}"/>
              </a:ext>
            </a:extLst>
          </p:cNvPr>
          <p:cNvSpPr txBox="1">
            <a:spLocks/>
          </p:cNvSpPr>
          <p:nvPr/>
        </p:nvSpPr>
        <p:spPr>
          <a:xfrm>
            <a:off x="6492488" y="3623957"/>
            <a:ext cx="2267493" cy="923330"/>
          </a:xfrm>
          <a:prstGeom prst="rect">
            <a:avLst/>
          </a:prstGeom>
        </p:spPr>
        <p:txBody>
          <a:bodyPr wrap="square" lIns="72000" tIns="0" rIns="0" bIns="0" anchor="t">
            <a:spAutoFit/>
          </a:bodyPr>
          <a:lstStyle>
            <a:defPPr>
              <a:defRPr lang="en-US"/>
            </a:defPPr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KoPub돋움체 Medium 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돋움체 Medium 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돋움체 Medium 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돋움체 Medium 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돋움체 Medium 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돋움체 Medium 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돋움체 Medium 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돋움체 Medium 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KoPub돋움체 Medium 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Pct val="80000"/>
              <a:buNone/>
              <a:tabLst/>
              <a:defRPr/>
            </a:pPr>
            <a:r>
              <a:rPr kumimoji="1" lang="en-US" altLang="ko-KR" sz="1000" b="1" spc="-30" dirty="0" err="1">
                <a:ln>
                  <a:solidFill>
                    <a:srgbClr val="0099FF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anose="02000503000000020004" pitchFamily="2" charset="-127"/>
              </a:rPr>
              <a:t>LangSmith</a:t>
            </a:r>
            <a:r>
              <a:rPr kumimoji="1" lang="en-US" altLang="ko-KR" sz="1000" b="1" spc="-30" dirty="0">
                <a:ln>
                  <a:solidFill>
                    <a:srgbClr val="0099FF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anose="02000503000000020004" pitchFamily="2" charset="-127"/>
              </a:rPr>
              <a:t> / </a:t>
            </a:r>
            <a:r>
              <a:rPr kumimoji="1" lang="en-US" altLang="ko-KR" sz="1000" b="1" spc="-30" dirty="0" err="1">
                <a:ln>
                  <a:solidFill>
                    <a:srgbClr val="0099FF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anose="02000503000000020004" pitchFamily="2" charset="-127"/>
              </a:rPr>
              <a:t>Langfuse</a:t>
            </a:r>
            <a:endParaRPr kumimoji="1" lang="en-US" altLang="ko-KR" sz="900" b="1" u="none" strike="noStrike" kern="1200" cap="none" spc="-30" normalizeH="0" baseline="0" noProof="0" dirty="0">
              <a:ln>
                <a:solidFill>
                  <a:srgbClr val="0099FF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Pretendard" panose="02000503000000020004" pitchFamily="2" charset="-127"/>
            </a:endParaRPr>
          </a:p>
          <a:p>
            <a:pPr marL="92075" marR="0" lvl="0" indent="-92075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ko-KR" sz="900" spc="-30" dirty="0">
                <a:ln>
                  <a:solidFill>
                    <a:srgbClr val="0099FF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anose="02000503000000020004" pitchFamily="2" charset="-127"/>
              </a:rPr>
              <a:t>AI Agent </a:t>
            </a:r>
            <a:r>
              <a:rPr kumimoji="1" lang="ko-KR" altLang="en-US" sz="900" spc="-30" dirty="0">
                <a:ln>
                  <a:solidFill>
                    <a:srgbClr val="0099FF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anose="02000503000000020004" pitchFamily="2" charset="-127"/>
              </a:rPr>
              <a:t>개발을 위한 오픈소스 기반의 프레임워크</a:t>
            </a:r>
            <a:endParaRPr kumimoji="1" lang="en-US" altLang="ko-KR" sz="900" spc="-30" dirty="0">
              <a:ln>
                <a:solidFill>
                  <a:srgbClr val="0099FF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Pretendard" panose="02000503000000020004" pitchFamily="2" charset="-127"/>
            </a:endParaRPr>
          </a:p>
          <a:p>
            <a:pPr marL="92075" marR="0" lvl="0" indent="-92075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ko-KR" sz="900" spc="-30" dirty="0">
                <a:ln>
                  <a:solidFill>
                    <a:srgbClr val="0099FF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anose="02000503000000020004" pitchFamily="2" charset="-127"/>
              </a:rPr>
              <a:t>LLM,</a:t>
            </a:r>
            <a:r>
              <a:rPr kumimoji="1" lang="ko-KR" altLang="en-US" sz="900" spc="-30" dirty="0">
                <a:ln>
                  <a:solidFill>
                    <a:srgbClr val="0099FF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900" spc="-30" dirty="0">
                <a:ln>
                  <a:solidFill>
                    <a:srgbClr val="0099FF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anose="02000503000000020004" pitchFamily="2" charset="-127"/>
              </a:rPr>
              <a:t>MCP </a:t>
            </a:r>
            <a:r>
              <a:rPr kumimoji="1" lang="ko-KR" altLang="en-US" sz="900" spc="-30" dirty="0">
                <a:ln>
                  <a:solidFill>
                    <a:srgbClr val="0099FF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anose="02000503000000020004" pitchFamily="2" charset="-127"/>
              </a:rPr>
              <a:t>연동 및 다양한 </a:t>
            </a:r>
            <a:r>
              <a:rPr kumimoji="1" lang="en-US" altLang="ko-KR" sz="900" spc="-30" dirty="0">
                <a:ln>
                  <a:solidFill>
                    <a:srgbClr val="0099FF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anose="02000503000000020004" pitchFamily="2" charset="-127"/>
              </a:rPr>
              <a:t>Tools </a:t>
            </a:r>
            <a:r>
              <a:rPr kumimoji="1" lang="ko-KR" altLang="en-US" sz="900" spc="-30" dirty="0">
                <a:ln>
                  <a:solidFill>
                    <a:srgbClr val="0099FF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anose="02000503000000020004" pitchFamily="2" charset="-127"/>
              </a:rPr>
              <a:t>개발에서 서비스 활용 까지 </a:t>
            </a:r>
            <a:r>
              <a:rPr kumimoji="1" lang="en-US" altLang="ko-KR" sz="900" spc="-30" dirty="0">
                <a:ln>
                  <a:solidFill>
                    <a:srgbClr val="0099FF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anose="02000503000000020004" pitchFamily="2" charset="-127"/>
              </a:rPr>
              <a:t>Agent </a:t>
            </a:r>
            <a:r>
              <a:rPr kumimoji="1" lang="ko-KR" altLang="en-US" sz="900" spc="-30" dirty="0">
                <a:ln>
                  <a:solidFill>
                    <a:srgbClr val="0099FF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anose="02000503000000020004" pitchFamily="2" charset="-127"/>
              </a:rPr>
              <a:t>개발을 위한 범용적 기능을 제공함</a:t>
            </a:r>
            <a:endParaRPr kumimoji="1" lang="ko-KR" altLang="en-US" sz="900" u="none" strike="noStrike" kern="1200" cap="none" spc="-30" normalizeH="0" baseline="0" noProof="0" dirty="0">
              <a:ln>
                <a:solidFill>
                  <a:srgbClr val="0099FF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Pretendard" panose="02000503000000020004" pitchFamily="2" charset="-127"/>
            </a:endParaRPr>
          </a:p>
        </p:txBody>
      </p:sp>
      <p:sp>
        <p:nvSpPr>
          <p:cNvPr id="48" name="모서리가 둥근 사각형 설명선[R] 47">
            <a:extLst>
              <a:ext uri="{FF2B5EF4-FFF2-40B4-BE49-F238E27FC236}">
                <a16:creationId xmlns:a16="http://schemas.microsoft.com/office/drawing/2014/main" id="{8AB14137-98E1-451C-BE65-D233D38F0177}"/>
              </a:ext>
            </a:extLst>
          </p:cNvPr>
          <p:cNvSpPr/>
          <p:nvPr/>
        </p:nvSpPr>
        <p:spPr bwMode="auto">
          <a:xfrm>
            <a:off x="5665551" y="1384087"/>
            <a:ext cx="2556710" cy="1229461"/>
          </a:xfrm>
          <a:prstGeom prst="wedgeRoundRectCallout">
            <a:avLst>
              <a:gd name="adj1" fmla="val -53617"/>
              <a:gd name="adj2" fmla="val 36404"/>
              <a:gd name="adj3" fmla="val 16667"/>
            </a:avLst>
          </a:prstGeom>
          <a:solidFill>
            <a:schemeClr val="bg2">
              <a:lumMod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95350" latinLnBrk="0">
              <a:spcAft>
                <a:spcPts val="600"/>
              </a:spcAft>
              <a:buSzPct val="120000"/>
            </a:pPr>
            <a:r>
              <a:rPr kumimoji="1" lang="ko-KR" altLang="en-US" sz="1300" b="1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오픈소스 사용시 재활용 가능</a:t>
            </a:r>
            <a:endParaRPr kumimoji="1" lang="en-US" altLang="ko-KR" sz="1300" b="1" dirty="0">
              <a:latin typeface="Tahoma" panose="020B0604030504040204" pitchFamily="34" charset="0"/>
              <a:ea typeface="맑은 고딕" panose="020B0503020000020004" pitchFamily="50" charset="-127"/>
              <a:cs typeface="Tahoma" panose="020B0604030504040204" pitchFamily="34" charset="0"/>
            </a:endParaRPr>
          </a:p>
          <a:p>
            <a:pPr algn="ctr" defTabSz="895350" latinLnBrk="0">
              <a:spcAft>
                <a:spcPts val="600"/>
              </a:spcAft>
              <a:buSzPct val="120000"/>
            </a:pPr>
            <a:r>
              <a:rPr kumimoji="1" lang="ko-KR" altLang="en-US" sz="1300" b="1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플랫폼 사용시 변경</a:t>
            </a:r>
            <a:r>
              <a:rPr kumimoji="1" lang="en-US" altLang="ko-KR" sz="1300" b="1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(</a:t>
            </a:r>
            <a:r>
              <a:rPr kumimoji="1" lang="ko-KR" altLang="en-US" sz="1300" b="1" dirty="0" err="1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플롯폼</a:t>
            </a:r>
            <a:r>
              <a:rPr kumimoji="1" lang="ko-KR" altLang="en-US" sz="1300" b="1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 종속적 내용</a:t>
            </a:r>
            <a:r>
              <a:rPr kumimoji="1" lang="en-US" altLang="ko-KR" sz="1300" b="1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)</a:t>
            </a:r>
            <a:endParaRPr kumimoji="1" lang="ko-KR" altLang="en-US" sz="1300" b="1" dirty="0">
              <a:latin typeface="Tahoma" panose="020B0604030504040204" pitchFamily="34" charset="0"/>
              <a:ea typeface="맑은 고딕" panose="020B0503020000020004" pitchFamily="50" charset="-127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19324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11">
            <a:extLst>
              <a:ext uri="{FF2B5EF4-FFF2-40B4-BE49-F238E27FC236}">
                <a16:creationId xmlns:a16="http://schemas.microsoft.com/office/drawing/2014/main" id="{A15487ED-F434-E922-8421-26EA4FCE1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Table</a:t>
            </a:r>
            <a:r>
              <a:rPr lang="ko-KR" altLang="en-US" dirty="0"/>
              <a:t> </a:t>
            </a:r>
            <a:r>
              <a:rPr lang="en-US" altLang="ko-KR" dirty="0"/>
              <a:t>Of</a:t>
            </a:r>
            <a:r>
              <a:rPr lang="ko-KR" altLang="en-US" dirty="0"/>
              <a:t> </a:t>
            </a:r>
            <a:r>
              <a:rPr lang="en-US" altLang="ko-KR" dirty="0"/>
              <a:t>Content</a:t>
            </a:r>
            <a:endParaRPr lang="ko-KR" altLang="en-US" dirty="0"/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C3B9EB2E-9819-673C-5EF7-2A904B2CF4C3}"/>
              </a:ext>
            </a:extLst>
          </p:cNvPr>
          <p:cNvSpPr/>
          <p:nvPr/>
        </p:nvSpPr>
        <p:spPr>
          <a:xfrm>
            <a:off x="4114800" y="1554480"/>
            <a:ext cx="27432" cy="347472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F55D29A8-D657-B8C9-9C80-48BDD461477F}"/>
              </a:ext>
            </a:extLst>
          </p:cNvPr>
          <p:cNvSpPr/>
          <p:nvPr/>
        </p:nvSpPr>
        <p:spPr>
          <a:xfrm>
            <a:off x="4114800" y="1554480"/>
            <a:ext cx="4114800" cy="27432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BFDDFD1D-DF01-28B1-2B81-B1ADDE5876EB}"/>
              </a:ext>
            </a:extLst>
          </p:cNvPr>
          <p:cNvSpPr/>
          <p:nvPr/>
        </p:nvSpPr>
        <p:spPr>
          <a:xfrm>
            <a:off x="4297680" y="17373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B9B9B"/>
                </a:solidFill>
                <a:latin typeface="+mj-lt"/>
                <a:cs typeface="Arial" pitchFamily="34" charset="-120"/>
              </a:rPr>
              <a:t>1. </a:t>
            </a:r>
            <a:r>
              <a:rPr lang="en-US" sz="1400" dirty="0" err="1">
                <a:solidFill>
                  <a:srgbClr val="9B9B9B"/>
                </a:solidFill>
                <a:latin typeface="+mj-lt"/>
                <a:cs typeface="Arial" pitchFamily="34" charset="-120"/>
              </a:rPr>
              <a:t>개요</a:t>
            </a:r>
            <a:endParaRPr lang="en-US" sz="1400" dirty="0">
              <a:solidFill>
                <a:srgbClr val="9B9B9B"/>
              </a:solidFill>
              <a:latin typeface="+mj-lt"/>
              <a:cs typeface="Arial" pitchFamily="34" charset="-120"/>
            </a:endParaRPr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873D0C2D-62A6-10C3-94DC-D93EDFAB3A40}"/>
              </a:ext>
            </a:extLst>
          </p:cNvPr>
          <p:cNvSpPr/>
          <p:nvPr/>
        </p:nvSpPr>
        <p:spPr>
          <a:xfrm>
            <a:off x="4297680" y="22860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B9B9B"/>
                </a:solidFill>
                <a:latin typeface="+mj-lt"/>
                <a:cs typeface="Arial" pitchFamily="34" charset="-120"/>
              </a:rPr>
              <a:t>2. </a:t>
            </a:r>
            <a:r>
              <a:rPr lang="en-US" altLang="ko-KR" sz="1400" dirty="0" err="1">
                <a:solidFill>
                  <a:srgbClr val="9B9B9B"/>
                </a:solidFill>
                <a:latin typeface="+mj-lt"/>
                <a:cs typeface="Arial" pitchFamily="34" charset="-120"/>
              </a:rPr>
              <a:t>시스템</a:t>
            </a:r>
            <a:r>
              <a:rPr lang="en-US" altLang="ko-KR" sz="1400" dirty="0">
                <a:solidFill>
                  <a:srgbClr val="9B9B9B"/>
                </a:solidFill>
                <a:latin typeface="+mj-lt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rgbClr val="9B9B9B"/>
                </a:solidFill>
                <a:latin typeface="+mj-lt"/>
                <a:cs typeface="Arial" pitchFamily="34" charset="-120"/>
              </a:rPr>
              <a:t>아키텍처</a:t>
            </a:r>
            <a:endParaRPr lang="en-US" sz="1400" dirty="0">
              <a:solidFill>
                <a:srgbClr val="9B9B9B"/>
              </a:solidFill>
              <a:latin typeface="+mj-lt"/>
              <a:cs typeface="Arial" pitchFamily="34" charset="-120"/>
            </a:endParaRPr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735DB218-7AAA-BA62-BFA5-8924345C63DC}"/>
              </a:ext>
            </a:extLst>
          </p:cNvPr>
          <p:cNvSpPr/>
          <p:nvPr/>
        </p:nvSpPr>
        <p:spPr>
          <a:xfrm>
            <a:off x="4297680" y="2834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B9B9B"/>
                </a:solidFill>
                <a:latin typeface="+mj-lt"/>
                <a:cs typeface="Arial" pitchFamily="34" charset="-120"/>
              </a:rPr>
              <a:t>3. </a:t>
            </a:r>
            <a:r>
              <a:rPr lang="ko-KR" altLang="en-US" sz="1400" dirty="0">
                <a:solidFill>
                  <a:srgbClr val="9B9B9B"/>
                </a:solidFill>
                <a:latin typeface="+mj-lt"/>
                <a:cs typeface="Arial" pitchFamily="34" charset="-120"/>
              </a:rPr>
              <a:t>어플리케이션</a:t>
            </a:r>
            <a:r>
              <a:rPr lang="en-US" sz="1400" dirty="0">
                <a:solidFill>
                  <a:srgbClr val="9B9B9B"/>
                </a:solidFill>
                <a:latin typeface="+mj-lt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9B9B9B"/>
                </a:solidFill>
                <a:latin typeface="+mj-lt"/>
                <a:cs typeface="Arial" pitchFamily="34" charset="-120"/>
              </a:rPr>
              <a:t>아키텍처</a:t>
            </a:r>
            <a:endParaRPr lang="en-US" sz="1400" dirty="0">
              <a:solidFill>
                <a:srgbClr val="9B9B9B"/>
              </a:solidFill>
              <a:latin typeface="+mj-lt"/>
              <a:cs typeface="Arial" pitchFamily="34" charset="-120"/>
            </a:endParaRPr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E0003075-2095-AF8D-D8F6-65E8508BC714}"/>
              </a:ext>
            </a:extLst>
          </p:cNvPr>
          <p:cNvSpPr/>
          <p:nvPr/>
        </p:nvSpPr>
        <p:spPr>
          <a:xfrm>
            <a:off x="4297680" y="3383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Malgun Gothic" panose="020B0503020000020004" pitchFamily="34" charset="-127"/>
                <a:ea typeface="Malgun Gothic" panose="020B0503020000020004" pitchFamily="34" charset="-127"/>
                <a:cs typeface="Arial" pitchFamily="34" charset="-120"/>
              </a:rPr>
              <a:t>4. </a:t>
            </a:r>
            <a:r>
              <a:rPr lang="ko-KR" altLang="en-US" sz="1400" b="1" dirty="0">
                <a:latin typeface="Malgun Gothic" panose="020B0503020000020004" pitchFamily="34" charset="-127"/>
                <a:ea typeface="Malgun Gothic" panose="020B0503020000020004" pitchFamily="34" charset="-127"/>
                <a:cs typeface="Arial" pitchFamily="34" charset="-120"/>
              </a:rPr>
              <a:t>인터페이스 아키텍처</a:t>
            </a:r>
            <a:endParaRPr lang="en-US" sz="1400" b="1" dirty="0">
              <a:latin typeface="Malgun Gothic" panose="020B0503020000020004" pitchFamily="34" charset="-127"/>
              <a:ea typeface="Malgun Gothic" panose="020B0503020000020004" pitchFamily="34" charset="-127"/>
              <a:cs typeface="Arial" pitchFamily="34" charset="-120"/>
            </a:endParaRPr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D7910883-0F3E-A5F7-BAC3-3309F91097CA}"/>
              </a:ext>
            </a:extLst>
          </p:cNvPr>
          <p:cNvSpPr/>
          <p:nvPr/>
        </p:nvSpPr>
        <p:spPr>
          <a:xfrm>
            <a:off x="4297680" y="39319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B9B9B"/>
                </a:solidFill>
                <a:latin typeface="+mj-lt"/>
                <a:ea typeface="Arial" pitchFamily="34" charset="-122"/>
                <a:cs typeface="Arial" pitchFamily="34" charset="-120"/>
              </a:rPr>
              <a:t>5. </a:t>
            </a:r>
            <a:r>
              <a:rPr lang="ko-KR" altLang="en-US" sz="1400" dirty="0">
                <a:solidFill>
                  <a:srgbClr val="9B9B9B"/>
                </a:solidFill>
                <a:latin typeface="+mj-lt"/>
                <a:cs typeface="Arial" pitchFamily="34" charset="-120"/>
              </a:rPr>
              <a:t>데이터 및 보안 아키텍처</a:t>
            </a:r>
            <a:endParaRPr lang="en-US" sz="1400" dirty="0">
              <a:latin typeface="+mj-lt"/>
            </a:endParaRPr>
          </a:p>
        </p:txBody>
      </p:sp>
      <p:sp>
        <p:nvSpPr>
          <p:cNvPr id="2" name="Text 8">
            <a:extLst>
              <a:ext uri="{FF2B5EF4-FFF2-40B4-BE49-F238E27FC236}">
                <a16:creationId xmlns:a16="http://schemas.microsoft.com/office/drawing/2014/main" id="{7439392A-9F3D-331E-919F-77B3CC9B2C11}"/>
              </a:ext>
            </a:extLst>
          </p:cNvPr>
          <p:cNvSpPr/>
          <p:nvPr/>
        </p:nvSpPr>
        <p:spPr>
          <a:xfrm>
            <a:off x="4297680" y="44805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B9B9B"/>
                </a:solidFill>
                <a:latin typeface="+mj-lt"/>
                <a:ea typeface="Arial" pitchFamily="34" charset="-122"/>
                <a:cs typeface="Arial" pitchFamily="34" charset="-120"/>
              </a:rPr>
              <a:t>6. </a:t>
            </a:r>
            <a:r>
              <a:rPr lang="ko-KR" altLang="en-US" sz="1400" dirty="0">
                <a:solidFill>
                  <a:srgbClr val="9B9B9B"/>
                </a:solidFill>
                <a:latin typeface="+mj-lt"/>
                <a:ea typeface="Arial" pitchFamily="34" charset="-122"/>
                <a:cs typeface="Arial" pitchFamily="34" charset="-120"/>
              </a:rPr>
              <a:t>운영 및 모니터링</a:t>
            </a:r>
            <a:endParaRPr lang="en-US" sz="1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907901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59B618-C2C2-5537-A41C-6C80F7051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4</a:t>
            </a:r>
            <a:r>
              <a:rPr kumimoji="1" lang="en-US" altLang="ko-KR"/>
              <a:t>.4</a:t>
            </a:r>
            <a:r>
              <a:rPr kumimoji="1" lang="ko-KR" altLang="en-US" dirty="0"/>
              <a:t> </a:t>
            </a:r>
            <a:r>
              <a:rPr kumimoji="1" lang="en-US" altLang="ko-KR" dirty="0"/>
              <a:t>Agent</a:t>
            </a:r>
            <a:r>
              <a:rPr kumimoji="1" lang="ko-KR" altLang="en-US" dirty="0"/>
              <a:t> 연계방안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B59475-945D-4749-A4A1-E0E92D1BE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047" y="504827"/>
            <a:ext cx="8639908" cy="294777"/>
          </a:xfrm>
        </p:spPr>
        <p:txBody>
          <a:bodyPr/>
          <a:lstStyle/>
          <a:p>
            <a:r>
              <a:rPr kumimoji="1" lang="en-US" altLang="ko-KR" dirty="0"/>
              <a:t>Agent </a:t>
            </a:r>
            <a:r>
              <a:rPr kumimoji="1" lang="ko-KR" altLang="en-US" dirty="0"/>
              <a:t>서비스의 대표적 연계방안은 외부 시스템 연계</a:t>
            </a:r>
            <a:r>
              <a:rPr kumimoji="1" lang="en-US" altLang="ko-KR" dirty="0"/>
              <a:t>(MCP), </a:t>
            </a:r>
            <a:r>
              <a:rPr kumimoji="1" lang="ko-KR" altLang="en-US" dirty="0"/>
              <a:t>내부 서비스 연계</a:t>
            </a:r>
            <a:r>
              <a:rPr kumimoji="1" lang="en-US" altLang="ko-KR" dirty="0"/>
              <a:t>(A2A) </a:t>
            </a:r>
            <a:r>
              <a:rPr kumimoji="1" lang="ko-KR" altLang="en-US" dirty="0"/>
              <a:t>방식이 존재한다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C979164-F009-9C00-17E3-3CEE9D304F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dirty="0"/>
              <a:t>4.</a:t>
            </a:r>
            <a:r>
              <a:rPr kumimoji="1" lang="ko-KR" altLang="en-US" dirty="0"/>
              <a:t> 인터페이스 아키텍처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57859C0-F0A8-D57C-3381-FCC4413441BC}"/>
              </a:ext>
            </a:extLst>
          </p:cNvPr>
          <p:cNvSpPr/>
          <p:nvPr/>
        </p:nvSpPr>
        <p:spPr>
          <a:xfrm>
            <a:off x="6479336" y="1233969"/>
            <a:ext cx="2289932" cy="3617819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u="none" strike="noStrike" kern="1200" cap="none" spc="-30" normalizeH="0" baseline="0" noProof="0">
              <a:ln>
                <a:solidFill>
                  <a:srgbClr val="0099FF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Pretendard" panose="02000503000000020004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453C08A-E418-8815-A07B-12B85263FAAE}"/>
              </a:ext>
            </a:extLst>
          </p:cNvPr>
          <p:cNvSpPr/>
          <p:nvPr/>
        </p:nvSpPr>
        <p:spPr>
          <a:xfrm>
            <a:off x="386765" y="1975706"/>
            <a:ext cx="3521060" cy="1831697"/>
          </a:xfrm>
          <a:prstGeom prst="rect">
            <a:avLst/>
          </a:prstGeom>
          <a:solidFill>
            <a:schemeClr val="bg1"/>
          </a:solidFill>
          <a:ln w="25400">
            <a:solidFill>
              <a:srgbClr val="C7CE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1516258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271AA"/>
              </a:buClr>
              <a:buSzPct val="140000"/>
              <a:buFontTx/>
              <a:buNone/>
              <a:tabLst>
                <a:tab pos="5648325" algn="l"/>
              </a:tabLst>
              <a:defRPr/>
            </a:pPr>
            <a:r>
              <a:rPr kumimoji="0" lang="en-US" altLang="ko-KR" sz="1050" u="none" strike="noStrike" kern="1200" cap="none" spc="-30" normalizeH="0" baseline="0" noProof="0" dirty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</a:rPr>
              <a:t>AI Agent</a:t>
            </a:r>
            <a:r>
              <a:rPr kumimoji="0" lang="ko-KR" altLang="en-US" sz="1050" u="none" strike="noStrike" kern="1200" cap="none" spc="-30" normalizeH="0" baseline="0" noProof="0" dirty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kumimoji="0" lang="en-US" altLang="ko-KR" sz="1050" u="none" strike="noStrike" kern="1200" cap="none" spc="-30" normalizeH="0" baseline="0" noProof="0" dirty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</a:rPr>
              <a:t>Service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EBE82EBA-D71C-E0A6-1FE2-32D6466F9B46}"/>
              </a:ext>
            </a:extLst>
          </p:cNvPr>
          <p:cNvGrpSpPr/>
          <p:nvPr/>
        </p:nvGrpSpPr>
        <p:grpSpPr>
          <a:xfrm>
            <a:off x="456573" y="2761720"/>
            <a:ext cx="3346792" cy="416529"/>
            <a:chOff x="403605" y="5014047"/>
            <a:chExt cx="4049618" cy="504000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5FED544E-CFAF-D065-7855-DDF849C2E4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605" y="5014047"/>
              <a:ext cx="907923" cy="504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u="none" strike="noStrike" kern="1200" cap="none" spc="-30" normalizeH="0" baseline="0" noProof="0" err="1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Gardrails</a:t>
              </a:r>
              <a:endParaRPr kumimoji="0" lang="ko-KR" altLang="en-US" sz="800" u="none" strike="noStrike" kern="1200" cap="none" spc="-30" normalizeH="0" baseline="0" noProof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KoPub돋움체 Medium  Medium" panose="02000603000000020004" pitchFamily="50" charset="-127"/>
                <a:sym typeface="KoPub돋움체 Medium 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4258C57-73A8-CB5D-3713-962B6ED41B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8368" y="5014047"/>
              <a:ext cx="864855" cy="504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u="none" strike="noStrike" kern="1200" cap="none" spc="-30" normalizeH="0" baseline="0" noProof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Function Call</a:t>
              </a:r>
              <a:endParaRPr kumimoji="0" lang="ko-KR" altLang="en-US" sz="800" u="none" strike="noStrike" kern="1200" cap="none" spc="-30" normalizeH="0" baseline="0" noProof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KoPub돋움체 Medium  Medium" panose="02000603000000020004" pitchFamily="50" charset="-127"/>
                <a:sym typeface="KoPub돋움체 Medium 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54A0561-1E73-C518-47CB-17138C6D34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5706" y="5014047"/>
              <a:ext cx="968807" cy="504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u="none" strike="noStrike" kern="1200" cap="none" spc="-30" normalizeH="0" baseline="0" noProof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Agentic Layer</a:t>
              </a:r>
              <a:endParaRPr kumimoji="0" lang="ko-KR" altLang="en-US" sz="800" u="none" strike="noStrike" kern="1200" cap="none" spc="-30" normalizeH="0" baseline="0" noProof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KoPub돋움체 Medium  Medium" panose="02000603000000020004" pitchFamily="50" charset="-127"/>
                <a:sym typeface="KoPub돋움체 Medium "/>
              </a:endParaRP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C390693-8299-4B3E-7F77-A28688671E64}"/>
              </a:ext>
            </a:extLst>
          </p:cNvPr>
          <p:cNvGrpSpPr/>
          <p:nvPr/>
        </p:nvGrpSpPr>
        <p:grpSpPr>
          <a:xfrm>
            <a:off x="449045" y="3292488"/>
            <a:ext cx="3355801" cy="426641"/>
            <a:chOff x="394496" y="5680638"/>
            <a:chExt cx="4060519" cy="516235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A9E5D66C-346A-DD24-468B-FA6AA9C1C9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496" y="5692873"/>
              <a:ext cx="922406" cy="504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u="none" strike="noStrike" kern="1200" cap="none" spc="-30" normalizeH="0" baseline="0" noProof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LLM  Client</a:t>
              </a:r>
              <a:endParaRPr kumimoji="0" lang="ko-KR" altLang="en-US" sz="800" u="none" strike="noStrike" kern="1200" cap="none" spc="-30" normalizeH="0" baseline="0" noProof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KoPub돋움체 Medium  Medium" panose="02000603000000020004" pitchFamily="50" charset="-127"/>
                <a:sym typeface="KoPub돋움체 Medium 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BC19F2BF-847A-1F58-CB96-56F2C85989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5706" y="5680638"/>
              <a:ext cx="2048484" cy="516235"/>
            </a:xfrm>
            <a:prstGeom prst="rect">
              <a:avLst/>
            </a:prstGeom>
            <a:solidFill>
              <a:schemeClr val="bg2"/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u="none" strike="noStrike" kern="1200" cap="none" spc="-30" normalizeH="0" baseline="0" noProof="0" dirty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Agent to Agent Client</a:t>
              </a:r>
              <a:endParaRPr kumimoji="0" lang="ko-KR" altLang="en-US" sz="800" u="none" strike="noStrike" kern="1200" cap="none" spc="-30" normalizeH="0" baseline="0" noProof="0" dirty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KoPub돋움체 Medium  Medium" panose="02000603000000020004" pitchFamily="50" charset="-127"/>
                <a:sym typeface="KoPub돋움체 Medium 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4CB027A4-B718-A2F5-4E81-07047DFA74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0160" y="5692873"/>
              <a:ext cx="864855" cy="504000"/>
            </a:xfrm>
            <a:prstGeom prst="rect">
              <a:avLst/>
            </a:prstGeom>
            <a:solidFill>
              <a:schemeClr val="bg2"/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u="none" strike="noStrike" kern="1200" cap="none" spc="-30" normalizeH="0" baseline="0" noProof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MCP Client</a:t>
              </a:r>
              <a:endParaRPr kumimoji="0" lang="ko-KR" altLang="en-US" sz="800" u="none" strike="noStrike" kern="1200" cap="none" spc="-30" normalizeH="0" baseline="0" noProof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KoPub돋움체 Medium  Medium" panose="02000603000000020004" pitchFamily="50" charset="-127"/>
                <a:sym typeface="KoPub돋움체 Medium 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F087D0E9-33C7-9331-8DFC-752D11946E8C}"/>
              </a:ext>
            </a:extLst>
          </p:cNvPr>
          <p:cNvGrpSpPr/>
          <p:nvPr/>
        </p:nvGrpSpPr>
        <p:grpSpPr>
          <a:xfrm>
            <a:off x="4021030" y="1980554"/>
            <a:ext cx="2153505" cy="1831697"/>
            <a:chOff x="4716598" y="4032238"/>
            <a:chExt cx="2605741" cy="2216353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99BDE0E7-D59F-FAF2-6404-3DA523F9E967}"/>
                </a:ext>
              </a:extLst>
            </p:cNvPr>
            <p:cNvSpPr/>
            <p:nvPr/>
          </p:nvSpPr>
          <p:spPr>
            <a:xfrm>
              <a:off x="4716598" y="4032238"/>
              <a:ext cx="2605741" cy="221635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C7CED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t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1" indent="0" algn="ctr" defTabSz="1516258" rtl="0" eaLnBrk="0" fontAlgn="auto" latinLnBrk="0" hangingPunct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271AA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r>
                <a:rPr kumimoji="0" lang="en-US" altLang="ko-KR" sz="1050" u="none" strike="noStrike" kern="1200" cap="none" spc="-30" normalizeH="0" baseline="0" noProof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</a:rPr>
                <a:t>MCP</a:t>
              </a:r>
              <a:endParaRPr kumimoji="0" lang="en-US" altLang="ko-KR" sz="800" u="none" strike="noStrike" kern="1200" cap="none" spc="-30" normalizeH="0" baseline="0" noProof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639D3FA5-1AE3-C0FB-9357-2DDC4DC7E40E}"/>
                </a:ext>
              </a:extLst>
            </p:cNvPr>
            <p:cNvGrpSpPr/>
            <p:nvPr/>
          </p:nvGrpSpPr>
          <p:grpSpPr>
            <a:xfrm>
              <a:off x="4790351" y="4341332"/>
              <a:ext cx="2458234" cy="1857680"/>
              <a:chOff x="4782218" y="4341332"/>
              <a:chExt cx="2458234" cy="1857680"/>
            </a:xfrm>
          </p:grpSpPr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02952151-799F-806C-14F1-C06152F35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2218" y="4341332"/>
                <a:ext cx="864855" cy="185768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6350">
                <a:solidFill>
                  <a:srgbClr val="BFBFB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1" indent="0" algn="l" defTabSz="104298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u="none" strike="noStrike" kern="1200" cap="none" spc="-30" normalizeH="0" baseline="0" noProof="0">
                    <a:ln>
                      <a:solidFill>
                        <a:srgbClr val="1EB3E2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  <a:cs typeface="KoPub돋움체 Medium  Medium" panose="02000603000000020004" pitchFamily="50" charset="-127"/>
                    <a:sym typeface="KoPub돋움체 Medium "/>
                  </a:rPr>
                  <a:t>MCP</a:t>
                </a:r>
              </a:p>
              <a:p>
                <a:pPr marL="0" marR="0" lvl="1" indent="0" algn="l" defTabSz="104298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u="none" strike="noStrike" kern="1200" cap="none" spc="-30" normalizeH="0" baseline="0" noProof="0">
                    <a:ln>
                      <a:solidFill>
                        <a:srgbClr val="1EB3E2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  <a:cs typeface="KoPub돋움체 Medium  Medium" panose="02000603000000020004" pitchFamily="50" charset="-127"/>
                    <a:sym typeface="KoPub돋움체 Medium "/>
                  </a:rPr>
                  <a:t>Server</a:t>
                </a:r>
                <a:endParaRPr kumimoji="0" lang="ko-KR" altLang="en-US" sz="800" u="none" strike="noStrike" kern="1200" cap="none" spc="-30" normalizeH="0" baseline="0" noProof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endParaRPr>
              </a:p>
            </p:txBody>
          </p:sp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9E0480C6-77AA-1D16-40C5-7D0C11E454B5}"/>
                  </a:ext>
                </a:extLst>
              </p:cNvPr>
              <p:cNvSpPr/>
              <p:nvPr/>
            </p:nvSpPr>
            <p:spPr>
              <a:xfrm>
                <a:off x="6546186" y="4758181"/>
                <a:ext cx="694266" cy="324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7CED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 anchorCtr="0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1" indent="0" algn="ctr" defTabSz="1516258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271AA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0" lang="en-US" altLang="ko-KR" sz="800" u="none" strike="noStrike" kern="1200" cap="none" spc="-30" normalizeH="0" baseline="0" noProof="0">
                    <a:ln>
                      <a:solidFill>
                        <a:srgbClr val="1EB3E2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  <a:alpha val="99000"/>
                      </a:prstClr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Legacy</a:t>
                </a:r>
              </a:p>
              <a:p>
                <a:pPr marL="0" marR="0" lvl="1" indent="0" algn="ctr" defTabSz="1516258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271AA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0" lang="en-US" altLang="ko-KR" sz="800" u="none" strike="noStrike" kern="1200" cap="none" spc="-30" normalizeH="0" baseline="0" noProof="0">
                    <a:ln>
                      <a:solidFill>
                        <a:srgbClr val="1EB3E2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  <a:alpha val="99000"/>
                      </a:prstClr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System</a:t>
                </a:r>
              </a:p>
            </p:txBody>
          </p:sp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279DC989-5A86-DCE8-A381-643CBA78B17F}"/>
                  </a:ext>
                </a:extLst>
              </p:cNvPr>
              <p:cNvSpPr/>
              <p:nvPr/>
            </p:nvSpPr>
            <p:spPr>
              <a:xfrm>
                <a:off x="6546186" y="5175030"/>
                <a:ext cx="694266" cy="324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7CED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 anchorCtr="0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1" indent="0" algn="ctr" defTabSz="1516258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271AA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0" lang="en-US" altLang="ko-KR" sz="800" u="none" strike="noStrike" kern="1200" cap="none" spc="-30" normalizeH="0" baseline="0" noProof="0">
                    <a:ln>
                      <a:solidFill>
                        <a:srgbClr val="1EB3E2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  <a:alpha val="99000"/>
                      </a:prstClr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Data</a:t>
                </a:r>
              </a:p>
              <a:p>
                <a:pPr marL="0" marR="0" lvl="1" indent="0" algn="ctr" defTabSz="1516258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271AA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0" lang="en-US" altLang="ko-KR" sz="800" u="none" strike="noStrike" kern="1200" cap="none" spc="-30" normalizeH="0" baseline="0" noProof="0">
                    <a:ln>
                      <a:solidFill>
                        <a:srgbClr val="1EB3E2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  <a:alpha val="99000"/>
                      </a:prstClr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Base</a:t>
                </a:r>
              </a:p>
            </p:txBody>
          </p: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46DE728D-C968-D41B-4D3F-18B600D25967}"/>
                  </a:ext>
                </a:extLst>
              </p:cNvPr>
              <p:cNvSpPr/>
              <p:nvPr/>
            </p:nvSpPr>
            <p:spPr>
              <a:xfrm>
                <a:off x="6546186" y="6008728"/>
                <a:ext cx="694266" cy="190283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7CED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 anchorCtr="0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1" indent="0" algn="ctr" defTabSz="1516258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271AA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0" lang="en-US" altLang="ko-KR" sz="1050" u="none" strike="noStrike" kern="1200" cap="none" spc="-30" normalizeH="0" baseline="0" noProof="0">
                    <a:ln>
                      <a:solidFill>
                        <a:srgbClr val="1EB3E2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  <a:alpha val="99000"/>
                      </a:prstClr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…</a:t>
                </a:r>
                <a:endParaRPr kumimoji="0" lang="en-US" altLang="ko-KR" sz="800" u="none" strike="noStrike" kern="1200" cap="none" spc="-30" normalizeH="0" baseline="0" noProof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  <a:alpha val="99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cxnSp>
            <p:nvCxnSpPr>
              <p:cNvPr id="30" name="직선 연결선 193">
                <a:extLst>
                  <a:ext uri="{FF2B5EF4-FFF2-40B4-BE49-F238E27FC236}">
                    <a16:creationId xmlns:a16="http://schemas.microsoft.com/office/drawing/2014/main" id="{EFEB52F7-FD37-A1D9-B4A2-8C6767EE85E2}"/>
                  </a:ext>
                </a:extLst>
              </p:cNvPr>
              <p:cNvCxnSpPr>
                <a:cxnSpLocks/>
                <a:stCxn id="42" idx="3"/>
                <a:endCxn id="36" idx="1"/>
              </p:cNvCxnSpPr>
              <p:nvPr/>
            </p:nvCxnSpPr>
            <p:spPr>
              <a:xfrm flipV="1">
                <a:off x="6105326" y="4503332"/>
                <a:ext cx="440860" cy="617288"/>
              </a:xfrm>
              <a:prstGeom prst="straightConnector1">
                <a:avLst/>
              </a:prstGeom>
              <a:ln w="19050" cap="rnd">
                <a:solidFill>
                  <a:srgbClr val="434759"/>
                </a:solidFill>
                <a:prstDash val="sysDot"/>
                <a:round/>
                <a:headEnd w="sm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직선 연결선 193">
                <a:extLst>
                  <a:ext uri="{FF2B5EF4-FFF2-40B4-BE49-F238E27FC236}">
                    <a16:creationId xmlns:a16="http://schemas.microsoft.com/office/drawing/2014/main" id="{F9C9605F-5DDA-07AF-0C55-876C67B5ABAF}"/>
                  </a:ext>
                </a:extLst>
              </p:cNvPr>
              <p:cNvCxnSpPr>
                <a:cxnSpLocks/>
                <a:stCxn id="42" idx="3"/>
                <a:endCxn id="27" idx="1"/>
              </p:cNvCxnSpPr>
              <p:nvPr/>
            </p:nvCxnSpPr>
            <p:spPr>
              <a:xfrm flipV="1">
                <a:off x="6105326" y="4920181"/>
                <a:ext cx="440860" cy="200439"/>
              </a:xfrm>
              <a:prstGeom prst="straightConnector1">
                <a:avLst/>
              </a:prstGeom>
              <a:ln w="19050" cap="rnd">
                <a:solidFill>
                  <a:srgbClr val="434759"/>
                </a:solidFill>
                <a:prstDash val="sysDot"/>
                <a:round/>
                <a:headEnd w="sm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직선 연결선 193">
                <a:extLst>
                  <a:ext uri="{FF2B5EF4-FFF2-40B4-BE49-F238E27FC236}">
                    <a16:creationId xmlns:a16="http://schemas.microsoft.com/office/drawing/2014/main" id="{FC01EBC9-AD24-69F4-10B9-7A769E9E1B2C}"/>
                  </a:ext>
                </a:extLst>
              </p:cNvPr>
              <p:cNvCxnSpPr>
                <a:cxnSpLocks/>
                <a:stCxn id="42" idx="3"/>
                <a:endCxn id="28" idx="1"/>
              </p:cNvCxnSpPr>
              <p:nvPr/>
            </p:nvCxnSpPr>
            <p:spPr>
              <a:xfrm>
                <a:off x="6105326" y="5120620"/>
                <a:ext cx="440860" cy="216410"/>
              </a:xfrm>
              <a:prstGeom prst="straightConnector1">
                <a:avLst/>
              </a:prstGeom>
              <a:ln w="19050" cap="rnd">
                <a:solidFill>
                  <a:srgbClr val="434759"/>
                </a:solidFill>
                <a:prstDash val="sysDot"/>
                <a:round/>
                <a:headEnd w="sm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D1D802D2-2118-7C50-FEB2-6B6818D91FA7}"/>
                  </a:ext>
                </a:extLst>
              </p:cNvPr>
              <p:cNvSpPr/>
              <p:nvPr/>
            </p:nvSpPr>
            <p:spPr>
              <a:xfrm>
                <a:off x="6546186" y="5591879"/>
                <a:ext cx="694266" cy="324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7CED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 anchorCtr="0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1" indent="0" algn="ctr" defTabSz="1516258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271AA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0" lang="en-US" altLang="ko-KR" sz="800" u="none" strike="noStrike" kern="1200" cap="none" spc="-30" normalizeH="0" baseline="0" noProof="0">
                    <a:ln>
                      <a:solidFill>
                        <a:srgbClr val="1EB3E2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  <a:alpha val="99000"/>
                      </a:prstClr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I/F</a:t>
                </a:r>
              </a:p>
              <a:p>
                <a:pPr marL="0" marR="0" lvl="1" indent="0" algn="ctr" defTabSz="1516258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271AA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0" lang="en-US" altLang="ko-KR" sz="800" u="none" strike="noStrike" kern="1200" cap="none" spc="-30" normalizeH="0" baseline="0" noProof="0">
                    <a:ln>
                      <a:solidFill>
                        <a:srgbClr val="1EB3E2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  <a:alpha val="99000"/>
                      </a:prstClr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System</a:t>
                </a:r>
              </a:p>
            </p:txBody>
          </p:sp>
          <p:grpSp>
            <p:nvGrpSpPr>
              <p:cNvPr id="34" name="그룹 33">
                <a:extLst>
                  <a:ext uri="{FF2B5EF4-FFF2-40B4-BE49-F238E27FC236}">
                    <a16:creationId xmlns:a16="http://schemas.microsoft.com/office/drawing/2014/main" id="{AFA6A32D-868A-140E-ADCD-A2EE63A5E813}"/>
                  </a:ext>
                </a:extLst>
              </p:cNvPr>
              <p:cNvGrpSpPr/>
              <p:nvPr/>
            </p:nvGrpSpPr>
            <p:grpSpPr>
              <a:xfrm>
                <a:off x="5277326" y="4445712"/>
                <a:ext cx="828000" cy="1648921"/>
                <a:chOff x="5307806" y="5169538"/>
                <a:chExt cx="828000" cy="1648921"/>
              </a:xfrm>
            </p:grpSpPr>
            <p:sp>
              <p:nvSpPr>
                <p:cNvPr id="41" name="사각형: 둥근 모서리 388">
                  <a:extLst>
                    <a:ext uri="{FF2B5EF4-FFF2-40B4-BE49-F238E27FC236}">
                      <a16:creationId xmlns:a16="http://schemas.microsoft.com/office/drawing/2014/main" id="{02221B0D-24EC-9402-A547-D1BFCD0C32CF}"/>
                    </a:ext>
                  </a:extLst>
                </p:cNvPr>
                <p:cNvSpPr/>
                <p:nvPr/>
              </p:nvSpPr>
              <p:spPr>
                <a:xfrm>
                  <a:off x="5307806" y="5169538"/>
                  <a:ext cx="828000" cy="403902"/>
                </a:xfrm>
                <a:prstGeom prst="roundRect">
                  <a:avLst/>
                </a:prstGeom>
                <a:solidFill>
                  <a:schemeClr val="bg1">
                    <a:lumMod val="85000"/>
                  </a:schemeClr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" panose="020B0503020000020004" pitchFamily="34" charset="-127"/>
                      <a:ea typeface="Malgun Gothic" panose="020B0503020000020004" pitchFamily="34" charset="-127"/>
                    </a:rPr>
                    <a:t>Descript</a:t>
                  </a:r>
                </a:p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" panose="020B0503020000020004" pitchFamily="34" charset="-127"/>
                      <a:ea typeface="Malgun Gothic" panose="020B0503020000020004" pitchFamily="34" charset="-127"/>
                    </a:rPr>
                    <a:t>(Prompts)</a:t>
                  </a:r>
                  <a:endParaRPr kumimoji="0" lang="ko-KR" altLang="en-US" sz="80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  <p:sp>
              <p:nvSpPr>
                <p:cNvPr id="42" name="사각형: 둥근 모서리 389">
                  <a:extLst>
                    <a:ext uri="{FF2B5EF4-FFF2-40B4-BE49-F238E27FC236}">
                      <a16:creationId xmlns:a16="http://schemas.microsoft.com/office/drawing/2014/main" id="{9253ECC7-7A2F-CA32-0F04-8ACBE9A44FA6}"/>
                    </a:ext>
                  </a:extLst>
                </p:cNvPr>
                <p:cNvSpPr/>
                <p:nvPr/>
              </p:nvSpPr>
              <p:spPr>
                <a:xfrm>
                  <a:off x="5307806" y="5700446"/>
                  <a:ext cx="828000" cy="288000"/>
                </a:xfrm>
                <a:prstGeom prst="roundRect">
                  <a:avLst/>
                </a:prstGeom>
                <a:solidFill>
                  <a:schemeClr val="bg1">
                    <a:lumMod val="85000"/>
                  </a:schemeClr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" panose="020B0503020000020004" pitchFamily="34" charset="-127"/>
                      <a:ea typeface="Malgun Gothic" panose="020B0503020000020004" pitchFamily="34" charset="-127"/>
                    </a:rPr>
                    <a:t>Resources</a:t>
                  </a:r>
                  <a:endParaRPr kumimoji="0" lang="ko-KR" altLang="en-US" sz="80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  <p:sp>
              <p:nvSpPr>
                <p:cNvPr id="43" name="사각형: 둥근 모서리 390">
                  <a:extLst>
                    <a:ext uri="{FF2B5EF4-FFF2-40B4-BE49-F238E27FC236}">
                      <a16:creationId xmlns:a16="http://schemas.microsoft.com/office/drawing/2014/main" id="{92AC7A56-A7F7-8629-32DC-F9CE65A0F3CD}"/>
                    </a:ext>
                  </a:extLst>
                </p:cNvPr>
                <p:cNvSpPr/>
                <p:nvPr/>
              </p:nvSpPr>
              <p:spPr>
                <a:xfrm>
                  <a:off x="5307806" y="6530459"/>
                  <a:ext cx="828000" cy="288000"/>
                </a:xfrm>
                <a:prstGeom prst="roundRect">
                  <a:avLst/>
                </a:prstGeom>
                <a:solidFill>
                  <a:schemeClr val="bg1">
                    <a:lumMod val="85000"/>
                  </a:schemeClr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" panose="020B0503020000020004" pitchFamily="34" charset="-127"/>
                      <a:ea typeface="Malgun Gothic" panose="020B0503020000020004" pitchFamily="34" charset="-127"/>
                    </a:rPr>
                    <a:t>Tools</a:t>
                  </a:r>
                  <a:endParaRPr kumimoji="0" lang="ko-KR" altLang="en-US" sz="80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  <p:sp>
              <p:nvSpPr>
                <p:cNvPr id="44" name="사각형: 둥근 모서리 391">
                  <a:extLst>
                    <a:ext uri="{FF2B5EF4-FFF2-40B4-BE49-F238E27FC236}">
                      <a16:creationId xmlns:a16="http://schemas.microsoft.com/office/drawing/2014/main" id="{30976D94-74E1-62B0-0886-F0B20DBC9DE6}"/>
                    </a:ext>
                  </a:extLst>
                </p:cNvPr>
                <p:cNvSpPr/>
                <p:nvPr/>
              </p:nvSpPr>
              <p:spPr>
                <a:xfrm>
                  <a:off x="5307806" y="6115452"/>
                  <a:ext cx="828000" cy="288000"/>
                </a:xfrm>
                <a:prstGeom prst="roundRect">
                  <a:avLst/>
                </a:prstGeom>
                <a:solidFill>
                  <a:schemeClr val="bg1">
                    <a:lumMod val="85000"/>
                  </a:schemeClr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algun Gothic" panose="020B0503020000020004" pitchFamily="34" charset="-127"/>
                      <a:ea typeface="Malgun Gothic" panose="020B0503020000020004" pitchFamily="34" charset="-127"/>
                    </a:rPr>
                    <a:t>Adapter</a:t>
                  </a:r>
                </a:p>
              </p:txBody>
            </p:sp>
          </p:grpSp>
          <p:sp>
            <p:nvSpPr>
              <p:cNvPr id="35" name="TextBox 224">
                <a:extLst>
                  <a:ext uri="{FF2B5EF4-FFF2-40B4-BE49-F238E27FC236}">
                    <a16:creationId xmlns:a16="http://schemas.microsoft.com/office/drawing/2014/main" id="{0954A00A-CD27-6F16-17B4-2D3AECEE4937}"/>
                  </a:ext>
                </a:extLst>
              </p:cNvPr>
              <p:cNvSpPr txBox="1"/>
              <p:nvPr/>
            </p:nvSpPr>
            <p:spPr>
              <a:xfrm>
                <a:off x="6052214" y="4596106"/>
                <a:ext cx="689257" cy="2420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Endpoint</a:t>
                </a:r>
                <a:endParaRPr kumimoji="0" lang="ko-KR" altLang="en-US" sz="70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51B2DB5B-86F3-2D93-882D-2DAF257340CD}"/>
                  </a:ext>
                </a:extLst>
              </p:cNvPr>
              <p:cNvSpPr/>
              <p:nvPr/>
            </p:nvSpPr>
            <p:spPr>
              <a:xfrm>
                <a:off x="6546186" y="4341332"/>
                <a:ext cx="694266" cy="324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C7CED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 anchorCtr="0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1" indent="0" algn="ctr" defTabSz="1516258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271AA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0" lang="en-US" altLang="ko-KR" sz="800" u="none" strike="noStrike" kern="1200" cap="none" spc="-30" normalizeH="0" baseline="0" noProof="0">
                    <a:ln>
                      <a:solidFill>
                        <a:srgbClr val="1EB3E2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  <a:alpha val="99000"/>
                      </a:prstClr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Legacy</a:t>
                </a:r>
              </a:p>
              <a:p>
                <a:pPr marL="0" marR="0" lvl="1" indent="0" algn="ctr" defTabSz="1516258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271AA"/>
                  </a:buClr>
                  <a:buSzPct val="140000"/>
                  <a:buFontTx/>
                  <a:buNone/>
                  <a:tabLst>
                    <a:tab pos="5648325" algn="l"/>
                  </a:tabLst>
                  <a:defRPr/>
                </a:pPr>
                <a:r>
                  <a:rPr kumimoji="0" lang="en-US" altLang="ko-KR" sz="800" u="none" strike="noStrike" kern="1200" cap="none" spc="-30" normalizeH="0" baseline="0" noProof="0">
                    <a:ln>
                      <a:solidFill>
                        <a:srgbClr val="1EB3E2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  <a:alpha val="99000"/>
                      </a:prstClr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Agent</a:t>
                </a:r>
              </a:p>
            </p:txBody>
          </p:sp>
          <p:sp>
            <p:nvSpPr>
              <p:cNvPr id="37" name="TextBox 234">
                <a:extLst>
                  <a:ext uri="{FF2B5EF4-FFF2-40B4-BE49-F238E27FC236}">
                    <a16:creationId xmlns:a16="http://schemas.microsoft.com/office/drawing/2014/main" id="{300DB81A-A1B9-683D-3696-5FB3ABBDD62F}"/>
                  </a:ext>
                </a:extLst>
              </p:cNvPr>
              <p:cNvSpPr txBox="1"/>
              <p:nvPr/>
            </p:nvSpPr>
            <p:spPr>
              <a:xfrm>
                <a:off x="6143655" y="4918247"/>
                <a:ext cx="414482" cy="2420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u="none" strike="noStrike" kern="1200" cap="none" spc="0" normalizeH="0" baseline="0" noProof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API</a:t>
                </a:r>
                <a:endParaRPr kumimoji="0" lang="ko-KR" altLang="en-US" sz="700" u="none" strike="noStrike" kern="120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cxnSp>
            <p:nvCxnSpPr>
              <p:cNvPr id="38" name="직선 연결선 193">
                <a:extLst>
                  <a:ext uri="{FF2B5EF4-FFF2-40B4-BE49-F238E27FC236}">
                    <a16:creationId xmlns:a16="http://schemas.microsoft.com/office/drawing/2014/main" id="{8B5A60DC-6D4C-0431-345C-2FA2A617A553}"/>
                  </a:ext>
                </a:extLst>
              </p:cNvPr>
              <p:cNvCxnSpPr>
                <a:cxnSpLocks/>
                <a:stCxn id="44" idx="3"/>
                <a:endCxn id="33" idx="1"/>
              </p:cNvCxnSpPr>
              <p:nvPr/>
            </p:nvCxnSpPr>
            <p:spPr>
              <a:xfrm>
                <a:off x="6105326" y="5535626"/>
                <a:ext cx="440860" cy="218253"/>
              </a:xfrm>
              <a:prstGeom prst="straightConnector1">
                <a:avLst/>
              </a:prstGeom>
              <a:ln w="19050" cap="rnd">
                <a:solidFill>
                  <a:srgbClr val="434759"/>
                </a:solidFill>
                <a:prstDash val="sysDot"/>
                <a:round/>
                <a:headEnd w="sm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TextBox 239">
                <a:extLst>
                  <a:ext uri="{FF2B5EF4-FFF2-40B4-BE49-F238E27FC236}">
                    <a16:creationId xmlns:a16="http://schemas.microsoft.com/office/drawing/2014/main" id="{E0195338-37CC-5E6F-FCFF-809D47B642DE}"/>
                  </a:ext>
                </a:extLst>
              </p:cNvPr>
              <p:cNvSpPr txBox="1"/>
              <p:nvPr/>
            </p:nvSpPr>
            <p:spPr>
              <a:xfrm>
                <a:off x="6052214" y="5502809"/>
                <a:ext cx="612000" cy="23870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u="none" strike="noStrike" kern="1200" cap="none" spc="0" normalizeH="0" baseline="0" noProof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TCP</a:t>
                </a:r>
                <a:endParaRPr kumimoji="0" lang="ko-KR" altLang="en-US" sz="700" u="none" strike="noStrike" kern="120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sp>
            <p:nvSpPr>
              <p:cNvPr id="40" name="TextBox 235">
                <a:extLst>
                  <a:ext uri="{FF2B5EF4-FFF2-40B4-BE49-F238E27FC236}">
                    <a16:creationId xmlns:a16="http://schemas.microsoft.com/office/drawing/2014/main" id="{8C12E1D5-FFC2-F45E-A46F-D646C52050C2}"/>
                  </a:ext>
                </a:extLst>
              </p:cNvPr>
              <p:cNvSpPr txBox="1"/>
              <p:nvPr/>
            </p:nvSpPr>
            <p:spPr>
              <a:xfrm>
                <a:off x="6052214" y="5118220"/>
                <a:ext cx="612000" cy="23870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u="none" strike="noStrike" kern="1200" cap="none" spc="0" normalizeH="0" baseline="0" noProof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Connect</a:t>
                </a:r>
                <a:endParaRPr kumimoji="0" lang="ko-KR" altLang="en-US" sz="700" u="none" strike="noStrike" kern="120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</p:grpSp>
      </p:grpSp>
      <p:grpSp>
        <p:nvGrpSpPr>
          <p:cNvPr id="998" name="그룹 997">
            <a:extLst>
              <a:ext uri="{FF2B5EF4-FFF2-40B4-BE49-F238E27FC236}">
                <a16:creationId xmlns:a16="http://schemas.microsoft.com/office/drawing/2014/main" id="{5C23F72C-5890-648B-4A8F-A3D00D8B68ED}"/>
              </a:ext>
            </a:extLst>
          </p:cNvPr>
          <p:cNvGrpSpPr/>
          <p:nvPr/>
        </p:nvGrpSpPr>
        <p:grpSpPr>
          <a:xfrm>
            <a:off x="447338" y="2230953"/>
            <a:ext cx="3353294" cy="416529"/>
            <a:chOff x="392430" y="4335220"/>
            <a:chExt cx="4057486" cy="504000"/>
          </a:xfrm>
        </p:grpSpPr>
        <p:sp>
          <p:nvSpPr>
            <p:cNvPr id="999" name="직사각형 998">
              <a:extLst>
                <a:ext uri="{FF2B5EF4-FFF2-40B4-BE49-F238E27FC236}">
                  <a16:creationId xmlns:a16="http://schemas.microsoft.com/office/drawing/2014/main" id="{19727680-7D82-E13D-4B86-B09DB527BF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5383" y="4335220"/>
              <a:ext cx="968807" cy="504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u="none" strike="noStrike" kern="1200" cap="none" spc="-30" normalizeH="0" baseline="0" noProof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Prompt</a:t>
              </a:r>
            </a:p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u="none" strike="noStrike" kern="1200" cap="none" spc="-30" normalizeH="0" baseline="0" noProof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Management</a:t>
              </a:r>
              <a:endParaRPr kumimoji="0" lang="ko-KR" altLang="en-US" sz="800" u="none" strike="noStrike" kern="1200" cap="none" spc="-30" normalizeH="0" baseline="0" noProof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KoPub돋움체 Medium  Medium" panose="02000603000000020004" pitchFamily="50" charset="-127"/>
                <a:sym typeface="KoPub돋움체 Medium "/>
              </a:endParaRPr>
            </a:p>
          </p:txBody>
        </p:sp>
        <p:sp>
          <p:nvSpPr>
            <p:cNvPr id="1000" name="직사각형 999">
              <a:extLst>
                <a:ext uri="{FF2B5EF4-FFF2-40B4-BE49-F238E27FC236}">
                  <a16:creationId xmlns:a16="http://schemas.microsoft.com/office/drawing/2014/main" id="{E282C969-5A50-ECB7-87D0-D2E6A54DB3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5706" y="4335220"/>
              <a:ext cx="968807" cy="504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u="none" strike="noStrike" kern="1200" cap="none" spc="-30" normalizeH="0" baseline="0" noProof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User</a:t>
              </a:r>
            </a:p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u="none" strike="noStrike" kern="1200" cap="none" spc="-30" normalizeH="0" baseline="0" noProof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Preferences</a:t>
              </a:r>
            </a:p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u="none" strike="noStrike" kern="1200" cap="none" spc="-30" normalizeH="0" baseline="0" noProof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Client</a:t>
              </a:r>
              <a:endParaRPr kumimoji="0" lang="ko-KR" altLang="en-US" sz="800" u="none" strike="noStrike" kern="1200" cap="none" spc="-30" normalizeH="0" baseline="0" noProof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KoPub돋움체 Medium  Medium" panose="02000603000000020004" pitchFamily="50" charset="-127"/>
                <a:sym typeface="KoPub돋움체 Medium "/>
              </a:endParaRPr>
            </a:p>
          </p:txBody>
        </p:sp>
        <p:sp>
          <p:nvSpPr>
            <p:cNvPr id="1001" name="직사각형 1000">
              <a:extLst>
                <a:ext uri="{FF2B5EF4-FFF2-40B4-BE49-F238E27FC236}">
                  <a16:creationId xmlns:a16="http://schemas.microsoft.com/office/drawing/2014/main" id="{00DDC583-91DE-AE02-C98D-F5B973DA94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430" y="4335220"/>
              <a:ext cx="922406" cy="504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u="none" strike="noStrike" kern="1200" cap="none" spc="-30" normalizeH="0" baseline="0" noProof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State</a:t>
              </a:r>
            </a:p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u="none" strike="noStrike" kern="1200" cap="none" spc="-30" normalizeH="0" baseline="0" noProof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Client</a:t>
              </a:r>
              <a:endParaRPr kumimoji="0" lang="ko-KR" altLang="en-US" sz="800" u="none" strike="noStrike" kern="1200" cap="none" spc="-30" normalizeH="0" baseline="0" noProof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KoPub돋움체 Medium  Medium" panose="02000603000000020004" pitchFamily="50" charset="-127"/>
                <a:sym typeface="KoPub돋움체 Medium "/>
              </a:endParaRPr>
            </a:p>
          </p:txBody>
        </p:sp>
        <p:sp>
          <p:nvSpPr>
            <p:cNvPr id="1002" name="직사각형 1001">
              <a:extLst>
                <a:ext uri="{FF2B5EF4-FFF2-40B4-BE49-F238E27FC236}">
                  <a16:creationId xmlns:a16="http://schemas.microsoft.com/office/drawing/2014/main" id="{6324E8AF-896E-0299-6733-71F49CC251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5061" y="4335220"/>
              <a:ext cx="864855" cy="504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u="none" strike="noStrike" kern="1200" cap="none" spc="-30" normalizeH="0" baseline="0" noProof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Search/</a:t>
              </a:r>
            </a:p>
            <a:p>
              <a:pPr marL="0" marR="0" lvl="1" indent="0" algn="ctr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u="none" strike="noStrike" kern="1200" cap="none" spc="-30" normalizeH="0" baseline="0" noProof="0">
                  <a:ln>
                    <a:solidFill>
                      <a:srgbClr val="1EB3E2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KoPub돋움체 Medium  Medium" panose="02000603000000020004" pitchFamily="50" charset="-127"/>
                  <a:sym typeface="KoPub돋움체 Medium "/>
                </a:rPr>
                <a:t>Retrieval</a:t>
              </a:r>
              <a:endParaRPr kumimoji="0" lang="ko-KR" altLang="en-US" sz="800" u="none" strike="noStrike" kern="1200" cap="none" spc="-30" normalizeH="0" baseline="0" noProof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KoPub돋움체 Medium  Medium" panose="02000603000000020004" pitchFamily="50" charset="-127"/>
                <a:sym typeface="KoPub돋움체 Medium "/>
              </a:endParaRPr>
            </a:p>
          </p:txBody>
        </p:sp>
      </p:grpSp>
      <p:sp>
        <p:nvSpPr>
          <p:cNvPr id="1003" name="TextBox 198">
            <a:extLst>
              <a:ext uri="{FF2B5EF4-FFF2-40B4-BE49-F238E27FC236}">
                <a16:creationId xmlns:a16="http://schemas.microsoft.com/office/drawing/2014/main" id="{A3D713B4-74F9-D412-AA47-2EA292122B66}"/>
              </a:ext>
            </a:extLst>
          </p:cNvPr>
          <p:cNvSpPr txBox="1"/>
          <p:nvPr/>
        </p:nvSpPr>
        <p:spPr>
          <a:xfrm>
            <a:off x="3742382" y="3487558"/>
            <a:ext cx="5020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</a:rPr>
              <a:t>MCP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</a:rPr>
              <a:t>Protocol</a:t>
            </a:r>
            <a:endParaRPr kumimoji="0" lang="ko-KR" altLang="en-US" sz="60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009" name="직사각형 1008">
            <a:extLst>
              <a:ext uri="{FF2B5EF4-FFF2-40B4-BE49-F238E27FC236}">
                <a16:creationId xmlns:a16="http://schemas.microsoft.com/office/drawing/2014/main" id="{0CC891A9-5A7B-421D-5AB8-6C8664511375}"/>
              </a:ext>
            </a:extLst>
          </p:cNvPr>
          <p:cNvSpPr/>
          <p:nvPr/>
        </p:nvSpPr>
        <p:spPr>
          <a:xfrm>
            <a:off x="386764" y="3952085"/>
            <a:ext cx="2921160" cy="758277"/>
          </a:xfrm>
          <a:prstGeom prst="rect">
            <a:avLst/>
          </a:prstGeom>
          <a:solidFill>
            <a:schemeClr val="bg1"/>
          </a:solidFill>
          <a:ln w="3175">
            <a:solidFill>
              <a:srgbClr val="C7CE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1516258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271AA"/>
              </a:buClr>
              <a:buSzPct val="140000"/>
              <a:buFontTx/>
              <a:buNone/>
              <a:tabLst>
                <a:tab pos="5648325" algn="l"/>
              </a:tabLst>
              <a:defRPr/>
            </a:pPr>
            <a:r>
              <a:rPr kumimoji="0" lang="en-US" altLang="ko-KR" sz="1050" u="none" strike="noStrike" kern="1200" cap="none" spc="-30" normalizeH="0" baseline="0" noProof="0" dirty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</a:rPr>
              <a:t>A2</a:t>
            </a:r>
            <a:r>
              <a:rPr lang="en-US" altLang="ko-KR" sz="1050" spc="-30" dirty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A Hub</a:t>
            </a:r>
            <a:endParaRPr kumimoji="0" lang="en-US" altLang="ko-KR" sz="800" u="none" strike="noStrike" kern="1200" cap="none" spc="-30" normalizeH="0" baseline="0" noProof="0" dirty="0">
              <a:ln>
                <a:solidFill>
                  <a:srgbClr val="1EB3E2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grpSp>
        <p:nvGrpSpPr>
          <p:cNvPr id="1010" name="그룹 1009">
            <a:extLst>
              <a:ext uri="{FF2B5EF4-FFF2-40B4-BE49-F238E27FC236}">
                <a16:creationId xmlns:a16="http://schemas.microsoft.com/office/drawing/2014/main" id="{7248A434-C5B7-AD3C-0FF6-2AB7F460E541}"/>
              </a:ext>
            </a:extLst>
          </p:cNvPr>
          <p:cNvGrpSpPr/>
          <p:nvPr/>
        </p:nvGrpSpPr>
        <p:grpSpPr>
          <a:xfrm>
            <a:off x="6447855" y="1279072"/>
            <a:ext cx="2321413" cy="542288"/>
            <a:chOff x="7433951" y="2421983"/>
            <a:chExt cx="2845112" cy="656168"/>
          </a:xfrm>
        </p:grpSpPr>
        <p:sp>
          <p:nvSpPr>
            <p:cNvPr id="1011" name="모서리가 둥근 직사각형 16">
              <a:extLst>
                <a:ext uri="{FF2B5EF4-FFF2-40B4-BE49-F238E27FC236}">
                  <a16:creationId xmlns:a16="http://schemas.microsoft.com/office/drawing/2014/main" id="{BC8ED7F0-AE07-775A-067F-256ACCD80AC9}"/>
                </a:ext>
              </a:extLst>
            </p:cNvPr>
            <p:cNvSpPr/>
            <p:nvPr/>
          </p:nvSpPr>
          <p:spPr bwMode="auto">
            <a:xfrm flipH="1">
              <a:off x="7433951" y="2421983"/>
              <a:ext cx="2845111" cy="29792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80975" marR="0" lvl="1" indent="0" algn="l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271AA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r>
                <a:rPr lang="en-US" altLang="ko-KR" sz="1000" b="1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  <a:sym typeface="KoPub돋움체 Medium "/>
                </a:rPr>
                <a:t>Multi-</a:t>
              </a:r>
              <a:r>
                <a:rPr kumimoji="0" lang="en-US" altLang="ko-KR" sz="1000" b="1" u="none" strike="noStrike" kern="1200" cap="none" spc="-30" normalizeH="0" baseline="0" noProof="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  <a:sym typeface="KoPub돋움체 Medium "/>
                </a:rPr>
                <a:t>Agent</a:t>
              </a:r>
              <a:endParaRPr kumimoji="0" lang="ko-KR" altLang="en-US" sz="1000" b="1" u="none" strike="noStrike" kern="1200" cap="none" spc="-30" normalizeH="0" baseline="0" noProof="0" dirty="0">
                <a:ln>
                  <a:solidFill>
                    <a:srgbClr val="0099FF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Pretendard" panose="02000503000000020004" pitchFamily="2" charset="-127"/>
                <a:sym typeface="KoPub돋움체 Medium "/>
              </a:endParaRPr>
            </a:p>
          </p:txBody>
        </p:sp>
        <p:sp>
          <p:nvSpPr>
            <p:cNvPr id="1012" name="텍스트 개체 틀 16">
              <a:extLst>
                <a:ext uri="{FF2B5EF4-FFF2-40B4-BE49-F238E27FC236}">
                  <a16:creationId xmlns:a16="http://schemas.microsoft.com/office/drawing/2014/main" id="{E98EB745-4F84-A9DF-DB39-68CF09DBE78E}"/>
                </a:ext>
              </a:extLst>
            </p:cNvPr>
            <p:cNvSpPr txBox="1">
              <a:spLocks/>
            </p:cNvSpPr>
            <p:nvPr/>
          </p:nvSpPr>
          <p:spPr>
            <a:xfrm>
              <a:off x="7535396" y="2742983"/>
              <a:ext cx="2743667" cy="335168"/>
            </a:xfrm>
            <a:prstGeom prst="rect">
              <a:avLst/>
            </a:prstGeom>
          </p:spPr>
          <p:txBody>
            <a:bodyPr wrap="square" lIns="72000" tIns="0" rIns="0" bIns="0" anchor="t">
              <a:spAutoFit/>
            </a:bodyPr>
            <a:lstStyle>
              <a:defPPr>
                <a:defRPr lang="en-US"/>
              </a:defPPr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KoPub돋움체 Medium 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92075" marR="0" lvl="0" indent="-92075" algn="l" defTabSz="914400" rtl="0" eaLnBrk="1" fontAlgn="base" latinLnBrk="0" hangingPunct="1">
                <a:lnSpc>
                  <a:spcPct val="100000"/>
                </a:lnSpc>
                <a:spcBef>
                  <a:spcPts val="300"/>
                </a:spcBef>
                <a:spcAft>
                  <a:spcPct val="0"/>
                </a:spcAft>
                <a:buClrTx/>
                <a:buSzPct val="80000"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900" u="none" strike="noStrike" kern="1200" cap="none" spc="-30" normalizeH="0" baseline="0" noProof="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역할별 </a:t>
              </a:r>
              <a:r>
                <a:rPr kumimoji="1" lang="en-US" altLang="ko-KR" sz="900" u="none" strike="noStrike" kern="1200" cap="none" spc="-30" normalizeH="0" baseline="0" noProof="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Agent</a:t>
              </a:r>
              <a:r>
                <a:rPr kumimoji="1" lang="ko-KR" altLang="en-US" sz="900" u="none" strike="noStrike" kern="1200" cap="none" spc="-30" normalizeH="0" baseline="0" noProof="0" dirty="0" err="1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를</a:t>
              </a:r>
              <a:r>
                <a:rPr kumimoji="1" lang="en-US" altLang="ko-KR" sz="900" u="none" strike="noStrike" kern="1200" cap="none" spc="-30" normalizeH="0" baseline="0" noProof="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 Orchestrator, Unit Agent</a:t>
              </a:r>
              <a:r>
                <a:rPr kumimoji="1" lang="ko-KR" altLang="en-US" sz="900" u="none" strike="noStrike" kern="1200" cap="none" spc="-30" normalizeH="0" baseline="0" noProof="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로 분류 하여 구성</a:t>
              </a:r>
            </a:p>
          </p:txBody>
        </p:sp>
        <p:sp>
          <p:nvSpPr>
            <p:cNvPr id="1013" name="모서리가 둥근 직사각형 160">
              <a:extLst>
                <a:ext uri="{FF2B5EF4-FFF2-40B4-BE49-F238E27FC236}">
                  <a16:creationId xmlns:a16="http://schemas.microsoft.com/office/drawing/2014/main" id="{B9F9BAF4-41DB-9A5B-EC5B-35C7EDF3F221}"/>
                </a:ext>
              </a:extLst>
            </p:cNvPr>
            <p:cNvSpPr/>
            <p:nvPr/>
          </p:nvSpPr>
          <p:spPr bwMode="auto">
            <a:xfrm flipH="1">
              <a:off x="7483897" y="2470482"/>
              <a:ext cx="180000" cy="180000"/>
            </a:xfrm>
            <a:prstGeom prst="ellipse">
              <a:avLst/>
            </a:prstGeom>
            <a:solidFill>
              <a:srgbClr val="9CA5AC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5918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u="none" strike="noStrike" kern="1200" cap="none" spc="-30" normalizeH="0" baseline="0" noProof="0">
                  <a:ln>
                    <a:solidFill>
                      <a:srgbClr val="C7CED2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1</a:t>
              </a:r>
              <a:endParaRPr kumimoji="0" lang="ko-KR" altLang="en-US" sz="700" u="none" strike="noStrike" kern="1200" cap="none" spc="-30" normalizeH="0" baseline="0" noProof="0">
                <a:ln>
                  <a:solidFill>
                    <a:srgbClr val="C7CED2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1014" name="그룹 1013">
            <a:extLst>
              <a:ext uri="{FF2B5EF4-FFF2-40B4-BE49-F238E27FC236}">
                <a16:creationId xmlns:a16="http://schemas.microsoft.com/office/drawing/2014/main" id="{14C1B046-503C-C225-7780-18B3DD003C5B}"/>
              </a:ext>
            </a:extLst>
          </p:cNvPr>
          <p:cNvGrpSpPr/>
          <p:nvPr/>
        </p:nvGrpSpPr>
        <p:grpSpPr>
          <a:xfrm>
            <a:off x="6447855" y="1963567"/>
            <a:ext cx="2321413" cy="542288"/>
            <a:chOff x="7433951" y="2421983"/>
            <a:chExt cx="2845112" cy="656168"/>
          </a:xfrm>
        </p:grpSpPr>
        <p:sp>
          <p:nvSpPr>
            <p:cNvPr id="1015" name="모서리가 둥근 직사각형 16">
              <a:extLst>
                <a:ext uri="{FF2B5EF4-FFF2-40B4-BE49-F238E27FC236}">
                  <a16:creationId xmlns:a16="http://schemas.microsoft.com/office/drawing/2014/main" id="{2043748D-EE7E-8048-A912-8F05A72366F6}"/>
                </a:ext>
              </a:extLst>
            </p:cNvPr>
            <p:cNvSpPr/>
            <p:nvPr/>
          </p:nvSpPr>
          <p:spPr bwMode="auto">
            <a:xfrm flipH="1">
              <a:off x="7433951" y="2421983"/>
              <a:ext cx="2845111" cy="29792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80975" marR="0" lvl="1" indent="0" algn="l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271AA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r>
                <a:rPr lang="en-US" altLang="ko-KR" sz="1000" b="1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  <a:sym typeface="KoPub돋움체 Medium "/>
                </a:rPr>
                <a:t>Agent</a:t>
              </a:r>
              <a:r>
                <a:rPr lang="ko-KR" altLang="en-US" sz="1000" b="1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  <a:sym typeface="KoPub돋움체 Medium "/>
                </a:rPr>
                <a:t> </a:t>
              </a:r>
              <a:r>
                <a:rPr lang="en-US" altLang="ko-KR" sz="1000" b="1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  <a:sym typeface="KoPub돋움체 Medium "/>
                </a:rPr>
                <a:t>Service</a:t>
              </a:r>
              <a:endParaRPr kumimoji="0" lang="ko-KR" altLang="en-US" sz="1000" b="1" u="none" strike="noStrike" kern="1200" cap="none" spc="-30" normalizeH="0" baseline="0" noProof="0" dirty="0">
                <a:ln>
                  <a:solidFill>
                    <a:srgbClr val="0099FF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Pretendard" panose="02000503000000020004" pitchFamily="2" charset="-127"/>
                <a:sym typeface="KoPub돋움체 Medium "/>
              </a:endParaRPr>
            </a:p>
          </p:txBody>
        </p:sp>
        <p:sp>
          <p:nvSpPr>
            <p:cNvPr id="1016" name="텍스트 개체 틀 16">
              <a:extLst>
                <a:ext uri="{FF2B5EF4-FFF2-40B4-BE49-F238E27FC236}">
                  <a16:creationId xmlns:a16="http://schemas.microsoft.com/office/drawing/2014/main" id="{0D7059DC-7E21-96C8-781E-59C661FA676D}"/>
                </a:ext>
              </a:extLst>
            </p:cNvPr>
            <p:cNvSpPr txBox="1">
              <a:spLocks/>
            </p:cNvSpPr>
            <p:nvPr/>
          </p:nvSpPr>
          <p:spPr>
            <a:xfrm>
              <a:off x="7535396" y="2742983"/>
              <a:ext cx="2743667" cy="335168"/>
            </a:xfrm>
            <a:prstGeom prst="rect">
              <a:avLst/>
            </a:prstGeom>
          </p:spPr>
          <p:txBody>
            <a:bodyPr wrap="square" lIns="72000" tIns="0" rIns="0" bIns="0" anchor="t">
              <a:spAutoFit/>
            </a:bodyPr>
            <a:lstStyle>
              <a:defPPr>
                <a:defRPr lang="en-US"/>
              </a:defPPr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KoPub돋움체 Medium 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92075" marR="0" lvl="0" indent="-92075" algn="l" defTabSz="914400" rtl="0" eaLnBrk="1" fontAlgn="base" latinLnBrk="0" hangingPunct="1">
                <a:lnSpc>
                  <a:spcPct val="100000"/>
                </a:lnSpc>
                <a:spcBef>
                  <a:spcPts val="300"/>
                </a:spcBef>
                <a:spcAft>
                  <a:spcPct val="0"/>
                </a:spcAft>
                <a:buClrTx/>
                <a:buSzPct val="80000"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en-US" altLang="ko-KR" sz="9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Agent </a:t>
              </a:r>
              <a:r>
                <a:rPr kumimoji="1" lang="ko-KR" altLang="en-US" sz="9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구현체 내에 </a:t>
              </a:r>
              <a:r>
                <a:rPr kumimoji="1" lang="en-US" altLang="ko-KR" sz="9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A2A Client, MCP Client </a:t>
              </a:r>
              <a:r>
                <a:rPr kumimoji="1" lang="ko-KR" altLang="en-US" sz="900" spc="-30" dirty="0" err="1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를</a:t>
              </a:r>
              <a:r>
                <a:rPr kumimoji="1" lang="ko-KR" altLang="en-US" sz="9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 구성하여 연계 처리 수행</a:t>
              </a:r>
              <a:endParaRPr kumimoji="1" lang="ko-KR" altLang="en-US" sz="900" u="none" strike="noStrike" kern="1200" cap="none" spc="-30" normalizeH="0" baseline="0" noProof="0" dirty="0">
                <a:ln>
                  <a:solidFill>
                    <a:srgbClr val="0099FF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Pretendard" panose="02000503000000020004" pitchFamily="2" charset="-127"/>
              </a:endParaRPr>
            </a:p>
          </p:txBody>
        </p:sp>
        <p:sp>
          <p:nvSpPr>
            <p:cNvPr id="1017" name="모서리가 둥근 직사각형 160">
              <a:extLst>
                <a:ext uri="{FF2B5EF4-FFF2-40B4-BE49-F238E27FC236}">
                  <a16:creationId xmlns:a16="http://schemas.microsoft.com/office/drawing/2014/main" id="{AC91ADCD-F3E0-E51B-94E3-07C7400BB63B}"/>
                </a:ext>
              </a:extLst>
            </p:cNvPr>
            <p:cNvSpPr/>
            <p:nvPr/>
          </p:nvSpPr>
          <p:spPr bwMode="auto">
            <a:xfrm flipH="1">
              <a:off x="7483897" y="2470482"/>
              <a:ext cx="180000" cy="180000"/>
            </a:xfrm>
            <a:prstGeom prst="ellipse">
              <a:avLst/>
            </a:prstGeom>
            <a:solidFill>
              <a:srgbClr val="9CA5AC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5918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u="none" strike="noStrike" kern="1200" cap="none" spc="-30" normalizeH="0" baseline="0" noProof="0">
                  <a:ln>
                    <a:solidFill>
                      <a:srgbClr val="C7CED2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2</a:t>
              </a:r>
              <a:endParaRPr kumimoji="0" lang="ko-KR" altLang="en-US" sz="700" u="none" strike="noStrike" kern="1200" cap="none" spc="-30" normalizeH="0" baseline="0" noProof="0">
                <a:ln>
                  <a:solidFill>
                    <a:srgbClr val="C7CED2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Pretendard" panose="02000503000000020004" pitchFamily="2" charset="-127"/>
              </a:endParaRPr>
            </a:p>
          </p:txBody>
        </p:sp>
      </p:grpSp>
      <p:cxnSp>
        <p:nvCxnSpPr>
          <p:cNvPr id="671" name="직선 연결선 193">
            <a:extLst>
              <a:ext uri="{FF2B5EF4-FFF2-40B4-BE49-F238E27FC236}">
                <a16:creationId xmlns:a16="http://schemas.microsoft.com/office/drawing/2014/main" id="{55DC8651-733D-3FF5-6527-0D47C78E5707}"/>
              </a:ext>
            </a:extLst>
          </p:cNvPr>
          <p:cNvCxnSpPr>
            <a:cxnSpLocks/>
            <a:stCxn id="15" idx="3"/>
            <a:endCxn id="26" idx="1"/>
          </p:cNvCxnSpPr>
          <p:nvPr/>
        </p:nvCxnSpPr>
        <p:spPr>
          <a:xfrm flipV="1">
            <a:off x="3804846" y="3003640"/>
            <a:ext cx="277137" cy="507224"/>
          </a:xfrm>
          <a:prstGeom prst="bentConnector3">
            <a:avLst>
              <a:gd name="adj1" fmla="val 50000"/>
            </a:avLst>
          </a:prstGeom>
          <a:ln w="19050" cap="rnd">
            <a:solidFill>
              <a:srgbClr val="434759"/>
            </a:solidFill>
            <a:prstDash val="sysDot"/>
            <a:round/>
            <a:headEnd w="sm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8" name="직사각형 677">
            <a:extLst>
              <a:ext uri="{FF2B5EF4-FFF2-40B4-BE49-F238E27FC236}">
                <a16:creationId xmlns:a16="http://schemas.microsoft.com/office/drawing/2014/main" id="{FE24CD9F-4BC8-A3F6-33F8-BC592295D1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304" y="4280424"/>
            <a:ext cx="652601" cy="238016"/>
          </a:xfrm>
          <a:prstGeom prst="rect">
            <a:avLst/>
          </a:prstGeom>
          <a:solidFill>
            <a:schemeClr val="bg1"/>
          </a:solidFill>
          <a:ln w="6350">
            <a:solidFill>
              <a:srgbClr val="BFBF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10429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u="none" strike="noStrike" kern="1200" cap="none" spc="-30" normalizeH="0" baseline="0" noProof="0" dirty="0" err="1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KoPub돋움체 Medium  Medium" panose="02000603000000020004" pitchFamily="50" charset="-127"/>
                <a:sym typeface="KoPub돋움체 Medium "/>
              </a:rPr>
              <a:t>Discivery</a:t>
            </a:r>
            <a:r>
              <a:rPr kumimoji="0" lang="en-US" altLang="ko-KR" sz="800" u="none" strike="noStrike" kern="1200" cap="none" spc="-30" normalizeH="0" baseline="0" noProof="0" dirty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KoPub돋움체 Medium  Medium" panose="02000603000000020004" pitchFamily="50" charset="-127"/>
                <a:sym typeface="KoPub돋움체 Medium "/>
              </a:rPr>
              <a:t> &amp; Registry</a:t>
            </a:r>
            <a:endParaRPr kumimoji="0" lang="ko-KR" altLang="en-US" sz="800" u="none" strike="noStrike" kern="1200" cap="none" spc="-30" normalizeH="0" baseline="0" noProof="0" dirty="0">
              <a:ln>
                <a:solidFill>
                  <a:srgbClr val="1EB3E2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KoPub돋움체 Medium  Medium" panose="02000603000000020004" pitchFamily="50" charset="-127"/>
              <a:sym typeface="KoPub돋움체 Medium "/>
            </a:endParaRPr>
          </a:p>
        </p:txBody>
      </p:sp>
      <p:sp>
        <p:nvSpPr>
          <p:cNvPr id="679" name="직사각형 678">
            <a:extLst>
              <a:ext uri="{FF2B5EF4-FFF2-40B4-BE49-F238E27FC236}">
                <a16:creationId xmlns:a16="http://schemas.microsoft.com/office/drawing/2014/main" id="{4C05F649-F880-D12F-AF34-757317D0E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1186" y="4280424"/>
            <a:ext cx="652600" cy="238016"/>
          </a:xfrm>
          <a:prstGeom prst="rect">
            <a:avLst/>
          </a:prstGeom>
          <a:solidFill>
            <a:schemeClr val="bg1"/>
          </a:solidFill>
          <a:ln w="6350">
            <a:solidFill>
              <a:srgbClr val="BFBF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10429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u="none" strike="noStrike" kern="1200" cap="none" spc="-30" normalizeH="0" baseline="0" noProof="0" dirty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KoPub돋움체 Medium  Medium" panose="02000603000000020004" pitchFamily="50" charset="-127"/>
                <a:sym typeface="KoPub돋움체 Medium "/>
              </a:rPr>
              <a:t>Routing</a:t>
            </a:r>
            <a:endParaRPr kumimoji="0" lang="ko-KR" altLang="en-US" sz="800" u="none" strike="noStrike" kern="1200" cap="none" spc="-30" normalizeH="0" baseline="0" noProof="0" dirty="0">
              <a:ln>
                <a:solidFill>
                  <a:srgbClr val="1EB3E2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KoPub돋움체 Medium  Medium" panose="02000603000000020004" pitchFamily="50" charset="-127"/>
              <a:sym typeface="KoPub돋움체 Medium "/>
            </a:endParaRPr>
          </a:p>
        </p:txBody>
      </p:sp>
      <p:sp>
        <p:nvSpPr>
          <p:cNvPr id="680" name="직사각형 679">
            <a:extLst>
              <a:ext uri="{FF2B5EF4-FFF2-40B4-BE49-F238E27FC236}">
                <a16:creationId xmlns:a16="http://schemas.microsoft.com/office/drawing/2014/main" id="{66357D1D-09BA-2154-66D2-3B2E6D9221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7784" y="4288396"/>
            <a:ext cx="652601" cy="238016"/>
          </a:xfrm>
          <a:prstGeom prst="rect">
            <a:avLst/>
          </a:prstGeom>
          <a:solidFill>
            <a:schemeClr val="bg1"/>
          </a:solidFill>
          <a:ln w="6350">
            <a:solidFill>
              <a:srgbClr val="BFBF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10429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u="none" strike="noStrike" kern="1200" cap="none" spc="-30" normalizeH="0" baseline="0" noProof="0" dirty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KoPub돋움체 Medium  Medium" panose="02000603000000020004" pitchFamily="50" charset="-127"/>
                <a:sym typeface="KoPub돋움체 Medium "/>
              </a:rPr>
              <a:t>Monitoring</a:t>
            </a:r>
            <a:endParaRPr kumimoji="0" lang="ko-KR" altLang="en-US" sz="800" u="none" strike="noStrike" kern="1200" cap="none" spc="-30" normalizeH="0" baseline="0" noProof="0" dirty="0">
              <a:ln>
                <a:solidFill>
                  <a:srgbClr val="1EB3E2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KoPub돋움체 Medium  Medium" panose="02000603000000020004" pitchFamily="50" charset="-127"/>
              <a:sym typeface="KoPub돋움체 Medium 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06B7133-E4A4-28EA-8F3F-8DCA103B5D22}"/>
              </a:ext>
            </a:extLst>
          </p:cNvPr>
          <p:cNvSpPr/>
          <p:nvPr/>
        </p:nvSpPr>
        <p:spPr>
          <a:xfrm>
            <a:off x="361604" y="950033"/>
            <a:ext cx="5890909" cy="283937"/>
          </a:xfrm>
          <a:prstGeom prst="rect">
            <a:avLst/>
          </a:prstGeom>
          <a:solidFill>
            <a:srgbClr val="9CA5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Malgun Gothic" panose="020B0503020000020004" pitchFamily="34" charset="-127"/>
                <a:ea typeface="Malgun Gothic" panose="020B0503020000020004" pitchFamily="34" charset="-127"/>
              </a:rPr>
              <a:t>Agent </a:t>
            </a:r>
            <a:r>
              <a:rPr lang="ko-KR" altLang="en-US" sz="1400" b="1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Malgun Gothic" panose="020B0503020000020004" pitchFamily="34" charset="-127"/>
                <a:ea typeface="Malgun Gothic" panose="020B0503020000020004" pitchFamily="34" charset="-127"/>
              </a:rPr>
              <a:t>연계 구성도</a:t>
            </a:r>
            <a:endParaRPr lang="ko-KR" altLang="en-US" sz="1600" b="1" spc="-30" dirty="0">
              <a:ln>
                <a:solidFill>
                  <a:schemeClr val="tx1">
                    <a:alpha val="0"/>
                  </a:schemeClr>
                </a:solidFill>
              </a:ln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2B19BD2-D397-3321-46A8-47E49B4EFB64}"/>
              </a:ext>
            </a:extLst>
          </p:cNvPr>
          <p:cNvSpPr/>
          <p:nvPr/>
        </p:nvSpPr>
        <p:spPr>
          <a:xfrm>
            <a:off x="6479336" y="945358"/>
            <a:ext cx="2289931" cy="287414"/>
          </a:xfrm>
          <a:prstGeom prst="rect">
            <a:avLst/>
          </a:prstGeom>
          <a:solidFill>
            <a:srgbClr val="4347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Malgun Gothic" panose="020B0503020000020004" pitchFamily="34" charset="-127"/>
                <a:ea typeface="Malgun Gothic" panose="020B0503020000020004" pitchFamily="34" charset="-127"/>
              </a:rPr>
              <a:t>설계 방안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8D5D933-49FB-E6A8-5BE2-75DF531922CC}"/>
              </a:ext>
            </a:extLst>
          </p:cNvPr>
          <p:cNvSpPr/>
          <p:nvPr/>
        </p:nvSpPr>
        <p:spPr>
          <a:xfrm>
            <a:off x="374731" y="1336518"/>
            <a:ext cx="5799803" cy="522288"/>
          </a:xfrm>
          <a:prstGeom prst="rect">
            <a:avLst/>
          </a:prstGeom>
          <a:solidFill>
            <a:schemeClr val="bg1"/>
          </a:solidFill>
          <a:ln w="3175">
            <a:solidFill>
              <a:srgbClr val="C7CE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1516258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271AA"/>
              </a:buClr>
              <a:buSzPct val="140000"/>
              <a:buFontTx/>
              <a:buNone/>
              <a:tabLst>
                <a:tab pos="5648325" algn="l"/>
              </a:tabLst>
              <a:defRPr/>
            </a:pPr>
            <a:r>
              <a:rPr lang="en-US" altLang="ko-KR" sz="1050" spc="-30" dirty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Multi-Agent</a:t>
            </a:r>
            <a:endParaRPr kumimoji="0" lang="en-US" altLang="ko-KR" sz="800" u="none" strike="noStrike" kern="1200" cap="none" spc="-30" normalizeH="0" baseline="0" noProof="0" dirty="0">
              <a:ln>
                <a:solidFill>
                  <a:srgbClr val="1EB3E2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A8F433A-D5EF-7E1E-88CE-1B89F2A824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8755" y="1573981"/>
            <a:ext cx="1190083" cy="238017"/>
          </a:xfrm>
          <a:prstGeom prst="rect">
            <a:avLst/>
          </a:prstGeom>
          <a:solidFill>
            <a:schemeClr val="bg1"/>
          </a:solidFill>
          <a:ln w="6350">
            <a:solidFill>
              <a:srgbClr val="BFBF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10429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spc="-30" dirty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KoPub돋움체 Medium  Medium" panose="02000603000000020004" pitchFamily="50" charset="-127"/>
                <a:sym typeface="KoPub돋움체 Medium "/>
              </a:rPr>
              <a:t>Orchestrator Agent</a:t>
            </a:r>
            <a:endParaRPr kumimoji="0" lang="ko-KR" altLang="en-US" sz="800" u="none" strike="noStrike" kern="1200" cap="none" spc="-30" normalizeH="0" baseline="0" noProof="0" dirty="0">
              <a:ln>
                <a:solidFill>
                  <a:srgbClr val="1EB3E2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KoPub돋움체 Medium  Medium" panose="02000603000000020004" pitchFamily="50" charset="-127"/>
              <a:sym typeface="KoPub돋움체 Medium 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386DD1E-6DA7-7FE9-44F6-CEE3616189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1681" y="1573981"/>
            <a:ext cx="1190083" cy="238017"/>
          </a:xfrm>
          <a:prstGeom prst="rect">
            <a:avLst/>
          </a:prstGeom>
          <a:solidFill>
            <a:schemeClr val="bg1"/>
          </a:solidFill>
          <a:ln w="6350">
            <a:solidFill>
              <a:srgbClr val="BFBF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10429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spc="-30" dirty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KoPub돋움체 Medium  Medium" panose="02000603000000020004" pitchFamily="50" charset="-127"/>
                <a:sym typeface="KoPub돋움체 Medium "/>
              </a:rPr>
              <a:t>Unit Agent</a:t>
            </a:r>
            <a:endParaRPr kumimoji="0" lang="ko-KR" altLang="en-US" sz="800" u="none" strike="noStrike" kern="1200" cap="none" spc="-30" normalizeH="0" baseline="0" noProof="0" dirty="0">
              <a:ln>
                <a:solidFill>
                  <a:srgbClr val="1EB3E2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KoPub돋움체 Medium  Medium" panose="02000603000000020004" pitchFamily="50" charset="-127"/>
              <a:sym typeface="KoPub돋움체 Medium "/>
            </a:endParaRPr>
          </a:p>
        </p:txBody>
      </p:sp>
      <p:cxnSp>
        <p:nvCxnSpPr>
          <p:cNvPr id="46" name="직선 연결선 193">
            <a:extLst>
              <a:ext uri="{FF2B5EF4-FFF2-40B4-BE49-F238E27FC236}">
                <a16:creationId xmlns:a16="http://schemas.microsoft.com/office/drawing/2014/main" id="{7007BD21-374B-159C-3927-EA348657E6E2}"/>
              </a:ext>
            </a:extLst>
          </p:cNvPr>
          <p:cNvCxnSpPr>
            <a:cxnSpLocks/>
            <a:stCxn id="20" idx="1"/>
            <a:endCxn id="19" idx="3"/>
          </p:cNvCxnSpPr>
          <p:nvPr/>
        </p:nvCxnSpPr>
        <p:spPr>
          <a:xfrm flipH="1">
            <a:off x="2928838" y="1692990"/>
            <a:ext cx="762843" cy="0"/>
          </a:xfrm>
          <a:prstGeom prst="straightConnector1">
            <a:avLst/>
          </a:prstGeom>
          <a:ln w="19050" cap="rnd">
            <a:solidFill>
              <a:srgbClr val="434759"/>
            </a:solidFill>
            <a:prstDash val="sysDot"/>
            <a:round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224">
            <a:extLst>
              <a:ext uri="{FF2B5EF4-FFF2-40B4-BE49-F238E27FC236}">
                <a16:creationId xmlns:a16="http://schemas.microsoft.com/office/drawing/2014/main" id="{E3823A73-5E4F-2264-D87E-E9240087C4DF}"/>
              </a:ext>
            </a:extLst>
          </p:cNvPr>
          <p:cNvSpPr txBox="1"/>
          <p:nvPr/>
        </p:nvSpPr>
        <p:spPr>
          <a:xfrm>
            <a:off x="3145393" y="1488589"/>
            <a:ext cx="35369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</a:rPr>
              <a:t>A2A</a:t>
            </a:r>
            <a:endParaRPr kumimoji="0" lang="ko-KR" altLang="en-US" sz="70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16611507-3A3D-DFE4-EE2E-C861D535BD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8984" y="2762372"/>
            <a:ext cx="800667" cy="416529"/>
          </a:xfrm>
          <a:prstGeom prst="rect">
            <a:avLst/>
          </a:prstGeom>
          <a:solidFill>
            <a:schemeClr val="bg1"/>
          </a:solidFill>
          <a:ln w="6350">
            <a:solidFill>
              <a:srgbClr val="BFBF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10429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u="none" strike="noStrike" kern="1200" cap="none" spc="-30" normalizeH="0" baseline="0" noProof="0" dirty="0" err="1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KoPub돋움체 Medium  Medium" panose="02000603000000020004" pitchFamily="50" charset="-127"/>
                <a:sym typeface="KoPub돋움체 Medium "/>
              </a:rPr>
              <a:t>AgentCore</a:t>
            </a:r>
            <a:r>
              <a:rPr kumimoji="0" lang="en-US" altLang="ko-KR" sz="800" u="none" strike="noStrike" kern="1200" cap="none" spc="-30" normalizeH="0" baseline="0" noProof="0" dirty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KoPub돋움체 Medium  Medium" panose="02000603000000020004" pitchFamily="50" charset="-127"/>
                <a:sym typeface="KoPub돋움체 Medium "/>
              </a:rPr>
              <a:t> Runtime</a:t>
            </a:r>
            <a:endParaRPr kumimoji="0" lang="ko-KR" altLang="en-US" sz="800" u="none" strike="noStrike" kern="1200" cap="none" spc="-30" normalizeH="0" baseline="0" noProof="0" dirty="0">
              <a:ln>
                <a:solidFill>
                  <a:srgbClr val="1EB3E2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KoPub돋움체 Medium  Medium" panose="02000603000000020004" pitchFamily="50" charset="-127"/>
              <a:sym typeface="KoPub돋움체 Medium 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7C1615A6-1BFD-4E5C-18C2-DB0A8918F3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2425" y="4280424"/>
            <a:ext cx="652600" cy="238016"/>
          </a:xfrm>
          <a:prstGeom prst="rect">
            <a:avLst/>
          </a:prstGeom>
          <a:solidFill>
            <a:schemeClr val="bg1"/>
          </a:solidFill>
          <a:ln w="6350">
            <a:solidFill>
              <a:srgbClr val="BFBF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10429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u="none" strike="noStrike" kern="1200" cap="none" spc="-30" normalizeH="0" baseline="0" noProof="0" dirty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KoPub돋움체 Medium  Medium" panose="02000603000000020004" pitchFamily="50" charset="-127"/>
                <a:sym typeface="KoPub돋움체 Medium "/>
              </a:rPr>
              <a:t>Security</a:t>
            </a:r>
            <a:endParaRPr kumimoji="0" lang="ko-KR" altLang="en-US" sz="800" u="none" strike="noStrike" kern="1200" cap="none" spc="-30" normalizeH="0" baseline="0" noProof="0" dirty="0">
              <a:ln>
                <a:solidFill>
                  <a:srgbClr val="1EB3E2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KoPub돋움체 Medium  Medium" panose="02000603000000020004" pitchFamily="50" charset="-127"/>
              <a:sym typeface="KoPub돋움체 Medium 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2DC94FAE-C7E5-908F-DAF5-B26CF62672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2794" y="4482450"/>
            <a:ext cx="1190083" cy="238017"/>
          </a:xfrm>
          <a:prstGeom prst="rect">
            <a:avLst/>
          </a:prstGeom>
          <a:solidFill>
            <a:schemeClr val="bg1"/>
          </a:solidFill>
          <a:ln w="6350">
            <a:solidFill>
              <a:srgbClr val="BFBF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10429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spc="-30" dirty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KoPub돋움체 Medium  Medium" panose="02000603000000020004" pitchFamily="50" charset="-127"/>
                <a:sym typeface="KoPub돋움체 Medium "/>
              </a:rPr>
              <a:t>Unit Agent</a:t>
            </a:r>
            <a:endParaRPr kumimoji="0" lang="ko-KR" altLang="en-US" sz="800" u="none" strike="noStrike" kern="1200" cap="none" spc="-30" normalizeH="0" baseline="0" noProof="0" dirty="0">
              <a:ln>
                <a:solidFill>
                  <a:srgbClr val="1EB3E2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KoPub돋움체 Medium  Medium" panose="02000603000000020004" pitchFamily="50" charset="-127"/>
              <a:sym typeface="KoPub돋움체 Medium 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2EA63232-AC78-D17B-13E7-5983F6A3E0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6844" y="3907322"/>
            <a:ext cx="1190083" cy="238017"/>
          </a:xfrm>
          <a:prstGeom prst="rect">
            <a:avLst/>
          </a:prstGeom>
          <a:solidFill>
            <a:schemeClr val="bg1"/>
          </a:solidFill>
          <a:ln w="6350">
            <a:solidFill>
              <a:srgbClr val="BFBF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10429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spc="-30" dirty="0">
                <a:ln>
                  <a:solidFill>
                    <a:srgbClr val="1EB3E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KoPub돋움체 Medium  Medium" panose="02000603000000020004" pitchFamily="50" charset="-127"/>
                <a:sym typeface="KoPub돋움체 Medium "/>
              </a:rPr>
              <a:t>Agent Orchestrator</a:t>
            </a:r>
            <a:endParaRPr kumimoji="0" lang="ko-KR" altLang="en-US" sz="800" u="none" strike="noStrike" kern="1200" cap="none" spc="-30" normalizeH="0" baseline="0" noProof="0" dirty="0">
              <a:ln>
                <a:solidFill>
                  <a:srgbClr val="1EB3E2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KoPub돋움체 Medium  Medium" panose="02000603000000020004" pitchFamily="50" charset="-127"/>
              <a:sym typeface="KoPub돋움체 Medium "/>
            </a:endParaRPr>
          </a:p>
        </p:txBody>
      </p:sp>
      <p:cxnSp>
        <p:nvCxnSpPr>
          <p:cNvPr id="55" name="직선 연결선 193">
            <a:extLst>
              <a:ext uri="{FF2B5EF4-FFF2-40B4-BE49-F238E27FC236}">
                <a16:creationId xmlns:a16="http://schemas.microsoft.com/office/drawing/2014/main" id="{CC9D68FF-5BE2-69CB-2D92-7C1B49336F28}"/>
              </a:ext>
            </a:extLst>
          </p:cNvPr>
          <p:cNvCxnSpPr>
            <a:cxnSpLocks/>
            <a:stCxn id="1009" idx="3"/>
            <a:endCxn id="54" idx="1"/>
          </p:cNvCxnSpPr>
          <p:nvPr/>
        </p:nvCxnSpPr>
        <p:spPr>
          <a:xfrm flipV="1">
            <a:off x="3307924" y="4026331"/>
            <a:ext cx="958920" cy="304893"/>
          </a:xfrm>
          <a:prstGeom prst="straightConnector1">
            <a:avLst/>
          </a:prstGeom>
          <a:ln w="19050" cap="rnd">
            <a:solidFill>
              <a:srgbClr val="434759"/>
            </a:solidFill>
            <a:prstDash val="sysDot"/>
            <a:round/>
            <a:headEnd w="sm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193">
            <a:extLst>
              <a:ext uri="{FF2B5EF4-FFF2-40B4-BE49-F238E27FC236}">
                <a16:creationId xmlns:a16="http://schemas.microsoft.com/office/drawing/2014/main" id="{76FBA331-2684-2D45-6A90-66CB3885E25F}"/>
              </a:ext>
            </a:extLst>
          </p:cNvPr>
          <p:cNvCxnSpPr>
            <a:cxnSpLocks/>
            <a:stCxn id="1009" idx="3"/>
            <a:endCxn id="53" idx="1"/>
          </p:cNvCxnSpPr>
          <p:nvPr/>
        </p:nvCxnSpPr>
        <p:spPr>
          <a:xfrm>
            <a:off x="3307924" y="4331224"/>
            <a:ext cx="954870" cy="270235"/>
          </a:xfrm>
          <a:prstGeom prst="straightConnector1">
            <a:avLst/>
          </a:prstGeom>
          <a:ln w="19050" cap="rnd">
            <a:solidFill>
              <a:srgbClr val="434759"/>
            </a:solidFill>
            <a:prstDash val="sysDot"/>
            <a:round/>
            <a:headEnd w="sm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193">
            <a:extLst>
              <a:ext uri="{FF2B5EF4-FFF2-40B4-BE49-F238E27FC236}">
                <a16:creationId xmlns:a16="http://schemas.microsoft.com/office/drawing/2014/main" id="{6CBC221A-36DC-3537-971F-132B4357A691}"/>
              </a:ext>
            </a:extLst>
          </p:cNvPr>
          <p:cNvCxnSpPr>
            <a:cxnSpLocks/>
            <a:stCxn id="14" idx="2"/>
            <a:endCxn id="1009" idx="0"/>
          </p:cNvCxnSpPr>
          <p:nvPr/>
        </p:nvCxnSpPr>
        <p:spPr>
          <a:xfrm rot="5400000">
            <a:off x="1881077" y="3685396"/>
            <a:ext cx="232956" cy="300422"/>
          </a:xfrm>
          <a:prstGeom prst="bentConnector3">
            <a:avLst>
              <a:gd name="adj1" fmla="val 50000"/>
            </a:avLst>
          </a:prstGeom>
          <a:ln w="19050" cap="rnd">
            <a:solidFill>
              <a:srgbClr val="434759"/>
            </a:solidFill>
            <a:prstDash val="sysDot"/>
            <a:round/>
            <a:headEnd w="sm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1" name="TextBox 224">
            <a:extLst>
              <a:ext uri="{FF2B5EF4-FFF2-40B4-BE49-F238E27FC236}">
                <a16:creationId xmlns:a16="http://schemas.microsoft.com/office/drawing/2014/main" id="{1B5D19A8-FBC2-FC27-7E5A-19DB44538BBD}"/>
              </a:ext>
            </a:extLst>
          </p:cNvPr>
          <p:cNvSpPr txBox="1"/>
          <p:nvPr/>
        </p:nvSpPr>
        <p:spPr>
          <a:xfrm>
            <a:off x="2111042" y="3808451"/>
            <a:ext cx="626599" cy="15030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</a:rPr>
              <a:t>A2A(</a:t>
            </a:r>
            <a:r>
              <a:rPr lang="en-US" altLang="ko-KR" sz="700" dirty="0">
                <a:solidFill>
                  <a:srgbClr val="0070C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JSON)</a:t>
            </a:r>
            <a:endParaRPr kumimoji="0" lang="ko-KR" altLang="en-US" sz="70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grpSp>
        <p:nvGrpSpPr>
          <p:cNvPr id="965" name="그룹 964">
            <a:extLst>
              <a:ext uri="{FF2B5EF4-FFF2-40B4-BE49-F238E27FC236}">
                <a16:creationId xmlns:a16="http://schemas.microsoft.com/office/drawing/2014/main" id="{B6A43D68-FACD-87CF-A976-C99010010351}"/>
              </a:ext>
            </a:extLst>
          </p:cNvPr>
          <p:cNvGrpSpPr/>
          <p:nvPr/>
        </p:nvGrpSpPr>
        <p:grpSpPr>
          <a:xfrm>
            <a:off x="4796739" y="4215194"/>
            <a:ext cx="63407" cy="236107"/>
            <a:chOff x="6477381" y="4631220"/>
            <a:chExt cx="63407" cy="236107"/>
          </a:xfrm>
        </p:grpSpPr>
        <p:sp>
          <p:nvSpPr>
            <p:cNvPr id="962" name="타원 961">
              <a:extLst>
                <a:ext uri="{FF2B5EF4-FFF2-40B4-BE49-F238E27FC236}">
                  <a16:creationId xmlns:a16="http://schemas.microsoft.com/office/drawing/2014/main" id="{4AF09BB2-32BE-3FB8-BEC1-ED213C2F03F5}"/>
                </a:ext>
              </a:extLst>
            </p:cNvPr>
            <p:cNvSpPr/>
            <p:nvPr/>
          </p:nvSpPr>
          <p:spPr bwMode="auto">
            <a:xfrm>
              <a:off x="6477381" y="4631220"/>
              <a:ext cx="63407" cy="5764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895350" latinLnBrk="0">
                <a:spcAft>
                  <a:spcPts val="600"/>
                </a:spcAft>
                <a:buSzPct val="120000"/>
              </a:pPr>
              <a:endParaRPr kumimoji="1" lang="ko-KR" altLang="en-US" sz="1300" b="1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endParaRPr>
            </a:p>
          </p:txBody>
        </p:sp>
        <p:sp>
          <p:nvSpPr>
            <p:cNvPr id="963" name="타원 962">
              <a:extLst>
                <a:ext uri="{FF2B5EF4-FFF2-40B4-BE49-F238E27FC236}">
                  <a16:creationId xmlns:a16="http://schemas.microsoft.com/office/drawing/2014/main" id="{487C57D8-2BEE-485C-B502-40953EAC02C3}"/>
                </a:ext>
              </a:extLst>
            </p:cNvPr>
            <p:cNvSpPr/>
            <p:nvPr/>
          </p:nvSpPr>
          <p:spPr bwMode="auto">
            <a:xfrm>
              <a:off x="6477381" y="4720452"/>
              <a:ext cx="63407" cy="5764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895350" latinLnBrk="0">
                <a:spcAft>
                  <a:spcPts val="600"/>
                </a:spcAft>
                <a:buSzPct val="120000"/>
              </a:pPr>
              <a:endParaRPr kumimoji="1" lang="ko-KR" altLang="en-US" sz="1300" b="1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endParaRPr>
            </a:p>
          </p:txBody>
        </p:sp>
        <p:sp>
          <p:nvSpPr>
            <p:cNvPr id="964" name="타원 963">
              <a:extLst>
                <a:ext uri="{FF2B5EF4-FFF2-40B4-BE49-F238E27FC236}">
                  <a16:creationId xmlns:a16="http://schemas.microsoft.com/office/drawing/2014/main" id="{52DDA861-099E-2982-D6AC-5B4E49285823}"/>
                </a:ext>
              </a:extLst>
            </p:cNvPr>
            <p:cNvSpPr/>
            <p:nvPr/>
          </p:nvSpPr>
          <p:spPr bwMode="auto">
            <a:xfrm>
              <a:off x="6477381" y="4809684"/>
              <a:ext cx="63407" cy="5764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895350" latinLnBrk="0">
                <a:spcAft>
                  <a:spcPts val="600"/>
                </a:spcAft>
                <a:buSzPct val="120000"/>
              </a:pPr>
              <a:endParaRPr kumimoji="1" lang="ko-KR" altLang="en-US" sz="1300" b="1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endParaRPr>
            </a:p>
          </p:txBody>
        </p:sp>
      </p:grpSp>
      <p:sp>
        <p:nvSpPr>
          <p:cNvPr id="966" name="모서리가 둥근 직사각형 160">
            <a:extLst>
              <a:ext uri="{FF2B5EF4-FFF2-40B4-BE49-F238E27FC236}">
                <a16:creationId xmlns:a16="http://schemas.microsoft.com/office/drawing/2014/main" id="{772EC078-5657-9948-60C1-D96F3F5190D0}"/>
              </a:ext>
            </a:extLst>
          </p:cNvPr>
          <p:cNvSpPr/>
          <p:nvPr/>
        </p:nvSpPr>
        <p:spPr bwMode="auto">
          <a:xfrm flipH="1">
            <a:off x="447338" y="1358321"/>
            <a:ext cx="146867" cy="148760"/>
          </a:xfrm>
          <a:prstGeom prst="ellipse">
            <a:avLst/>
          </a:prstGeom>
          <a:solidFill>
            <a:srgbClr val="9CA5AC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5918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u="none" strike="noStrike" kern="1200" cap="none" spc="-30" normalizeH="0" baseline="0" noProof="0">
                <a:ln>
                  <a:solidFill>
                    <a:srgbClr val="C7CED2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Pretendard" panose="02000503000000020004" pitchFamily="2" charset="-127"/>
              </a:rPr>
              <a:t>1</a:t>
            </a:r>
            <a:endParaRPr kumimoji="0" lang="ko-KR" altLang="en-US" sz="700" u="none" strike="noStrike" kern="1200" cap="none" spc="-30" normalizeH="0" baseline="0" noProof="0">
              <a:ln>
                <a:solidFill>
                  <a:srgbClr val="C7CED2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Pretendard" panose="02000503000000020004" pitchFamily="2" charset="-127"/>
            </a:endParaRPr>
          </a:p>
        </p:txBody>
      </p:sp>
      <p:sp>
        <p:nvSpPr>
          <p:cNvPr id="682" name="모서리가 둥근 사각형 설명선[R] 681">
            <a:extLst>
              <a:ext uri="{FF2B5EF4-FFF2-40B4-BE49-F238E27FC236}">
                <a16:creationId xmlns:a16="http://schemas.microsoft.com/office/drawing/2014/main" id="{8295EA94-1D7A-8D52-5C70-CC07D5141DB0}"/>
              </a:ext>
            </a:extLst>
          </p:cNvPr>
          <p:cNvSpPr/>
          <p:nvPr/>
        </p:nvSpPr>
        <p:spPr bwMode="auto">
          <a:xfrm>
            <a:off x="5296333" y="784668"/>
            <a:ext cx="2556710" cy="1229461"/>
          </a:xfrm>
          <a:prstGeom prst="wedgeRoundRectCallout">
            <a:avLst>
              <a:gd name="adj1" fmla="val -53617"/>
              <a:gd name="adj2" fmla="val 36404"/>
              <a:gd name="adj3" fmla="val 16667"/>
            </a:avLst>
          </a:prstGeom>
          <a:solidFill>
            <a:schemeClr val="bg2">
              <a:lumMod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95350" latinLnBrk="0">
              <a:spcAft>
                <a:spcPts val="600"/>
              </a:spcAft>
              <a:buSzPct val="120000"/>
            </a:pPr>
            <a:r>
              <a:rPr kumimoji="1" lang="en-US" altLang="ko-KR" sz="1300" b="1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A2A,</a:t>
            </a:r>
            <a:r>
              <a:rPr kumimoji="1" lang="ko-KR" altLang="en-US" sz="1300" b="1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 </a:t>
            </a:r>
            <a:r>
              <a:rPr kumimoji="1" lang="en-US" altLang="ko-KR" sz="1300" b="1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MCP</a:t>
            </a:r>
            <a:r>
              <a:rPr kumimoji="1" lang="ko-KR" altLang="en-US" sz="1300" b="1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 프로토콜을 활용한 </a:t>
            </a:r>
            <a:r>
              <a:rPr kumimoji="1" lang="en-US" altLang="ko-KR" sz="1300" b="1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Agent Service </a:t>
            </a:r>
            <a:r>
              <a:rPr kumimoji="1" lang="ko-KR" altLang="en-US" sz="1300" b="1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의 내</a:t>
            </a:r>
            <a:r>
              <a:rPr kumimoji="1" lang="en-US" altLang="ko-KR" sz="1300" b="1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/</a:t>
            </a:r>
            <a:r>
              <a:rPr kumimoji="1" lang="ko-KR" altLang="en-US" sz="1300" b="1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외부 데이터 연계처리 지원</a:t>
            </a:r>
            <a:endParaRPr kumimoji="1" lang="en-US" altLang="ko-KR" sz="1300" b="1" dirty="0">
              <a:latin typeface="Tahoma" panose="020B0604030504040204" pitchFamily="34" charset="0"/>
              <a:ea typeface="맑은 고딕" panose="020B0503020000020004" pitchFamily="50" charset="-127"/>
              <a:cs typeface="Tahoma" panose="020B0604030504040204" pitchFamily="34" charset="0"/>
            </a:endParaRPr>
          </a:p>
          <a:p>
            <a:pPr algn="ctr" defTabSz="895350" latinLnBrk="0">
              <a:spcAft>
                <a:spcPts val="600"/>
              </a:spcAft>
              <a:buSzPct val="120000"/>
            </a:pPr>
            <a:r>
              <a:rPr kumimoji="1" lang="en-US" altLang="ko-KR" sz="1300" b="1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(</a:t>
            </a:r>
            <a:r>
              <a:rPr kumimoji="1" lang="ko-KR" altLang="en-US" sz="1300" b="1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프로젝트 현황에 맞게 커스터마이징 사용</a:t>
            </a:r>
            <a:r>
              <a:rPr kumimoji="1" lang="en-US" altLang="ko-KR" sz="1300" b="1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)</a:t>
            </a:r>
            <a:endParaRPr kumimoji="1" lang="ko-KR" altLang="en-US" sz="1300" b="1" dirty="0">
              <a:latin typeface="Tahoma" panose="020B0604030504040204" pitchFamily="34" charset="0"/>
              <a:ea typeface="맑은 고딕" panose="020B0503020000020004" pitchFamily="50" charset="-127"/>
              <a:cs typeface="Tahoma" panose="020B0604030504040204" pitchFamily="34" charset="0"/>
            </a:endParaRPr>
          </a:p>
        </p:txBody>
      </p:sp>
      <p:sp>
        <p:nvSpPr>
          <p:cNvPr id="967" name="모서리가 둥근 직사각형 160">
            <a:extLst>
              <a:ext uri="{FF2B5EF4-FFF2-40B4-BE49-F238E27FC236}">
                <a16:creationId xmlns:a16="http://schemas.microsoft.com/office/drawing/2014/main" id="{F40CA857-65B9-9E3B-44FC-8AF079C314D2}"/>
              </a:ext>
            </a:extLst>
          </p:cNvPr>
          <p:cNvSpPr/>
          <p:nvPr/>
        </p:nvSpPr>
        <p:spPr bwMode="auto">
          <a:xfrm flipH="1">
            <a:off x="454304" y="2023893"/>
            <a:ext cx="146867" cy="148760"/>
          </a:xfrm>
          <a:prstGeom prst="ellipse">
            <a:avLst/>
          </a:prstGeom>
          <a:solidFill>
            <a:srgbClr val="9CA5AC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5918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u="none" strike="noStrike" kern="1200" cap="none" spc="-30" normalizeH="0" baseline="0" noProof="0">
                <a:ln>
                  <a:solidFill>
                    <a:srgbClr val="C7CED2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Pretendard" panose="02000503000000020004" pitchFamily="2" charset="-127"/>
              </a:rPr>
              <a:t>2</a:t>
            </a:r>
            <a:endParaRPr kumimoji="0" lang="ko-KR" altLang="en-US" sz="700" u="none" strike="noStrike" kern="1200" cap="none" spc="-30" normalizeH="0" baseline="0" noProof="0">
              <a:ln>
                <a:solidFill>
                  <a:srgbClr val="C7CED2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Pretendard" panose="02000503000000020004" pitchFamily="2" charset="-127"/>
            </a:endParaRPr>
          </a:p>
        </p:txBody>
      </p:sp>
      <p:grpSp>
        <p:nvGrpSpPr>
          <p:cNvPr id="968" name="그룹 967">
            <a:extLst>
              <a:ext uri="{FF2B5EF4-FFF2-40B4-BE49-F238E27FC236}">
                <a16:creationId xmlns:a16="http://schemas.microsoft.com/office/drawing/2014/main" id="{72294A91-A9E8-83C7-EB1F-FD2078414C78}"/>
              </a:ext>
            </a:extLst>
          </p:cNvPr>
          <p:cNvGrpSpPr/>
          <p:nvPr/>
        </p:nvGrpSpPr>
        <p:grpSpPr>
          <a:xfrm>
            <a:off x="6447855" y="2680735"/>
            <a:ext cx="2321413" cy="542287"/>
            <a:chOff x="7433951" y="2421983"/>
            <a:chExt cx="2845112" cy="656167"/>
          </a:xfrm>
        </p:grpSpPr>
        <p:sp>
          <p:nvSpPr>
            <p:cNvPr id="969" name="모서리가 둥근 직사각형 16">
              <a:extLst>
                <a:ext uri="{FF2B5EF4-FFF2-40B4-BE49-F238E27FC236}">
                  <a16:creationId xmlns:a16="http://schemas.microsoft.com/office/drawing/2014/main" id="{0C531435-6A6E-7609-CEB0-2704C9717F48}"/>
                </a:ext>
              </a:extLst>
            </p:cNvPr>
            <p:cNvSpPr/>
            <p:nvPr/>
          </p:nvSpPr>
          <p:spPr bwMode="auto">
            <a:xfrm flipH="1">
              <a:off x="7433951" y="2421983"/>
              <a:ext cx="2845111" cy="29792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80975" marR="0" lvl="1" indent="0" algn="l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271AA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r>
                <a:rPr kumimoji="0" lang="en-US" altLang="ko-KR" sz="1000" b="1" u="none" strike="noStrike" kern="1200" cap="none" spc="-30" normalizeH="0" baseline="0" noProof="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  <a:sym typeface="KoPub돋움체 Medium "/>
                </a:rPr>
                <a:t>MCP Server</a:t>
              </a:r>
              <a:endParaRPr kumimoji="0" lang="ko-KR" altLang="en-US" sz="1000" b="1" u="none" strike="noStrike" kern="1200" cap="none" spc="-30" normalizeH="0" baseline="0" noProof="0" dirty="0">
                <a:ln>
                  <a:solidFill>
                    <a:srgbClr val="0099FF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Pretendard" panose="02000503000000020004" pitchFamily="2" charset="-127"/>
                <a:sym typeface="KoPub돋움체 Medium "/>
              </a:endParaRPr>
            </a:p>
          </p:txBody>
        </p:sp>
        <p:sp>
          <p:nvSpPr>
            <p:cNvPr id="970" name="텍스트 개체 틀 16">
              <a:extLst>
                <a:ext uri="{FF2B5EF4-FFF2-40B4-BE49-F238E27FC236}">
                  <a16:creationId xmlns:a16="http://schemas.microsoft.com/office/drawing/2014/main" id="{BE3D24A8-06E8-9241-85ED-4E871B8990D2}"/>
                </a:ext>
              </a:extLst>
            </p:cNvPr>
            <p:cNvSpPr txBox="1">
              <a:spLocks/>
            </p:cNvSpPr>
            <p:nvPr/>
          </p:nvSpPr>
          <p:spPr>
            <a:xfrm>
              <a:off x="7535396" y="2742982"/>
              <a:ext cx="2743667" cy="335168"/>
            </a:xfrm>
            <a:prstGeom prst="rect">
              <a:avLst/>
            </a:prstGeom>
          </p:spPr>
          <p:txBody>
            <a:bodyPr wrap="square" lIns="72000" tIns="0" rIns="0" bIns="0" anchor="t">
              <a:spAutoFit/>
            </a:bodyPr>
            <a:lstStyle>
              <a:defPPr>
                <a:defRPr lang="en-US"/>
              </a:defPPr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KoPub돋움체 Medium 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92075" marR="0" lvl="0" indent="-92075" algn="l" defTabSz="914400" rtl="0" eaLnBrk="1" fontAlgn="base" latinLnBrk="0" hangingPunct="1">
                <a:lnSpc>
                  <a:spcPct val="100000"/>
                </a:lnSpc>
                <a:spcBef>
                  <a:spcPts val="300"/>
                </a:spcBef>
                <a:spcAft>
                  <a:spcPct val="0"/>
                </a:spcAft>
                <a:buClrTx/>
                <a:buSzPct val="80000"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en-US" altLang="ko-KR" sz="900" u="none" strike="noStrike" kern="1200" cap="none" spc="-30" normalizeH="0" baseline="0" noProof="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MCP Server </a:t>
              </a:r>
              <a:r>
                <a:rPr kumimoji="1" lang="ko-KR" altLang="en-US" sz="900" u="none" strike="noStrike" kern="1200" cap="none" spc="-30" normalizeH="0" baseline="0" noProof="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구성을 통해 원격지 </a:t>
              </a:r>
              <a:r>
                <a:rPr kumimoji="1" lang="en-US" altLang="ko-KR" sz="900" u="none" strike="noStrike" kern="1200" cap="none" spc="-30" normalizeH="0" baseline="0" noProof="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MCP </a:t>
              </a:r>
              <a:r>
                <a:rPr kumimoji="1" lang="ko-KR" altLang="en-US" sz="900" u="none" strike="noStrike" kern="1200" cap="none" spc="-30" normalizeH="0" baseline="0" noProof="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서비스 연동 처리를 수행</a:t>
              </a:r>
            </a:p>
          </p:txBody>
        </p:sp>
        <p:sp>
          <p:nvSpPr>
            <p:cNvPr id="971" name="모서리가 둥근 직사각형 160">
              <a:extLst>
                <a:ext uri="{FF2B5EF4-FFF2-40B4-BE49-F238E27FC236}">
                  <a16:creationId xmlns:a16="http://schemas.microsoft.com/office/drawing/2014/main" id="{CFB79A54-EC6F-158D-2091-28A918295237}"/>
                </a:ext>
              </a:extLst>
            </p:cNvPr>
            <p:cNvSpPr/>
            <p:nvPr/>
          </p:nvSpPr>
          <p:spPr bwMode="auto">
            <a:xfrm flipH="1">
              <a:off x="7483897" y="2470482"/>
              <a:ext cx="180000" cy="180000"/>
            </a:xfrm>
            <a:prstGeom prst="ellipse">
              <a:avLst/>
            </a:prstGeom>
            <a:solidFill>
              <a:srgbClr val="9CA5AC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5918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spc="-30" dirty="0">
                  <a:ln>
                    <a:solidFill>
                      <a:srgbClr val="C7CED2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3</a:t>
              </a:r>
              <a:endParaRPr kumimoji="0" lang="ko-KR" altLang="en-US" sz="700" u="none" strike="noStrike" kern="1200" cap="none" spc="-30" normalizeH="0" baseline="0" noProof="0" dirty="0">
                <a:ln>
                  <a:solidFill>
                    <a:srgbClr val="C7CED2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Pretendard" panose="02000503000000020004" pitchFamily="2" charset="-127"/>
              </a:endParaRPr>
            </a:p>
          </p:txBody>
        </p:sp>
      </p:grpSp>
      <p:sp>
        <p:nvSpPr>
          <p:cNvPr id="972" name="모서리가 둥근 직사각형 160">
            <a:extLst>
              <a:ext uri="{FF2B5EF4-FFF2-40B4-BE49-F238E27FC236}">
                <a16:creationId xmlns:a16="http://schemas.microsoft.com/office/drawing/2014/main" id="{45F1A8F9-08EF-EFBC-CC1B-75028526DA14}"/>
              </a:ext>
            </a:extLst>
          </p:cNvPr>
          <p:cNvSpPr/>
          <p:nvPr/>
        </p:nvSpPr>
        <p:spPr bwMode="auto">
          <a:xfrm flipH="1">
            <a:off x="4081983" y="2011231"/>
            <a:ext cx="146867" cy="148760"/>
          </a:xfrm>
          <a:prstGeom prst="ellipse">
            <a:avLst/>
          </a:prstGeom>
          <a:solidFill>
            <a:srgbClr val="9CA5AC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5918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spc="-30" dirty="0">
                <a:ln>
                  <a:solidFill>
                    <a:srgbClr val="C7CED2">
                      <a:alpha val="0"/>
                    </a:srgbClr>
                  </a:solidFill>
                </a:ln>
                <a:solidFill>
                  <a:prstClr val="white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anose="02000503000000020004" pitchFamily="2" charset="-127"/>
              </a:rPr>
              <a:t>3</a:t>
            </a:r>
            <a:endParaRPr kumimoji="0" lang="ko-KR" altLang="en-US" sz="700" u="none" strike="noStrike" kern="1200" cap="none" spc="-30" normalizeH="0" baseline="0" noProof="0" dirty="0">
              <a:ln>
                <a:solidFill>
                  <a:srgbClr val="C7CED2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Pretendard" panose="02000503000000020004" pitchFamily="2" charset="-127"/>
            </a:endParaRPr>
          </a:p>
        </p:txBody>
      </p:sp>
      <p:sp>
        <p:nvSpPr>
          <p:cNvPr id="973" name="모서리가 둥근 직사각형 160">
            <a:extLst>
              <a:ext uri="{FF2B5EF4-FFF2-40B4-BE49-F238E27FC236}">
                <a16:creationId xmlns:a16="http://schemas.microsoft.com/office/drawing/2014/main" id="{F70F8F76-8F46-5527-C8CC-1467CBC5D45E}"/>
              </a:ext>
            </a:extLst>
          </p:cNvPr>
          <p:cNvSpPr/>
          <p:nvPr/>
        </p:nvSpPr>
        <p:spPr bwMode="auto">
          <a:xfrm flipH="1">
            <a:off x="447337" y="3996579"/>
            <a:ext cx="146867" cy="148760"/>
          </a:xfrm>
          <a:prstGeom prst="ellipse">
            <a:avLst/>
          </a:prstGeom>
          <a:solidFill>
            <a:srgbClr val="9CA5AC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5918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u="none" strike="noStrike" kern="1200" cap="none" spc="-30" normalizeH="0" baseline="0" noProof="0" dirty="0">
                <a:ln>
                  <a:solidFill>
                    <a:srgbClr val="C7CED2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Pretendard" panose="02000503000000020004" pitchFamily="2" charset="-127"/>
              </a:rPr>
              <a:t>4</a:t>
            </a:r>
            <a:endParaRPr kumimoji="0" lang="ko-KR" altLang="en-US" sz="700" u="none" strike="noStrike" kern="1200" cap="none" spc="-30" normalizeH="0" baseline="0" noProof="0" dirty="0">
              <a:ln>
                <a:solidFill>
                  <a:srgbClr val="C7CED2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Pretendard" panose="02000503000000020004" pitchFamily="2" charset="-127"/>
            </a:endParaRPr>
          </a:p>
        </p:txBody>
      </p:sp>
      <p:grpSp>
        <p:nvGrpSpPr>
          <p:cNvPr id="974" name="그룹 973">
            <a:extLst>
              <a:ext uri="{FF2B5EF4-FFF2-40B4-BE49-F238E27FC236}">
                <a16:creationId xmlns:a16="http://schemas.microsoft.com/office/drawing/2014/main" id="{44320B14-82C6-F45E-B498-C2F28B4D82AA}"/>
              </a:ext>
            </a:extLst>
          </p:cNvPr>
          <p:cNvGrpSpPr/>
          <p:nvPr/>
        </p:nvGrpSpPr>
        <p:grpSpPr>
          <a:xfrm>
            <a:off x="6460503" y="3483713"/>
            <a:ext cx="2321413" cy="1134757"/>
            <a:chOff x="7433951" y="2421983"/>
            <a:chExt cx="2845112" cy="1373057"/>
          </a:xfrm>
        </p:grpSpPr>
        <p:sp>
          <p:nvSpPr>
            <p:cNvPr id="975" name="모서리가 둥근 직사각형 16">
              <a:extLst>
                <a:ext uri="{FF2B5EF4-FFF2-40B4-BE49-F238E27FC236}">
                  <a16:creationId xmlns:a16="http://schemas.microsoft.com/office/drawing/2014/main" id="{EC5B1BD3-1202-2375-F728-24A5ED590190}"/>
                </a:ext>
              </a:extLst>
            </p:cNvPr>
            <p:cNvSpPr/>
            <p:nvPr/>
          </p:nvSpPr>
          <p:spPr bwMode="auto">
            <a:xfrm flipH="1">
              <a:off x="7433951" y="2421983"/>
              <a:ext cx="2845111" cy="29792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80975" marR="0" lvl="1" indent="0" algn="l" defTabSz="10429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271AA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r>
                <a:rPr lang="en-US" altLang="ko-KR" sz="1000" b="1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  <a:sym typeface="KoPub돋움체 Medium "/>
                </a:rPr>
                <a:t>A2A Hub</a:t>
              </a:r>
              <a:endParaRPr kumimoji="0" lang="ko-KR" altLang="en-US" sz="1000" b="1" u="none" strike="noStrike" kern="1200" cap="none" spc="-30" normalizeH="0" baseline="0" noProof="0" dirty="0">
                <a:ln>
                  <a:solidFill>
                    <a:srgbClr val="0099FF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Pretendard" panose="02000503000000020004" pitchFamily="2" charset="-127"/>
                <a:sym typeface="KoPub돋움체 Medium "/>
              </a:endParaRPr>
            </a:p>
          </p:txBody>
        </p:sp>
        <p:sp>
          <p:nvSpPr>
            <p:cNvPr id="976" name="텍스트 개체 틀 16">
              <a:extLst>
                <a:ext uri="{FF2B5EF4-FFF2-40B4-BE49-F238E27FC236}">
                  <a16:creationId xmlns:a16="http://schemas.microsoft.com/office/drawing/2014/main" id="{B29F7132-9B2C-BFE1-99A1-718621EEDFE4}"/>
                </a:ext>
              </a:extLst>
            </p:cNvPr>
            <p:cNvSpPr txBox="1">
              <a:spLocks/>
            </p:cNvSpPr>
            <p:nvPr/>
          </p:nvSpPr>
          <p:spPr>
            <a:xfrm>
              <a:off x="7535396" y="2742982"/>
              <a:ext cx="2743667" cy="1052058"/>
            </a:xfrm>
            <a:prstGeom prst="rect">
              <a:avLst/>
            </a:prstGeom>
          </p:spPr>
          <p:txBody>
            <a:bodyPr wrap="square" lIns="72000" tIns="0" rIns="0" bIns="0" anchor="t">
              <a:spAutoFit/>
            </a:bodyPr>
            <a:lstStyle>
              <a:defPPr>
                <a:defRPr lang="en-US"/>
              </a:defPPr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KoPub돋움체 Medium 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92075" marR="0" lvl="0" indent="-92075" algn="l" defTabSz="914400" rtl="0" eaLnBrk="1" fontAlgn="base" latinLnBrk="0" hangingPunct="1">
                <a:lnSpc>
                  <a:spcPct val="100000"/>
                </a:lnSpc>
                <a:spcBef>
                  <a:spcPts val="300"/>
                </a:spcBef>
                <a:spcAft>
                  <a:spcPct val="0"/>
                </a:spcAft>
                <a:buClrTx/>
                <a:buSzPct val="80000"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9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프로젝트 규모</a:t>
              </a:r>
              <a:r>
                <a:rPr kumimoji="1" lang="en-US" altLang="ko-KR" sz="9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(Agent </a:t>
              </a:r>
              <a:r>
                <a:rPr kumimoji="1" lang="ko-KR" altLang="en-US" sz="9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구축 수량</a:t>
              </a:r>
              <a:r>
                <a:rPr kumimoji="1" lang="en-US" altLang="ko-KR" sz="9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)</a:t>
              </a:r>
              <a:r>
                <a:rPr kumimoji="1" lang="ko-KR" altLang="en-US" sz="9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와 관리</a:t>
              </a:r>
              <a:r>
                <a:rPr kumimoji="1" lang="en-US" altLang="ko-KR" sz="9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,</a:t>
              </a:r>
              <a:r>
                <a:rPr kumimoji="1" lang="ko-KR" altLang="en-US" sz="9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보안 측면에서 중앙집중형 </a:t>
              </a:r>
              <a:r>
                <a:rPr kumimoji="1" lang="en-US" altLang="ko-KR" sz="9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Hub</a:t>
              </a:r>
              <a:r>
                <a:rPr kumimoji="1" lang="ko-KR" altLang="en-US" sz="900" spc="-30" dirty="0" err="1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를</a:t>
              </a:r>
              <a:r>
                <a:rPr kumimoji="1" lang="ko-KR" altLang="en-US" sz="9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 선택적으로 구성하여 </a:t>
              </a:r>
              <a:r>
                <a:rPr kumimoji="1" lang="en-US" altLang="ko-KR" sz="9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Agent</a:t>
              </a:r>
              <a:r>
                <a:rPr kumimoji="1" lang="ko-KR" altLang="en-US" sz="9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간 통신을 지원한다</a:t>
              </a:r>
              <a:r>
                <a:rPr kumimoji="1" lang="en-US" altLang="ko-KR" sz="9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.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300"/>
                </a:spcBef>
                <a:spcAft>
                  <a:spcPct val="0"/>
                </a:spcAft>
                <a:buClrTx/>
                <a:buSzPct val="80000"/>
                <a:buNone/>
                <a:tabLst/>
                <a:defRPr/>
              </a:pPr>
              <a:r>
                <a:rPr kumimoji="1" lang="en-US" altLang="ko-KR" sz="9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※ </a:t>
              </a:r>
              <a:r>
                <a:rPr kumimoji="1" lang="ko-KR" altLang="en-US" sz="9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통신 패턴 선정 </a:t>
              </a:r>
              <a:r>
                <a:rPr kumimoji="1" lang="ko-KR" altLang="en-US" sz="9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기준은 </a:t>
              </a:r>
              <a:r>
                <a:rPr kumimoji="1" lang="en-US" altLang="ko-KR" sz="9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“3.2</a:t>
              </a:r>
              <a:r>
                <a:rPr kumimoji="1" lang="ko-KR" altLang="en-US" sz="9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 </a:t>
              </a:r>
              <a:r>
                <a:rPr kumimoji="1" lang="en-US" altLang="ko-KR" sz="9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Agent</a:t>
              </a:r>
              <a:r>
                <a:rPr kumimoji="1" lang="ko-KR" altLang="en-US" sz="9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 연계방안 </a:t>
              </a:r>
              <a:r>
                <a:rPr kumimoji="1" lang="en-US" altLang="ko-KR" sz="9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&gt;</a:t>
              </a:r>
              <a:r>
                <a:rPr kumimoji="1" lang="ko-KR" altLang="en-US" sz="9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 </a:t>
              </a:r>
              <a:r>
                <a:rPr kumimoji="1" lang="en-US" altLang="ko-KR" sz="9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A2A </a:t>
              </a:r>
              <a:r>
                <a:rPr kumimoji="1" lang="ko-KR" altLang="en-US" sz="9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연동 선정 기준</a:t>
              </a:r>
              <a:r>
                <a:rPr kumimoji="1" lang="en-US" altLang="ko-KR" sz="9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”</a:t>
              </a:r>
              <a:r>
                <a:rPr kumimoji="1" lang="ko-KR" altLang="en-US" sz="9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 참고</a:t>
              </a:r>
            </a:p>
          </p:txBody>
        </p:sp>
        <p:sp>
          <p:nvSpPr>
            <p:cNvPr id="977" name="모서리가 둥근 직사각형 160">
              <a:extLst>
                <a:ext uri="{FF2B5EF4-FFF2-40B4-BE49-F238E27FC236}">
                  <a16:creationId xmlns:a16="http://schemas.microsoft.com/office/drawing/2014/main" id="{07224C5F-D302-2DF6-BA83-617720C255EA}"/>
                </a:ext>
              </a:extLst>
            </p:cNvPr>
            <p:cNvSpPr/>
            <p:nvPr/>
          </p:nvSpPr>
          <p:spPr bwMode="auto">
            <a:xfrm flipH="1">
              <a:off x="7483897" y="2470482"/>
              <a:ext cx="180000" cy="180000"/>
            </a:xfrm>
            <a:prstGeom prst="ellipse">
              <a:avLst/>
            </a:prstGeom>
            <a:solidFill>
              <a:srgbClr val="9CA5AC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5918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u="none" strike="noStrike" kern="1200" cap="none" spc="-30" normalizeH="0" baseline="0" noProof="0" dirty="0">
                  <a:ln>
                    <a:solidFill>
                      <a:srgbClr val="C7CED2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Pretendard" panose="02000503000000020004" pitchFamily="2" charset="-127"/>
                </a:rPr>
                <a:t>4</a:t>
              </a:r>
              <a:endParaRPr kumimoji="0" lang="ko-KR" altLang="en-US" sz="700" u="none" strike="noStrike" kern="1200" cap="none" spc="-30" normalizeH="0" baseline="0" noProof="0" dirty="0">
                <a:ln>
                  <a:solidFill>
                    <a:srgbClr val="C7CED2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Pretendard" panose="02000503000000020004" pitchFamily="2" charset="-127"/>
              </a:endParaRPr>
            </a:p>
          </p:txBody>
        </p:sp>
      </p:grpSp>
      <p:sp>
        <p:nvSpPr>
          <p:cNvPr id="978" name="TextBox 224">
            <a:extLst>
              <a:ext uri="{FF2B5EF4-FFF2-40B4-BE49-F238E27FC236}">
                <a16:creationId xmlns:a16="http://schemas.microsoft.com/office/drawing/2014/main" id="{C3633D65-1DF2-70FF-13A9-48CD737394EE}"/>
              </a:ext>
            </a:extLst>
          </p:cNvPr>
          <p:cNvSpPr txBox="1"/>
          <p:nvPr/>
        </p:nvSpPr>
        <p:spPr>
          <a:xfrm>
            <a:off x="3557626" y="4243478"/>
            <a:ext cx="626599" cy="15030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</a:rPr>
              <a:t>A2A(</a:t>
            </a:r>
            <a:r>
              <a:rPr lang="en-US" altLang="ko-KR" sz="700" dirty="0">
                <a:solidFill>
                  <a:srgbClr val="0070C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JSON)</a:t>
            </a:r>
            <a:endParaRPr kumimoji="0" lang="ko-KR" altLang="en-US" sz="70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150662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59B618-C2C2-5537-A41C-6C80F7051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3.4</a:t>
            </a:r>
            <a:r>
              <a:rPr kumimoji="1" lang="ko-KR" altLang="en-US" dirty="0"/>
              <a:t> </a:t>
            </a:r>
            <a:r>
              <a:rPr kumimoji="1" lang="en-US" altLang="ko-KR" dirty="0"/>
              <a:t>Agent</a:t>
            </a:r>
            <a:r>
              <a:rPr kumimoji="1" lang="ko-KR" altLang="en-US" dirty="0"/>
              <a:t> 연계방안 </a:t>
            </a:r>
            <a:r>
              <a:rPr kumimoji="1" lang="en-US" altLang="ko-KR" sz="1200" dirty="0"/>
              <a:t>&gt;</a:t>
            </a:r>
            <a:r>
              <a:rPr kumimoji="1" lang="ko-KR" altLang="en-US" sz="1200" dirty="0"/>
              <a:t> </a:t>
            </a:r>
            <a:r>
              <a:rPr kumimoji="1" lang="en-US" altLang="ko-KR" sz="1200" dirty="0"/>
              <a:t>MCP </a:t>
            </a:r>
            <a:r>
              <a:rPr kumimoji="1" lang="ko-KR" altLang="en-US" sz="1200" dirty="0"/>
              <a:t>아키텍처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B59475-945D-4749-A4A1-E0E92D1BE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047" y="504827"/>
            <a:ext cx="8639908" cy="294777"/>
          </a:xfrm>
        </p:spPr>
        <p:txBody>
          <a:bodyPr/>
          <a:lstStyle/>
          <a:p>
            <a:r>
              <a:rPr kumimoji="1" lang="en-US" altLang="ko-KR" dirty="0"/>
              <a:t>MCP</a:t>
            </a:r>
            <a:r>
              <a:rPr kumimoji="1" lang="ko-KR" altLang="en-US" dirty="0"/>
              <a:t>는 </a:t>
            </a:r>
            <a:r>
              <a:rPr kumimoji="1" lang="en-US" altLang="ko-KR" dirty="0"/>
              <a:t>Resource, Tools, Prompts </a:t>
            </a:r>
            <a:r>
              <a:rPr kumimoji="1" lang="ko-KR" altLang="en-US" dirty="0"/>
              <a:t>의 </a:t>
            </a:r>
            <a:r>
              <a:rPr kumimoji="1" lang="en-US" altLang="ko-KR" dirty="0"/>
              <a:t>3</a:t>
            </a:r>
            <a:r>
              <a:rPr kumimoji="1" lang="ko-KR" altLang="en-US" dirty="0"/>
              <a:t>가지 핵심 요소로 </a:t>
            </a:r>
            <a:r>
              <a:rPr kumimoji="1" lang="en-US" altLang="ko-KR" dirty="0"/>
              <a:t>Agent</a:t>
            </a:r>
            <a:r>
              <a:rPr kumimoji="1" lang="ko-KR" altLang="en-US" dirty="0"/>
              <a:t>와 외부 시스템간 연계를 지원한다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C979164-F009-9C00-17E3-3CEE9D304F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dirty="0"/>
              <a:t>3.</a:t>
            </a:r>
            <a:r>
              <a:rPr kumimoji="1" lang="ko-KR" altLang="en-US" dirty="0"/>
              <a:t> 어플리케이션 아키텍처</a:t>
            </a:r>
          </a:p>
        </p:txBody>
      </p:sp>
      <p:grpSp>
        <p:nvGrpSpPr>
          <p:cNvPr id="979" name="그룹 978">
            <a:extLst>
              <a:ext uri="{FF2B5EF4-FFF2-40B4-BE49-F238E27FC236}">
                <a16:creationId xmlns:a16="http://schemas.microsoft.com/office/drawing/2014/main" id="{20D1D82F-86EA-DABA-D7BB-C10A2928E19E}"/>
              </a:ext>
            </a:extLst>
          </p:cNvPr>
          <p:cNvGrpSpPr/>
          <p:nvPr/>
        </p:nvGrpSpPr>
        <p:grpSpPr>
          <a:xfrm>
            <a:off x="655526" y="1047891"/>
            <a:ext cx="7556224" cy="3332765"/>
            <a:chOff x="368938" y="1586023"/>
            <a:chExt cx="9370285" cy="4869012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F92A750C-51BD-D017-B0C5-78EA6112B8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94558" y="5474318"/>
              <a:ext cx="907362" cy="907361"/>
            </a:xfrm>
            <a:prstGeom prst="ellipse">
              <a:avLst/>
            </a:prstGeom>
            <a:solidFill>
              <a:srgbClr val="9CA5AC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u="none" strike="noStrike" kern="0" cap="none" spc="-30" normalizeH="0" baseline="0" noProof="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</a:rPr>
                <a:t>Discovery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u="none" strike="noStrike" kern="0" cap="none" spc="-30" normalizeH="0" baseline="0" noProof="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</a:rPr>
                <a:t>(</a:t>
              </a:r>
              <a:r>
                <a:rPr kumimoji="0" lang="ko-KR" altLang="en-US" sz="1000" u="none" strike="noStrike" kern="0" cap="none" spc="-30" normalizeH="0" baseline="0" noProof="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</a:rPr>
                <a:t>탐색</a:t>
              </a:r>
              <a:r>
                <a:rPr kumimoji="0" lang="en-US" altLang="ko-KR" sz="1000" u="none" strike="noStrike" kern="0" cap="none" spc="-30" normalizeH="0" baseline="0" noProof="0" dirty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</a:rPr>
                <a:t>)</a:t>
              </a:r>
            </a:p>
          </p:txBody>
        </p:sp>
        <p:cxnSp>
          <p:nvCxnSpPr>
            <p:cNvPr id="16" name="직선 연결선 56">
              <a:extLst>
                <a:ext uri="{FF2B5EF4-FFF2-40B4-BE49-F238E27FC236}">
                  <a16:creationId xmlns:a16="http://schemas.microsoft.com/office/drawing/2014/main" id="{FE10A757-D675-280D-029E-70E5DBAEAD97}"/>
                </a:ext>
              </a:extLst>
            </p:cNvPr>
            <p:cNvCxnSpPr>
              <a:cxnSpLocks/>
              <a:stCxn id="18" idx="3"/>
              <a:endCxn id="54" idx="1"/>
            </p:cNvCxnSpPr>
            <p:nvPr/>
          </p:nvCxnSpPr>
          <p:spPr>
            <a:xfrm flipV="1">
              <a:off x="3358201" y="3483073"/>
              <a:ext cx="1439636" cy="3266"/>
            </a:xfrm>
            <a:prstGeom prst="line">
              <a:avLst/>
            </a:prstGeom>
            <a:ln w="19050">
              <a:solidFill>
                <a:srgbClr val="9CA5AC"/>
              </a:solidFill>
              <a:headEnd type="triangle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90724168-A6FB-A729-DE7A-F87C61BD7A2E}"/>
                </a:ext>
              </a:extLst>
            </p:cNvPr>
            <p:cNvGrpSpPr/>
            <p:nvPr/>
          </p:nvGrpSpPr>
          <p:grpSpPr>
            <a:xfrm>
              <a:off x="368938" y="1894267"/>
              <a:ext cx="2989263" cy="3184143"/>
              <a:chOff x="485366" y="2447689"/>
              <a:chExt cx="2989263" cy="3184143"/>
            </a:xfrm>
          </p:grpSpPr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17F5F778-AA9A-FFFE-B75E-10C627776D91}"/>
                  </a:ext>
                </a:extLst>
              </p:cNvPr>
              <p:cNvSpPr/>
              <p:nvPr/>
            </p:nvSpPr>
            <p:spPr>
              <a:xfrm>
                <a:off x="485366" y="2447689"/>
                <a:ext cx="2989263" cy="3184143"/>
              </a:xfrm>
              <a:prstGeom prst="rect">
                <a:avLst/>
              </a:prstGeom>
              <a:solidFill>
                <a:srgbClr val="F1F3F4"/>
              </a:solidFill>
              <a:ln>
                <a:solidFill>
                  <a:srgbClr val="43475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u="none" strike="noStrike" kern="1200" cap="none" spc="-30" normalizeH="0" baseline="0" noProof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EB16A00B-5096-C9E1-B2FA-AD8B86F4BA63}"/>
                  </a:ext>
                </a:extLst>
              </p:cNvPr>
              <p:cNvSpPr/>
              <p:nvPr/>
            </p:nvSpPr>
            <p:spPr>
              <a:xfrm>
                <a:off x="485366" y="2447690"/>
                <a:ext cx="2989263" cy="360000"/>
              </a:xfrm>
              <a:prstGeom prst="rect">
                <a:avLst/>
              </a:prstGeom>
              <a:solidFill>
                <a:srgbClr val="43475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1" u="none" strike="noStrike" kern="1200" cap="none" spc="-30" normalizeH="0" baseline="0" noProof="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MCP</a:t>
                </a:r>
                <a:r>
                  <a:rPr kumimoji="0" lang="ko-KR" altLang="en-US" sz="1200" b="1" u="none" strike="noStrike" kern="1200" cap="none" spc="-30" normalizeH="0" baseline="0" noProof="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 </a:t>
                </a:r>
                <a:r>
                  <a:rPr kumimoji="0" lang="en-US" altLang="ko-KR" sz="1200" b="1" u="none" strike="noStrike" kern="1200" cap="none" spc="-30" normalizeH="0" baseline="0" noProof="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Host</a:t>
                </a:r>
                <a:r>
                  <a:rPr kumimoji="0" lang="ko-KR" altLang="en-US" sz="1200" b="1" u="none" strike="noStrike" kern="1200" cap="none" spc="-30" normalizeH="0" baseline="0" noProof="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 </a:t>
                </a:r>
                <a:r>
                  <a:rPr kumimoji="0" lang="en-US" altLang="ko-KR" sz="1100" b="1" u="none" strike="noStrike" kern="1200" cap="none" spc="-30" normalizeH="0" baseline="0" noProof="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(AI </a:t>
                </a:r>
                <a:r>
                  <a:rPr kumimoji="0" lang="ko-KR" altLang="en-US" sz="1100" b="1" u="none" strike="noStrike" kern="1200" cap="none" spc="-30" normalizeH="0" baseline="0" noProof="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애플리케이션</a:t>
                </a:r>
                <a:r>
                  <a:rPr kumimoji="0" lang="en-US" altLang="ko-KR" sz="1100" b="1" u="none" strike="noStrike" kern="1200" cap="none" spc="-30" normalizeH="0" baseline="0" noProof="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)</a:t>
                </a:r>
                <a:endParaRPr kumimoji="0" lang="ko-KR" altLang="en-US" sz="1200" b="1" u="none" strike="noStrike" kern="1200" cap="none" spc="-30" normalizeH="0" baseline="0" noProof="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9B637EC7-AB11-584B-6FB8-5F4FC1444530}"/>
                  </a:ext>
                </a:extLst>
              </p:cNvPr>
              <p:cNvGrpSpPr/>
              <p:nvPr/>
            </p:nvGrpSpPr>
            <p:grpSpPr>
              <a:xfrm>
                <a:off x="900715" y="2970094"/>
                <a:ext cx="2160240" cy="513557"/>
                <a:chOff x="2373746" y="3110847"/>
                <a:chExt cx="2160240" cy="513557"/>
              </a:xfrm>
            </p:grpSpPr>
            <p:sp>
              <p:nvSpPr>
                <p:cNvPr id="50" name="사각형: 둥근 모서리 113">
                  <a:extLst>
                    <a:ext uri="{FF2B5EF4-FFF2-40B4-BE49-F238E27FC236}">
                      <a16:creationId xmlns:a16="http://schemas.microsoft.com/office/drawing/2014/main" id="{CDE1DCD6-9520-F934-B61B-9FA8F5B53315}"/>
                    </a:ext>
                  </a:extLst>
                </p:cNvPr>
                <p:cNvSpPr/>
                <p:nvPr/>
              </p:nvSpPr>
              <p:spPr>
                <a:xfrm>
                  <a:off x="2373746" y="3110847"/>
                  <a:ext cx="2160240" cy="513557"/>
                </a:xfrm>
                <a:prstGeom prst="roundRect">
                  <a:avLst>
                    <a:gd name="adj" fmla="val 9906"/>
                  </a:avLst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254000" dist="38100" dir="5400000" sx="102000" sy="102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u="none" strike="noStrike" kern="1200" cap="none" spc="-30" normalizeH="0" baseline="0" noProof="0">
                    <a:ln>
                      <a:solidFill>
                        <a:srgbClr val="C7CED2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  <p:sp>
              <p:nvSpPr>
                <p:cNvPr id="51" name="TextBox 60">
                  <a:extLst>
                    <a:ext uri="{FF2B5EF4-FFF2-40B4-BE49-F238E27FC236}">
                      <a16:creationId xmlns:a16="http://schemas.microsoft.com/office/drawing/2014/main" id="{19946F09-5945-4A68-8D2A-472DBDEB75CC}"/>
                    </a:ext>
                  </a:extLst>
                </p:cNvPr>
                <p:cNvSpPr txBox="1"/>
                <p:nvPr/>
              </p:nvSpPr>
              <p:spPr>
                <a:xfrm>
                  <a:off x="2879816" y="3224641"/>
                  <a:ext cx="1148100" cy="35250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4572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200" u="none" strike="noStrike" kern="1200" cap="none" spc="-30" normalizeH="0" baseline="0" noProof="0" dirty="0">
                      <a:ln>
                        <a:solidFill>
                          <a:srgbClr val="C7CED2">
                            <a:alpha val="0"/>
                          </a:srgbClr>
                        </a:solidFill>
                      </a:ln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effectLst/>
                      <a:uLnTx/>
                      <a:uFillTx/>
                      <a:latin typeface="Malgun Gothic" panose="020B0503020000020004" pitchFamily="34" charset="-127"/>
                      <a:ea typeface="Malgun Gothic" panose="020B0503020000020004" pitchFamily="34" charset="-127"/>
                    </a:rPr>
                    <a:t>Chat Interface</a:t>
                  </a:r>
                  <a:endParaRPr kumimoji="0" lang="en-US" altLang="ko-KR" sz="700" u="none" strike="noStrike" kern="1200" cap="none" spc="-30" normalizeH="0" baseline="0" noProof="0" dirty="0">
                    <a:ln>
                      <a:solidFill>
                        <a:srgbClr val="C7CED2">
                          <a:alpha val="0"/>
                        </a:srgbClr>
                      </a:solidFill>
                    </a:ln>
                    <a:solidFill>
                      <a:prstClr val="black">
                        <a:lumMod val="95000"/>
                        <a:lumOff val="5000"/>
                      </a:prstClr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</p:grpSp>
          <p:grpSp>
            <p:nvGrpSpPr>
              <p:cNvPr id="21" name="그룹 20">
                <a:extLst>
                  <a:ext uri="{FF2B5EF4-FFF2-40B4-BE49-F238E27FC236}">
                    <a16:creationId xmlns:a16="http://schemas.microsoft.com/office/drawing/2014/main" id="{83878870-2B82-6857-2231-734065E0E2DC}"/>
                  </a:ext>
                </a:extLst>
              </p:cNvPr>
              <p:cNvGrpSpPr/>
              <p:nvPr/>
            </p:nvGrpSpPr>
            <p:grpSpPr>
              <a:xfrm>
                <a:off x="900715" y="3597444"/>
                <a:ext cx="2160240" cy="513557"/>
                <a:chOff x="2373746" y="3110847"/>
                <a:chExt cx="2160240" cy="513557"/>
              </a:xfrm>
            </p:grpSpPr>
            <p:sp>
              <p:nvSpPr>
                <p:cNvPr id="48" name="사각형: 둥근 모서리 111">
                  <a:extLst>
                    <a:ext uri="{FF2B5EF4-FFF2-40B4-BE49-F238E27FC236}">
                      <a16:creationId xmlns:a16="http://schemas.microsoft.com/office/drawing/2014/main" id="{E2CD4806-448D-0484-8750-947EEC786CBB}"/>
                    </a:ext>
                  </a:extLst>
                </p:cNvPr>
                <p:cNvSpPr/>
                <p:nvPr/>
              </p:nvSpPr>
              <p:spPr>
                <a:xfrm>
                  <a:off x="2373746" y="3110847"/>
                  <a:ext cx="2160240" cy="513557"/>
                </a:xfrm>
                <a:prstGeom prst="roundRect">
                  <a:avLst>
                    <a:gd name="adj" fmla="val 9906"/>
                  </a:avLst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254000" dist="38100" dir="5400000" sx="102000" sy="102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u="none" strike="noStrike" kern="1200" cap="none" spc="-30" normalizeH="0" baseline="0" noProof="0">
                    <a:ln>
                      <a:solidFill>
                        <a:srgbClr val="C7CED2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  <p:sp>
              <p:nvSpPr>
                <p:cNvPr id="49" name="TextBox 128">
                  <a:extLst>
                    <a:ext uri="{FF2B5EF4-FFF2-40B4-BE49-F238E27FC236}">
                      <a16:creationId xmlns:a16="http://schemas.microsoft.com/office/drawing/2014/main" id="{B1B2676A-A9FB-D33D-BDEC-61C47488C501}"/>
                    </a:ext>
                  </a:extLst>
                </p:cNvPr>
                <p:cNvSpPr txBox="1"/>
                <p:nvPr/>
              </p:nvSpPr>
              <p:spPr>
                <a:xfrm>
                  <a:off x="2515410" y="3224641"/>
                  <a:ext cx="1876921" cy="35250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4572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200" u="none" strike="noStrike" kern="1200" cap="none" spc="-30" normalizeH="0" baseline="0" noProof="0">
                      <a:ln>
                        <a:solidFill>
                          <a:srgbClr val="C7CED2">
                            <a:alpha val="0"/>
                          </a:srgbClr>
                        </a:solidFill>
                      </a:ln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effectLst/>
                      <a:uLnTx/>
                      <a:uFillTx/>
                      <a:latin typeface="Malgun Gothic" panose="020B0503020000020004" pitchFamily="34" charset="-127"/>
                      <a:ea typeface="Malgun Gothic" panose="020B0503020000020004" pitchFamily="34" charset="-127"/>
                    </a:rPr>
                    <a:t>IDE’s and Code editors</a:t>
                  </a:r>
                  <a:endParaRPr kumimoji="0" lang="en-US" altLang="ko-KR" sz="700" u="none" strike="noStrike" kern="1200" cap="none" spc="-30" normalizeH="0" baseline="0" noProof="0">
                    <a:ln>
                      <a:solidFill>
                        <a:srgbClr val="C7CED2">
                          <a:alpha val="0"/>
                        </a:srgbClr>
                      </a:solidFill>
                    </a:ln>
                    <a:solidFill>
                      <a:prstClr val="black">
                        <a:lumMod val="95000"/>
                        <a:lumOff val="5000"/>
                      </a:prstClr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</p:grpSp>
          <p:grpSp>
            <p:nvGrpSpPr>
              <p:cNvPr id="22" name="그룹 21">
                <a:extLst>
                  <a:ext uri="{FF2B5EF4-FFF2-40B4-BE49-F238E27FC236}">
                    <a16:creationId xmlns:a16="http://schemas.microsoft.com/office/drawing/2014/main" id="{60D44847-58F3-5F5C-5450-77E3C6F36D5F}"/>
                  </a:ext>
                </a:extLst>
              </p:cNvPr>
              <p:cNvGrpSpPr/>
              <p:nvPr/>
            </p:nvGrpSpPr>
            <p:grpSpPr>
              <a:xfrm>
                <a:off x="900715" y="4230947"/>
                <a:ext cx="2160240" cy="513557"/>
                <a:chOff x="2373746" y="3110847"/>
                <a:chExt cx="2160240" cy="513557"/>
              </a:xfrm>
            </p:grpSpPr>
            <p:sp>
              <p:nvSpPr>
                <p:cNvPr id="46" name="사각형: 둥근 모서리 109">
                  <a:extLst>
                    <a:ext uri="{FF2B5EF4-FFF2-40B4-BE49-F238E27FC236}">
                      <a16:creationId xmlns:a16="http://schemas.microsoft.com/office/drawing/2014/main" id="{A991333B-31C7-214F-1080-254024BCAECB}"/>
                    </a:ext>
                  </a:extLst>
                </p:cNvPr>
                <p:cNvSpPr/>
                <p:nvPr/>
              </p:nvSpPr>
              <p:spPr>
                <a:xfrm>
                  <a:off x="2373746" y="3110847"/>
                  <a:ext cx="2160240" cy="513557"/>
                </a:xfrm>
                <a:prstGeom prst="roundRect">
                  <a:avLst>
                    <a:gd name="adj" fmla="val 9906"/>
                  </a:avLst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254000" dist="38100" dir="5400000" sx="102000" sy="102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u="none" strike="noStrike" kern="1200" cap="none" spc="-30" normalizeH="0" baseline="0" noProof="0">
                    <a:ln>
                      <a:solidFill>
                        <a:srgbClr val="C7CED2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  <p:sp>
              <p:nvSpPr>
                <p:cNvPr id="47" name="TextBox 131">
                  <a:extLst>
                    <a:ext uri="{FF2B5EF4-FFF2-40B4-BE49-F238E27FC236}">
                      <a16:creationId xmlns:a16="http://schemas.microsoft.com/office/drawing/2014/main" id="{B1221930-9603-6CB8-42B5-D873465C01A1}"/>
                    </a:ext>
                  </a:extLst>
                </p:cNvPr>
                <p:cNvSpPr txBox="1"/>
                <p:nvPr/>
              </p:nvSpPr>
              <p:spPr>
                <a:xfrm>
                  <a:off x="2582597" y="3224641"/>
                  <a:ext cx="1742544" cy="35250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4572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200" u="none" strike="noStrike" kern="1200" cap="none" spc="-30" normalizeH="0" baseline="0" noProof="0">
                      <a:ln>
                        <a:solidFill>
                          <a:srgbClr val="C7CED2">
                            <a:alpha val="0"/>
                          </a:srgbClr>
                        </a:solidFill>
                      </a:ln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effectLst/>
                      <a:uLnTx/>
                      <a:uFillTx/>
                      <a:latin typeface="Malgun Gothic" panose="020B0503020000020004" pitchFamily="34" charset="-127"/>
                      <a:ea typeface="Malgun Gothic" panose="020B0503020000020004" pitchFamily="34" charset="-127"/>
                    </a:rPr>
                    <a:t>Other AI applications</a:t>
                  </a:r>
                  <a:endParaRPr kumimoji="0" lang="en-US" altLang="ko-KR" sz="700" u="none" strike="noStrike" kern="1200" cap="none" spc="-30" normalizeH="0" baseline="0" noProof="0">
                    <a:ln>
                      <a:solidFill>
                        <a:srgbClr val="C7CED2">
                          <a:alpha val="0"/>
                        </a:srgbClr>
                      </a:solidFill>
                    </a:ln>
                    <a:solidFill>
                      <a:prstClr val="black">
                        <a:lumMod val="95000"/>
                        <a:lumOff val="5000"/>
                      </a:prstClr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</p:grpSp>
          <p:sp>
            <p:nvSpPr>
              <p:cNvPr id="45" name="텍스트 개체 틀 16">
                <a:extLst>
                  <a:ext uri="{FF2B5EF4-FFF2-40B4-BE49-F238E27FC236}">
                    <a16:creationId xmlns:a16="http://schemas.microsoft.com/office/drawing/2014/main" id="{43174EF0-9F45-109B-46CE-CC749122FC6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77002" y="4945793"/>
                <a:ext cx="2556001" cy="539576"/>
              </a:xfrm>
              <a:prstGeom prst="rect">
                <a:avLst/>
              </a:prstGeom>
            </p:spPr>
            <p:txBody>
              <a:bodyPr wrap="square" lIns="0" tIns="0" rIns="0" bIns="0" anchor="t">
                <a:spAutoFit/>
              </a:bodyPr>
              <a:lstStyle>
                <a:defPPr>
                  <a:defRPr lang="en-US"/>
                </a:defPPr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KoPub돋움체 Medium 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92075" marR="0" lvl="0" indent="-92075" algn="l" defTabSz="914400" rtl="0" eaLnBrk="1" fontAlgn="base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ClrTx/>
                  <a:buSzPct val="80000"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1" lang="en-US" altLang="ko-KR" sz="800" u="none" strike="noStrike" kern="1200" cap="none" spc="-30" normalizeH="0" baseline="0" noProof="0" dirty="0">
                    <a:ln>
                      <a:solidFill>
                        <a:srgbClr val="9CA5AC">
                          <a:alpha val="0"/>
                        </a:srgb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  <a:cs typeface="Arial"/>
                  </a:rPr>
                  <a:t>MCP</a:t>
                </a:r>
                <a:r>
                  <a:rPr kumimoji="1" lang="ko-KR" altLang="en-US" sz="800" u="none" strike="noStrike" kern="1200" cap="none" spc="-30" normalizeH="0" baseline="0" noProof="0" dirty="0">
                    <a:ln>
                      <a:solidFill>
                        <a:srgbClr val="9CA5AC">
                          <a:alpha val="0"/>
                        </a:srgb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  <a:cs typeface="Arial"/>
                  </a:rPr>
                  <a:t> </a:t>
                </a:r>
                <a:r>
                  <a:rPr kumimoji="1" lang="en-US" altLang="ko-KR" sz="800" u="none" strike="noStrike" kern="1200" cap="none" spc="-30" normalizeH="0" baseline="0" noProof="0" dirty="0">
                    <a:ln>
                      <a:solidFill>
                        <a:srgbClr val="9CA5AC">
                          <a:alpha val="0"/>
                        </a:srgb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  <a:cs typeface="Arial"/>
                  </a:rPr>
                  <a:t>Host</a:t>
                </a:r>
                <a:r>
                  <a:rPr kumimoji="1" lang="ko-KR" altLang="en-US" sz="800" u="none" strike="noStrike" kern="1200" cap="none" spc="-30" normalizeH="0" baseline="0" noProof="0" dirty="0">
                    <a:ln>
                      <a:solidFill>
                        <a:srgbClr val="9CA5AC">
                          <a:alpha val="0"/>
                        </a:srgb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  <a:cs typeface="Arial"/>
                  </a:rPr>
                  <a:t>는 </a:t>
                </a:r>
                <a:r>
                  <a:rPr kumimoji="1" lang="en-US" altLang="ko-KR" sz="800" u="none" strike="noStrike" kern="1200" cap="none" spc="-30" normalizeH="0" baseline="0" noProof="0" dirty="0">
                    <a:ln>
                      <a:solidFill>
                        <a:srgbClr val="9CA5AC">
                          <a:alpha val="0"/>
                        </a:srgb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  <a:cs typeface="Arial"/>
                  </a:rPr>
                  <a:t>AI </a:t>
                </a:r>
                <a:r>
                  <a:rPr kumimoji="1" lang="ko-KR" altLang="en-US" sz="800" u="none" strike="noStrike" kern="1200" cap="none" spc="-30" normalizeH="0" baseline="0" noProof="0" dirty="0">
                    <a:ln>
                      <a:solidFill>
                        <a:srgbClr val="9CA5AC">
                          <a:alpha val="0"/>
                        </a:srgb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  <a:cs typeface="Arial"/>
                  </a:rPr>
                  <a:t>애플리케이션에서 </a:t>
                </a:r>
                <a:r>
                  <a:rPr kumimoji="1" lang="en-US" altLang="ko-KR" sz="800" u="none" strike="noStrike" kern="1200" cap="none" spc="-30" normalizeH="0" baseline="0" noProof="0" dirty="0">
                    <a:ln>
                      <a:solidFill>
                        <a:srgbClr val="9CA5AC">
                          <a:alpha val="0"/>
                        </a:srgb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  <a:cs typeface="Arial"/>
                  </a:rPr>
                  <a:t>MCP </a:t>
                </a:r>
                <a:r>
                  <a:rPr kumimoji="1" lang="ko-KR" altLang="en-US" sz="800" u="none" strike="noStrike" kern="1200" cap="none" spc="-30" normalizeH="0" baseline="0" noProof="0" dirty="0">
                    <a:ln>
                      <a:solidFill>
                        <a:srgbClr val="9CA5AC">
                          <a:alpha val="0"/>
                        </a:srgb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  <a:cs typeface="Arial"/>
                  </a:rPr>
                  <a:t>클라이언트를 관리하고</a:t>
                </a:r>
                <a:r>
                  <a:rPr kumimoji="1" lang="en-US" altLang="ko-KR" sz="800" u="none" strike="noStrike" kern="1200" cap="none" spc="-30" normalizeH="0" baseline="0" noProof="0" dirty="0">
                    <a:ln>
                      <a:solidFill>
                        <a:srgbClr val="9CA5AC">
                          <a:alpha val="0"/>
                        </a:srgb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  <a:cs typeface="Arial"/>
                  </a:rPr>
                  <a:t>, </a:t>
                </a:r>
                <a:r>
                  <a:rPr kumimoji="1" lang="ko-KR" altLang="en-US" sz="800" u="none" strike="noStrike" kern="1200" cap="none" spc="-30" normalizeH="0" baseline="0" noProof="0" dirty="0">
                    <a:ln>
                      <a:solidFill>
                        <a:srgbClr val="9CA5AC">
                          <a:alpha val="0"/>
                        </a:srgb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  <a:cs typeface="Arial"/>
                  </a:rPr>
                  <a:t>모델의 요청을 </a:t>
                </a:r>
                <a:r>
                  <a:rPr kumimoji="1" lang="en-US" altLang="ko-KR" sz="800" u="none" strike="noStrike" kern="1200" cap="none" spc="-30" normalizeH="0" baseline="0" noProof="0" dirty="0">
                    <a:ln>
                      <a:solidFill>
                        <a:srgbClr val="9CA5AC">
                          <a:alpha val="0"/>
                        </a:srgb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  <a:cs typeface="Arial"/>
                  </a:rPr>
                  <a:t>MCP </a:t>
                </a:r>
                <a:r>
                  <a:rPr kumimoji="1" lang="ko-KR" altLang="en-US" sz="800" u="none" strike="noStrike" kern="1200" cap="none" spc="-30" normalizeH="0" baseline="0" noProof="0" dirty="0">
                    <a:ln>
                      <a:solidFill>
                        <a:srgbClr val="9CA5AC">
                          <a:alpha val="0"/>
                        </a:srgb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  <a:cs typeface="Arial"/>
                  </a:rPr>
                  <a:t>서버로 전달하는 실행 환경 역할을 수행</a:t>
                </a:r>
              </a:p>
            </p:txBody>
          </p:sp>
        </p:grpSp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84649C58-80D8-4D2D-D1C8-CD2DA9D0A626}"/>
                </a:ext>
              </a:extLst>
            </p:cNvPr>
            <p:cNvGrpSpPr/>
            <p:nvPr/>
          </p:nvGrpSpPr>
          <p:grpSpPr>
            <a:xfrm>
              <a:off x="4783248" y="1586023"/>
              <a:ext cx="4911133" cy="3464825"/>
              <a:chOff x="5331317" y="2447690"/>
              <a:chExt cx="4911133" cy="3464825"/>
            </a:xfrm>
          </p:grpSpPr>
          <p:sp>
            <p:nvSpPr>
              <p:cNvPr id="53" name="직사각형 52">
                <a:extLst>
                  <a:ext uri="{FF2B5EF4-FFF2-40B4-BE49-F238E27FC236}">
                    <a16:creationId xmlns:a16="http://schemas.microsoft.com/office/drawing/2014/main" id="{F701222D-375F-2174-DBCB-E87F38567C09}"/>
                  </a:ext>
                </a:extLst>
              </p:cNvPr>
              <p:cNvSpPr/>
              <p:nvPr/>
            </p:nvSpPr>
            <p:spPr>
              <a:xfrm>
                <a:off x="5331317" y="2447690"/>
                <a:ext cx="4911133" cy="360000"/>
              </a:xfrm>
              <a:prstGeom prst="rect">
                <a:avLst/>
              </a:prstGeom>
              <a:solidFill>
                <a:srgbClr val="43475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1" u="none" strike="noStrike" kern="1200" cap="none" spc="-30" normalizeH="0" baseline="0" noProof="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MCP</a:t>
                </a:r>
                <a:r>
                  <a:rPr kumimoji="0" lang="ko-KR" altLang="en-US" sz="1200" b="1" u="none" strike="noStrike" kern="1200" cap="none" spc="-30" normalizeH="0" baseline="0" noProof="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 </a:t>
                </a:r>
                <a:r>
                  <a:rPr kumimoji="0" lang="en-US" altLang="ko-KR" sz="1200" b="1" u="none" strike="noStrike" kern="1200" cap="none" spc="-30" normalizeH="0" baseline="0" noProof="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Server</a:t>
                </a:r>
                <a:r>
                  <a:rPr kumimoji="0" lang="ko-KR" altLang="en-US" sz="1200" b="1" u="none" strike="noStrike" kern="1200" cap="none" spc="-30" normalizeH="0" baseline="0" noProof="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 </a:t>
                </a:r>
                <a:r>
                  <a:rPr kumimoji="0" lang="en-US" altLang="ko-KR" sz="1100" b="1" u="none" strike="noStrike" kern="1200" cap="none" spc="-30" normalizeH="0" baseline="0" noProof="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(</a:t>
                </a:r>
                <a:r>
                  <a:rPr kumimoji="0" lang="ko-KR" altLang="en-US" sz="1100" b="1" u="none" strike="noStrike" kern="1200" cap="none" spc="-30" normalizeH="0" baseline="0" noProof="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데이터 및 기능 공급</a:t>
                </a:r>
                <a:r>
                  <a:rPr kumimoji="0" lang="en-US" altLang="ko-KR" sz="1100" b="1" u="none" strike="noStrike" kern="1200" cap="none" spc="-30" normalizeH="0" baseline="0" noProof="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)</a:t>
                </a:r>
                <a:r>
                  <a:rPr kumimoji="0" lang="ko-KR" altLang="en-US" sz="1100" b="1" u="none" strike="noStrike" kern="1200" cap="none" spc="-30" normalizeH="0" baseline="0" noProof="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 </a:t>
                </a:r>
              </a:p>
            </p:txBody>
          </p:sp>
          <p:sp>
            <p:nvSpPr>
              <p:cNvPr id="54" name="직사각형 53">
                <a:extLst>
                  <a:ext uri="{FF2B5EF4-FFF2-40B4-BE49-F238E27FC236}">
                    <a16:creationId xmlns:a16="http://schemas.microsoft.com/office/drawing/2014/main" id="{7D27D5B2-1197-B52B-1B29-F3D40B880BC1}"/>
                  </a:ext>
                </a:extLst>
              </p:cNvPr>
              <p:cNvSpPr/>
              <p:nvPr/>
            </p:nvSpPr>
            <p:spPr>
              <a:xfrm>
                <a:off x="5345906" y="2776965"/>
                <a:ext cx="4886339" cy="3135550"/>
              </a:xfrm>
              <a:prstGeom prst="rect">
                <a:avLst/>
              </a:prstGeom>
              <a:solidFill>
                <a:srgbClr val="EAECF1"/>
              </a:solidFill>
              <a:ln>
                <a:solidFill>
                  <a:srgbClr val="43475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u="none" strike="noStrike" kern="1200" cap="none" spc="-30" normalizeH="0" baseline="0" noProof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grpSp>
            <p:nvGrpSpPr>
              <p:cNvPr id="55" name="그룹 54">
                <a:extLst>
                  <a:ext uri="{FF2B5EF4-FFF2-40B4-BE49-F238E27FC236}">
                    <a16:creationId xmlns:a16="http://schemas.microsoft.com/office/drawing/2014/main" id="{028FBF53-3C77-1B69-BAEF-B531FE7B4AD1}"/>
                  </a:ext>
                </a:extLst>
              </p:cNvPr>
              <p:cNvGrpSpPr/>
              <p:nvPr/>
            </p:nvGrpSpPr>
            <p:grpSpPr>
              <a:xfrm>
                <a:off x="5669942" y="2879737"/>
                <a:ext cx="4301614" cy="2880204"/>
                <a:chOff x="5764304" y="2879737"/>
                <a:chExt cx="4301614" cy="2880204"/>
              </a:xfrm>
            </p:grpSpPr>
            <p:grpSp>
              <p:nvGrpSpPr>
                <p:cNvPr id="56" name="그룹 55">
                  <a:extLst>
                    <a:ext uri="{FF2B5EF4-FFF2-40B4-BE49-F238E27FC236}">
                      <a16:creationId xmlns:a16="http://schemas.microsoft.com/office/drawing/2014/main" id="{A0271376-46D6-6D4D-15AC-DF37F400EF0C}"/>
                    </a:ext>
                  </a:extLst>
                </p:cNvPr>
                <p:cNvGrpSpPr/>
                <p:nvPr/>
              </p:nvGrpSpPr>
              <p:grpSpPr>
                <a:xfrm>
                  <a:off x="5793218" y="2879737"/>
                  <a:ext cx="4272700" cy="816512"/>
                  <a:chOff x="4193778" y="6222137"/>
                  <a:chExt cx="4272700" cy="816512"/>
                </a:xfrm>
              </p:grpSpPr>
              <p:sp>
                <p:nvSpPr>
                  <p:cNvPr id="963" name="사각형: 둥근 모서리 99">
                    <a:extLst>
                      <a:ext uri="{FF2B5EF4-FFF2-40B4-BE49-F238E27FC236}">
                        <a16:creationId xmlns:a16="http://schemas.microsoft.com/office/drawing/2014/main" id="{C6945F9E-FF8A-CF4D-1DC6-64AA902FD2FE}"/>
                      </a:ext>
                    </a:extLst>
                  </p:cNvPr>
                  <p:cNvSpPr/>
                  <p:nvPr/>
                </p:nvSpPr>
                <p:spPr>
                  <a:xfrm>
                    <a:off x="4193778" y="6222137"/>
                    <a:ext cx="4272700" cy="816512"/>
                  </a:xfrm>
                  <a:prstGeom prst="roundRect">
                    <a:avLst>
                      <a:gd name="adj" fmla="val 9906"/>
                    </a:avLst>
                  </a:prstGeom>
                  <a:solidFill>
                    <a:schemeClr val="bg1"/>
                  </a:solidFill>
                  <a:ln>
                    <a:noFill/>
                  </a:ln>
                  <a:effectLst>
                    <a:outerShdw blurRad="254000" dist="38100" dir="5400000" sx="102000" sy="102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-30" normalizeH="0" baseline="0" noProof="0">
                      <a:ln>
                        <a:solidFill>
                          <a:srgbClr val="C7CED2">
                            <a:alpha val="0"/>
                          </a:srgb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Malgun Gothic" panose="020B0503020000020004" pitchFamily="34" charset="-127"/>
                      <a:ea typeface="Malgun Gothic" panose="020B0503020000020004" pitchFamily="34" charset="-127"/>
                    </a:endParaRPr>
                  </a:p>
                </p:txBody>
              </p:sp>
              <p:cxnSp>
                <p:nvCxnSpPr>
                  <p:cNvPr id="964" name="직선 연결선 100">
                    <a:extLst>
                      <a:ext uri="{FF2B5EF4-FFF2-40B4-BE49-F238E27FC236}">
                        <a16:creationId xmlns:a16="http://schemas.microsoft.com/office/drawing/2014/main" id="{DB4678E6-AA09-0EE4-6C42-23FD6B81E59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136798" y="6357648"/>
                    <a:ext cx="0" cy="504000"/>
                  </a:xfrm>
                  <a:prstGeom prst="line">
                    <a:avLst/>
                  </a:prstGeom>
                  <a:ln w="3175">
                    <a:solidFill>
                      <a:schemeClr val="bg1">
                        <a:lumMod val="75000"/>
                      </a:schemeClr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65" name="TextBox 40">
                    <a:extLst>
                      <a:ext uri="{FF2B5EF4-FFF2-40B4-BE49-F238E27FC236}">
                        <a16:creationId xmlns:a16="http://schemas.microsoft.com/office/drawing/2014/main" id="{B6BBB946-291B-6C59-35AC-9FEB4E401C93}"/>
                      </a:ext>
                    </a:extLst>
                  </p:cNvPr>
                  <p:cNvSpPr txBox="1"/>
                  <p:nvPr/>
                </p:nvSpPr>
                <p:spPr>
                  <a:xfrm>
                    <a:off x="4291203" y="6291548"/>
                    <a:ext cx="773272" cy="65198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457200" rtl="0" eaLnBrk="1" fontAlgn="auto" latinLnBrk="0" hangingPunct="1">
                      <a:lnSpc>
                        <a:spcPct val="15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1000" b="1" u="none" strike="noStrike" kern="1200" cap="none" spc="-30" normalizeH="0" baseline="0" noProof="0" dirty="0">
                        <a:ln>
                          <a:solidFill>
                            <a:srgbClr val="C7CED2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Resources</a:t>
                    </a:r>
                    <a:endParaRPr kumimoji="0" lang="en-US" altLang="ko-KR" sz="1200" b="1" u="none" strike="noStrike" kern="1200" cap="none" spc="-30" normalizeH="0" baseline="0" noProof="0" dirty="0">
                      <a:ln>
                        <a:solidFill>
                          <a:srgbClr val="C7CED2">
                            <a:alpha val="0"/>
                          </a:srgbClr>
                        </a:solidFill>
                      </a:ln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effectLst/>
                      <a:uLnTx/>
                      <a:uFillTx/>
                      <a:latin typeface="Malgun Gothic" panose="020B0503020000020004" pitchFamily="34" charset="-127"/>
                      <a:ea typeface="Malgun Gothic" panose="020B0503020000020004" pitchFamily="34" charset="-127"/>
                    </a:endParaRPr>
                  </a:p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700" u="none" strike="noStrike" kern="1200" cap="none" spc="-30" normalizeH="0" baseline="0" noProof="0" dirty="0">
                        <a:ln>
                          <a:solidFill>
                            <a:srgbClr val="C7CED2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(</a:t>
                    </a:r>
                    <a:r>
                      <a:rPr kumimoji="0" lang="ko-KR" altLang="en-US" sz="700" u="none" strike="noStrike" kern="1200" cap="none" spc="-30" normalizeH="0" baseline="0" noProof="0" dirty="0">
                        <a:ln>
                          <a:solidFill>
                            <a:srgbClr val="C7CED2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데이터 공급</a:t>
                    </a:r>
                    <a:r>
                      <a:rPr kumimoji="0" lang="en-US" altLang="ko-KR" sz="700" u="none" strike="noStrike" kern="1200" cap="none" spc="-30" normalizeH="0" baseline="0" noProof="0" dirty="0">
                        <a:ln>
                          <a:solidFill>
                            <a:srgbClr val="C7CED2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 </a:t>
                    </a:r>
                    <a:r>
                      <a:rPr kumimoji="0" lang="ko-KR" altLang="en-US" sz="700" u="none" strike="noStrike" kern="1200" cap="none" spc="-30" normalizeH="0" baseline="0" noProof="0" dirty="0">
                        <a:ln>
                          <a:solidFill>
                            <a:srgbClr val="C7CED2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및 </a:t>
                    </a:r>
                    <a:endParaRPr kumimoji="0" lang="en-US" altLang="ko-KR" sz="700" u="none" strike="noStrike" kern="1200" cap="none" spc="-30" normalizeH="0" baseline="0" noProof="0" dirty="0">
                      <a:ln>
                        <a:solidFill>
                          <a:srgbClr val="C7CED2">
                            <a:alpha val="0"/>
                          </a:srgbClr>
                        </a:solidFill>
                      </a:ln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effectLst/>
                      <a:uLnTx/>
                      <a:uFillTx/>
                      <a:latin typeface="Malgun Gothic" panose="020B0503020000020004" pitchFamily="34" charset="-127"/>
                      <a:ea typeface="Malgun Gothic" panose="020B0503020000020004" pitchFamily="34" charset="-127"/>
                    </a:endParaRPr>
                  </a:p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700" u="none" strike="noStrike" kern="1200" cap="none" spc="-30" normalizeH="0" baseline="0" noProof="0" dirty="0">
                        <a:ln>
                          <a:solidFill>
                            <a:srgbClr val="C7CED2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앱 제어</a:t>
                    </a:r>
                    <a:r>
                      <a:rPr kumimoji="0" lang="en-US" altLang="ko-KR" sz="700" u="none" strike="noStrike" kern="1200" cap="none" spc="-30" normalizeH="0" baseline="0" noProof="0" dirty="0">
                        <a:ln>
                          <a:solidFill>
                            <a:srgbClr val="C7CED2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)</a:t>
                    </a:r>
                  </a:p>
                </p:txBody>
              </p:sp>
              <p:sp>
                <p:nvSpPr>
                  <p:cNvPr id="966" name="텍스트 개체 틀 16">
                    <a:extLst>
                      <a:ext uri="{FF2B5EF4-FFF2-40B4-BE49-F238E27FC236}">
                        <a16:creationId xmlns:a16="http://schemas.microsoft.com/office/drawing/2014/main" id="{650ECA54-B594-1EE8-4081-F336C07D8D62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5186335" y="6317246"/>
                    <a:ext cx="3249060" cy="651988"/>
                  </a:xfrm>
                  <a:prstGeom prst="rect">
                    <a:avLst/>
                  </a:prstGeom>
                </p:spPr>
                <p:txBody>
                  <a:bodyPr wrap="square" lIns="72000" tIns="0" rIns="0" bIns="0" anchor="t">
                    <a:spAutoFit/>
                  </a:bodyPr>
                  <a:lstStyle>
                    <a:defPPr>
                      <a:defRPr lang="en-US"/>
                    </a:defPPr>
                    <a:lvl1pPr marL="228600" indent="-228600" algn="l" defTabSz="914400" rtl="0" eaLnBrk="1" latinLnBrk="1" hangingPunct="1">
                      <a:lnSpc>
                        <a:spcPct val="90000"/>
                      </a:lnSpc>
                      <a:spcBef>
                        <a:spcPts val="1000"/>
                      </a:spcBef>
                      <a:buFont typeface="KoPub돋움체 Medium " panose="020B0604020202020204" pitchFamily="34" charset="0"/>
                      <a:buChar char="•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685800" indent="-228600" algn="l" defTabSz="914400" rtl="0" eaLnBrk="1" latinLnBrk="1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KoPub돋움체 Medium " panose="020B0604020202020204" pitchFamily="34" charset="0"/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defTabSz="914400" rtl="0" eaLnBrk="1" latinLnBrk="1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KoPub돋움체 Medium " panose="020B0604020202020204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defTabSz="914400" rtl="0" eaLnBrk="1" latinLnBrk="1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KoPub돋움체 Medium 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defTabSz="914400" rtl="0" eaLnBrk="1" latinLnBrk="1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KoPub돋움체 Medium 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514600" indent="-228600" algn="l" defTabSz="914400" rtl="0" eaLnBrk="1" latinLnBrk="1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KoPub돋움체 Medium 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971800" indent="-228600" algn="l" defTabSz="914400" rtl="0" eaLnBrk="1" latinLnBrk="1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KoPub돋움체 Medium 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429000" indent="-228600" algn="l" defTabSz="914400" rtl="0" eaLnBrk="1" latinLnBrk="1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KoPub돋움체 Medium 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886200" indent="-228600" algn="l" defTabSz="914400" rtl="0" eaLnBrk="1" latinLnBrk="1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KoPub돋움체 Medium 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92075" marR="0" lvl="0" indent="-92075" algn="l" defTabSz="914400" rtl="0" eaLnBrk="1" fontAlgn="base" latinLnBrk="0" hangingPunct="1">
                      <a:lnSpc>
                        <a:spcPct val="100000"/>
                      </a:lnSpc>
                      <a:spcBef>
                        <a:spcPts val="300"/>
                      </a:spcBef>
                      <a:spcAft>
                        <a:spcPct val="0"/>
                      </a:spcAft>
                      <a:buClrTx/>
                      <a:buSzPct val="80000"/>
                      <a:buFont typeface="Arial" panose="020B0604020202020204" pitchFamily="34" charset="0"/>
                      <a:buChar char="•"/>
                      <a:tabLst/>
                      <a:defRPr/>
                    </a:pPr>
                    <a:r>
                      <a:rPr kumimoji="0" lang="en-US" altLang="ko-KR" sz="60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03030"/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AI </a:t>
                    </a:r>
                    <a:r>
                      <a:rPr kumimoji="0" lang="ko-KR" altLang="en-US" sz="60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03030"/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모델에 읽기 전용 컨텍스트를 제공하는 정적</a:t>
                    </a:r>
                    <a:r>
                      <a:rPr kumimoji="0" lang="en-US" altLang="ko-KR" sz="60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03030"/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/</a:t>
                    </a:r>
                    <a:r>
                      <a:rPr kumimoji="0" lang="ko-KR" altLang="en-US" sz="60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03030"/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동적 데이터 소스</a:t>
                    </a:r>
                    <a:endParaRPr kumimoji="0" lang="en-US" altLang="ko-KR" sz="60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303030"/>
                      </a:solidFill>
                      <a:effectLst/>
                      <a:uLnTx/>
                      <a:uFillTx/>
                      <a:latin typeface="Malgun Gothic" panose="020B0503020000020004" pitchFamily="34" charset="-127"/>
                      <a:ea typeface="Malgun Gothic" panose="020B0503020000020004" pitchFamily="34" charset="-127"/>
                    </a:endParaRPr>
                  </a:p>
                  <a:p>
                    <a:pPr marL="92075" marR="0" lvl="0" indent="-92075" algn="l" defTabSz="914400" rtl="0" eaLnBrk="1" fontAlgn="base" latinLnBrk="0" hangingPunct="1">
                      <a:lnSpc>
                        <a:spcPct val="100000"/>
                      </a:lnSpc>
                      <a:spcBef>
                        <a:spcPts val="300"/>
                      </a:spcBef>
                      <a:spcAft>
                        <a:spcPct val="0"/>
                      </a:spcAft>
                      <a:buClrTx/>
                      <a:buSzPct val="80000"/>
                      <a:buFont typeface="Arial" panose="020B0604020202020204" pitchFamily="34" charset="0"/>
                      <a:buChar char="•"/>
                      <a:tabLst/>
                      <a:defRPr/>
                    </a:pPr>
                    <a:r>
                      <a:rPr kumimoji="1" lang="ko-KR" altLang="en-US" sz="600" u="none" strike="noStrike" kern="1200" cap="none" spc="-30" normalizeH="0" baseline="0" noProof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고유</a:t>
                    </a:r>
                    <a:r>
                      <a:rPr kumimoji="1" lang="en-US" altLang="ko-KR" sz="600" u="none" strike="noStrike" kern="1200" cap="none" spc="-30" normalizeH="0" baseline="0" noProof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URL(</a:t>
                    </a:r>
                    <a:r>
                      <a:rPr kumimoji="1" lang="ko-KR" altLang="en-US" sz="600" u="none" strike="noStrike" kern="1200" cap="none" spc="-30" normalizeH="0" baseline="0" noProof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식별자</a:t>
                    </a:r>
                    <a:r>
                      <a:rPr kumimoji="1" lang="en-US" altLang="ko-KR" sz="600" u="none" strike="noStrike" kern="1200" cap="none" spc="-30" normalizeH="0" baseline="0" noProof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), MIME</a:t>
                    </a:r>
                    <a:r>
                      <a:rPr kumimoji="1" lang="ko-KR" altLang="en-US" sz="600" u="none" strike="noStrike" kern="1200" cap="none" spc="-30" normalizeH="0" baseline="0" noProof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타입</a:t>
                    </a:r>
                    <a:r>
                      <a:rPr kumimoji="1" lang="en-US" altLang="ko-KR" sz="600" u="none" strike="noStrike" kern="1200" cap="none" spc="-30" normalizeH="0" baseline="0" noProof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(</a:t>
                    </a:r>
                    <a:r>
                      <a:rPr kumimoji="1" lang="ko-KR" altLang="en-US" sz="600" u="none" strike="noStrike" kern="1200" cap="none" spc="-30" normalizeH="0" baseline="0" noProof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콘텐츠 유형</a:t>
                    </a:r>
                    <a:r>
                      <a:rPr kumimoji="1" lang="en-US" altLang="ko-KR" sz="600" u="none" strike="noStrike" kern="1200" cap="none" spc="-30" normalizeH="0" baseline="0" noProof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), Metadata(</a:t>
                    </a:r>
                    <a:r>
                      <a:rPr kumimoji="1" lang="ko-KR" altLang="en-US" sz="600" u="none" strike="noStrike" kern="1200" cap="none" spc="-30" normalizeH="0" baseline="0" noProof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이름</a:t>
                    </a:r>
                    <a:r>
                      <a:rPr kumimoji="1" lang="en-US" altLang="ko-KR" sz="600" u="none" strike="noStrike" kern="1200" cap="none" spc="-30" normalizeH="0" baseline="0" noProof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, </a:t>
                    </a:r>
                    <a:r>
                      <a:rPr kumimoji="1" lang="ko-KR" altLang="en-US" sz="600" u="none" strike="noStrike" kern="1200" cap="none" spc="-30" normalizeH="0" baseline="0" noProof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설명</a:t>
                    </a:r>
                    <a:r>
                      <a:rPr kumimoji="1" lang="en-US" altLang="ko-KR" sz="600" u="none" strike="noStrike" kern="1200" cap="none" spc="-30" normalizeH="0" baseline="0" noProof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 </a:t>
                    </a:r>
                    <a:r>
                      <a:rPr kumimoji="1" lang="ko-KR" altLang="en-US" sz="600" u="none" strike="noStrike" kern="1200" cap="none" spc="-30" normalizeH="0" baseline="0" noProof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등</a:t>
                    </a:r>
                    <a:r>
                      <a:rPr kumimoji="1" lang="en-US" altLang="ko-KR" sz="600" u="none" strike="noStrike" kern="1200" cap="none" spc="-30" normalizeH="0" baseline="0" noProof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)</a:t>
                    </a:r>
                  </a:p>
                  <a:p>
                    <a:pPr marL="92075" marR="0" lvl="0" indent="-92075" algn="l" defTabSz="914400" rtl="0" eaLnBrk="1" fontAlgn="base" latinLnBrk="0" hangingPunct="1">
                      <a:lnSpc>
                        <a:spcPct val="100000"/>
                      </a:lnSpc>
                      <a:spcBef>
                        <a:spcPts val="300"/>
                      </a:spcBef>
                      <a:spcAft>
                        <a:spcPct val="0"/>
                      </a:spcAft>
                      <a:buClrTx/>
                      <a:buSzPct val="80000"/>
                      <a:buFont typeface="Arial" panose="020B0604020202020204" pitchFamily="34" charset="0"/>
                      <a:buChar char="•"/>
                      <a:tabLst/>
                      <a:defRPr/>
                    </a:pPr>
                    <a:r>
                      <a:rPr kumimoji="1" lang="ko-KR" altLang="en-US" sz="600" u="none" strike="noStrike" kern="1200" cap="none" spc="-30" normalizeH="0" baseline="0" noProof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정적 </a:t>
                    </a:r>
                    <a:r>
                      <a:rPr kumimoji="1" lang="en-US" altLang="ko-KR" sz="600" u="none" strike="noStrike" kern="1200" cap="none" spc="-30" normalizeH="0" baseline="0" noProof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URI</a:t>
                    </a:r>
                    <a:r>
                      <a:rPr kumimoji="1" lang="ko-KR" altLang="en-US" sz="600" u="none" strike="noStrike" kern="1200" cap="none" spc="-30" normalizeH="0" baseline="0" noProof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와 매개 </a:t>
                    </a:r>
                    <a:r>
                      <a:rPr kumimoji="1" lang="ko-KR" altLang="en-US" sz="600" u="none" strike="noStrike" kern="1200" cap="none" spc="-30" normalizeH="0" baseline="0" noProof="0" dirty="0" err="1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변수화된</a:t>
                    </a:r>
                    <a:r>
                      <a:rPr kumimoji="1" lang="ko-KR" altLang="en-US" sz="600" u="none" strike="noStrike" kern="1200" cap="none" spc="-30" normalizeH="0" baseline="0" noProof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 </a:t>
                    </a:r>
                    <a:r>
                      <a:rPr kumimoji="1" lang="en-US" altLang="ko-KR" sz="600" u="none" strike="noStrike" kern="1200" cap="none" spc="-30" normalizeH="0" baseline="0" noProof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URI Template</a:t>
                    </a:r>
                    <a:r>
                      <a:rPr kumimoji="1" lang="ko-KR" altLang="en-US" sz="600" u="none" strike="noStrike" kern="1200" cap="none" spc="-30" normalizeH="0" baseline="0" noProof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을 지원하며</a:t>
                    </a:r>
                    <a:r>
                      <a:rPr kumimoji="1" lang="en-US" altLang="ko-KR" sz="600" u="none" strike="noStrike" kern="1200" cap="none" spc="-30" normalizeH="0" baseline="0" noProof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, </a:t>
                    </a:r>
                    <a:r>
                      <a:rPr kumimoji="1" lang="ko-KR" altLang="en-US" sz="600" u="none" strike="noStrike" kern="1200" cap="none" spc="-30" normalizeH="0" baseline="0" noProof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리소스 변경 시 클라이언트에 알림을 보내는 구독</a:t>
                    </a:r>
                    <a:r>
                      <a:rPr kumimoji="1" lang="en-US" altLang="ko-KR" sz="600" u="none" strike="noStrike" kern="1200" cap="none" spc="-30" normalizeH="0" baseline="0" noProof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(Subscribe) </a:t>
                    </a:r>
                    <a:r>
                      <a:rPr kumimoji="1" lang="ko-KR" altLang="en-US" sz="600" u="none" strike="noStrike" kern="1200" cap="none" spc="-30" normalizeH="0" baseline="0" noProof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기능을 제공</a:t>
                    </a:r>
                  </a:p>
                </p:txBody>
              </p:sp>
            </p:grpSp>
            <p:grpSp>
              <p:nvGrpSpPr>
                <p:cNvPr id="57" name="그룹 56">
                  <a:extLst>
                    <a:ext uri="{FF2B5EF4-FFF2-40B4-BE49-F238E27FC236}">
                      <a16:creationId xmlns:a16="http://schemas.microsoft.com/office/drawing/2014/main" id="{B778A4BB-F2C9-0FFE-055C-667E61579FB8}"/>
                    </a:ext>
                  </a:extLst>
                </p:cNvPr>
                <p:cNvGrpSpPr/>
                <p:nvPr/>
              </p:nvGrpSpPr>
              <p:grpSpPr>
                <a:xfrm>
                  <a:off x="5778761" y="3747095"/>
                  <a:ext cx="4272700" cy="918000"/>
                  <a:chOff x="3973560" y="5745451"/>
                  <a:chExt cx="4272700" cy="918000"/>
                </a:xfrm>
              </p:grpSpPr>
              <p:sp>
                <p:nvSpPr>
                  <p:cNvPr id="63" name="사각형: 둥근 모서리 95">
                    <a:extLst>
                      <a:ext uri="{FF2B5EF4-FFF2-40B4-BE49-F238E27FC236}">
                        <a16:creationId xmlns:a16="http://schemas.microsoft.com/office/drawing/2014/main" id="{2CCD7FFC-D6C2-BC2F-0D36-32EF651D59B9}"/>
                      </a:ext>
                    </a:extLst>
                  </p:cNvPr>
                  <p:cNvSpPr/>
                  <p:nvPr/>
                </p:nvSpPr>
                <p:spPr>
                  <a:xfrm>
                    <a:off x="3973560" y="5745451"/>
                    <a:ext cx="4272700" cy="918000"/>
                  </a:xfrm>
                  <a:prstGeom prst="roundRect">
                    <a:avLst>
                      <a:gd name="adj" fmla="val 9906"/>
                    </a:avLst>
                  </a:prstGeom>
                  <a:solidFill>
                    <a:schemeClr val="bg1"/>
                  </a:solidFill>
                  <a:ln>
                    <a:noFill/>
                  </a:ln>
                  <a:effectLst>
                    <a:outerShdw blurRad="254000" dist="38100" dir="5400000" sx="102000" sy="102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-30" normalizeH="0" baseline="0" noProof="0">
                      <a:ln>
                        <a:solidFill>
                          <a:srgbClr val="C7CED2">
                            <a:alpha val="0"/>
                          </a:srgb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Malgun Gothic" panose="020B0503020000020004" pitchFamily="34" charset="-127"/>
                      <a:ea typeface="Malgun Gothic" panose="020B0503020000020004" pitchFamily="34" charset="-127"/>
                    </a:endParaRPr>
                  </a:p>
                </p:txBody>
              </p:sp>
              <p:cxnSp>
                <p:nvCxnSpPr>
                  <p:cNvPr id="960" name="직선 연결선 96">
                    <a:extLst>
                      <a:ext uri="{FF2B5EF4-FFF2-40B4-BE49-F238E27FC236}">
                        <a16:creationId xmlns:a16="http://schemas.microsoft.com/office/drawing/2014/main" id="{4122CCCC-EEAD-5DD4-75F0-521BAFCA486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916580" y="5940133"/>
                    <a:ext cx="0" cy="504000"/>
                  </a:xfrm>
                  <a:prstGeom prst="line">
                    <a:avLst/>
                  </a:prstGeom>
                  <a:ln w="3175">
                    <a:solidFill>
                      <a:schemeClr val="bg1">
                        <a:lumMod val="75000"/>
                      </a:schemeClr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61" name="TextBox 142">
                    <a:extLst>
                      <a:ext uri="{FF2B5EF4-FFF2-40B4-BE49-F238E27FC236}">
                        <a16:creationId xmlns:a16="http://schemas.microsoft.com/office/drawing/2014/main" id="{3788A4A3-BA51-03A9-8A8C-15C8F008FFF6}"/>
                      </a:ext>
                    </a:extLst>
                  </p:cNvPr>
                  <p:cNvSpPr txBox="1"/>
                  <p:nvPr/>
                </p:nvSpPr>
                <p:spPr>
                  <a:xfrm>
                    <a:off x="4133550" y="5859810"/>
                    <a:ext cx="666724" cy="65198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457200" rtl="0" eaLnBrk="1" fontAlgn="auto" latinLnBrk="0" hangingPunct="1">
                      <a:lnSpc>
                        <a:spcPct val="15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1000" b="1" u="none" strike="noStrike" kern="1200" cap="none" spc="-30" normalizeH="0" baseline="0" noProof="0" dirty="0">
                        <a:ln>
                          <a:solidFill>
                            <a:srgbClr val="C7CED2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Tools</a:t>
                    </a:r>
                    <a:endParaRPr kumimoji="0" lang="en-US" altLang="ko-KR" sz="1200" b="1" u="none" strike="noStrike" kern="1200" cap="none" spc="-30" normalizeH="0" baseline="0" noProof="0" dirty="0">
                      <a:ln>
                        <a:solidFill>
                          <a:srgbClr val="C7CED2">
                            <a:alpha val="0"/>
                          </a:srgbClr>
                        </a:solidFill>
                      </a:ln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effectLst/>
                      <a:uLnTx/>
                      <a:uFillTx/>
                      <a:latin typeface="Malgun Gothic" panose="020B0503020000020004" pitchFamily="34" charset="-127"/>
                      <a:ea typeface="Malgun Gothic" panose="020B0503020000020004" pitchFamily="34" charset="-127"/>
                    </a:endParaRPr>
                  </a:p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700" u="none" strike="noStrike" kern="1200" cap="none" spc="-30" normalizeH="0" baseline="0" noProof="0" dirty="0">
                        <a:ln>
                          <a:solidFill>
                            <a:srgbClr val="C7CED2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(</a:t>
                    </a:r>
                    <a:r>
                      <a:rPr kumimoji="0" lang="ko-KR" altLang="en-US" sz="700" u="none" strike="noStrike" kern="1200" cap="none" spc="-30" normalizeH="0" baseline="0" noProof="0" dirty="0">
                        <a:ln>
                          <a:solidFill>
                            <a:srgbClr val="C7CED2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함수 실행</a:t>
                    </a:r>
                    <a:r>
                      <a:rPr kumimoji="0" lang="en-US" altLang="ko-KR" sz="700" u="none" strike="noStrike" kern="1200" cap="none" spc="-30" normalizeH="0" baseline="0" noProof="0" dirty="0">
                        <a:ln>
                          <a:solidFill>
                            <a:srgbClr val="C7CED2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 </a:t>
                    </a:r>
                    <a:r>
                      <a:rPr kumimoji="0" lang="ko-KR" altLang="en-US" sz="700" u="none" strike="noStrike" kern="1200" cap="none" spc="-30" normalizeH="0" baseline="0" noProof="0" dirty="0">
                        <a:ln>
                          <a:solidFill>
                            <a:srgbClr val="C7CED2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및 </a:t>
                    </a:r>
                    <a:endParaRPr kumimoji="0" lang="en-US" altLang="ko-KR" sz="700" u="none" strike="noStrike" kern="1200" cap="none" spc="-30" normalizeH="0" baseline="0" noProof="0" dirty="0">
                      <a:ln>
                        <a:solidFill>
                          <a:srgbClr val="C7CED2">
                            <a:alpha val="0"/>
                          </a:srgbClr>
                        </a:solidFill>
                      </a:ln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effectLst/>
                      <a:uLnTx/>
                      <a:uFillTx/>
                      <a:latin typeface="Malgun Gothic" panose="020B0503020000020004" pitchFamily="34" charset="-127"/>
                      <a:ea typeface="Malgun Gothic" panose="020B0503020000020004" pitchFamily="34" charset="-127"/>
                    </a:endParaRPr>
                  </a:p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700" u="none" strike="noStrike" kern="1200" cap="none" spc="-30" normalizeH="0" baseline="0" noProof="0" dirty="0">
                        <a:ln>
                          <a:solidFill>
                            <a:srgbClr val="C7CED2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모델 제어</a:t>
                    </a:r>
                    <a:r>
                      <a:rPr kumimoji="0" lang="en-US" altLang="ko-KR" sz="700" u="none" strike="noStrike" kern="1200" cap="none" spc="-30" normalizeH="0" baseline="0" noProof="0" dirty="0">
                        <a:ln>
                          <a:solidFill>
                            <a:srgbClr val="C7CED2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)</a:t>
                    </a:r>
                  </a:p>
                </p:txBody>
              </p:sp>
              <p:sp>
                <p:nvSpPr>
                  <p:cNvPr id="962" name="텍스트 개체 틀 16">
                    <a:extLst>
                      <a:ext uri="{FF2B5EF4-FFF2-40B4-BE49-F238E27FC236}">
                        <a16:creationId xmlns:a16="http://schemas.microsoft.com/office/drawing/2014/main" id="{3D5D46DD-7DE7-2B4E-3931-E27AB61EEE58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4966117" y="5840561"/>
                    <a:ext cx="3249060" cy="786883"/>
                  </a:xfrm>
                  <a:prstGeom prst="rect">
                    <a:avLst/>
                  </a:prstGeom>
                </p:spPr>
                <p:txBody>
                  <a:bodyPr wrap="square" lIns="72000" tIns="0" rIns="0" bIns="0" anchor="t">
                    <a:spAutoFit/>
                  </a:bodyPr>
                  <a:lstStyle>
                    <a:defPPr>
                      <a:defRPr lang="en-US"/>
                    </a:defPPr>
                    <a:lvl1pPr marL="228600" indent="-228600" algn="l" defTabSz="914400" rtl="0" eaLnBrk="1" latinLnBrk="1" hangingPunct="1">
                      <a:lnSpc>
                        <a:spcPct val="90000"/>
                      </a:lnSpc>
                      <a:spcBef>
                        <a:spcPts val="1000"/>
                      </a:spcBef>
                      <a:buFont typeface="KoPub돋움체 Medium " panose="020B0604020202020204" pitchFamily="34" charset="0"/>
                      <a:buChar char="•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685800" indent="-228600" algn="l" defTabSz="914400" rtl="0" eaLnBrk="1" latinLnBrk="1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KoPub돋움체 Medium " panose="020B0604020202020204" pitchFamily="34" charset="0"/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defTabSz="914400" rtl="0" eaLnBrk="1" latinLnBrk="1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KoPub돋움체 Medium " panose="020B0604020202020204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defTabSz="914400" rtl="0" eaLnBrk="1" latinLnBrk="1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KoPub돋움체 Medium 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defTabSz="914400" rtl="0" eaLnBrk="1" latinLnBrk="1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KoPub돋움체 Medium 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514600" indent="-228600" algn="l" defTabSz="914400" rtl="0" eaLnBrk="1" latinLnBrk="1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KoPub돋움체 Medium 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971800" indent="-228600" algn="l" defTabSz="914400" rtl="0" eaLnBrk="1" latinLnBrk="1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KoPub돋움체 Medium 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429000" indent="-228600" algn="l" defTabSz="914400" rtl="0" eaLnBrk="1" latinLnBrk="1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KoPub돋움체 Medium 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886200" indent="-228600" algn="l" defTabSz="914400" rtl="0" eaLnBrk="1" latinLnBrk="1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KoPub돋움체 Medium 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92075" marR="0" lvl="0" indent="-92075" algn="l" defTabSz="914400" rtl="0" eaLnBrk="1" fontAlgn="base" latinLnBrk="0" hangingPunct="1">
                      <a:lnSpc>
                        <a:spcPct val="100000"/>
                      </a:lnSpc>
                      <a:spcBef>
                        <a:spcPts val="300"/>
                      </a:spcBef>
                      <a:spcAft>
                        <a:spcPct val="0"/>
                      </a:spcAft>
                      <a:buClrTx/>
                      <a:buSzPct val="80000"/>
                      <a:buFont typeface="Arial" panose="020B0604020202020204" pitchFamily="34" charset="0"/>
                      <a:buChar char="•"/>
                      <a:tabLst/>
                      <a:defRPr/>
                    </a:pPr>
                    <a:r>
                      <a:rPr kumimoji="0" lang="ko-KR" altLang="en-US" sz="60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03030"/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언어 모델이 판단에 따라 외부 시스템에서 작업을 수행하기 위해 호출하는 실행 함수</a:t>
                    </a:r>
                    <a:endParaRPr kumimoji="0" lang="en-US" altLang="ko-KR" sz="60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303030"/>
                      </a:solidFill>
                      <a:effectLst/>
                      <a:uLnTx/>
                      <a:uFillTx/>
                      <a:latin typeface="Malgun Gothic" panose="020B0503020000020004" pitchFamily="34" charset="-127"/>
                      <a:ea typeface="Malgun Gothic" panose="020B0503020000020004" pitchFamily="34" charset="-127"/>
                    </a:endParaRPr>
                  </a:p>
                  <a:p>
                    <a:pPr marL="92075" marR="0" lvl="0" indent="-92075" algn="l" defTabSz="914400" rtl="0" eaLnBrk="1" fontAlgn="base" latinLnBrk="0" hangingPunct="1">
                      <a:lnSpc>
                        <a:spcPct val="100000"/>
                      </a:lnSpc>
                      <a:spcBef>
                        <a:spcPts val="300"/>
                      </a:spcBef>
                      <a:spcAft>
                        <a:spcPct val="0"/>
                      </a:spcAft>
                      <a:buClrTx/>
                      <a:buSzPct val="80000"/>
                      <a:buFont typeface="Arial" panose="020B0604020202020204" pitchFamily="34" charset="0"/>
                      <a:buChar char="•"/>
                      <a:tabLst/>
                      <a:defRPr/>
                    </a:pPr>
                    <a:r>
                      <a:rPr kumimoji="1" lang="en-US" altLang="ko-KR" sz="600" u="none" strike="noStrike" kern="1200" cap="none" spc="-30" normalizeH="0" baseline="0" noProof="0" dirty="0" err="1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inputSchema</a:t>
                    </a:r>
                    <a:r>
                      <a:rPr kumimoji="1" lang="en-US" altLang="ko-KR" sz="600" u="none" strike="noStrike" kern="1200" cap="none" spc="-30" normalizeH="0" baseline="0" noProof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(JSON </a:t>
                    </a:r>
                    <a:r>
                      <a:rPr kumimoji="1" lang="ko-KR" altLang="en-US" sz="600" u="none" strike="noStrike" kern="1200" cap="none" spc="-30" normalizeH="0" baseline="0" noProof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기반 입력 검증</a:t>
                    </a:r>
                    <a:r>
                      <a:rPr kumimoji="1" lang="en-US" altLang="ko-KR" sz="600" u="none" strike="noStrike" kern="1200" cap="none" spc="-30" normalizeH="0" baseline="0" noProof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), </a:t>
                    </a:r>
                    <a:r>
                      <a:rPr kumimoji="1" lang="en-US" altLang="ko-KR" sz="600" u="none" strike="noStrike" kern="1200" cap="none" spc="-30" normalizeH="0" baseline="0" noProof="0" dirty="0" err="1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outputSchema</a:t>
                    </a:r>
                    <a:r>
                      <a:rPr kumimoji="1" lang="en-US" altLang="ko-KR" sz="600" u="none" strike="noStrike" kern="1200" cap="none" spc="-30" normalizeH="0" baseline="0" noProof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(</a:t>
                    </a:r>
                    <a:r>
                      <a:rPr kumimoji="1" lang="ko-KR" altLang="en-US" sz="600" u="none" strike="noStrike" kern="1200" cap="none" spc="-30" normalizeH="0" baseline="0" noProof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출력 구조 정의</a:t>
                    </a:r>
                    <a:r>
                      <a:rPr kumimoji="1" lang="en-US" altLang="ko-KR" sz="600" u="none" strike="noStrike" kern="1200" cap="none" spc="-30" normalizeH="0" baseline="0" noProof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)</a:t>
                    </a:r>
                  </a:p>
                  <a:p>
                    <a:pPr marL="92075" marR="0" lvl="0" indent="-92075" algn="l" defTabSz="914400" rtl="0" eaLnBrk="1" fontAlgn="base" latinLnBrk="0" hangingPunct="1">
                      <a:lnSpc>
                        <a:spcPct val="100000"/>
                      </a:lnSpc>
                      <a:spcBef>
                        <a:spcPts val="300"/>
                      </a:spcBef>
                      <a:spcAft>
                        <a:spcPct val="0"/>
                      </a:spcAft>
                      <a:buClrTx/>
                      <a:buSzPct val="80000"/>
                      <a:buFont typeface="Arial" panose="020B0604020202020204" pitchFamily="34" charset="0"/>
                      <a:buChar char="•"/>
                      <a:tabLst/>
                      <a:defRPr/>
                    </a:pPr>
                    <a:r>
                      <a:rPr kumimoji="1" lang="en-US" altLang="ko-KR" sz="600" u="none" strike="noStrike" kern="1200" cap="none" spc="-30" normalizeH="0" baseline="0" noProof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LLM</a:t>
                    </a:r>
                    <a:r>
                      <a:rPr kumimoji="1" lang="ko-KR" altLang="en-US" sz="600" u="none" strike="noStrike" kern="1200" cap="none" spc="-30" normalizeH="0" baseline="0" noProof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이 추론 과정에서 자동으로 발견하여 호출하며</a:t>
                    </a:r>
                    <a:r>
                      <a:rPr kumimoji="1" lang="en-US" altLang="ko-KR" sz="600" u="none" strike="noStrike" kern="1200" cap="none" spc="-30" normalizeH="0" baseline="0" noProof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, </a:t>
                    </a:r>
                    <a:r>
                      <a:rPr kumimoji="1" lang="ko-KR" altLang="en-US" sz="600" u="none" strike="noStrike" kern="1200" cap="none" spc="-30" normalizeH="0" baseline="0" noProof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보안을 위해 실행 전 사용자 승인</a:t>
                    </a:r>
                    <a:r>
                      <a:rPr kumimoji="1" lang="en-US" altLang="ko-KR" sz="600" u="none" strike="noStrike" kern="1200" cap="none" spc="-30" normalizeH="0" baseline="0" noProof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(Human-in-the-loop) </a:t>
                    </a:r>
                    <a:r>
                      <a:rPr kumimoji="1" lang="ko-KR" altLang="en-US" sz="600" u="none" strike="noStrike" kern="1200" cap="none" spc="-30" normalizeH="0" baseline="0" noProof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단계를 설계에 포함</a:t>
                    </a:r>
                  </a:p>
                </p:txBody>
              </p:sp>
            </p:grpSp>
            <p:grpSp>
              <p:nvGrpSpPr>
                <p:cNvPr id="58" name="그룹 57">
                  <a:extLst>
                    <a:ext uri="{FF2B5EF4-FFF2-40B4-BE49-F238E27FC236}">
                      <a16:creationId xmlns:a16="http://schemas.microsoft.com/office/drawing/2014/main" id="{4617126E-3C4B-609A-C317-BB7A49E03674}"/>
                    </a:ext>
                  </a:extLst>
                </p:cNvPr>
                <p:cNvGrpSpPr/>
                <p:nvPr/>
              </p:nvGrpSpPr>
              <p:grpSpPr>
                <a:xfrm>
                  <a:off x="5764304" y="4715941"/>
                  <a:ext cx="4272700" cy="1044000"/>
                  <a:chOff x="6593485" y="5938243"/>
                  <a:chExt cx="4272700" cy="1044000"/>
                </a:xfrm>
              </p:grpSpPr>
              <p:sp>
                <p:nvSpPr>
                  <p:cNvPr id="59" name="사각형: 둥근 모서리 91">
                    <a:extLst>
                      <a:ext uri="{FF2B5EF4-FFF2-40B4-BE49-F238E27FC236}">
                        <a16:creationId xmlns:a16="http://schemas.microsoft.com/office/drawing/2014/main" id="{6CA4AE1D-1168-34B9-98F0-24DBCBAF59AE}"/>
                      </a:ext>
                    </a:extLst>
                  </p:cNvPr>
                  <p:cNvSpPr/>
                  <p:nvPr/>
                </p:nvSpPr>
                <p:spPr>
                  <a:xfrm>
                    <a:off x="6593485" y="5938243"/>
                    <a:ext cx="4272700" cy="1044000"/>
                  </a:xfrm>
                  <a:prstGeom prst="roundRect">
                    <a:avLst>
                      <a:gd name="adj" fmla="val 9906"/>
                    </a:avLst>
                  </a:prstGeom>
                  <a:solidFill>
                    <a:schemeClr val="bg1"/>
                  </a:solidFill>
                  <a:ln>
                    <a:noFill/>
                  </a:ln>
                  <a:effectLst>
                    <a:outerShdw blurRad="254000" dist="38100" dir="5400000" sx="102000" sy="102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600" u="none" strike="noStrike" kern="1200" cap="none" spc="-30" normalizeH="0" baseline="0" noProof="0">
                      <a:ln>
                        <a:solidFill>
                          <a:srgbClr val="C7CED2">
                            <a:alpha val="0"/>
                          </a:srgb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Malgun Gothic" panose="020B0503020000020004" pitchFamily="34" charset="-127"/>
                      <a:ea typeface="Malgun Gothic" panose="020B0503020000020004" pitchFamily="34" charset="-127"/>
                    </a:endParaRPr>
                  </a:p>
                </p:txBody>
              </p:sp>
              <p:cxnSp>
                <p:nvCxnSpPr>
                  <p:cNvPr id="60" name="직선 연결선 92">
                    <a:extLst>
                      <a:ext uri="{FF2B5EF4-FFF2-40B4-BE49-F238E27FC236}">
                        <a16:creationId xmlns:a16="http://schemas.microsoft.com/office/drawing/2014/main" id="{EFECDE66-8BCB-21D8-F346-1C9B67B0A15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536505" y="6215832"/>
                    <a:ext cx="0" cy="504000"/>
                  </a:xfrm>
                  <a:prstGeom prst="line">
                    <a:avLst/>
                  </a:prstGeom>
                  <a:ln w="3175">
                    <a:solidFill>
                      <a:schemeClr val="bg1">
                        <a:lumMod val="75000"/>
                      </a:schemeClr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1" name="TextBox 148">
                    <a:extLst>
                      <a:ext uri="{FF2B5EF4-FFF2-40B4-BE49-F238E27FC236}">
                        <a16:creationId xmlns:a16="http://schemas.microsoft.com/office/drawing/2014/main" id="{EC14090F-F376-967C-8716-AE76FD5AAF69}"/>
                      </a:ext>
                    </a:extLst>
                  </p:cNvPr>
                  <p:cNvSpPr txBox="1"/>
                  <p:nvPr/>
                </p:nvSpPr>
                <p:spPr>
                  <a:xfrm>
                    <a:off x="6776690" y="6159647"/>
                    <a:ext cx="606689" cy="65198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 marL="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457200" rtl="0" eaLnBrk="1" fontAlgn="auto" latinLnBrk="0" hangingPunct="1">
                      <a:lnSpc>
                        <a:spcPct val="15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1000" b="1" u="none" strike="noStrike" kern="1200" cap="none" spc="-30" normalizeH="0" baseline="0" noProof="0" dirty="0">
                        <a:ln>
                          <a:solidFill>
                            <a:srgbClr val="C7CED2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Prompts</a:t>
                    </a:r>
                    <a:endParaRPr kumimoji="0" lang="en-US" altLang="ko-KR" sz="1200" b="1" u="none" strike="noStrike" kern="1200" cap="none" spc="-30" normalizeH="0" baseline="0" noProof="0" dirty="0">
                      <a:ln>
                        <a:solidFill>
                          <a:srgbClr val="C7CED2">
                            <a:alpha val="0"/>
                          </a:srgbClr>
                        </a:solidFill>
                      </a:ln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effectLst/>
                      <a:uLnTx/>
                      <a:uFillTx/>
                      <a:latin typeface="Malgun Gothic" panose="020B0503020000020004" pitchFamily="34" charset="-127"/>
                      <a:ea typeface="Malgun Gothic" panose="020B0503020000020004" pitchFamily="34" charset="-127"/>
                    </a:endParaRPr>
                  </a:p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700" u="none" strike="noStrike" kern="1200" cap="none" spc="-30" normalizeH="0" baseline="0" noProof="0" dirty="0">
                        <a:ln>
                          <a:solidFill>
                            <a:srgbClr val="C7CED2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(</a:t>
                    </a:r>
                    <a:r>
                      <a:rPr kumimoji="0" lang="ko-KR" altLang="en-US" sz="700" u="none" strike="noStrike" kern="1200" cap="none" spc="-30" normalizeH="0" baseline="0" noProof="0" dirty="0">
                        <a:ln>
                          <a:solidFill>
                            <a:srgbClr val="C7CED2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템플릿 및</a:t>
                    </a:r>
                    <a:endParaRPr kumimoji="0" lang="en-US" altLang="ko-KR" sz="700" u="none" strike="noStrike" kern="1200" cap="none" spc="-30" normalizeH="0" baseline="0" noProof="0" dirty="0">
                      <a:ln>
                        <a:solidFill>
                          <a:srgbClr val="C7CED2">
                            <a:alpha val="0"/>
                          </a:srgbClr>
                        </a:solidFill>
                      </a:ln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effectLst/>
                      <a:uLnTx/>
                      <a:uFillTx/>
                      <a:latin typeface="Malgun Gothic" panose="020B0503020000020004" pitchFamily="34" charset="-127"/>
                      <a:ea typeface="Malgun Gothic" panose="020B0503020000020004" pitchFamily="34" charset="-127"/>
                    </a:endParaRPr>
                  </a:p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700" u="none" strike="noStrike" kern="1200" cap="none" spc="-30" normalizeH="0" baseline="0" noProof="0" dirty="0">
                        <a:ln>
                          <a:solidFill>
                            <a:srgbClr val="C7CED2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사용자 제어</a:t>
                    </a:r>
                    <a:r>
                      <a:rPr kumimoji="0" lang="en-US" altLang="ko-KR" sz="700" u="none" strike="noStrike" kern="1200" cap="none" spc="-30" normalizeH="0" baseline="0" noProof="0" dirty="0">
                        <a:ln>
                          <a:solidFill>
                            <a:srgbClr val="C7CED2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)</a:t>
                    </a:r>
                  </a:p>
                </p:txBody>
              </p:sp>
              <p:sp>
                <p:nvSpPr>
                  <p:cNvPr id="62" name="텍스트 개체 틀 16">
                    <a:extLst>
                      <a:ext uri="{FF2B5EF4-FFF2-40B4-BE49-F238E27FC236}">
                        <a16:creationId xmlns:a16="http://schemas.microsoft.com/office/drawing/2014/main" id="{F896C694-2D0B-B452-EE0D-FB9840C2560D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7586042" y="6033352"/>
                    <a:ext cx="3249060" cy="921776"/>
                  </a:xfrm>
                  <a:prstGeom prst="rect">
                    <a:avLst/>
                  </a:prstGeom>
                </p:spPr>
                <p:txBody>
                  <a:bodyPr wrap="square" lIns="72000" tIns="0" rIns="0" bIns="0" anchor="t">
                    <a:spAutoFit/>
                  </a:bodyPr>
                  <a:lstStyle>
                    <a:defPPr>
                      <a:defRPr lang="en-US"/>
                    </a:defPPr>
                    <a:lvl1pPr marL="228600" indent="-228600" algn="l" defTabSz="914400" rtl="0" eaLnBrk="1" latinLnBrk="1" hangingPunct="1">
                      <a:lnSpc>
                        <a:spcPct val="90000"/>
                      </a:lnSpc>
                      <a:spcBef>
                        <a:spcPts val="1000"/>
                      </a:spcBef>
                      <a:buFont typeface="KoPub돋움체 Medium " panose="020B0604020202020204" pitchFamily="34" charset="0"/>
                      <a:buChar char="•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685800" indent="-228600" algn="l" defTabSz="914400" rtl="0" eaLnBrk="1" latinLnBrk="1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KoPub돋움체 Medium " panose="020B0604020202020204" pitchFamily="34" charset="0"/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defTabSz="914400" rtl="0" eaLnBrk="1" latinLnBrk="1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KoPub돋움체 Medium " panose="020B0604020202020204" pitchFamily="34" charset="0"/>
                      <a:buChar char="•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defTabSz="914400" rtl="0" eaLnBrk="1" latinLnBrk="1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KoPub돋움체 Medium 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defTabSz="914400" rtl="0" eaLnBrk="1" latinLnBrk="1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KoPub돋움체 Medium 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514600" indent="-228600" algn="l" defTabSz="914400" rtl="0" eaLnBrk="1" latinLnBrk="1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KoPub돋움체 Medium 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971800" indent="-228600" algn="l" defTabSz="914400" rtl="0" eaLnBrk="1" latinLnBrk="1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KoPub돋움체 Medium 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429000" indent="-228600" algn="l" defTabSz="914400" rtl="0" eaLnBrk="1" latinLnBrk="1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KoPub돋움체 Medium 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886200" indent="-228600" algn="l" defTabSz="914400" rtl="0" eaLnBrk="1" latinLnBrk="1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KoPub돋움체 Medium 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92075" marR="0" lvl="0" indent="-92075" algn="l" defTabSz="914400" rtl="0" eaLnBrk="1" fontAlgn="base" latinLnBrk="0" hangingPunct="1">
                      <a:lnSpc>
                        <a:spcPct val="100000"/>
                      </a:lnSpc>
                      <a:spcBef>
                        <a:spcPts val="300"/>
                      </a:spcBef>
                      <a:spcAft>
                        <a:spcPct val="0"/>
                      </a:spcAft>
                      <a:buClrTx/>
                      <a:buSzPct val="80000"/>
                      <a:buFont typeface="Arial" panose="020B0604020202020204" pitchFamily="34" charset="0"/>
                      <a:buChar char="•"/>
                      <a:tabLst/>
                      <a:defRPr/>
                    </a:pPr>
                    <a:r>
                      <a:rPr kumimoji="0" lang="ko-KR" altLang="en-US" sz="60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03030"/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언어 모델과의 대화를 구조화하고 가이드하기 위해 미리 정의된 재사용 가능 템플릿</a:t>
                    </a:r>
                    <a:r>
                      <a:rPr kumimoji="0" lang="en-US" altLang="ko-KR" sz="60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03030"/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 </a:t>
                    </a:r>
                  </a:p>
                  <a:p>
                    <a:pPr marL="92075" marR="0" lvl="0" indent="-92075" algn="l" defTabSz="914400" rtl="0" eaLnBrk="1" fontAlgn="base" latinLnBrk="0" hangingPunct="1">
                      <a:lnSpc>
                        <a:spcPct val="100000"/>
                      </a:lnSpc>
                      <a:spcBef>
                        <a:spcPts val="300"/>
                      </a:spcBef>
                      <a:spcAft>
                        <a:spcPct val="0"/>
                      </a:spcAft>
                      <a:buClrTx/>
                      <a:buSzPct val="80000"/>
                      <a:buFont typeface="Arial" panose="020B0604020202020204" pitchFamily="34" charset="0"/>
                      <a:buChar char="•"/>
                      <a:tabLst/>
                      <a:defRPr/>
                    </a:pPr>
                    <a:r>
                      <a:rPr kumimoji="1" lang="en-US" altLang="ko-KR" sz="600" u="none" strike="noStrike" kern="1200" cap="none" spc="-30" normalizeH="0" baseline="0" noProof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arguments(</a:t>
                    </a:r>
                    <a:r>
                      <a:rPr kumimoji="1" lang="ko-KR" altLang="en-US" sz="600" u="none" strike="noStrike" kern="1200" cap="none" spc="-30" normalizeH="0" baseline="0" noProof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매개변수 리스트</a:t>
                    </a:r>
                    <a:r>
                      <a:rPr kumimoji="1" lang="en-US" altLang="ko-KR" sz="600" u="none" strike="noStrike" kern="1200" cap="none" spc="-30" normalizeH="0" baseline="0" noProof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), </a:t>
                    </a:r>
                    <a:r>
                      <a:rPr kumimoji="1" lang="en-US" altLang="ko-KR" sz="600" u="none" strike="noStrike" kern="1200" cap="none" spc="-30" normalizeH="0" baseline="0" noProof="0" dirty="0" err="1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PromptMessage</a:t>
                    </a:r>
                    <a:r>
                      <a:rPr kumimoji="1" lang="en-US" altLang="ko-KR" sz="600" u="none" strike="noStrike" kern="1200" cap="none" spc="-30" normalizeH="0" baseline="0" noProof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(</a:t>
                    </a:r>
                    <a:r>
                      <a:rPr kumimoji="1" lang="ko-KR" altLang="en-US" sz="600" u="none" strike="noStrike" kern="1200" cap="none" spc="-30" normalizeH="0" baseline="0" noProof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역할 기반 메시지 구조 </a:t>
                    </a:r>
                    <a:r>
                      <a:rPr kumimoji="1" lang="en-US" altLang="ko-KR" sz="600" u="none" strike="noStrike" kern="1200" cap="none" spc="-30" normalizeH="0" baseline="0" noProof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- text, image, audio </a:t>
                    </a:r>
                    <a:r>
                      <a:rPr kumimoji="1" lang="ko-KR" altLang="en-US" sz="600" u="none" strike="noStrike" kern="1200" cap="none" spc="-30" normalizeH="0" baseline="0" noProof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등</a:t>
                    </a:r>
                    <a:r>
                      <a:rPr kumimoji="1" lang="en-US" altLang="ko-KR" sz="600" u="none" strike="noStrike" kern="1200" cap="none" spc="-30" normalizeH="0" baseline="0" noProof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)</a:t>
                    </a:r>
                  </a:p>
                  <a:p>
                    <a:pPr marL="92075" marR="0" lvl="0" indent="-92075" algn="l" defTabSz="914400" rtl="0" eaLnBrk="1" fontAlgn="base" latinLnBrk="0" hangingPunct="1">
                      <a:lnSpc>
                        <a:spcPct val="100000"/>
                      </a:lnSpc>
                      <a:spcBef>
                        <a:spcPts val="300"/>
                      </a:spcBef>
                      <a:spcAft>
                        <a:spcPct val="0"/>
                      </a:spcAft>
                      <a:buClrTx/>
                      <a:buSzPct val="80000"/>
                      <a:buFont typeface="Arial" panose="020B0604020202020204" pitchFamily="34" charset="0"/>
                      <a:buChar char="•"/>
                      <a:tabLst/>
                      <a:defRPr/>
                    </a:pPr>
                    <a:r>
                      <a:rPr kumimoji="1" lang="ko-KR" altLang="en-US" sz="600" u="none" strike="noStrike" kern="1200" cap="none" spc="-30" normalizeH="0" baseline="0" noProof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사용자 인터페이스를 통해 명시적으로 호출되며</a:t>
                    </a:r>
                    <a:r>
                      <a:rPr kumimoji="1" lang="en-US" altLang="ko-KR" sz="600" u="none" strike="noStrike" kern="1200" cap="none" spc="-30" normalizeH="0" baseline="0" noProof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, </a:t>
                    </a:r>
                    <a:r>
                      <a:rPr kumimoji="1" lang="ko-KR" altLang="en-US" sz="600" u="none" strike="noStrike" kern="1200" cap="none" spc="-30" normalizeH="0" baseline="0" noProof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실시간 데이터를 메시지 내에 직접 </a:t>
                    </a:r>
                    <a:r>
                      <a:rPr kumimoji="1" lang="ko-KR" altLang="en-US" sz="600" u="none" strike="noStrike" kern="1200" cap="none" spc="-30" normalizeH="0" baseline="0" noProof="0" dirty="0" err="1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임베딩</a:t>
                    </a:r>
                    <a:r>
                      <a:rPr kumimoji="1" lang="ko-KR" altLang="en-US" sz="600" u="none" strike="noStrike" kern="1200" cap="none" spc="-30" normalizeH="0" baseline="0" noProof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Malgun Gothic" panose="020B0503020000020004" pitchFamily="34" charset="-127"/>
                        <a:ea typeface="Malgun Gothic" panose="020B0503020000020004" pitchFamily="34" charset="-127"/>
                      </a:rPr>
                      <a:t> 가능</a:t>
                    </a:r>
                  </a:p>
                </p:txBody>
              </p:sp>
            </p:grpSp>
          </p:grpSp>
        </p:grpSp>
        <p:cxnSp>
          <p:nvCxnSpPr>
            <p:cNvPr id="967" name="직선 연결선 185">
              <a:extLst>
                <a:ext uri="{FF2B5EF4-FFF2-40B4-BE49-F238E27FC236}">
                  <a16:creationId xmlns:a16="http://schemas.microsoft.com/office/drawing/2014/main" id="{73004D90-BC57-3E19-B1FA-A76DA4C93C19}"/>
                </a:ext>
              </a:extLst>
            </p:cNvPr>
            <p:cNvCxnSpPr>
              <a:cxnSpLocks/>
              <a:stCxn id="4" idx="0"/>
              <a:endCxn id="54" idx="2"/>
            </p:cNvCxnSpPr>
            <p:nvPr/>
          </p:nvCxnSpPr>
          <p:spPr>
            <a:xfrm rot="5400000" flipH="1" flipV="1">
              <a:off x="4532889" y="2766200"/>
              <a:ext cx="423470" cy="4992768"/>
            </a:xfrm>
            <a:prstGeom prst="bentConnector3">
              <a:avLst>
                <a:gd name="adj1" fmla="val 50000"/>
              </a:avLst>
            </a:prstGeom>
            <a:ln w="19050">
              <a:solidFill>
                <a:srgbClr val="9CA5AC"/>
              </a:solidFill>
              <a:headEnd type="triangl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8" name="타원 967">
              <a:extLst>
                <a:ext uri="{FF2B5EF4-FFF2-40B4-BE49-F238E27FC236}">
                  <a16:creationId xmlns:a16="http://schemas.microsoft.com/office/drawing/2014/main" id="{2DE57DB7-7A2C-826F-6F31-F6BD1AF1CFB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65428" y="5476551"/>
              <a:ext cx="907362" cy="907361"/>
            </a:xfrm>
            <a:prstGeom prst="ellipse">
              <a:avLst/>
            </a:prstGeom>
            <a:solidFill>
              <a:srgbClr val="9CA5AC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u="none" strike="noStrike" kern="0" cap="none" spc="-30" normalizeH="0" baseline="0" noProof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</a:rPr>
                <a:t>Retrieval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u="none" strike="noStrike" kern="0" cap="none" spc="-30" normalizeH="0" baseline="0" noProof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</a:rPr>
                <a:t>(</a:t>
              </a:r>
              <a:r>
                <a:rPr kumimoji="0" lang="ko-KR" altLang="en-US" sz="1000" u="none" strike="noStrike" kern="0" cap="none" spc="-30" normalizeH="0" baseline="0" noProof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</a:rPr>
                <a:t>검색</a:t>
              </a:r>
              <a:r>
                <a:rPr kumimoji="0" lang="en-US" altLang="ko-KR" sz="1000" u="none" strike="noStrike" kern="0" cap="none" spc="-30" normalizeH="0" baseline="0" noProof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</a:rPr>
                <a:t>/</a:t>
              </a:r>
              <a:r>
                <a:rPr kumimoji="0" lang="ko-KR" altLang="en-US" sz="1000" u="none" strike="noStrike" kern="0" cap="none" spc="-30" normalizeH="0" baseline="0" noProof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</a:rPr>
                <a:t>읽기</a:t>
              </a:r>
              <a:r>
                <a:rPr kumimoji="0" lang="en-US" altLang="ko-KR" sz="1000" u="none" strike="noStrike" kern="0" cap="none" spc="-30" normalizeH="0" baseline="0" noProof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</a:rPr>
                <a:t>)</a:t>
              </a:r>
            </a:p>
          </p:txBody>
        </p:sp>
        <p:sp>
          <p:nvSpPr>
            <p:cNvPr id="969" name="타원 968">
              <a:extLst>
                <a:ext uri="{FF2B5EF4-FFF2-40B4-BE49-F238E27FC236}">
                  <a16:creationId xmlns:a16="http://schemas.microsoft.com/office/drawing/2014/main" id="{516695CB-0124-27C7-23D7-928710B584E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36299" y="5478783"/>
              <a:ext cx="907362" cy="907361"/>
            </a:xfrm>
            <a:prstGeom prst="ellipse">
              <a:avLst/>
            </a:prstGeom>
            <a:solidFill>
              <a:srgbClr val="9CA5AC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u="none" strike="noStrike" kern="0" cap="none" spc="-30" normalizeH="0" baseline="0" noProof="0" err="1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</a:rPr>
                <a:t>Excutiion</a:t>
              </a:r>
              <a:endParaRPr kumimoji="0" lang="en-US" altLang="ko-KR" sz="1000" u="none" strike="noStrike" kern="0" cap="none" spc="-30" normalizeH="0" baseline="0" noProof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u="none" strike="noStrike" kern="0" cap="none" spc="-30" normalizeH="0" baseline="0" noProof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</a:rPr>
                <a:t>(</a:t>
              </a:r>
              <a:r>
                <a:rPr kumimoji="0" lang="ko-KR" altLang="en-US" sz="1000" u="none" strike="noStrike" kern="0" cap="none" spc="-30" normalizeH="0" baseline="0" noProof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</a:rPr>
                <a:t>실행</a:t>
              </a:r>
              <a:r>
                <a:rPr kumimoji="0" lang="en-US" altLang="ko-KR" sz="1000" u="none" strike="noStrike" kern="0" cap="none" spc="-30" normalizeH="0" baseline="0" noProof="0">
                  <a:ln>
                    <a:solidFill>
                      <a:srgbClr val="5B9BD5">
                        <a:shade val="50000"/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</a:rPr>
                <a:t>)</a:t>
              </a:r>
            </a:p>
          </p:txBody>
        </p:sp>
        <p:sp>
          <p:nvSpPr>
            <p:cNvPr id="970" name="TextBox 183">
              <a:extLst>
                <a:ext uri="{FF2B5EF4-FFF2-40B4-BE49-F238E27FC236}">
                  <a16:creationId xmlns:a16="http://schemas.microsoft.com/office/drawing/2014/main" id="{C15D4E7A-36A9-D087-8AC5-6B7130BC6D38}"/>
                </a:ext>
              </a:extLst>
            </p:cNvPr>
            <p:cNvSpPr txBox="1"/>
            <p:nvPr/>
          </p:nvSpPr>
          <p:spPr>
            <a:xfrm>
              <a:off x="3518190" y="2891561"/>
              <a:ext cx="1145543" cy="5395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u="none" strike="noStrike" kern="1200" cap="none" spc="0" normalizeH="0" baseline="0" noProof="0" dirty="0">
                  <a:ln>
                    <a:noFill/>
                  </a:ln>
                  <a:solidFill>
                    <a:srgbClr val="1A1A1A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Calibri" panose="020F0502020204030204" pitchFamily="34" charset="0"/>
                </a:rPr>
                <a:t>JSON-RPC 2.0 </a:t>
              </a:r>
              <a:r>
                <a:rPr kumimoji="0" lang="ko-KR" altLang="en-US" sz="900" u="none" strike="noStrike" kern="1200" cap="none" spc="0" normalizeH="0" baseline="0" noProof="0" dirty="0">
                  <a:ln>
                    <a:noFill/>
                  </a:ln>
                  <a:solidFill>
                    <a:srgbClr val="1A1A1A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Calibri" panose="020F0502020204030204" pitchFamily="34" charset="0"/>
                </a:rPr>
                <a:t>메시지 교환</a:t>
              </a:r>
              <a:endParaRPr kumimoji="0" lang="ko-KR" altLang="ko-KR" sz="9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971" name="TextBox 186">
              <a:extLst>
                <a:ext uri="{FF2B5EF4-FFF2-40B4-BE49-F238E27FC236}">
                  <a16:creationId xmlns:a16="http://schemas.microsoft.com/office/drawing/2014/main" id="{EED26427-9144-FF21-F293-393A4E2EA0F5}"/>
                </a:ext>
              </a:extLst>
            </p:cNvPr>
            <p:cNvSpPr txBox="1"/>
            <p:nvPr/>
          </p:nvSpPr>
          <p:spPr>
            <a:xfrm>
              <a:off x="3341367" y="3588471"/>
              <a:ext cx="1826662" cy="7643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u="none" strike="noStrike" kern="1200" cap="none" spc="0" normalizeH="0" baseline="0" noProof="0" dirty="0" err="1">
                  <a:ln>
                    <a:noFill/>
                  </a:ln>
                  <a:solidFill>
                    <a:srgbClr val="1A1A1A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Calibri" panose="020F0502020204030204" pitchFamily="34" charset="0"/>
                </a:rPr>
                <a:t>Stdio</a:t>
              </a:r>
              <a:r>
                <a:rPr kumimoji="0" lang="en-US" altLang="ko-KR" sz="700" u="none" strike="noStrike" kern="1200" cap="none" spc="0" normalizeH="0" baseline="0" noProof="0" dirty="0">
                  <a:ln>
                    <a:noFill/>
                  </a:ln>
                  <a:solidFill>
                    <a:srgbClr val="1A1A1A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Calibri" panose="020F0502020204030204" pitchFamily="34" charset="0"/>
                </a:rPr>
                <a:t>(</a:t>
              </a:r>
              <a:r>
                <a:rPr kumimoji="0" lang="ko-KR" altLang="en-US" sz="700" u="none" strike="noStrike" kern="1200" cap="none" spc="0" normalizeH="0" baseline="0" noProof="0" dirty="0">
                  <a:ln>
                    <a:noFill/>
                  </a:ln>
                  <a:solidFill>
                    <a:srgbClr val="1A1A1A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Calibri" panose="020F0502020204030204" pitchFamily="34" charset="0"/>
                </a:rPr>
                <a:t>로컬</a:t>
              </a:r>
              <a:r>
                <a:rPr kumimoji="0" lang="en-US" altLang="ko-KR" sz="700" u="none" strike="noStrike" kern="1200" cap="none" spc="0" normalizeH="0" baseline="0" noProof="0" dirty="0">
                  <a:ln>
                    <a:noFill/>
                  </a:ln>
                  <a:solidFill>
                    <a:srgbClr val="1A1A1A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Calibri" panose="020F0502020204030204" pitchFamily="34" charset="0"/>
                </a:rPr>
                <a:t>) </a:t>
              </a:r>
              <a:r>
                <a:rPr kumimoji="0" lang="ko-KR" altLang="en-US" sz="700" u="none" strike="noStrike" kern="1200" cap="none" spc="0" normalizeH="0" baseline="0" noProof="0" dirty="0">
                  <a:ln>
                    <a:noFill/>
                  </a:ln>
                  <a:solidFill>
                    <a:srgbClr val="1A1A1A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Calibri" panose="020F0502020204030204" pitchFamily="34" charset="0"/>
                </a:rPr>
                <a:t>또는 </a:t>
              </a:r>
              <a:r>
                <a:rPr kumimoji="0" lang="en-US" altLang="ko-KR" sz="700" u="none" strike="noStrike" kern="1200" cap="none" spc="0" normalizeH="0" baseline="0" noProof="0" dirty="0">
                  <a:ln>
                    <a:noFill/>
                  </a:ln>
                  <a:solidFill>
                    <a:srgbClr val="1A1A1A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Calibri" panose="020F0502020204030204" pitchFamily="34" charset="0"/>
                </a:rPr>
                <a:t>HTTP(</a:t>
              </a:r>
              <a:r>
                <a:rPr kumimoji="0" lang="ko-KR" altLang="en-US" sz="700" u="none" strike="noStrike" kern="1200" cap="none" spc="0" normalizeH="0" baseline="0" noProof="0" dirty="0">
                  <a:ln>
                    <a:noFill/>
                  </a:ln>
                  <a:solidFill>
                    <a:srgbClr val="1A1A1A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Calibri" panose="020F0502020204030204" pitchFamily="34" charset="0"/>
                </a:rPr>
                <a:t>원격</a:t>
              </a:r>
              <a:r>
                <a:rPr kumimoji="0" lang="en-US" altLang="ko-KR" sz="700" u="none" strike="noStrike" kern="1200" cap="none" spc="0" normalizeH="0" baseline="0" noProof="0" dirty="0">
                  <a:ln>
                    <a:noFill/>
                  </a:ln>
                  <a:solidFill>
                    <a:srgbClr val="1A1A1A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Calibri" panose="020F0502020204030204" pitchFamily="34" charset="0"/>
                </a:rPr>
                <a:t>) </a:t>
              </a:r>
              <a:r>
                <a:rPr kumimoji="0" lang="ko-KR" altLang="en-US" sz="700" u="none" strike="noStrike" kern="1200" cap="none" spc="0" normalizeH="0" baseline="0" noProof="0" dirty="0">
                  <a:ln>
                    <a:noFill/>
                  </a:ln>
                  <a:solidFill>
                    <a:srgbClr val="1A1A1A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Calibri" panose="020F0502020204030204" pitchFamily="34" charset="0"/>
                </a:rPr>
                <a:t>방식을 통해 표준화된 </a:t>
              </a:r>
              <a:r>
                <a:rPr kumimoji="0" lang="en-US" altLang="ko-KR" sz="700" u="none" strike="noStrike" kern="1200" cap="none" spc="0" normalizeH="0" baseline="0" noProof="0" dirty="0">
                  <a:ln>
                    <a:noFill/>
                  </a:ln>
                  <a:solidFill>
                    <a:srgbClr val="1A1A1A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Calibri" panose="020F0502020204030204" pitchFamily="34" charset="0"/>
                </a:rPr>
                <a:t>JSON-RPC 2.0 </a:t>
              </a:r>
              <a:r>
                <a:rPr kumimoji="0" lang="ko-KR" altLang="en-US" sz="700" u="none" strike="noStrike" kern="1200" cap="none" spc="0" normalizeH="0" baseline="0" noProof="0" dirty="0">
                  <a:ln>
                    <a:noFill/>
                  </a:ln>
                  <a:solidFill>
                    <a:srgbClr val="1A1A1A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Calibri" panose="020F0502020204030204" pitchFamily="34" charset="0"/>
                </a:rPr>
                <a:t>메시지를 주고 받으며</a:t>
              </a:r>
              <a:endParaRPr kumimoji="0" lang="en-US" altLang="ko-KR" sz="70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  <a:cs typeface="Calibri" panose="020F0502020204030204" pitchFamily="34" charset="0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u="none" strike="noStrike" kern="1200" cap="none" spc="0" normalizeH="0" baseline="0" noProof="0" dirty="0">
                  <a:ln>
                    <a:noFill/>
                  </a:ln>
                  <a:solidFill>
                    <a:srgbClr val="1A1A1A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  <a:cs typeface="Calibri" panose="020F0502020204030204" pitchFamily="34" charset="0"/>
                </a:rPr>
                <a:t>호스트와 서버를 연결</a:t>
              </a:r>
              <a:endParaRPr kumimoji="0" lang="ko-KR" altLang="ko-KR" sz="7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972" name="텍스트 개체 틀 16">
              <a:extLst>
                <a:ext uri="{FF2B5EF4-FFF2-40B4-BE49-F238E27FC236}">
                  <a16:creationId xmlns:a16="http://schemas.microsoft.com/office/drawing/2014/main" id="{361BD0FD-9B51-6B4C-4F47-A44D8ADF97AD}"/>
                </a:ext>
              </a:extLst>
            </p:cNvPr>
            <p:cNvSpPr txBox="1">
              <a:spLocks/>
            </p:cNvSpPr>
            <p:nvPr/>
          </p:nvSpPr>
          <p:spPr>
            <a:xfrm>
              <a:off x="2732092" y="5586284"/>
              <a:ext cx="1286346" cy="629505"/>
            </a:xfrm>
            <a:prstGeom prst="rect">
              <a:avLst/>
            </a:prstGeom>
          </p:spPr>
          <p:txBody>
            <a:bodyPr wrap="square" lIns="72000" tIns="0" rIns="0" bIns="0" anchor="t">
              <a:spAutoFit/>
            </a:bodyPr>
            <a:lstStyle>
              <a:defPPr>
                <a:defRPr lang="en-US"/>
              </a:defPPr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KoPub돋움체 Medium 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300"/>
                </a:spcBef>
                <a:spcAft>
                  <a:spcPct val="0"/>
                </a:spcAft>
                <a:buClrTx/>
                <a:buSzPct val="80000"/>
                <a:buFont typeface="KoPub돋움체 Medium " panose="020B0604020202020204" pitchFamily="34" charset="0"/>
                <a:buNone/>
                <a:tabLst/>
                <a:defRPr/>
              </a:pPr>
              <a:r>
                <a:rPr kumimoji="1" lang="en-US" altLang="ko-KR" sz="700" u="none" strike="noStrike" kern="120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srgbClr val="303030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</a:rPr>
                <a:t>*/list </a:t>
              </a:r>
              <a:r>
                <a:rPr kumimoji="1" lang="ko-KR" altLang="en-US" sz="700" u="none" strike="noStrike" kern="120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srgbClr val="303030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</a:rPr>
                <a:t>메서드</a:t>
              </a:r>
              <a:r>
                <a:rPr kumimoji="1" lang="en-US" altLang="ko-KR" sz="700" u="none" strike="noStrike" kern="120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srgbClr val="303030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</a:rPr>
                <a:t>(</a:t>
              </a:r>
              <a:r>
                <a:rPr kumimoji="1" lang="ko-KR" altLang="en-US" sz="700" u="none" strike="noStrike" kern="120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srgbClr val="303030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</a:rPr>
                <a:t>예</a:t>
              </a:r>
              <a:r>
                <a:rPr kumimoji="1" lang="en-US" altLang="ko-KR" sz="700" u="none" strike="noStrike" kern="120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srgbClr val="303030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</a:rPr>
                <a:t>: tools/list) </a:t>
              </a:r>
              <a:r>
                <a:rPr kumimoji="1" lang="ko-KR" altLang="en-US" sz="700" u="none" strike="noStrike" kern="1200" cap="none" spc="-30" normalizeH="0" baseline="0" noProof="0" dirty="0" err="1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srgbClr val="303030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</a:rPr>
                <a:t>를</a:t>
              </a:r>
              <a:r>
                <a:rPr kumimoji="1" lang="ko-KR" altLang="en-US" sz="700" u="none" strike="noStrike" kern="120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srgbClr val="303030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</a:rPr>
                <a:t> 호출하여 서버가 제공하는 사용 가능한 </a:t>
              </a:r>
              <a:r>
                <a:rPr kumimoji="1" lang="ko-KR" altLang="en-US" sz="700" u="none" strike="noStrike" kern="1200" cap="none" spc="-30" normalizeH="0" baseline="0" noProof="0" dirty="0" err="1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srgbClr val="303030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</a:rPr>
                <a:t>프리미티브</a:t>
              </a:r>
              <a:r>
                <a:rPr kumimoji="1" lang="ko-KR" altLang="en-US" sz="700" u="none" strike="noStrike" kern="1200" cap="none" spc="-3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srgbClr val="303030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</a:rPr>
                <a:t> 목록을 확인</a:t>
              </a:r>
              <a:endParaRPr kumimoji="1" lang="ko-KR" altLang="en-US" sz="700" u="none" strike="noStrike" kern="1200" cap="none" spc="-3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973" name="텍스트 개체 틀 16">
              <a:extLst>
                <a:ext uri="{FF2B5EF4-FFF2-40B4-BE49-F238E27FC236}">
                  <a16:creationId xmlns:a16="http://schemas.microsoft.com/office/drawing/2014/main" id="{69EB8921-9C73-1ABF-4532-FC8A421BC056}"/>
                </a:ext>
              </a:extLst>
            </p:cNvPr>
            <p:cNvSpPr txBox="1">
              <a:spLocks/>
            </p:cNvSpPr>
            <p:nvPr/>
          </p:nvSpPr>
          <p:spPr>
            <a:xfrm>
              <a:off x="5302962" y="5577491"/>
              <a:ext cx="1286346" cy="786882"/>
            </a:xfrm>
            <a:prstGeom prst="rect">
              <a:avLst/>
            </a:prstGeom>
          </p:spPr>
          <p:txBody>
            <a:bodyPr wrap="square" lIns="72000" tIns="0" rIns="0" bIns="0" anchor="t">
              <a:spAutoFit/>
            </a:bodyPr>
            <a:lstStyle>
              <a:defPPr>
                <a:defRPr lang="en-US"/>
              </a:defPPr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KoPub돋움체 Medium 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300"/>
                </a:spcBef>
                <a:spcAft>
                  <a:spcPct val="0"/>
                </a:spcAft>
                <a:buClrTx/>
                <a:buSzPct val="80000"/>
                <a:buFont typeface="KoPub돋움체 Medium " panose="020B0604020202020204" pitchFamily="34" charset="0"/>
                <a:buNone/>
                <a:tabLst/>
                <a:defRPr/>
              </a:pPr>
              <a:r>
                <a:rPr kumimoji="1" lang="en-US" altLang="ko-KR" sz="700" u="none" strike="noStrike" kern="1200" cap="none" spc="-30" normalizeH="0" baseline="0" noProof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srgbClr val="303030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</a:rPr>
                <a:t>*/get </a:t>
              </a:r>
              <a:r>
                <a:rPr kumimoji="1" lang="ko-KR" altLang="en-US" sz="700" u="none" strike="noStrike" kern="1200" cap="none" spc="-30" normalizeH="0" baseline="0" noProof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srgbClr val="303030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</a:rPr>
                <a:t>또는 </a:t>
              </a:r>
              <a:r>
                <a:rPr kumimoji="1" lang="en-US" altLang="ko-KR" sz="700" u="none" strike="noStrike" kern="1200" cap="none" spc="-30" normalizeH="0" baseline="0" noProof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srgbClr val="303030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</a:rPr>
                <a:t>*/read </a:t>
              </a:r>
              <a:r>
                <a:rPr kumimoji="1" lang="ko-KR" altLang="en-US" sz="700" u="none" strike="noStrike" kern="1200" cap="none" spc="-30" normalizeH="0" baseline="0" noProof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srgbClr val="303030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</a:rPr>
                <a:t>메서드를 통해 리소스의 내용이나 프롬프트 템플릿의 상세 정보를 가져옴</a:t>
              </a:r>
              <a:endParaRPr kumimoji="1" lang="ko-KR" altLang="en-US" sz="700" u="none" strike="noStrike" kern="1200" cap="none" spc="-30" normalizeH="0" baseline="0" noProof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974" name="텍스트 개체 틀 16">
              <a:extLst>
                <a:ext uri="{FF2B5EF4-FFF2-40B4-BE49-F238E27FC236}">
                  <a16:creationId xmlns:a16="http://schemas.microsoft.com/office/drawing/2014/main" id="{298DBF7F-2CF6-D452-135D-D0AF5B507C66}"/>
                </a:ext>
              </a:extLst>
            </p:cNvPr>
            <p:cNvSpPr txBox="1">
              <a:spLocks/>
            </p:cNvSpPr>
            <p:nvPr/>
          </p:nvSpPr>
          <p:spPr>
            <a:xfrm>
              <a:off x="7849101" y="5546463"/>
              <a:ext cx="1286346" cy="629506"/>
            </a:xfrm>
            <a:prstGeom prst="rect">
              <a:avLst/>
            </a:prstGeom>
          </p:spPr>
          <p:txBody>
            <a:bodyPr wrap="square" lIns="72000" tIns="0" rIns="0" bIns="0" anchor="t">
              <a:spAutoFit/>
            </a:bodyPr>
            <a:lstStyle>
              <a:defPPr>
                <a:defRPr lang="en-US"/>
              </a:defPPr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KoPub돋움체 Medium 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300"/>
                </a:spcBef>
                <a:spcAft>
                  <a:spcPct val="0"/>
                </a:spcAft>
                <a:buClrTx/>
                <a:buSzPct val="80000"/>
                <a:buFont typeface="KoPub돋움체 Medium " panose="020B0604020202020204" pitchFamily="34" charset="0"/>
                <a:buNone/>
                <a:tabLst/>
                <a:defRPr/>
              </a:pPr>
              <a:r>
                <a:rPr kumimoji="1" lang="en-US" altLang="ko-KR" sz="700" u="none" strike="noStrike" kern="1200" cap="none" spc="-30" normalizeH="0" baseline="0" noProof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srgbClr val="303030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</a:rPr>
                <a:t>tools/call </a:t>
              </a:r>
              <a:r>
                <a:rPr kumimoji="1" lang="ko-KR" altLang="en-US" sz="700" u="none" strike="noStrike" kern="1200" cap="none" spc="-30" normalizeH="0" baseline="0" noProof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srgbClr val="303030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</a:rPr>
                <a:t>메서드를 사용하여 모델이 결정한 </a:t>
              </a:r>
              <a:r>
                <a:rPr kumimoji="1" lang="ko-KR" altLang="en-US" sz="700" u="none" strike="noStrike" kern="1200" cap="none" spc="-30" normalizeH="0" baseline="0" noProof="0" err="1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srgbClr val="303030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</a:rPr>
                <a:t>인자값과</a:t>
              </a:r>
              <a:r>
                <a:rPr kumimoji="1" lang="ko-KR" altLang="en-US" sz="700" u="none" strike="noStrike" kern="1200" cap="none" spc="-30" normalizeH="0" baseline="0" noProof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srgbClr val="303030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</a:rPr>
                <a:t> 함께 실제 도구 기능을 수행</a:t>
              </a:r>
              <a:endParaRPr kumimoji="1" lang="ko-KR" altLang="en-US" sz="700" u="none" strike="noStrike" kern="1200" cap="none" spc="-30" normalizeH="0" baseline="0" noProof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975" name="텍스트 개체 틀 16">
              <a:extLst>
                <a:ext uri="{FF2B5EF4-FFF2-40B4-BE49-F238E27FC236}">
                  <a16:creationId xmlns:a16="http://schemas.microsoft.com/office/drawing/2014/main" id="{70F5B812-4E84-A790-CC1F-288C564705C2}"/>
                </a:ext>
              </a:extLst>
            </p:cNvPr>
            <p:cNvSpPr txBox="1">
              <a:spLocks/>
            </p:cNvSpPr>
            <p:nvPr/>
          </p:nvSpPr>
          <p:spPr>
            <a:xfrm>
              <a:off x="7849101" y="6140282"/>
              <a:ext cx="1890122" cy="314753"/>
            </a:xfrm>
            <a:prstGeom prst="rect">
              <a:avLst/>
            </a:prstGeom>
          </p:spPr>
          <p:txBody>
            <a:bodyPr wrap="square" lIns="72000" tIns="0" rIns="0" bIns="0" anchor="t">
              <a:spAutoFit/>
            </a:bodyPr>
            <a:lstStyle>
              <a:defPPr>
                <a:defRPr lang="en-US"/>
              </a:defPPr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KoPub돋움체 Medium 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KoPub돋움체 Medium 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300"/>
                </a:spcBef>
                <a:spcAft>
                  <a:spcPct val="0"/>
                </a:spcAft>
                <a:buClrTx/>
                <a:buSzPct val="80000"/>
                <a:buFont typeface="KoPub돋움체 Medium " panose="020B0604020202020204" pitchFamily="34" charset="0"/>
                <a:buNone/>
                <a:tabLst/>
                <a:defRPr/>
              </a:pPr>
              <a:r>
                <a:rPr kumimoji="1" lang="en-US" altLang="ko-KR" sz="700" u="none" strike="noStrike" kern="1200" cap="none" spc="-30" normalizeH="0" baseline="0" noProof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srgbClr val="303030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</a:rPr>
                <a:t>※ </a:t>
              </a:r>
              <a:r>
                <a:rPr kumimoji="1" lang="ko-KR" altLang="en-US" sz="700" u="none" strike="noStrike" kern="1200" cap="none" spc="-30" normalizeH="0" baseline="0" noProof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srgbClr val="303030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</a:rPr>
                <a:t>도구</a:t>
              </a:r>
              <a:r>
                <a:rPr kumimoji="1" lang="en-US" altLang="ko-KR" sz="700" u="none" strike="noStrike" kern="1200" cap="none" spc="-30" normalizeH="0" baseline="0" noProof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srgbClr val="303030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</a:rPr>
                <a:t> </a:t>
              </a:r>
              <a:r>
                <a:rPr kumimoji="1" lang="ko-KR" altLang="en-US" sz="700" u="none" strike="noStrike" kern="1200" cap="none" spc="-30" normalizeH="0" baseline="0" noProof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srgbClr val="303030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</a:rPr>
                <a:t>실행 전</a:t>
              </a:r>
              <a:r>
                <a:rPr kumimoji="1" lang="en-US" altLang="ko-KR" sz="700" u="none" strike="noStrike" kern="1200" cap="none" spc="-30" normalizeH="0" baseline="0" noProof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srgbClr val="303030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</a:rPr>
                <a:t>, </a:t>
              </a:r>
              <a:r>
                <a:rPr kumimoji="1" lang="ko-KR" altLang="en-US" sz="700" u="none" strike="noStrike" kern="1200" cap="none" spc="-30" normalizeH="0" baseline="0" noProof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srgbClr val="303030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</a:rPr>
                <a:t>사용자 승인</a:t>
              </a:r>
              <a:r>
                <a:rPr kumimoji="1" lang="en-US" altLang="ko-KR" sz="700" u="none" strike="noStrike" kern="1200" cap="none" spc="-30" normalizeH="0" baseline="0" noProof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srgbClr val="303030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</a:rPr>
                <a:t>(Human-in-the-Loop) </a:t>
              </a:r>
              <a:r>
                <a:rPr kumimoji="1" lang="ko-KR" altLang="en-US" sz="700" u="none" strike="noStrike" kern="1200" cap="none" spc="-30" normalizeH="0" baseline="0" noProof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srgbClr val="303030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</a:rPr>
                <a:t>절차를 실행</a:t>
              </a:r>
              <a:endParaRPr kumimoji="1" lang="ko-KR" altLang="en-US" sz="700" u="none" strike="noStrike" kern="1200" cap="none" spc="-30" normalizeH="0" baseline="0" noProof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cxnSp>
          <p:nvCxnSpPr>
            <p:cNvPr id="976" name="직선 연결선 185">
              <a:extLst>
                <a:ext uri="{FF2B5EF4-FFF2-40B4-BE49-F238E27FC236}">
                  <a16:creationId xmlns:a16="http://schemas.microsoft.com/office/drawing/2014/main" id="{B7872B2F-4A5B-F316-661B-95402FC62C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18438" y="5934722"/>
              <a:ext cx="236259" cy="0"/>
            </a:xfrm>
            <a:prstGeom prst="straightConnector1">
              <a:avLst/>
            </a:prstGeom>
            <a:ln w="19050">
              <a:solidFill>
                <a:srgbClr val="9CA5AC"/>
              </a:solidFill>
              <a:headEnd type="triangl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7" name="직선 연결선 185">
              <a:extLst>
                <a:ext uri="{FF2B5EF4-FFF2-40B4-BE49-F238E27FC236}">
                  <a16:creationId xmlns:a16="http://schemas.microsoft.com/office/drawing/2014/main" id="{A252DA21-8522-D2FE-E24C-5D2C042727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89308" y="5930231"/>
              <a:ext cx="236259" cy="0"/>
            </a:xfrm>
            <a:prstGeom prst="straightConnector1">
              <a:avLst/>
            </a:prstGeom>
            <a:ln w="19050">
              <a:solidFill>
                <a:srgbClr val="9CA5AC"/>
              </a:solidFill>
              <a:headEnd type="triangl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8" name="사각형: 둥근 모서리 84">
              <a:extLst>
                <a:ext uri="{FF2B5EF4-FFF2-40B4-BE49-F238E27FC236}">
                  <a16:creationId xmlns:a16="http://schemas.microsoft.com/office/drawing/2014/main" id="{39D7305B-AE25-15CC-E028-0E9C6B884CB6}"/>
                </a:ext>
              </a:extLst>
            </p:cNvPr>
            <p:cNvSpPr/>
            <p:nvPr/>
          </p:nvSpPr>
          <p:spPr>
            <a:xfrm>
              <a:off x="368938" y="5484552"/>
              <a:ext cx="1276254" cy="839523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</a:rPr>
                <a:t>실행 프로세스</a:t>
              </a:r>
              <a:endParaRPr kumimoji="1" lang="en-US" altLang="ko-KR" sz="10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700" b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algun Gothic" panose="020B0503020000020004" pitchFamily="34" charset="-127"/>
                  <a:ea typeface="Malgun Gothic" panose="020B0503020000020004" pitchFamily="34" charset="-127"/>
                </a:rPr>
                <a:t>(Execution Lifecycle)</a:t>
              </a:r>
              <a:endParaRPr kumimoji="1" lang="ko-KR" altLang="en-US" sz="7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sp>
        <p:nvSpPr>
          <p:cNvPr id="682" name="모서리가 둥근 사각형 설명선[R] 681">
            <a:extLst>
              <a:ext uri="{FF2B5EF4-FFF2-40B4-BE49-F238E27FC236}">
                <a16:creationId xmlns:a16="http://schemas.microsoft.com/office/drawing/2014/main" id="{8295EA94-1D7A-8D52-5C70-CC07D5141DB0}"/>
              </a:ext>
            </a:extLst>
          </p:cNvPr>
          <p:cNvSpPr/>
          <p:nvPr/>
        </p:nvSpPr>
        <p:spPr bwMode="auto">
          <a:xfrm>
            <a:off x="5739666" y="1247805"/>
            <a:ext cx="2556710" cy="849182"/>
          </a:xfrm>
          <a:prstGeom prst="wedgeRoundRectCallout">
            <a:avLst>
              <a:gd name="adj1" fmla="val -53617"/>
              <a:gd name="adj2" fmla="val 36404"/>
              <a:gd name="adj3" fmla="val 16667"/>
            </a:avLst>
          </a:prstGeom>
          <a:solidFill>
            <a:schemeClr val="bg2">
              <a:lumMod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95350" latinLnBrk="0">
              <a:spcAft>
                <a:spcPts val="600"/>
              </a:spcAft>
              <a:buSzPct val="120000"/>
            </a:pPr>
            <a:r>
              <a:rPr kumimoji="1" lang="en-US" altLang="ko-KR" sz="1300" b="1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MCP </a:t>
            </a:r>
            <a:r>
              <a:rPr kumimoji="1" lang="ko-KR" altLang="en-US" sz="1300" b="1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통신방식에 대한 기능설명으로 재활용 가능</a:t>
            </a:r>
          </a:p>
        </p:txBody>
      </p:sp>
      <p:sp>
        <p:nvSpPr>
          <p:cNvPr id="980" name="직사각형 979">
            <a:extLst>
              <a:ext uri="{FF2B5EF4-FFF2-40B4-BE49-F238E27FC236}">
                <a16:creationId xmlns:a16="http://schemas.microsoft.com/office/drawing/2014/main" id="{D98DC67B-5D00-D49C-1A9C-11EE3262EC8E}"/>
              </a:ext>
            </a:extLst>
          </p:cNvPr>
          <p:cNvSpPr/>
          <p:nvPr/>
        </p:nvSpPr>
        <p:spPr bwMode="auto">
          <a:xfrm>
            <a:off x="481263" y="997318"/>
            <a:ext cx="2705600" cy="251689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895350" latinLnBrk="0">
              <a:spcAft>
                <a:spcPts val="600"/>
              </a:spcAft>
              <a:buSzPct val="120000"/>
            </a:pPr>
            <a:r>
              <a:rPr kumimoji="1" lang="en-US" altLang="ko-KR" sz="1200" b="1" dirty="0"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Agent Service</a:t>
            </a:r>
            <a:endParaRPr kumimoji="1" lang="ko-KR" altLang="en-US" sz="1300" b="1" dirty="0">
              <a:latin typeface="Malgun Gothic" panose="020B0503020000020004" pitchFamily="34" charset="-127"/>
              <a:ea typeface="Malgun Gothic" panose="020B0503020000020004" pitchFamily="34" charset="-127"/>
              <a:cs typeface="Tahoma" panose="020B0604030504040204" pitchFamily="34" charset="0"/>
            </a:endParaRPr>
          </a:p>
        </p:txBody>
      </p:sp>
      <p:sp>
        <p:nvSpPr>
          <p:cNvPr id="981" name="TextBox 980">
            <a:extLst>
              <a:ext uri="{FF2B5EF4-FFF2-40B4-BE49-F238E27FC236}">
                <a16:creationId xmlns:a16="http://schemas.microsoft.com/office/drawing/2014/main" id="{B41235FD-D0F4-4C1F-32ED-F72A57F29620}"/>
              </a:ext>
            </a:extLst>
          </p:cNvPr>
          <p:cNvSpPr txBox="1"/>
          <p:nvPr/>
        </p:nvSpPr>
        <p:spPr>
          <a:xfrm>
            <a:off x="379177" y="4730287"/>
            <a:ext cx="7893294" cy="171589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latinLnBrk="0">
              <a:lnSpc>
                <a:spcPct val="120000"/>
              </a:lnSpc>
              <a:spcBef>
                <a:spcPts val="600"/>
              </a:spcBef>
              <a:spcAft>
                <a:spcPts val="300"/>
              </a:spcAft>
            </a:pPr>
            <a:r>
              <a:rPr kumimoji="1" lang="en-US" altLang="ko-KR" sz="600" dirty="0"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※</a:t>
            </a:r>
            <a:r>
              <a:rPr kumimoji="1" lang="ko-KR" altLang="en-US" sz="600" dirty="0"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 </a:t>
            </a:r>
            <a:r>
              <a:rPr kumimoji="1" lang="en-US" altLang="ko-KR" sz="600" dirty="0"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MCP(Model Context Protocol) : LLM Agent </a:t>
            </a:r>
            <a:r>
              <a:rPr kumimoji="1" lang="ko-KR" altLang="en-US" sz="600" dirty="0"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개발을 지원하는 외부 시스템 연동하는 표준 프로토콜</a:t>
            </a:r>
            <a:endParaRPr kumimoji="1" lang="en-US" altLang="ko-KR" sz="600" dirty="0">
              <a:latin typeface="Malgun Gothic" panose="020B0503020000020004" pitchFamily="34" charset="-127"/>
              <a:ea typeface="Malgun Gothic" panose="020B0503020000020004" pitchFamily="34" charset="-127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90579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59B618-C2C2-5537-A41C-6C80F7051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3.4</a:t>
            </a:r>
            <a:r>
              <a:rPr kumimoji="1" lang="ko-KR" altLang="en-US" dirty="0"/>
              <a:t> </a:t>
            </a:r>
            <a:r>
              <a:rPr kumimoji="1" lang="en-US" altLang="ko-KR" dirty="0"/>
              <a:t>Agent</a:t>
            </a:r>
            <a:r>
              <a:rPr kumimoji="1" lang="ko-KR" altLang="en-US" dirty="0"/>
              <a:t> 연계방안 </a:t>
            </a:r>
            <a:r>
              <a:rPr kumimoji="1" lang="en-US" altLang="ko-KR" sz="1200" dirty="0"/>
              <a:t>&gt;</a:t>
            </a:r>
            <a:r>
              <a:rPr kumimoji="1" lang="ko-KR" altLang="en-US" sz="1200" dirty="0"/>
              <a:t> </a:t>
            </a:r>
            <a:r>
              <a:rPr kumimoji="1" lang="en-US" altLang="ko-KR" sz="1200" dirty="0"/>
              <a:t>MCP </a:t>
            </a:r>
            <a:r>
              <a:rPr kumimoji="1" lang="ko-KR" altLang="en-US" sz="1200" dirty="0"/>
              <a:t>아키텍처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B59475-945D-4749-A4A1-E0E92D1BE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047" y="504827"/>
            <a:ext cx="8639908" cy="294777"/>
          </a:xfrm>
        </p:spPr>
        <p:txBody>
          <a:bodyPr/>
          <a:lstStyle/>
          <a:p>
            <a:r>
              <a:rPr kumimoji="1" lang="en-US" altLang="ko-KR" dirty="0"/>
              <a:t>MCP </a:t>
            </a:r>
            <a:r>
              <a:rPr kumimoji="1" lang="ko-KR" altLang="en-US" dirty="0"/>
              <a:t>서버를 통한 </a:t>
            </a:r>
            <a:r>
              <a:rPr kumimoji="1" lang="en-US" altLang="ko-KR" dirty="0"/>
              <a:t>Agent(Client)</a:t>
            </a:r>
            <a:r>
              <a:rPr kumimoji="1" lang="ko-KR" altLang="en-US" dirty="0"/>
              <a:t>와 </a:t>
            </a:r>
            <a:r>
              <a:rPr kumimoji="1" lang="en-US" altLang="ko-KR" dirty="0"/>
              <a:t>Resource </a:t>
            </a:r>
            <a:r>
              <a:rPr kumimoji="1" lang="ko-KR" altLang="en-US" dirty="0"/>
              <a:t>간의 통신 보안을 보장하는 연동체계를 제공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C979164-F009-9C00-17E3-3CEE9D304F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dirty="0"/>
              <a:t>3.</a:t>
            </a:r>
            <a:r>
              <a:rPr kumimoji="1" lang="ko-KR" altLang="en-US" dirty="0"/>
              <a:t> 어플리케이션 아키텍처</a:t>
            </a:r>
          </a:p>
        </p:txBody>
      </p:sp>
      <p:grpSp>
        <p:nvGrpSpPr>
          <p:cNvPr id="996" name="그룹 995">
            <a:extLst>
              <a:ext uri="{FF2B5EF4-FFF2-40B4-BE49-F238E27FC236}">
                <a16:creationId xmlns:a16="http://schemas.microsoft.com/office/drawing/2014/main" id="{50E0A85D-E723-96B2-E4F5-A86C85D18520}"/>
              </a:ext>
            </a:extLst>
          </p:cNvPr>
          <p:cNvGrpSpPr/>
          <p:nvPr/>
        </p:nvGrpSpPr>
        <p:grpSpPr>
          <a:xfrm>
            <a:off x="490012" y="1137836"/>
            <a:ext cx="7870487" cy="3500837"/>
            <a:chOff x="481758" y="1933402"/>
            <a:chExt cx="9523290" cy="350083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C08F60BE-E90B-6727-2831-72D93D419691}"/>
                </a:ext>
              </a:extLst>
            </p:cNvPr>
            <p:cNvSpPr/>
            <p:nvPr/>
          </p:nvSpPr>
          <p:spPr>
            <a:xfrm>
              <a:off x="1781773" y="4268440"/>
              <a:ext cx="3680317" cy="1014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b"/>
            <a:lstStyle/>
            <a:p>
              <a:pPr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ko-KR" altLang="en-US" sz="1200" spc="-3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공통영역</a:t>
              </a:r>
              <a:endParaRPr lang="ko-KR" altLang="en-US" sz="1200" spc="-30" dirty="0">
                <a:ln>
                  <a:solidFill>
                    <a:srgbClr val="0099FF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7" name="사각형: 둥근 모서리 102">
              <a:extLst>
                <a:ext uri="{FF2B5EF4-FFF2-40B4-BE49-F238E27FC236}">
                  <a16:creationId xmlns:a16="http://schemas.microsoft.com/office/drawing/2014/main" id="{73E029B9-1826-6B23-0C44-1B72A2CA93FE}"/>
                </a:ext>
              </a:extLst>
            </p:cNvPr>
            <p:cNvSpPr/>
            <p:nvPr/>
          </p:nvSpPr>
          <p:spPr>
            <a:xfrm>
              <a:off x="481758" y="1933402"/>
              <a:ext cx="6349165" cy="3500837"/>
            </a:xfrm>
            <a:prstGeom prst="roundRect">
              <a:avLst>
                <a:gd name="adj" fmla="val 4506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t"/>
            <a:lstStyle/>
            <a:p>
              <a:pPr marL="0" lvl="1" algn="ctr">
                <a:buClr>
                  <a:srgbClr val="3271AA"/>
                </a:buClr>
                <a:buSzPct val="140000"/>
                <a:tabLst>
                  <a:tab pos="5805348" algn="l"/>
                </a:tabLst>
              </a:pPr>
              <a:r>
                <a:rPr lang="en-US" altLang="ko-KR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sym typeface="KoPub돋움체 Medium  SemiBold" pitchFamily="2" charset="2"/>
                </a:rPr>
                <a:t>MCP </a:t>
              </a: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D99B82EA-C31A-C0BD-3B99-14D08AF0F122}"/>
                </a:ext>
              </a:extLst>
            </p:cNvPr>
            <p:cNvSpPr/>
            <p:nvPr/>
          </p:nvSpPr>
          <p:spPr>
            <a:xfrm>
              <a:off x="3025242" y="2136490"/>
              <a:ext cx="1202190" cy="1734652"/>
            </a:xfrm>
            <a:prstGeom prst="rect">
              <a:avLst/>
            </a:prstGeom>
            <a:solidFill>
              <a:srgbClr val="D6D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t"/>
            <a:lstStyle/>
            <a:p>
              <a:pPr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en-US" altLang="ko-KR" sz="12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MCP Server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4EBDA4DA-5708-BA7F-CDAF-AF43555E5A62}"/>
                </a:ext>
              </a:extLst>
            </p:cNvPr>
            <p:cNvSpPr/>
            <p:nvPr/>
          </p:nvSpPr>
          <p:spPr>
            <a:xfrm>
              <a:off x="3187230" y="2889670"/>
              <a:ext cx="879680" cy="270474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en-US" altLang="ko-KR" sz="12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Resource</a:t>
              </a:r>
              <a:endParaRPr lang="ko-KR" altLang="en-US" sz="1200" spc="-30" dirty="0">
                <a:ln>
                  <a:solidFill>
                    <a:srgbClr val="0099FF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807BDD2-5487-B50F-258E-B38E91E53191}"/>
                </a:ext>
              </a:extLst>
            </p:cNvPr>
            <p:cNvSpPr/>
            <p:nvPr/>
          </p:nvSpPr>
          <p:spPr>
            <a:xfrm>
              <a:off x="3174612" y="3236186"/>
              <a:ext cx="879680" cy="270474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en-US" altLang="ko-KR" sz="12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Tool</a:t>
              </a:r>
              <a:endParaRPr lang="ko-KR" altLang="en-US" sz="1200" spc="-30" dirty="0">
                <a:ln>
                  <a:solidFill>
                    <a:srgbClr val="0099FF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0ACFEE2-76F2-3D28-57DA-BE87CCF7E1E7}"/>
                </a:ext>
              </a:extLst>
            </p:cNvPr>
            <p:cNvSpPr/>
            <p:nvPr/>
          </p:nvSpPr>
          <p:spPr>
            <a:xfrm>
              <a:off x="1965226" y="4420721"/>
              <a:ext cx="1631720" cy="635912"/>
            </a:xfrm>
            <a:prstGeom prst="rect">
              <a:avLst/>
            </a:prstGeom>
            <a:solidFill>
              <a:srgbClr val="D6D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t"/>
            <a:lstStyle/>
            <a:p>
              <a:pPr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en-US" altLang="ko-KR" sz="12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Identity Provider</a:t>
              </a:r>
              <a:endParaRPr lang="ko-KR" altLang="en-US" sz="1200" spc="-30" dirty="0">
                <a:ln>
                  <a:solidFill>
                    <a:srgbClr val="0099FF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96CCE37A-76BE-20EB-ADD6-DEEC00FE5B1A}"/>
                </a:ext>
              </a:extLst>
            </p:cNvPr>
            <p:cNvSpPr/>
            <p:nvPr/>
          </p:nvSpPr>
          <p:spPr>
            <a:xfrm>
              <a:off x="3709695" y="4407899"/>
              <a:ext cx="1555842" cy="635912"/>
            </a:xfrm>
            <a:prstGeom prst="rect">
              <a:avLst/>
            </a:prstGeom>
            <a:solidFill>
              <a:srgbClr val="D6D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t"/>
            <a:lstStyle/>
            <a:p>
              <a:pPr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en-US" altLang="ko-KR" sz="12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Observability</a:t>
              </a:r>
              <a:endParaRPr lang="ko-KR" altLang="en-US" sz="1200" spc="-30" dirty="0">
                <a:ln>
                  <a:solidFill>
                    <a:srgbClr val="0099FF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9FED9BA4-6FBC-5FBE-0204-CE43507C40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1079" y="2498171"/>
              <a:ext cx="1089000" cy="99000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549180D-353A-CFB9-85B2-80498B9B4CFF}"/>
                </a:ext>
              </a:extLst>
            </p:cNvPr>
            <p:cNvSpPr txBox="1"/>
            <p:nvPr/>
          </p:nvSpPr>
          <p:spPr>
            <a:xfrm>
              <a:off x="994848" y="2708649"/>
              <a:ext cx="527193" cy="369332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>
              <a:defPPr>
                <a:defRPr lang="en-US"/>
              </a:defPPr>
              <a:lvl2pPr marL="0" lvl="1" algn="ctr" defTabSz="1474905">
                <a:buClr>
                  <a:prstClr val="black"/>
                </a:buClr>
                <a:buSzPct val="140000"/>
                <a:tabLst>
                  <a:tab pos="5648325" algn="l"/>
                </a:tabLst>
                <a:defRPr sz="1100" kern="0" spc="-3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defRPr>
              </a:lvl2pPr>
            </a:lstStyle>
            <a:p>
              <a:pPr lvl="1"/>
              <a:r>
                <a:rPr lang="en-US" altLang="ko-KR" sz="1200" dirty="0">
                  <a:latin typeface="Malgun Gothic" panose="020B0503020000020004" pitchFamily="34" charset="-127"/>
                  <a:ea typeface="Malgun Gothic" panose="020B0503020000020004" pitchFamily="34" charset="-127"/>
                  <a:sym typeface="KoPub돋움체 Medium"/>
                </a:rPr>
                <a:t>Agent</a:t>
              </a:r>
            </a:p>
            <a:p>
              <a:pPr lvl="1"/>
              <a:r>
                <a:rPr lang="en-US" altLang="ko-KR" sz="1200" dirty="0">
                  <a:latin typeface="Malgun Gothic" panose="020B0503020000020004" pitchFamily="34" charset="-127"/>
                  <a:ea typeface="Malgun Gothic" panose="020B0503020000020004" pitchFamily="34" charset="-127"/>
                  <a:sym typeface="KoPub돋움체 Medium"/>
                </a:rPr>
                <a:t>(client)</a:t>
              </a:r>
              <a:endParaRPr lang="ko-KR" altLang="en-US" sz="1200" dirty="0">
                <a:latin typeface="Malgun Gothic" panose="020B0503020000020004" pitchFamily="34" charset="-127"/>
                <a:ea typeface="Malgun Gothic" panose="020B0503020000020004" pitchFamily="34" charset="-127"/>
                <a:sym typeface="KoPub돋움체 Medium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A04A157-F425-552F-D52F-39C0A7E33A68}"/>
                </a:ext>
              </a:extLst>
            </p:cNvPr>
            <p:cNvSpPr/>
            <p:nvPr/>
          </p:nvSpPr>
          <p:spPr>
            <a:xfrm>
              <a:off x="2268360" y="4655314"/>
              <a:ext cx="1025451" cy="28707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ko-KR" altLang="en-US" sz="12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유효성 검증</a:t>
              </a: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4FE160C4-2216-2C34-416B-36997BDACBE1}"/>
                </a:ext>
              </a:extLst>
            </p:cNvPr>
            <p:cNvSpPr/>
            <p:nvPr/>
          </p:nvSpPr>
          <p:spPr>
            <a:xfrm>
              <a:off x="3960778" y="4655313"/>
              <a:ext cx="1025451" cy="28707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ko-KR" altLang="en-US" sz="12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모니터링</a:t>
              </a:r>
              <a:r>
                <a:rPr lang="en-US" altLang="ko-KR" sz="12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/</a:t>
              </a:r>
              <a:r>
                <a:rPr lang="ko-KR" altLang="en-US" sz="12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추적</a:t>
              </a:r>
            </a:p>
          </p:txBody>
        </p: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B2CB3802-EDF1-C0B0-CBAB-DECE5D4D44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60839" y="2780630"/>
              <a:ext cx="1164403" cy="5277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99821F62-B35A-60E4-7FE9-511B27618221}"/>
                </a:ext>
              </a:extLst>
            </p:cNvPr>
            <p:cNvSpPr/>
            <p:nvPr/>
          </p:nvSpPr>
          <p:spPr>
            <a:xfrm>
              <a:off x="3187230" y="2532397"/>
              <a:ext cx="879680" cy="270474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en-US" altLang="ko-KR" sz="12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Prompt</a:t>
              </a:r>
              <a:endParaRPr lang="ko-KR" altLang="en-US" sz="1200" spc="-30" dirty="0">
                <a:ln>
                  <a:solidFill>
                    <a:srgbClr val="0099FF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9DFD2201-B371-5477-999D-3B9167BB7A36}"/>
                </a:ext>
              </a:extLst>
            </p:cNvPr>
            <p:cNvSpPr/>
            <p:nvPr/>
          </p:nvSpPr>
          <p:spPr>
            <a:xfrm>
              <a:off x="4990608" y="2127271"/>
              <a:ext cx="1046104" cy="1741775"/>
            </a:xfrm>
            <a:prstGeom prst="rect">
              <a:avLst/>
            </a:prstGeom>
            <a:solidFill>
              <a:srgbClr val="EAECF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t"/>
            <a:lstStyle/>
            <a:p>
              <a:pPr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en-US" altLang="ko-KR" sz="14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Resource</a:t>
              </a:r>
              <a:endParaRPr lang="ko-KR" altLang="en-US" sz="1400" spc="-30" dirty="0">
                <a:ln>
                  <a:solidFill>
                    <a:srgbClr val="0099FF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163C8555-EBB9-3532-01BA-26BDFBC00B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43977" y="2830823"/>
              <a:ext cx="746631" cy="506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2AEC2A8F-E8B2-9FCF-A533-E7AE68DA6BFA}"/>
                </a:ext>
              </a:extLst>
            </p:cNvPr>
            <p:cNvSpPr/>
            <p:nvPr/>
          </p:nvSpPr>
          <p:spPr>
            <a:xfrm>
              <a:off x="5125987" y="2647487"/>
              <a:ext cx="727008" cy="270474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en-US" altLang="ko-KR" sz="12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API</a:t>
              </a:r>
              <a:endParaRPr lang="ko-KR" altLang="en-US" sz="1200" spc="-30" dirty="0">
                <a:ln>
                  <a:solidFill>
                    <a:srgbClr val="0099FF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48ED9BC7-FE07-2D33-8EDC-1AA4B56BDA90}"/>
                </a:ext>
              </a:extLst>
            </p:cNvPr>
            <p:cNvSpPr/>
            <p:nvPr/>
          </p:nvSpPr>
          <p:spPr>
            <a:xfrm>
              <a:off x="5125987" y="2982172"/>
              <a:ext cx="727008" cy="310837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en-US" altLang="ko-KR" sz="12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DB</a:t>
              </a:r>
              <a:endParaRPr lang="ko-KR" altLang="en-US" sz="1200" spc="-30" dirty="0">
                <a:ln>
                  <a:solidFill>
                    <a:srgbClr val="0099FF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1C1F87A0-C021-0203-C0B3-B699838294AA}"/>
                </a:ext>
              </a:extLst>
            </p:cNvPr>
            <p:cNvSpPr/>
            <p:nvPr/>
          </p:nvSpPr>
          <p:spPr>
            <a:xfrm>
              <a:off x="5125987" y="3350885"/>
              <a:ext cx="727008" cy="270474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en-US" altLang="ko-KR" sz="12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Service</a:t>
              </a:r>
              <a:endParaRPr lang="ko-KR" altLang="en-US" sz="1200" spc="-30" dirty="0">
                <a:ln>
                  <a:solidFill>
                    <a:srgbClr val="0099FF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B48126E3-C643-C88C-FD76-12D76D491686}"/>
                </a:ext>
              </a:extLst>
            </p:cNvPr>
            <p:cNvSpPr/>
            <p:nvPr/>
          </p:nvSpPr>
          <p:spPr>
            <a:xfrm>
              <a:off x="7015785" y="1954675"/>
              <a:ext cx="2989263" cy="360000"/>
            </a:xfrm>
            <a:prstGeom prst="rect">
              <a:avLst/>
            </a:prstGeom>
            <a:solidFill>
              <a:srgbClr val="43475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6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latin typeface="Malgun Gothic" panose="020B0503020000020004" pitchFamily="34" charset="-127"/>
                  <a:ea typeface="Malgun Gothic" panose="020B0503020000020004" pitchFamily="34" charset="-127"/>
                </a:rPr>
                <a:t>구성요소 역할</a:t>
              </a:r>
            </a:p>
          </p:txBody>
        </p: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86360703-44AF-9080-2B93-D5A8E2F110CC}"/>
                </a:ext>
              </a:extLst>
            </p:cNvPr>
            <p:cNvGrpSpPr/>
            <p:nvPr/>
          </p:nvGrpSpPr>
          <p:grpSpPr>
            <a:xfrm>
              <a:off x="7052172" y="2362438"/>
              <a:ext cx="2844926" cy="682637"/>
              <a:chOff x="7520782" y="2838138"/>
              <a:chExt cx="2844926" cy="682637"/>
            </a:xfrm>
          </p:grpSpPr>
          <p:grpSp>
            <p:nvGrpSpPr>
              <p:cNvPr id="33" name="그룹 32">
                <a:extLst>
                  <a:ext uri="{FF2B5EF4-FFF2-40B4-BE49-F238E27FC236}">
                    <a16:creationId xmlns:a16="http://schemas.microsoft.com/office/drawing/2014/main" id="{ECFE757F-21CB-D233-F7C6-29C06442C99E}"/>
                  </a:ext>
                </a:extLst>
              </p:cNvPr>
              <p:cNvGrpSpPr/>
              <p:nvPr/>
            </p:nvGrpSpPr>
            <p:grpSpPr>
              <a:xfrm>
                <a:off x="7520782" y="2838138"/>
                <a:ext cx="2844925" cy="276999"/>
                <a:chOff x="7520782" y="2838138"/>
                <a:chExt cx="2844925" cy="276999"/>
              </a:xfrm>
            </p:grpSpPr>
            <p:sp>
              <p:nvSpPr>
                <p:cNvPr id="35" name="모서리가 둥근 직사각형 16">
                  <a:extLst>
                    <a:ext uri="{FF2B5EF4-FFF2-40B4-BE49-F238E27FC236}">
                      <a16:creationId xmlns:a16="http://schemas.microsoft.com/office/drawing/2014/main" id="{4BE2D39C-2D59-4EBB-2045-301264903F84}"/>
                    </a:ext>
                  </a:extLst>
                </p:cNvPr>
                <p:cNvSpPr/>
                <p:nvPr/>
              </p:nvSpPr>
              <p:spPr bwMode="auto">
                <a:xfrm flipH="1">
                  <a:off x="7520782" y="2838138"/>
                  <a:ext cx="2844925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t">
                  <a:spAutoFit/>
                </a:bodyPr>
                <a:lstStyle/>
                <a:p>
                  <a:pPr marL="180975" lvl="1" defTabSz="1042988">
                    <a:buClr>
                      <a:srgbClr val="3271AA"/>
                    </a:buClr>
                    <a:buSzPct val="140000"/>
                    <a:tabLst>
                      <a:tab pos="5648325" algn="l"/>
                    </a:tabLst>
                  </a:pPr>
                  <a:r>
                    <a:rPr lang="en-US" altLang="ko-KR" sz="1200" spc="-30" dirty="0">
                      <a:ln>
                        <a:solidFill>
                          <a:srgbClr val="0099FF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Malgun Gothic" panose="020B0503020000020004" pitchFamily="34" charset="-127"/>
                      <a:ea typeface="Malgun Gothic" panose="020B0503020000020004" pitchFamily="34" charset="-127"/>
                      <a:cs typeface="KoPub돋움체 Medium  Medium" panose="02000603000000020004" pitchFamily="50" charset="-127"/>
                      <a:sym typeface="KoPub돋움체 Medium "/>
                    </a:rPr>
                    <a:t>Agent</a:t>
                  </a:r>
                  <a:endParaRPr lang="ko-KR" altLang="en-US" sz="1200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  <a:cs typeface="KoPub돋움체 Medium  Medium" panose="02000603000000020004" pitchFamily="50" charset="-127"/>
                    <a:sym typeface="KoPub돋움체 Medium "/>
                  </a:endParaRPr>
                </a:p>
              </p:txBody>
            </p:sp>
            <p:sp>
              <p:nvSpPr>
                <p:cNvPr id="36" name="Freeform 33">
                  <a:extLst>
                    <a:ext uri="{FF2B5EF4-FFF2-40B4-BE49-F238E27FC236}">
                      <a16:creationId xmlns:a16="http://schemas.microsoft.com/office/drawing/2014/main" id="{F0A39DFE-9692-B6CF-E6EB-66B366B08BDE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7597466" y="2897108"/>
                  <a:ext cx="146360" cy="146360"/>
                </a:xfrm>
                <a:custGeom>
                  <a:avLst/>
                  <a:gdLst>
                    <a:gd name="T0" fmla="*/ 220 w 440"/>
                    <a:gd name="T1" fmla="*/ 0 h 441"/>
                    <a:gd name="T2" fmla="*/ 0 w 440"/>
                    <a:gd name="T3" fmla="*/ 220 h 441"/>
                    <a:gd name="T4" fmla="*/ 220 w 440"/>
                    <a:gd name="T5" fmla="*/ 441 h 441"/>
                    <a:gd name="T6" fmla="*/ 440 w 440"/>
                    <a:gd name="T7" fmla="*/ 220 h 441"/>
                    <a:gd name="T8" fmla="*/ 220 w 440"/>
                    <a:gd name="T9" fmla="*/ 0 h 441"/>
                    <a:gd name="T10" fmla="*/ 200 w 440"/>
                    <a:gd name="T11" fmla="*/ 330 h 441"/>
                    <a:gd name="T12" fmla="*/ 93 w 440"/>
                    <a:gd name="T13" fmla="*/ 222 h 441"/>
                    <a:gd name="T14" fmla="*/ 120 w 440"/>
                    <a:gd name="T15" fmla="*/ 200 h 441"/>
                    <a:gd name="T16" fmla="*/ 182 w 440"/>
                    <a:gd name="T17" fmla="*/ 248 h 441"/>
                    <a:gd name="T18" fmla="*/ 341 w 440"/>
                    <a:gd name="T19" fmla="*/ 111 h 441"/>
                    <a:gd name="T20" fmla="*/ 347 w 440"/>
                    <a:gd name="T21" fmla="*/ 126 h 441"/>
                    <a:gd name="T22" fmla="*/ 200 w 440"/>
                    <a:gd name="T23" fmla="*/ 330 h 4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440" h="441">
                      <a:moveTo>
                        <a:pt x="220" y="0"/>
                      </a:moveTo>
                      <a:cubicBezTo>
                        <a:pt x="98" y="0"/>
                        <a:pt x="0" y="99"/>
                        <a:pt x="0" y="220"/>
                      </a:cubicBezTo>
                      <a:cubicBezTo>
                        <a:pt x="0" y="342"/>
                        <a:pt x="98" y="441"/>
                        <a:pt x="220" y="441"/>
                      </a:cubicBezTo>
                      <a:cubicBezTo>
                        <a:pt x="342" y="441"/>
                        <a:pt x="440" y="342"/>
                        <a:pt x="440" y="220"/>
                      </a:cubicBezTo>
                      <a:cubicBezTo>
                        <a:pt x="440" y="99"/>
                        <a:pt x="342" y="0"/>
                        <a:pt x="220" y="0"/>
                      </a:cubicBezTo>
                      <a:close/>
                      <a:moveTo>
                        <a:pt x="200" y="330"/>
                      </a:moveTo>
                      <a:cubicBezTo>
                        <a:pt x="93" y="222"/>
                        <a:pt x="93" y="222"/>
                        <a:pt x="93" y="222"/>
                      </a:cubicBezTo>
                      <a:cubicBezTo>
                        <a:pt x="120" y="200"/>
                        <a:pt x="120" y="200"/>
                        <a:pt x="120" y="200"/>
                      </a:cubicBezTo>
                      <a:cubicBezTo>
                        <a:pt x="182" y="248"/>
                        <a:pt x="182" y="248"/>
                        <a:pt x="182" y="248"/>
                      </a:cubicBezTo>
                      <a:cubicBezTo>
                        <a:pt x="207" y="218"/>
                        <a:pt x="263" y="158"/>
                        <a:pt x="341" y="111"/>
                      </a:cubicBezTo>
                      <a:cubicBezTo>
                        <a:pt x="347" y="126"/>
                        <a:pt x="347" y="126"/>
                        <a:pt x="347" y="126"/>
                      </a:cubicBezTo>
                      <a:cubicBezTo>
                        <a:pt x="276" y="191"/>
                        <a:pt x="218" y="283"/>
                        <a:pt x="200" y="330"/>
                      </a:cubicBezTo>
                      <a:close/>
                    </a:path>
                  </a:pathLst>
                </a:custGeom>
                <a:solidFill>
                  <a:srgbClr val="98A1B7"/>
                </a:solidFill>
                <a:ln>
                  <a:noFill/>
                </a:ln>
              </p:spPr>
              <p:txBody>
                <a:bodyPr wrap="none" anchor="ctr"/>
                <a:lstStyle/>
                <a:p>
                  <a:pPr algn="ctr" defTabSz="1043056"/>
                  <a:endParaRPr lang="ko-KR" altLang="en-US" sz="1100" spc="-3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rgbClr val="B42658">
                        <a:alpha val="50000"/>
                      </a:srgb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</p:grpSp>
          <p:sp>
            <p:nvSpPr>
              <p:cNvPr id="34" name="텍스트 개체 틀 16">
                <a:extLst>
                  <a:ext uri="{FF2B5EF4-FFF2-40B4-BE49-F238E27FC236}">
                    <a16:creationId xmlns:a16="http://schemas.microsoft.com/office/drawing/2014/main" id="{FA5DDFE3-A91C-5966-F69B-1299B7669C0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622225" y="3159138"/>
                <a:ext cx="2743483" cy="361637"/>
              </a:xfrm>
              <a:prstGeom prst="rect">
                <a:avLst/>
              </a:prstGeom>
            </p:spPr>
            <p:txBody>
              <a:bodyPr wrap="square" lIns="72000" tIns="0" rIns="0" bIns="0" anchor="t">
                <a:sp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KoPub돋움체 Medium 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92075" indent="-92075" fontAlgn="base" latinLnBrk="0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SzPct val="80000"/>
                  <a:buFont typeface="Arial" panose="020B0604020202020204" pitchFamily="34" charset="0"/>
                  <a:buChar char="•"/>
                </a:pPr>
                <a:r>
                  <a:rPr kumimoji="1" lang="en-US" altLang="ko-KR" sz="1050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Client</a:t>
                </a:r>
                <a:r>
                  <a:rPr kumimoji="1" lang="ko-KR" altLang="en-US" sz="1050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 세션 정보 관리</a:t>
                </a:r>
                <a:endParaRPr kumimoji="1" lang="en-US" altLang="ko-KR" sz="105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  <a:p>
                <a:pPr marL="92075" indent="-92075" fontAlgn="base" latinLnBrk="0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SzPct val="80000"/>
                  <a:buFont typeface="Arial" panose="020B0604020202020204" pitchFamily="34" charset="0"/>
                  <a:buChar char="•"/>
                </a:pPr>
                <a:r>
                  <a:rPr kumimoji="1" lang="en-US" altLang="ko-KR" sz="1050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MCP</a:t>
                </a:r>
                <a:r>
                  <a:rPr kumimoji="1" lang="ko-KR" altLang="en-US" sz="1050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서버에 </a:t>
                </a:r>
                <a:r>
                  <a:rPr kumimoji="1" lang="en-US" altLang="ko-KR" sz="1050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Token </a:t>
                </a:r>
                <a:r>
                  <a:rPr kumimoji="1" lang="ko-KR" altLang="en-US" sz="1050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전달</a:t>
                </a:r>
                <a:endParaRPr kumimoji="1" lang="en-US" altLang="ko-KR" sz="105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</p:grp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03862757-18C7-7036-A844-0A02295E644D}"/>
                </a:ext>
              </a:extLst>
            </p:cNvPr>
            <p:cNvSpPr/>
            <p:nvPr/>
          </p:nvSpPr>
          <p:spPr>
            <a:xfrm>
              <a:off x="2039552" y="2537746"/>
              <a:ext cx="806976" cy="210215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en-US" altLang="ko-KR" sz="10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Token </a:t>
              </a:r>
              <a:r>
                <a:rPr lang="ko-KR" altLang="en-US" sz="10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전달</a:t>
              </a: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56931916-71BD-F0CE-489A-FBFC4C3F97BB}"/>
                </a:ext>
              </a:extLst>
            </p:cNvPr>
            <p:cNvSpPr/>
            <p:nvPr/>
          </p:nvSpPr>
          <p:spPr>
            <a:xfrm>
              <a:off x="4223521" y="2537307"/>
              <a:ext cx="806976" cy="25436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ko-KR" altLang="en-US" sz="10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검증된 요청</a:t>
              </a:r>
            </a:p>
          </p:txBody>
        </p: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B9D399D2-AFC0-8A37-FF0F-93B06EAE7A61}"/>
                </a:ext>
              </a:extLst>
            </p:cNvPr>
            <p:cNvGrpSpPr/>
            <p:nvPr/>
          </p:nvGrpSpPr>
          <p:grpSpPr>
            <a:xfrm>
              <a:off x="7075823" y="3259445"/>
              <a:ext cx="2844926" cy="682637"/>
              <a:chOff x="7520782" y="2838138"/>
              <a:chExt cx="2844926" cy="682637"/>
            </a:xfrm>
          </p:grpSpPr>
          <p:grpSp>
            <p:nvGrpSpPr>
              <p:cNvPr id="40" name="그룹 39">
                <a:extLst>
                  <a:ext uri="{FF2B5EF4-FFF2-40B4-BE49-F238E27FC236}">
                    <a16:creationId xmlns:a16="http://schemas.microsoft.com/office/drawing/2014/main" id="{45732101-87EF-EC0C-AF55-21DB6D6B545F}"/>
                  </a:ext>
                </a:extLst>
              </p:cNvPr>
              <p:cNvGrpSpPr/>
              <p:nvPr/>
            </p:nvGrpSpPr>
            <p:grpSpPr>
              <a:xfrm>
                <a:off x="7520782" y="2838138"/>
                <a:ext cx="2844925" cy="276999"/>
                <a:chOff x="7520782" y="2838138"/>
                <a:chExt cx="2844925" cy="276999"/>
              </a:xfrm>
            </p:grpSpPr>
            <p:sp>
              <p:nvSpPr>
                <p:cNvPr id="42" name="모서리가 둥근 직사각형 16">
                  <a:extLst>
                    <a:ext uri="{FF2B5EF4-FFF2-40B4-BE49-F238E27FC236}">
                      <a16:creationId xmlns:a16="http://schemas.microsoft.com/office/drawing/2014/main" id="{900DE7B7-CE6D-C8F6-055C-1719AD8F4B09}"/>
                    </a:ext>
                  </a:extLst>
                </p:cNvPr>
                <p:cNvSpPr/>
                <p:nvPr/>
              </p:nvSpPr>
              <p:spPr bwMode="auto">
                <a:xfrm flipH="1">
                  <a:off x="7520782" y="2838138"/>
                  <a:ext cx="2844925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t">
                  <a:spAutoFit/>
                </a:bodyPr>
                <a:lstStyle/>
                <a:p>
                  <a:pPr marL="180975" lvl="1" defTabSz="1042988">
                    <a:buClr>
                      <a:srgbClr val="3271AA"/>
                    </a:buClr>
                    <a:buSzPct val="140000"/>
                    <a:tabLst>
                      <a:tab pos="5648325" algn="l"/>
                    </a:tabLst>
                  </a:pPr>
                  <a:r>
                    <a:rPr lang="en-US" altLang="ko-KR" sz="1200" spc="-30" dirty="0">
                      <a:ln>
                        <a:solidFill>
                          <a:srgbClr val="0099FF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Malgun Gothic" panose="020B0503020000020004" pitchFamily="34" charset="-127"/>
                      <a:ea typeface="Malgun Gothic" panose="020B0503020000020004" pitchFamily="34" charset="-127"/>
                      <a:cs typeface="KoPub돋움체 Medium  Medium" panose="02000603000000020004" pitchFamily="50" charset="-127"/>
                      <a:sym typeface="KoPub돋움체 Medium "/>
                    </a:rPr>
                    <a:t>MCP Server</a:t>
                  </a:r>
                  <a:endParaRPr lang="ko-KR" altLang="en-US" sz="1200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  <a:cs typeface="KoPub돋움체 Medium  Medium" panose="02000603000000020004" pitchFamily="50" charset="-127"/>
                    <a:sym typeface="KoPub돋움체 Medium "/>
                  </a:endParaRPr>
                </a:p>
              </p:txBody>
            </p:sp>
            <p:sp>
              <p:nvSpPr>
                <p:cNvPr id="43" name="Freeform 33">
                  <a:extLst>
                    <a:ext uri="{FF2B5EF4-FFF2-40B4-BE49-F238E27FC236}">
                      <a16:creationId xmlns:a16="http://schemas.microsoft.com/office/drawing/2014/main" id="{894AE002-1912-A085-A9E0-833E098C193D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7597466" y="2897108"/>
                  <a:ext cx="146360" cy="146360"/>
                </a:xfrm>
                <a:custGeom>
                  <a:avLst/>
                  <a:gdLst>
                    <a:gd name="T0" fmla="*/ 220 w 440"/>
                    <a:gd name="T1" fmla="*/ 0 h 441"/>
                    <a:gd name="T2" fmla="*/ 0 w 440"/>
                    <a:gd name="T3" fmla="*/ 220 h 441"/>
                    <a:gd name="T4" fmla="*/ 220 w 440"/>
                    <a:gd name="T5" fmla="*/ 441 h 441"/>
                    <a:gd name="T6" fmla="*/ 440 w 440"/>
                    <a:gd name="T7" fmla="*/ 220 h 441"/>
                    <a:gd name="T8" fmla="*/ 220 w 440"/>
                    <a:gd name="T9" fmla="*/ 0 h 441"/>
                    <a:gd name="T10" fmla="*/ 200 w 440"/>
                    <a:gd name="T11" fmla="*/ 330 h 441"/>
                    <a:gd name="T12" fmla="*/ 93 w 440"/>
                    <a:gd name="T13" fmla="*/ 222 h 441"/>
                    <a:gd name="T14" fmla="*/ 120 w 440"/>
                    <a:gd name="T15" fmla="*/ 200 h 441"/>
                    <a:gd name="T16" fmla="*/ 182 w 440"/>
                    <a:gd name="T17" fmla="*/ 248 h 441"/>
                    <a:gd name="T18" fmla="*/ 341 w 440"/>
                    <a:gd name="T19" fmla="*/ 111 h 441"/>
                    <a:gd name="T20" fmla="*/ 347 w 440"/>
                    <a:gd name="T21" fmla="*/ 126 h 441"/>
                    <a:gd name="T22" fmla="*/ 200 w 440"/>
                    <a:gd name="T23" fmla="*/ 330 h 4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440" h="441">
                      <a:moveTo>
                        <a:pt x="220" y="0"/>
                      </a:moveTo>
                      <a:cubicBezTo>
                        <a:pt x="98" y="0"/>
                        <a:pt x="0" y="99"/>
                        <a:pt x="0" y="220"/>
                      </a:cubicBezTo>
                      <a:cubicBezTo>
                        <a:pt x="0" y="342"/>
                        <a:pt x="98" y="441"/>
                        <a:pt x="220" y="441"/>
                      </a:cubicBezTo>
                      <a:cubicBezTo>
                        <a:pt x="342" y="441"/>
                        <a:pt x="440" y="342"/>
                        <a:pt x="440" y="220"/>
                      </a:cubicBezTo>
                      <a:cubicBezTo>
                        <a:pt x="440" y="99"/>
                        <a:pt x="342" y="0"/>
                        <a:pt x="220" y="0"/>
                      </a:cubicBezTo>
                      <a:close/>
                      <a:moveTo>
                        <a:pt x="200" y="330"/>
                      </a:moveTo>
                      <a:cubicBezTo>
                        <a:pt x="93" y="222"/>
                        <a:pt x="93" y="222"/>
                        <a:pt x="93" y="222"/>
                      </a:cubicBezTo>
                      <a:cubicBezTo>
                        <a:pt x="120" y="200"/>
                        <a:pt x="120" y="200"/>
                        <a:pt x="120" y="200"/>
                      </a:cubicBezTo>
                      <a:cubicBezTo>
                        <a:pt x="182" y="248"/>
                        <a:pt x="182" y="248"/>
                        <a:pt x="182" y="248"/>
                      </a:cubicBezTo>
                      <a:cubicBezTo>
                        <a:pt x="207" y="218"/>
                        <a:pt x="263" y="158"/>
                        <a:pt x="341" y="111"/>
                      </a:cubicBezTo>
                      <a:cubicBezTo>
                        <a:pt x="347" y="126"/>
                        <a:pt x="347" y="126"/>
                        <a:pt x="347" y="126"/>
                      </a:cubicBezTo>
                      <a:cubicBezTo>
                        <a:pt x="276" y="191"/>
                        <a:pt x="218" y="283"/>
                        <a:pt x="200" y="330"/>
                      </a:cubicBezTo>
                      <a:close/>
                    </a:path>
                  </a:pathLst>
                </a:custGeom>
                <a:solidFill>
                  <a:srgbClr val="98A1B7"/>
                </a:solidFill>
                <a:ln>
                  <a:noFill/>
                </a:ln>
              </p:spPr>
              <p:txBody>
                <a:bodyPr wrap="none" anchor="ctr"/>
                <a:lstStyle/>
                <a:p>
                  <a:pPr algn="ctr" defTabSz="1043056"/>
                  <a:endParaRPr lang="ko-KR" altLang="en-US" sz="1100" spc="-3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rgbClr val="B42658">
                        <a:alpha val="50000"/>
                      </a:srgb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</p:grpSp>
          <p:sp>
            <p:nvSpPr>
              <p:cNvPr id="41" name="텍스트 개체 틀 16">
                <a:extLst>
                  <a:ext uri="{FF2B5EF4-FFF2-40B4-BE49-F238E27FC236}">
                    <a16:creationId xmlns:a16="http://schemas.microsoft.com/office/drawing/2014/main" id="{9A459237-C993-18B7-04C5-86EFF41596B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622225" y="3159138"/>
                <a:ext cx="2743483" cy="361637"/>
              </a:xfrm>
              <a:prstGeom prst="rect">
                <a:avLst/>
              </a:prstGeom>
            </p:spPr>
            <p:txBody>
              <a:bodyPr wrap="square" lIns="72000" tIns="0" rIns="0" bIns="0" anchor="t">
                <a:sp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KoPub돋움체 Medium 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92075" indent="-92075" fontAlgn="base" latinLnBrk="0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SzPct val="80000"/>
                  <a:buFont typeface="Arial" panose="020B0604020202020204" pitchFamily="34" charset="0"/>
                  <a:buChar char="•"/>
                </a:pPr>
                <a:r>
                  <a:rPr kumimoji="1" lang="ko-KR" altLang="en-US" sz="1050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리소스 서버 통신 정보관리 </a:t>
                </a:r>
                <a:endParaRPr kumimoji="1" lang="en-US" altLang="ko-KR" sz="105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  <a:p>
                <a:pPr marL="92075" indent="-92075" fontAlgn="base" latinLnBrk="0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SzPct val="80000"/>
                  <a:buFont typeface="Arial" panose="020B0604020202020204" pitchFamily="34" charset="0"/>
                  <a:buChar char="•"/>
                </a:pPr>
                <a:r>
                  <a:rPr kumimoji="1" lang="en-US" altLang="ko-KR" sz="1050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Credential </a:t>
                </a:r>
                <a:r>
                  <a:rPr kumimoji="1" lang="ko-KR" altLang="en-US" sz="1050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보관</a:t>
                </a:r>
                <a:r>
                  <a:rPr kumimoji="1" lang="en-US" altLang="ko-KR" sz="1050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 </a:t>
                </a:r>
                <a:r>
                  <a:rPr kumimoji="1" lang="ko-KR" altLang="en-US" sz="1050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및 검증</a:t>
                </a:r>
                <a:endParaRPr kumimoji="1" lang="en-US" altLang="ko-KR" sz="105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</p:grp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E3C3BCED-040B-1C38-F605-4CF051E060A0}"/>
                </a:ext>
              </a:extLst>
            </p:cNvPr>
            <p:cNvGrpSpPr/>
            <p:nvPr/>
          </p:nvGrpSpPr>
          <p:grpSpPr>
            <a:xfrm>
              <a:off x="7087953" y="3987456"/>
              <a:ext cx="2844926" cy="844220"/>
              <a:chOff x="7520782" y="2838138"/>
              <a:chExt cx="2844926" cy="844220"/>
            </a:xfrm>
          </p:grpSpPr>
          <p:grpSp>
            <p:nvGrpSpPr>
              <p:cNvPr id="982" name="그룹 981">
                <a:extLst>
                  <a:ext uri="{FF2B5EF4-FFF2-40B4-BE49-F238E27FC236}">
                    <a16:creationId xmlns:a16="http://schemas.microsoft.com/office/drawing/2014/main" id="{581967AB-33E7-E3E2-43EF-410A25BF557F}"/>
                  </a:ext>
                </a:extLst>
              </p:cNvPr>
              <p:cNvGrpSpPr/>
              <p:nvPr/>
            </p:nvGrpSpPr>
            <p:grpSpPr>
              <a:xfrm>
                <a:off x="7520782" y="2838138"/>
                <a:ext cx="2844925" cy="276999"/>
                <a:chOff x="7520782" y="2838138"/>
                <a:chExt cx="2844925" cy="276999"/>
              </a:xfrm>
            </p:grpSpPr>
            <p:sp>
              <p:nvSpPr>
                <p:cNvPr id="984" name="모서리가 둥근 직사각형 16">
                  <a:extLst>
                    <a:ext uri="{FF2B5EF4-FFF2-40B4-BE49-F238E27FC236}">
                      <a16:creationId xmlns:a16="http://schemas.microsoft.com/office/drawing/2014/main" id="{D0A61832-6102-BF33-A504-A469EAF38C28}"/>
                    </a:ext>
                  </a:extLst>
                </p:cNvPr>
                <p:cNvSpPr/>
                <p:nvPr/>
              </p:nvSpPr>
              <p:spPr bwMode="auto">
                <a:xfrm flipH="1">
                  <a:off x="7520782" y="2838138"/>
                  <a:ext cx="2844925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t">
                  <a:spAutoFit/>
                </a:bodyPr>
                <a:lstStyle/>
                <a:p>
                  <a:pPr marL="180975" lvl="1" defTabSz="1042988">
                    <a:buClr>
                      <a:srgbClr val="3271AA"/>
                    </a:buClr>
                    <a:buSzPct val="140000"/>
                    <a:tabLst>
                      <a:tab pos="5648325" algn="l"/>
                    </a:tabLst>
                  </a:pPr>
                  <a:r>
                    <a:rPr lang="en-US" altLang="ko-KR" sz="1200" spc="-30" dirty="0">
                      <a:ln>
                        <a:solidFill>
                          <a:srgbClr val="0099FF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Malgun Gothic" panose="020B0503020000020004" pitchFamily="34" charset="-127"/>
                      <a:ea typeface="Malgun Gothic" panose="020B0503020000020004" pitchFamily="34" charset="-127"/>
                      <a:cs typeface="KoPub돋움체 Medium  Medium" panose="02000603000000020004" pitchFamily="50" charset="-127"/>
                      <a:sym typeface="KoPub돋움체 Medium "/>
                    </a:rPr>
                    <a:t>Resource</a:t>
                  </a:r>
                  <a:endParaRPr lang="ko-KR" altLang="en-US" sz="1200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  <a:cs typeface="KoPub돋움체 Medium  Medium" panose="02000603000000020004" pitchFamily="50" charset="-127"/>
                    <a:sym typeface="KoPub돋움체 Medium "/>
                  </a:endParaRPr>
                </a:p>
              </p:txBody>
            </p:sp>
            <p:sp>
              <p:nvSpPr>
                <p:cNvPr id="985" name="Freeform 33">
                  <a:extLst>
                    <a:ext uri="{FF2B5EF4-FFF2-40B4-BE49-F238E27FC236}">
                      <a16:creationId xmlns:a16="http://schemas.microsoft.com/office/drawing/2014/main" id="{D9686CCB-5524-93A5-E76D-42E836218783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7597466" y="2897108"/>
                  <a:ext cx="146360" cy="146360"/>
                </a:xfrm>
                <a:custGeom>
                  <a:avLst/>
                  <a:gdLst>
                    <a:gd name="T0" fmla="*/ 220 w 440"/>
                    <a:gd name="T1" fmla="*/ 0 h 441"/>
                    <a:gd name="T2" fmla="*/ 0 w 440"/>
                    <a:gd name="T3" fmla="*/ 220 h 441"/>
                    <a:gd name="T4" fmla="*/ 220 w 440"/>
                    <a:gd name="T5" fmla="*/ 441 h 441"/>
                    <a:gd name="T6" fmla="*/ 440 w 440"/>
                    <a:gd name="T7" fmla="*/ 220 h 441"/>
                    <a:gd name="T8" fmla="*/ 220 w 440"/>
                    <a:gd name="T9" fmla="*/ 0 h 441"/>
                    <a:gd name="T10" fmla="*/ 200 w 440"/>
                    <a:gd name="T11" fmla="*/ 330 h 441"/>
                    <a:gd name="T12" fmla="*/ 93 w 440"/>
                    <a:gd name="T13" fmla="*/ 222 h 441"/>
                    <a:gd name="T14" fmla="*/ 120 w 440"/>
                    <a:gd name="T15" fmla="*/ 200 h 441"/>
                    <a:gd name="T16" fmla="*/ 182 w 440"/>
                    <a:gd name="T17" fmla="*/ 248 h 441"/>
                    <a:gd name="T18" fmla="*/ 341 w 440"/>
                    <a:gd name="T19" fmla="*/ 111 h 441"/>
                    <a:gd name="T20" fmla="*/ 347 w 440"/>
                    <a:gd name="T21" fmla="*/ 126 h 441"/>
                    <a:gd name="T22" fmla="*/ 200 w 440"/>
                    <a:gd name="T23" fmla="*/ 330 h 4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440" h="441">
                      <a:moveTo>
                        <a:pt x="220" y="0"/>
                      </a:moveTo>
                      <a:cubicBezTo>
                        <a:pt x="98" y="0"/>
                        <a:pt x="0" y="99"/>
                        <a:pt x="0" y="220"/>
                      </a:cubicBezTo>
                      <a:cubicBezTo>
                        <a:pt x="0" y="342"/>
                        <a:pt x="98" y="441"/>
                        <a:pt x="220" y="441"/>
                      </a:cubicBezTo>
                      <a:cubicBezTo>
                        <a:pt x="342" y="441"/>
                        <a:pt x="440" y="342"/>
                        <a:pt x="440" y="220"/>
                      </a:cubicBezTo>
                      <a:cubicBezTo>
                        <a:pt x="440" y="99"/>
                        <a:pt x="342" y="0"/>
                        <a:pt x="220" y="0"/>
                      </a:cubicBezTo>
                      <a:close/>
                      <a:moveTo>
                        <a:pt x="200" y="330"/>
                      </a:moveTo>
                      <a:cubicBezTo>
                        <a:pt x="93" y="222"/>
                        <a:pt x="93" y="222"/>
                        <a:pt x="93" y="222"/>
                      </a:cubicBezTo>
                      <a:cubicBezTo>
                        <a:pt x="120" y="200"/>
                        <a:pt x="120" y="200"/>
                        <a:pt x="120" y="200"/>
                      </a:cubicBezTo>
                      <a:cubicBezTo>
                        <a:pt x="182" y="248"/>
                        <a:pt x="182" y="248"/>
                        <a:pt x="182" y="248"/>
                      </a:cubicBezTo>
                      <a:cubicBezTo>
                        <a:pt x="207" y="218"/>
                        <a:pt x="263" y="158"/>
                        <a:pt x="341" y="111"/>
                      </a:cubicBezTo>
                      <a:cubicBezTo>
                        <a:pt x="347" y="126"/>
                        <a:pt x="347" y="126"/>
                        <a:pt x="347" y="126"/>
                      </a:cubicBezTo>
                      <a:cubicBezTo>
                        <a:pt x="276" y="191"/>
                        <a:pt x="218" y="283"/>
                        <a:pt x="200" y="330"/>
                      </a:cubicBezTo>
                      <a:close/>
                    </a:path>
                  </a:pathLst>
                </a:custGeom>
                <a:solidFill>
                  <a:srgbClr val="98A1B7"/>
                </a:solidFill>
                <a:ln>
                  <a:noFill/>
                </a:ln>
              </p:spPr>
              <p:txBody>
                <a:bodyPr wrap="none" anchor="ctr"/>
                <a:lstStyle/>
                <a:p>
                  <a:pPr algn="ctr" defTabSz="1043056"/>
                  <a:endParaRPr lang="ko-KR" altLang="en-US" sz="1100" spc="-3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rgbClr val="B42658">
                        <a:alpha val="50000"/>
                      </a:srgb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</p:grpSp>
          <p:sp>
            <p:nvSpPr>
              <p:cNvPr id="983" name="텍스트 개체 틀 16">
                <a:extLst>
                  <a:ext uri="{FF2B5EF4-FFF2-40B4-BE49-F238E27FC236}">
                    <a16:creationId xmlns:a16="http://schemas.microsoft.com/office/drawing/2014/main" id="{BA924873-D68E-9538-5FC6-E9599550B25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622225" y="3159138"/>
                <a:ext cx="2743483" cy="523220"/>
              </a:xfrm>
              <a:prstGeom prst="rect">
                <a:avLst/>
              </a:prstGeom>
            </p:spPr>
            <p:txBody>
              <a:bodyPr wrap="square" lIns="72000" tIns="0" rIns="0" bIns="0" anchor="t">
                <a:sp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KoPub돋움체 Medium 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92075" indent="-92075" fontAlgn="base" latinLnBrk="0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SzPct val="80000"/>
                  <a:buFont typeface="Arial" panose="020B0604020202020204" pitchFamily="34" charset="0"/>
                  <a:buChar char="•"/>
                </a:pPr>
                <a:r>
                  <a:rPr kumimoji="1" lang="ko-KR" altLang="en-US" sz="1050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최종 데이터</a:t>
                </a:r>
                <a:r>
                  <a:rPr kumimoji="1" lang="en-US" altLang="ko-KR" sz="1050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(API/DB/</a:t>
                </a:r>
                <a:r>
                  <a:rPr kumimoji="1" lang="ko-KR" altLang="en-US" sz="1050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서비스</a:t>
                </a:r>
                <a:r>
                  <a:rPr kumimoji="1" lang="en-US" altLang="ko-KR" sz="1050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)</a:t>
                </a:r>
              </a:p>
              <a:p>
                <a:pPr marL="92075" indent="-92075" fontAlgn="base" latinLnBrk="0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SzPct val="80000"/>
                  <a:buFont typeface="Arial" panose="020B0604020202020204" pitchFamily="34" charset="0"/>
                  <a:buChar char="•"/>
                </a:pPr>
                <a:r>
                  <a:rPr kumimoji="1" lang="en-US" altLang="ko-KR" sz="1050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MCP </a:t>
                </a:r>
                <a:r>
                  <a:rPr kumimoji="1" lang="ko-KR" altLang="en-US" sz="1050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서버로부터 온 요청이 유효한지 최종 확인</a:t>
                </a:r>
                <a:endParaRPr kumimoji="1" lang="ko-KR" altLang="en-US" sz="1050" kern="12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</p:grpSp>
        <p:cxnSp>
          <p:nvCxnSpPr>
            <p:cNvPr id="986" name="직선 화살표 연결선 985">
              <a:extLst>
                <a:ext uri="{FF2B5EF4-FFF2-40B4-BE49-F238E27FC236}">
                  <a16:creationId xmlns:a16="http://schemas.microsoft.com/office/drawing/2014/main" id="{28D0DFBC-06DE-CC00-4548-B4C350EE2B9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49206" y="3181341"/>
              <a:ext cx="1152431" cy="1292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7" name="직선 화살표 연결선 986">
              <a:extLst>
                <a:ext uri="{FF2B5EF4-FFF2-40B4-BE49-F238E27FC236}">
                  <a16:creationId xmlns:a16="http://schemas.microsoft.com/office/drawing/2014/main" id="{C5BA140B-66C5-73D7-1415-6FCD42044D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62520" y="3199583"/>
              <a:ext cx="733707" cy="7783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8" name="직사각형 987">
              <a:extLst>
                <a:ext uri="{FF2B5EF4-FFF2-40B4-BE49-F238E27FC236}">
                  <a16:creationId xmlns:a16="http://schemas.microsoft.com/office/drawing/2014/main" id="{25FE804B-AAB8-4E93-D191-D080ACDEC02C}"/>
                </a:ext>
              </a:extLst>
            </p:cNvPr>
            <p:cNvSpPr/>
            <p:nvPr/>
          </p:nvSpPr>
          <p:spPr>
            <a:xfrm>
              <a:off x="4221050" y="3265013"/>
              <a:ext cx="806976" cy="270474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ko-KR" altLang="en-US" sz="10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데이터 반환</a:t>
              </a:r>
            </a:p>
          </p:txBody>
        </p:sp>
        <p:sp>
          <p:nvSpPr>
            <p:cNvPr id="989" name="직사각형 988">
              <a:extLst>
                <a:ext uri="{FF2B5EF4-FFF2-40B4-BE49-F238E27FC236}">
                  <a16:creationId xmlns:a16="http://schemas.microsoft.com/office/drawing/2014/main" id="{0C799AEE-9664-10E6-8C7D-D9CD47F0D1F4}"/>
                </a:ext>
              </a:extLst>
            </p:cNvPr>
            <p:cNvSpPr/>
            <p:nvPr/>
          </p:nvSpPr>
          <p:spPr>
            <a:xfrm>
              <a:off x="2022835" y="3158055"/>
              <a:ext cx="806976" cy="338554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1516258" eaLnBrk="0" hangingPunct="0">
                <a:buClr>
                  <a:srgbClr val="3271AA"/>
                </a:buClr>
                <a:buSzPct val="140000"/>
                <a:tabLst>
                  <a:tab pos="5648325" algn="l"/>
                </a:tabLst>
              </a:pPr>
              <a:r>
                <a:rPr lang="ko-KR" altLang="en-US" sz="10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응답 반환</a:t>
              </a:r>
            </a:p>
          </p:txBody>
        </p:sp>
        <p:cxnSp>
          <p:nvCxnSpPr>
            <p:cNvPr id="990" name="직선 화살표 연결선 989">
              <a:extLst>
                <a:ext uri="{FF2B5EF4-FFF2-40B4-BE49-F238E27FC236}">
                  <a16:creationId xmlns:a16="http://schemas.microsoft.com/office/drawing/2014/main" id="{B9EE7464-662C-C749-722F-A46C48B5A077}"/>
                </a:ext>
              </a:extLst>
            </p:cNvPr>
            <p:cNvCxnSpPr>
              <a:cxnSpLocks/>
              <a:stCxn id="8" idx="2"/>
              <a:endCxn id="6" idx="0"/>
            </p:cNvCxnSpPr>
            <p:nvPr/>
          </p:nvCxnSpPr>
          <p:spPr>
            <a:xfrm flipH="1">
              <a:off x="3621932" y="3871142"/>
              <a:ext cx="4405" cy="397298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prstDash val="sysDot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91" name="그룹 990">
              <a:extLst>
                <a:ext uri="{FF2B5EF4-FFF2-40B4-BE49-F238E27FC236}">
                  <a16:creationId xmlns:a16="http://schemas.microsoft.com/office/drawing/2014/main" id="{25DEA7D4-2E27-9FEB-2537-AE79936F25A2}"/>
                </a:ext>
              </a:extLst>
            </p:cNvPr>
            <p:cNvGrpSpPr/>
            <p:nvPr/>
          </p:nvGrpSpPr>
          <p:grpSpPr>
            <a:xfrm>
              <a:off x="7075822" y="4722441"/>
              <a:ext cx="2844926" cy="682637"/>
              <a:chOff x="7520782" y="2838138"/>
              <a:chExt cx="2844926" cy="682637"/>
            </a:xfrm>
          </p:grpSpPr>
          <p:grpSp>
            <p:nvGrpSpPr>
              <p:cNvPr id="992" name="그룹 991">
                <a:extLst>
                  <a:ext uri="{FF2B5EF4-FFF2-40B4-BE49-F238E27FC236}">
                    <a16:creationId xmlns:a16="http://schemas.microsoft.com/office/drawing/2014/main" id="{99BB7D2E-7FD0-944C-0CDD-473923A72242}"/>
                  </a:ext>
                </a:extLst>
              </p:cNvPr>
              <p:cNvGrpSpPr/>
              <p:nvPr/>
            </p:nvGrpSpPr>
            <p:grpSpPr>
              <a:xfrm>
                <a:off x="7520782" y="2838138"/>
                <a:ext cx="2844925" cy="276999"/>
                <a:chOff x="7520782" y="2838138"/>
                <a:chExt cx="2844925" cy="276999"/>
              </a:xfrm>
            </p:grpSpPr>
            <p:sp>
              <p:nvSpPr>
                <p:cNvPr id="994" name="모서리가 둥근 직사각형 16">
                  <a:extLst>
                    <a:ext uri="{FF2B5EF4-FFF2-40B4-BE49-F238E27FC236}">
                      <a16:creationId xmlns:a16="http://schemas.microsoft.com/office/drawing/2014/main" id="{1FA1C049-3D12-E8AE-BC86-6716EABFFC87}"/>
                    </a:ext>
                  </a:extLst>
                </p:cNvPr>
                <p:cNvSpPr/>
                <p:nvPr/>
              </p:nvSpPr>
              <p:spPr bwMode="auto">
                <a:xfrm flipH="1">
                  <a:off x="7520782" y="2838138"/>
                  <a:ext cx="2844925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t">
                  <a:spAutoFit/>
                </a:bodyPr>
                <a:lstStyle/>
                <a:p>
                  <a:pPr marL="180975" lvl="1" defTabSz="1042988">
                    <a:buClr>
                      <a:srgbClr val="3271AA"/>
                    </a:buClr>
                    <a:buSzPct val="140000"/>
                    <a:tabLst>
                      <a:tab pos="5648325" algn="l"/>
                    </a:tabLst>
                  </a:pPr>
                  <a:r>
                    <a:rPr lang="ko-KR" altLang="en-US" sz="1200" spc="-30" dirty="0">
                      <a:ln>
                        <a:solidFill>
                          <a:srgbClr val="0099FF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Malgun Gothic" panose="020B0503020000020004" pitchFamily="34" charset="-127"/>
                      <a:ea typeface="Malgun Gothic" panose="020B0503020000020004" pitchFamily="34" charset="-127"/>
                      <a:cs typeface="KoPub돋움체 Medium  Medium" panose="02000603000000020004" pitchFamily="50" charset="-127"/>
                      <a:sym typeface="KoPub돋움체 Medium "/>
                    </a:rPr>
                    <a:t>공통영역</a:t>
                  </a:r>
                </a:p>
              </p:txBody>
            </p:sp>
            <p:sp>
              <p:nvSpPr>
                <p:cNvPr id="995" name="Freeform 33">
                  <a:extLst>
                    <a:ext uri="{FF2B5EF4-FFF2-40B4-BE49-F238E27FC236}">
                      <a16:creationId xmlns:a16="http://schemas.microsoft.com/office/drawing/2014/main" id="{512C8555-D493-C553-BAF8-7C7B9D421338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7597466" y="2897108"/>
                  <a:ext cx="146360" cy="146360"/>
                </a:xfrm>
                <a:custGeom>
                  <a:avLst/>
                  <a:gdLst>
                    <a:gd name="T0" fmla="*/ 220 w 440"/>
                    <a:gd name="T1" fmla="*/ 0 h 441"/>
                    <a:gd name="T2" fmla="*/ 0 w 440"/>
                    <a:gd name="T3" fmla="*/ 220 h 441"/>
                    <a:gd name="T4" fmla="*/ 220 w 440"/>
                    <a:gd name="T5" fmla="*/ 441 h 441"/>
                    <a:gd name="T6" fmla="*/ 440 w 440"/>
                    <a:gd name="T7" fmla="*/ 220 h 441"/>
                    <a:gd name="T8" fmla="*/ 220 w 440"/>
                    <a:gd name="T9" fmla="*/ 0 h 441"/>
                    <a:gd name="T10" fmla="*/ 200 w 440"/>
                    <a:gd name="T11" fmla="*/ 330 h 441"/>
                    <a:gd name="T12" fmla="*/ 93 w 440"/>
                    <a:gd name="T13" fmla="*/ 222 h 441"/>
                    <a:gd name="T14" fmla="*/ 120 w 440"/>
                    <a:gd name="T15" fmla="*/ 200 h 441"/>
                    <a:gd name="T16" fmla="*/ 182 w 440"/>
                    <a:gd name="T17" fmla="*/ 248 h 441"/>
                    <a:gd name="T18" fmla="*/ 341 w 440"/>
                    <a:gd name="T19" fmla="*/ 111 h 441"/>
                    <a:gd name="T20" fmla="*/ 347 w 440"/>
                    <a:gd name="T21" fmla="*/ 126 h 441"/>
                    <a:gd name="T22" fmla="*/ 200 w 440"/>
                    <a:gd name="T23" fmla="*/ 330 h 4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440" h="441">
                      <a:moveTo>
                        <a:pt x="220" y="0"/>
                      </a:moveTo>
                      <a:cubicBezTo>
                        <a:pt x="98" y="0"/>
                        <a:pt x="0" y="99"/>
                        <a:pt x="0" y="220"/>
                      </a:cubicBezTo>
                      <a:cubicBezTo>
                        <a:pt x="0" y="342"/>
                        <a:pt x="98" y="441"/>
                        <a:pt x="220" y="441"/>
                      </a:cubicBezTo>
                      <a:cubicBezTo>
                        <a:pt x="342" y="441"/>
                        <a:pt x="440" y="342"/>
                        <a:pt x="440" y="220"/>
                      </a:cubicBezTo>
                      <a:cubicBezTo>
                        <a:pt x="440" y="99"/>
                        <a:pt x="342" y="0"/>
                        <a:pt x="220" y="0"/>
                      </a:cubicBezTo>
                      <a:close/>
                      <a:moveTo>
                        <a:pt x="200" y="330"/>
                      </a:moveTo>
                      <a:cubicBezTo>
                        <a:pt x="93" y="222"/>
                        <a:pt x="93" y="222"/>
                        <a:pt x="93" y="222"/>
                      </a:cubicBezTo>
                      <a:cubicBezTo>
                        <a:pt x="120" y="200"/>
                        <a:pt x="120" y="200"/>
                        <a:pt x="120" y="200"/>
                      </a:cubicBezTo>
                      <a:cubicBezTo>
                        <a:pt x="182" y="248"/>
                        <a:pt x="182" y="248"/>
                        <a:pt x="182" y="248"/>
                      </a:cubicBezTo>
                      <a:cubicBezTo>
                        <a:pt x="207" y="218"/>
                        <a:pt x="263" y="158"/>
                        <a:pt x="341" y="111"/>
                      </a:cubicBezTo>
                      <a:cubicBezTo>
                        <a:pt x="347" y="126"/>
                        <a:pt x="347" y="126"/>
                        <a:pt x="347" y="126"/>
                      </a:cubicBezTo>
                      <a:cubicBezTo>
                        <a:pt x="276" y="191"/>
                        <a:pt x="218" y="283"/>
                        <a:pt x="200" y="330"/>
                      </a:cubicBezTo>
                      <a:close/>
                    </a:path>
                  </a:pathLst>
                </a:custGeom>
                <a:solidFill>
                  <a:srgbClr val="98A1B7"/>
                </a:solidFill>
                <a:ln>
                  <a:noFill/>
                </a:ln>
              </p:spPr>
              <p:txBody>
                <a:bodyPr wrap="none" anchor="ctr"/>
                <a:lstStyle/>
                <a:p>
                  <a:pPr algn="ctr" defTabSz="1043056"/>
                  <a:endParaRPr lang="ko-KR" altLang="en-US" sz="1100" spc="-3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rgbClr val="B42658">
                        <a:alpha val="50000"/>
                      </a:srgb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</p:grpSp>
          <p:sp>
            <p:nvSpPr>
              <p:cNvPr id="993" name="텍스트 개체 틀 16">
                <a:extLst>
                  <a:ext uri="{FF2B5EF4-FFF2-40B4-BE49-F238E27FC236}">
                    <a16:creationId xmlns:a16="http://schemas.microsoft.com/office/drawing/2014/main" id="{393C9E9C-42D9-6D5D-DF03-71316C9B397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622225" y="3159138"/>
                <a:ext cx="2743483" cy="361637"/>
              </a:xfrm>
              <a:prstGeom prst="rect">
                <a:avLst/>
              </a:prstGeom>
            </p:spPr>
            <p:txBody>
              <a:bodyPr wrap="square" lIns="72000" tIns="0" rIns="0" bIns="0" anchor="t">
                <a:sp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KoPub돋움체 Medium 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KoPub돋움체 Medium 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92075" indent="-92075" fontAlgn="base" latinLnBrk="0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SzPct val="80000"/>
                  <a:buFont typeface="Arial" panose="020B0604020202020204" pitchFamily="34" charset="0"/>
                  <a:buChar char="•"/>
                </a:pPr>
                <a:r>
                  <a:rPr kumimoji="1" lang="ko-KR" altLang="en-US" sz="1050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인증</a:t>
                </a:r>
                <a:r>
                  <a:rPr kumimoji="1" lang="en-US" altLang="ko-KR" sz="1050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/</a:t>
                </a:r>
                <a:r>
                  <a:rPr kumimoji="1" lang="ko-KR" altLang="en-US" sz="1050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인가 관리</a:t>
                </a:r>
                <a:endParaRPr kumimoji="1" lang="en-US" altLang="ko-KR" sz="105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  <a:p>
                <a:pPr marL="92075" indent="-92075" fontAlgn="base" latinLnBrk="0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SzPct val="80000"/>
                  <a:buFont typeface="Arial" panose="020B0604020202020204" pitchFamily="34" charset="0"/>
                  <a:buChar char="•"/>
                </a:pPr>
                <a:r>
                  <a:rPr kumimoji="1" lang="ko-KR" altLang="en-US" sz="1050" spc="-30" dirty="0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모니터링 및 </a:t>
                </a:r>
                <a:r>
                  <a:rPr kumimoji="1" lang="ko-KR" altLang="en-US" sz="1050" spc="-30" dirty="0" err="1">
                    <a:ln>
                      <a:solidFill>
                        <a:srgbClr val="0099FF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트레이싱</a:t>
                </a:r>
                <a:endParaRPr kumimoji="1" lang="ko-KR" altLang="en-US" sz="1050" kern="1200" spc="-30" dirty="0">
                  <a:ln>
                    <a:solidFill>
                      <a:srgbClr val="0099FF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799002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59B618-C2C2-5537-A41C-6C80F7051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3.4</a:t>
            </a:r>
            <a:r>
              <a:rPr kumimoji="1" lang="ko-KR" altLang="en-US" dirty="0"/>
              <a:t> </a:t>
            </a:r>
            <a:r>
              <a:rPr kumimoji="1" lang="en-US" altLang="ko-KR" dirty="0"/>
              <a:t>Agent</a:t>
            </a:r>
            <a:r>
              <a:rPr kumimoji="1" lang="ko-KR" altLang="en-US" dirty="0"/>
              <a:t> 연계방안 </a:t>
            </a:r>
            <a:r>
              <a:rPr kumimoji="1" lang="en-US" altLang="ko-KR" sz="1200" dirty="0"/>
              <a:t>&gt;</a:t>
            </a:r>
            <a:r>
              <a:rPr kumimoji="1" lang="ko-KR" altLang="en-US" sz="1200" dirty="0"/>
              <a:t> </a:t>
            </a:r>
            <a:r>
              <a:rPr kumimoji="1" lang="en-US" altLang="ko-KR" sz="1200" dirty="0"/>
              <a:t>A2A </a:t>
            </a:r>
            <a:r>
              <a:rPr kumimoji="1" lang="ko-KR" altLang="en-US" sz="1200" dirty="0"/>
              <a:t>구성 방안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B59475-945D-4749-A4A1-E0E92D1BE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047" y="504827"/>
            <a:ext cx="8639908" cy="294777"/>
          </a:xfrm>
        </p:spPr>
        <p:txBody>
          <a:bodyPr/>
          <a:lstStyle/>
          <a:p>
            <a:r>
              <a:rPr kumimoji="1" lang="en-US" altLang="ko-KR" dirty="0"/>
              <a:t>A2A</a:t>
            </a:r>
            <a:r>
              <a:rPr kumimoji="1" lang="ko-KR" altLang="en-US" dirty="0"/>
              <a:t> 통신 패턴 유형은 </a:t>
            </a:r>
            <a:r>
              <a:rPr kumimoji="1" lang="en-US" altLang="ko-KR" dirty="0"/>
              <a:t>Peer-to-peer,</a:t>
            </a:r>
            <a:r>
              <a:rPr kumimoji="1" lang="ko-KR" altLang="en-US" dirty="0"/>
              <a:t> </a:t>
            </a:r>
            <a:r>
              <a:rPr kumimoji="1" lang="en-US" altLang="ko-KR" dirty="0"/>
              <a:t>Hub(</a:t>
            </a:r>
            <a:r>
              <a:rPr kumimoji="1" lang="ko-KR" altLang="en-US" dirty="0"/>
              <a:t>중앙 집중형</a:t>
            </a:r>
            <a:r>
              <a:rPr kumimoji="1" lang="en-US" altLang="ko-KR" dirty="0"/>
              <a:t>),</a:t>
            </a:r>
            <a:r>
              <a:rPr kumimoji="1" lang="ko-KR" altLang="en-US" dirty="0"/>
              <a:t> </a:t>
            </a:r>
            <a:r>
              <a:rPr kumimoji="1" lang="en-US" altLang="ko-KR" dirty="0"/>
              <a:t>Hybrid</a:t>
            </a:r>
            <a:r>
              <a:rPr kumimoji="1" lang="ko-KR" altLang="en-US" dirty="0"/>
              <a:t>방식이 존재하며</a:t>
            </a:r>
            <a:r>
              <a:rPr kumimoji="1" lang="en-US" altLang="ko-KR" dirty="0"/>
              <a:t>,</a:t>
            </a:r>
            <a:r>
              <a:rPr kumimoji="1" lang="ko-KR" altLang="en-US" dirty="0"/>
              <a:t> 프로젝트 규모 및 </a:t>
            </a:r>
            <a:r>
              <a:rPr kumimoji="1" lang="en-US" altLang="ko-KR" dirty="0"/>
              <a:t>Agent </a:t>
            </a:r>
            <a:r>
              <a:rPr kumimoji="1" lang="ko-KR" altLang="en-US" dirty="0"/>
              <a:t>구축 개수에 따른 복잡도</a:t>
            </a:r>
            <a:r>
              <a:rPr kumimoji="1" lang="en-US" altLang="ko-KR" dirty="0"/>
              <a:t>,</a:t>
            </a:r>
            <a:r>
              <a:rPr kumimoji="1" lang="ko-KR" altLang="en-US" dirty="0"/>
              <a:t> 보안성</a:t>
            </a:r>
            <a:r>
              <a:rPr kumimoji="1" lang="en-US" altLang="ko-KR" dirty="0"/>
              <a:t>,</a:t>
            </a:r>
            <a:r>
              <a:rPr kumimoji="1" lang="ko-KR" altLang="en-US" dirty="0"/>
              <a:t> 유연성 측면에서 선정하여 구성한다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C979164-F009-9C00-17E3-3CEE9D304F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dirty="0"/>
              <a:t>3.</a:t>
            </a:r>
            <a:r>
              <a:rPr kumimoji="1" lang="ko-KR" altLang="en-US" dirty="0"/>
              <a:t> 어플리케이션 아키텍처</a:t>
            </a:r>
          </a:p>
        </p:txBody>
      </p:sp>
      <p:sp>
        <p:nvSpPr>
          <p:cNvPr id="981" name="TextBox 980">
            <a:extLst>
              <a:ext uri="{FF2B5EF4-FFF2-40B4-BE49-F238E27FC236}">
                <a16:creationId xmlns:a16="http://schemas.microsoft.com/office/drawing/2014/main" id="{B41235FD-D0F4-4C1F-32ED-F72A57F29620}"/>
              </a:ext>
            </a:extLst>
          </p:cNvPr>
          <p:cNvSpPr txBox="1"/>
          <p:nvPr/>
        </p:nvSpPr>
        <p:spPr>
          <a:xfrm>
            <a:off x="379177" y="4730287"/>
            <a:ext cx="7893294" cy="171589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latinLnBrk="0">
              <a:lnSpc>
                <a:spcPct val="120000"/>
              </a:lnSpc>
              <a:spcBef>
                <a:spcPts val="600"/>
              </a:spcBef>
              <a:spcAft>
                <a:spcPts val="300"/>
              </a:spcAft>
            </a:pPr>
            <a:r>
              <a:rPr kumimoji="1" lang="en-US" altLang="ko-KR" sz="600" dirty="0"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※</a:t>
            </a:r>
            <a:r>
              <a:rPr kumimoji="1" lang="ko-KR" altLang="en-US" sz="600" dirty="0"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 </a:t>
            </a:r>
            <a:r>
              <a:rPr kumimoji="1" lang="en-US" altLang="ko-KR" sz="600" dirty="0"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A2A(Agent</a:t>
            </a:r>
            <a:r>
              <a:rPr kumimoji="1" lang="ko-KR" altLang="en-US" sz="600" dirty="0"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 </a:t>
            </a:r>
            <a:r>
              <a:rPr kumimoji="1" lang="en-US" altLang="ko-KR" sz="600" dirty="0"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to</a:t>
            </a:r>
            <a:r>
              <a:rPr kumimoji="1" lang="ko-KR" altLang="en-US" sz="600" dirty="0"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 </a:t>
            </a:r>
            <a:r>
              <a:rPr kumimoji="1" lang="en-US" altLang="ko-KR" sz="600" dirty="0"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Agent) : Agent </a:t>
            </a:r>
            <a:r>
              <a:rPr kumimoji="1" lang="ko-KR" altLang="en-US" sz="600" dirty="0"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간 통신을 위한 표준 프로토콜</a:t>
            </a:r>
            <a:endParaRPr kumimoji="1" lang="en-US" altLang="ko-KR" sz="600" dirty="0">
              <a:latin typeface="Malgun Gothic" panose="020B0503020000020004" pitchFamily="34" charset="-127"/>
              <a:ea typeface="Malgun Gothic" panose="020B0503020000020004" pitchFamily="34" charset="-127"/>
              <a:cs typeface="Tahoma" panose="020B0604030504040204" pitchFamily="34" charset="0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832B7122-D7D5-8CAD-95F5-CAF79107C3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6013343"/>
              </p:ext>
            </p:extLst>
          </p:nvPr>
        </p:nvGraphicFramePr>
        <p:xfrm>
          <a:off x="379176" y="1227221"/>
          <a:ext cx="8301607" cy="31835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2418">
                  <a:extLst>
                    <a:ext uri="{9D8B030D-6E8A-4147-A177-3AD203B41FA5}">
                      <a16:colId xmlns:a16="http://schemas.microsoft.com/office/drawing/2014/main" val="636305797"/>
                    </a:ext>
                  </a:extLst>
                </a:gridCol>
                <a:gridCol w="2470148">
                  <a:extLst>
                    <a:ext uri="{9D8B030D-6E8A-4147-A177-3AD203B41FA5}">
                      <a16:colId xmlns:a16="http://schemas.microsoft.com/office/drawing/2014/main" val="1689013127"/>
                    </a:ext>
                  </a:extLst>
                </a:gridCol>
                <a:gridCol w="2622884">
                  <a:extLst>
                    <a:ext uri="{9D8B030D-6E8A-4147-A177-3AD203B41FA5}">
                      <a16:colId xmlns:a16="http://schemas.microsoft.com/office/drawing/2014/main" val="2389774386"/>
                    </a:ext>
                  </a:extLst>
                </a:gridCol>
                <a:gridCol w="2346157">
                  <a:extLst>
                    <a:ext uri="{9D8B030D-6E8A-4147-A177-3AD203B41FA5}">
                      <a16:colId xmlns:a16="http://schemas.microsoft.com/office/drawing/2014/main" val="3505647789"/>
                    </a:ext>
                  </a:extLst>
                </a:gridCol>
              </a:tblGrid>
              <a:tr h="37297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구분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P2P(Peer-to-Peer)</a:t>
                      </a:r>
                      <a:endParaRPr lang="ko-KR" altLang="en-US" sz="1100" b="1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Hub-Based(</a:t>
                      </a:r>
                      <a:r>
                        <a:rPr lang="ko-KR" altLang="en-US" sz="11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중앙 집중형</a:t>
                      </a:r>
                      <a:r>
                        <a:rPr lang="en-US" altLang="ko-KR" sz="11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)</a:t>
                      </a:r>
                      <a:endParaRPr lang="ko-KR" altLang="en-US" sz="1100" b="1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Hybrid(</a:t>
                      </a:r>
                      <a:r>
                        <a:rPr lang="ko-KR" altLang="en-US" sz="11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복합형</a:t>
                      </a:r>
                      <a:r>
                        <a:rPr lang="en-US" altLang="ko-KR" sz="11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)</a:t>
                      </a:r>
                      <a:endParaRPr lang="ko-KR" altLang="en-US" sz="1100" b="1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3988816"/>
                  </a:ext>
                </a:extLst>
              </a:tr>
              <a:tr h="9083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구성도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7574200"/>
                  </a:ext>
                </a:extLst>
              </a:tr>
              <a:tr h="63406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장점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낮은 지연</a:t>
                      </a:r>
                      <a:r>
                        <a:rPr lang="en-US" altLang="ko-KR" sz="8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단순 구조로 구현 용이</a:t>
                      </a:r>
                      <a:endParaRPr lang="en-US" altLang="ko-KR" sz="800" b="0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중앙 집중화로 관리 효율적</a:t>
                      </a:r>
                      <a:endParaRPr lang="en-US" altLang="ko-KR" sz="800" b="0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P2P </a:t>
                      </a:r>
                      <a:r>
                        <a:rPr lang="ko-KR" altLang="en-US" sz="8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대비 보안성 향상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에이전트 연동의 유연성 보장</a:t>
                      </a:r>
                      <a:endParaRPr lang="en-US" altLang="ko-KR" sz="800" b="0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데이터 송</a:t>
                      </a:r>
                      <a:r>
                        <a:rPr lang="en-US" altLang="ko-KR" sz="8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/</a:t>
                      </a:r>
                      <a:r>
                        <a:rPr lang="ko-KR" altLang="en-US" sz="8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수신 최적 성능 설계 가능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935615"/>
                  </a:ext>
                </a:extLst>
              </a:tr>
              <a:tr h="63406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단점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N*(N-1)/2  </a:t>
                      </a:r>
                      <a:r>
                        <a:rPr lang="ko-KR" altLang="en-US" sz="8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연결성 복잡</a:t>
                      </a:r>
                      <a:endParaRPr lang="en-US" altLang="ko-KR" sz="800" b="0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관리 비용 증가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SPOF(Single Point of Failure) </a:t>
                      </a:r>
                      <a:r>
                        <a:rPr lang="ko-KR" altLang="en-US" sz="8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위험 존재</a:t>
                      </a:r>
                      <a:endParaRPr lang="en-US" altLang="ko-KR" sz="800" b="0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단일 관리 체계로 병목 가능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구조한 구조 방식으로 설계 복잡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1144369"/>
                  </a:ext>
                </a:extLst>
              </a:tr>
              <a:tr h="63406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적합상황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소규모 프로젝트</a:t>
                      </a:r>
                      <a:endParaRPr lang="en-US" altLang="ko-KR" sz="800" b="0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Agent </a:t>
                      </a:r>
                      <a:r>
                        <a:rPr lang="ko-KR" altLang="en-US" sz="8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개수 </a:t>
                      </a:r>
                      <a:r>
                        <a:rPr lang="en-US" altLang="ko-KR" sz="8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10</a:t>
                      </a:r>
                      <a:r>
                        <a:rPr lang="ko-KR" altLang="en-US" sz="8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개 이하</a:t>
                      </a:r>
                      <a:endParaRPr lang="en-US" altLang="ko-KR" sz="800" b="0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보안</a:t>
                      </a:r>
                      <a:r>
                        <a:rPr lang="en-US" altLang="ko-KR" sz="8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/</a:t>
                      </a:r>
                      <a:r>
                        <a:rPr lang="ko-KR" altLang="en-US" sz="8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거버넌스 중시되는 프로젝트</a:t>
                      </a:r>
                      <a:endParaRPr lang="en-US" altLang="ko-KR" sz="800" b="0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Agent </a:t>
                      </a:r>
                      <a:r>
                        <a:rPr lang="ko-KR" altLang="en-US" sz="8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개수 수십 개 이하의 중규모 프로젝트</a:t>
                      </a:r>
                      <a:endParaRPr lang="en-US" altLang="ko-KR" sz="800" b="0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대규모 프로젝트 적합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7177019"/>
                  </a:ext>
                </a:extLst>
              </a:tr>
            </a:tbl>
          </a:graphicData>
        </a:graphic>
      </p:graphicFrame>
      <p:grpSp>
        <p:nvGrpSpPr>
          <p:cNvPr id="10" name="그룹 9">
            <a:extLst>
              <a:ext uri="{FF2B5EF4-FFF2-40B4-BE49-F238E27FC236}">
                <a16:creationId xmlns:a16="http://schemas.microsoft.com/office/drawing/2014/main" id="{49CEEFDE-92C0-7EF1-B836-2A4328237B37}"/>
              </a:ext>
            </a:extLst>
          </p:cNvPr>
          <p:cNvGrpSpPr/>
          <p:nvPr/>
        </p:nvGrpSpPr>
        <p:grpSpPr>
          <a:xfrm>
            <a:off x="1411634" y="1711648"/>
            <a:ext cx="516155" cy="387795"/>
            <a:chOff x="978497" y="1941708"/>
            <a:chExt cx="516155" cy="387795"/>
          </a:xfrm>
        </p:grpSpPr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D1270DA6-AA9F-D5C8-9E7D-49F25A4A358D}"/>
                </a:ext>
              </a:extLst>
            </p:cNvPr>
            <p:cNvSpPr/>
            <p:nvPr/>
          </p:nvSpPr>
          <p:spPr bwMode="auto">
            <a:xfrm>
              <a:off x="1050029" y="1941708"/>
              <a:ext cx="426575" cy="38779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895350" latinLnBrk="0">
                <a:spcAft>
                  <a:spcPts val="600"/>
                </a:spcAft>
                <a:buSzPct val="120000"/>
              </a:pPr>
              <a:endParaRPr kumimoji="1" lang="ko-KR" altLang="en-US" sz="400" dirty="0">
                <a:latin typeface="Malgun Gothic Semilight" panose="020B0503020000020004" pitchFamily="34" charset="-127"/>
                <a:ea typeface="Malgun Gothic Semilight" panose="020B0503020000020004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5E40520-1234-929A-774D-E6C0E9DB1881}"/>
                </a:ext>
              </a:extLst>
            </p:cNvPr>
            <p:cNvSpPr txBox="1"/>
            <p:nvPr/>
          </p:nvSpPr>
          <p:spPr>
            <a:xfrm>
              <a:off x="978497" y="2027102"/>
              <a:ext cx="516155" cy="180909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atinLnBrk="0">
                <a:lnSpc>
                  <a:spcPct val="120000"/>
                </a:lnSpc>
                <a:spcBef>
                  <a:spcPts val="600"/>
                </a:spcBef>
                <a:spcAft>
                  <a:spcPts val="300"/>
                </a:spcAft>
              </a:pPr>
              <a:r>
                <a:rPr kumimoji="1" lang="en-US" altLang="ko-KR" sz="800" dirty="0">
                  <a:latin typeface="Malgun Gothic" panose="020B0503020000020004" pitchFamily="34" charset="-127"/>
                  <a:ea typeface="Malgun Gothic" panose="020B0503020000020004" pitchFamily="34" charset="-127"/>
                  <a:cs typeface="Tahoma" panose="020B0604030504040204" pitchFamily="34" charset="0"/>
                </a:rPr>
                <a:t>Agent</a:t>
              </a:r>
              <a:r>
                <a:rPr kumimoji="1" lang="ko-KR" altLang="en-US" sz="800" dirty="0">
                  <a:latin typeface="Malgun Gothic" panose="020B0503020000020004" pitchFamily="34" charset="-127"/>
                  <a:ea typeface="Malgun Gothic" panose="020B0503020000020004" pitchFamily="34" charset="-127"/>
                  <a:cs typeface="Tahoma" panose="020B0604030504040204" pitchFamily="34" charset="0"/>
                </a:rPr>
                <a:t> </a:t>
              </a:r>
              <a:r>
                <a:rPr kumimoji="1" lang="en-US" altLang="ko-KR" sz="800" dirty="0">
                  <a:latin typeface="Malgun Gothic" panose="020B0503020000020004" pitchFamily="34" charset="-127"/>
                  <a:ea typeface="Malgun Gothic" panose="020B0503020000020004" pitchFamily="34" charset="-127"/>
                  <a:cs typeface="Tahoma" panose="020B0604030504040204" pitchFamily="34" charset="0"/>
                </a:rPr>
                <a:t>A</a:t>
              </a:r>
              <a:endParaRPr kumimoji="1" lang="ko-KR" altLang="en-US" sz="800" dirty="0"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919E839D-BCCB-1EDC-2C43-3D2BF00FB59F}"/>
              </a:ext>
            </a:extLst>
          </p:cNvPr>
          <p:cNvGrpSpPr/>
          <p:nvPr/>
        </p:nvGrpSpPr>
        <p:grpSpPr>
          <a:xfrm>
            <a:off x="2194965" y="1711648"/>
            <a:ext cx="516155" cy="387795"/>
            <a:chOff x="990529" y="1941708"/>
            <a:chExt cx="516155" cy="387795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D5772C74-FA2E-A28A-D199-BC1D4C729964}"/>
                </a:ext>
              </a:extLst>
            </p:cNvPr>
            <p:cNvSpPr/>
            <p:nvPr/>
          </p:nvSpPr>
          <p:spPr bwMode="auto">
            <a:xfrm>
              <a:off x="1050029" y="1941708"/>
              <a:ext cx="426575" cy="38779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895350" latinLnBrk="0">
                <a:spcAft>
                  <a:spcPts val="600"/>
                </a:spcAft>
                <a:buSzPct val="120000"/>
              </a:pPr>
              <a:endParaRPr kumimoji="1" lang="ko-KR" altLang="en-US" sz="400" dirty="0">
                <a:latin typeface="Malgun Gothic Semilight" panose="020B0503020000020004" pitchFamily="34" charset="-127"/>
                <a:ea typeface="Malgun Gothic Semilight" panose="020B0503020000020004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C4192AB-6193-2BBD-6F9A-17C08F565246}"/>
                </a:ext>
              </a:extLst>
            </p:cNvPr>
            <p:cNvSpPr txBox="1"/>
            <p:nvPr/>
          </p:nvSpPr>
          <p:spPr>
            <a:xfrm>
              <a:off x="990529" y="2021086"/>
              <a:ext cx="516155" cy="180909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atinLnBrk="0">
                <a:lnSpc>
                  <a:spcPct val="120000"/>
                </a:lnSpc>
                <a:spcBef>
                  <a:spcPts val="600"/>
                </a:spcBef>
                <a:spcAft>
                  <a:spcPts val="300"/>
                </a:spcAft>
              </a:pPr>
              <a:r>
                <a:rPr kumimoji="1" lang="en-US" altLang="ko-KR" sz="800" dirty="0">
                  <a:latin typeface="Malgun Gothic" panose="020B0503020000020004" pitchFamily="34" charset="-127"/>
                  <a:ea typeface="Malgun Gothic" panose="020B0503020000020004" pitchFamily="34" charset="-127"/>
                  <a:cs typeface="Tahoma" panose="020B0604030504040204" pitchFamily="34" charset="0"/>
                </a:rPr>
                <a:t>Agent</a:t>
              </a:r>
              <a:r>
                <a:rPr kumimoji="1" lang="ko-KR" altLang="en-US" sz="800" dirty="0">
                  <a:latin typeface="Malgun Gothic" panose="020B0503020000020004" pitchFamily="34" charset="-127"/>
                  <a:ea typeface="Malgun Gothic" panose="020B0503020000020004" pitchFamily="34" charset="-127"/>
                  <a:cs typeface="Tahoma" panose="020B0604030504040204" pitchFamily="34" charset="0"/>
                </a:rPr>
                <a:t> </a:t>
              </a:r>
              <a:r>
                <a:rPr kumimoji="1" lang="en-US" altLang="ko-KR" sz="800" dirty="0">
                  <a:latin typeface="Malgun Gothic" panose="020B0503020000020004" pitchFamily="34" charset="-127"/>
                  <a:ea typeface="Malgun Gothic" panose="020B0503020000020004" pitchFamily="34" charset="-127"/>
                  <a:cs typeface="Tahoma" panose="020B0604030504040204" pitchFamily="34" charset="0"/>
                </a:rPr>
                <a:t>B</a:t>
              </a:r>
              <a:endParaRPr kumimoji="1" lang="ko-KR" altLang="en-US" sz="800" dirty="0"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endParaRPr>
            </a:p>
          </p:txBody>
        </p:sp>
      </p:grpSp>
      <p:sp>
        <p:nvSpPr>
          <p:cNvPr id="24" name="타원 23">
            <a:extLst>
              <a:ext uri="{FF2B5EF4-FFF2-40B4-BE49-F238E27FC236}">
                <a16:creationId xmlns:a16="http://schemas.microsoft.com/office/drawing/2014/main" id="{F5F1C660-0FB8-6C16-D570-46A4CE141554}"/>
              </a:ext>
            </a:extLst>
          </p:cNvPr>
          <p:cNvSpPr/>
          <p:nvPr/>
        </p:nvSpPr>
        <p:spPr bwMode="auto">
          <a:xfrm>
            <a:off x="3025763" y="1711648"/>
            <a:ext cx="426575" cy="38779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95350" latinLnBrk="0">
              <a:spcAft>
                <a:spcPts val="600"/>
              </a:spcAft>
              <a:buSzPct val="120000"/>
            </a:pPr>
            <a:endParaRPr kumimoji="1" lang="ko-KR" altLang="en-US" sz="400" dirty="0">
              <a:latin typeface="Malgun Gothic Semilight" panose="020B0503020000020004" pitchFamily="34" charset="-127"/>
              <a:ea typeface="Malgun Gothic Semilight" panose="020B0503020000020004" pitchFamily="34" charset="-127"/>
              <a:cs typeface="Tahoma" panose="020B060403050404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2FB6683-9567-C952-D44F-22197BE95203}"/>
              </a:ext>
            </a:extLst>
          </p:cNvPr>
          <p:cNvSpPr txBox="1"/>
          <p:nvPr/>
        </p:nvSpPr>
        <p:spPr>
          <a:xfrm>
            <a:off x="2960247" y="1803058"/>
            <a:ext cx="516155" cy="180909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latinLnBrk="0">
              <a:lnSpc>
                <a:spcPct val="120000"/>
              </a:lnSpc>
              <a:spcBef>
                <a:spcPts val="600"/>
              </a:spcBef>
              <a:spcAft>
                <a:spcPts val="300"/>
              </a:spcAft>
            </a:pPr>
            <a:r>
              <a:rPr kumimoji="1" lang="en-US" altLang="ko-KR" sz="800" dirty="0"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Agent</a:t>
            </a:r>
            <a:r>
              <a:rPr kumimoji="1" lang="ko-KR" altLang="en-US" sz="800" dirty="0"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 </a:t>
            </a:r>
            <a:r>
              <a:rPr kumimoji="1" lang="en-US" altLang="ko-KR" sz="800" dirty="0"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C</a:t>
            </a:r>
            <a:endParaRPr kumimoji="1" lang="ko-KR" altLang="en-US" sz="800" dirty="0">
              <a:latin typeface="Malgun Gothic" panose="020B0503020000020004" pitchFamily="34" charset="-127"/>
              <a:ea typeface="Malgun Gothic" panose="020B0503020000020004" pitchFamily="34" charset="-127"/>
              <a:cs typeface="Tahoma" panose="020B0604030504040204" pitchFamily="34" charset="0"/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7AB12D2F-5D23-EC1F-5316-ACB83C56B0BE}"/>
              </a:ext>
            </a:extLst>
          </p:cNvPr>
          <p:cNvCxnSpPr>
            <a:cxnSpLocks/>
            <a:stCxn id="11" idx="6"/>
            <a:endCxn id="14" idx="2"/>
          </p:cNvCxnSpPr>
          <p:nvPr/>
        </p:nvCxnSpPr>
        <p:spPr>
          <a:xfrm>
            <a:off x="1909741" y="1905546"/>
            <a:ext cx="344724" cy="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03BF6CD2-3AF4-E2E2-5E0D-00C643832213}"/>
              </a:ext>
            </a:extLst>
          </p:cNvPr>
          <p:cNvCxnSpPr>
            <a:cxnSpLocks/>
            <a:stCxn id="14" idx="6"/>
            <a:endCxn id="24" idx="2"/>
          </p:cNvCxnSpPr>
          <p:nvPr/>
        </p:nvCxnSpPr>
        <p:spPr>
          <a:xfrm>
            <a:off x="2681040" y="1905546"/>
            <a:ext cx="344723" cy="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BAF37FE8-DFB6-CE6F-B394-F973333A0DD9}"/>
              </a:ext>
            </a:extLst>
          </p:cNvPr>
          <p:cNvSpPr txBox="1"/>
          <p:nvPr/>
        </p:nvSpPr>
        <p:spPr>
          <a:xfrm>
            <a:off x="2158869" y="2234866"/>
            <a:ext cx="650504" cy="199000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latinLnBrk="0">
              <a:lnSpc>
                <a:spcPct val="120000"/>
              </a:lnSpc>
              <a:spcBef>
                <a:spcPts val="600"/>
              </a:spcBef>
              <a:spcAft>
                <a:spcPts val="300"/>
              </a:spcAft>
            </a:pPr>
            <a:r>
              <a:rPr kumimoji="1" lang="en-US" altLang="ko-KR" sz="800" dirty="0"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“</a:t>
            </a:r>
            <a:r>
              <a:rPr kumimoji="1" lang="ko-KR" altLang="en-US" sz="800" dirty="0"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직접연결</a:t>
            </a:r>
            <a:r>
              <a:rPr kumimoji="1" lang="en-US" altLang="ko-KR" sz="800" dirty="0"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”</a:t>
            </a:r>
            <a:endParaRPr kumimoji="1" lang="ko-KR" altLang="en-US" sz="800" dirty="0">
              <a:latin typeface="Malgun Gothic" panose="020B0503020000020004" pitchFamily="34" charset="-127"/>
              <a:ea typeface="Malgun Gothic" panose="020B0503020000020004" pitchFamily="34" charset="-127"/>
              <a:cs typeface="Tahoma" panose="020B0604030504040204" pitchFamily="34" charset="0"/>
            </a:endParaRPr>
          </a:p>
        </p:txBody>
      </p:sp>
      <p:cxnSp>
        <p:nvCxnSpPr>
          <p:cNvPr id="41" name="꺾인 연결선[E] 40">
            <a:extLst>
              <a:ext uri="{FF2B5EF4-FFF2-40B4-BE49-F238E27FC236}">
                <a16:creationId xmlns:a16="http://schemas.microsoft.com/office/drawing/2014/main" id="{5941B246-BEA9-2B79-3575-37006A178384}"/>
              </a:ext>
            </a:extLst>
          </p:cNvPr>
          <p:cNvCxnSpPr>
            <a:cxnSpLocks/>
            <a:stCxn id="11" idx="4"/>
            <a:endCxn id="24" idx="4"/>
          </p:cNvCxnSpPr>
          <p:nvPr/>
        </p:nvCxnSpPr>
        <p:spPr>
          <a:xfrm rot="16200000" flipH="1">
            <a:off x="2467752" y="1328144"/>
            <a:ext cx="12700" cy="1542597"/>
          </a:xfrm>
          <a:prstGeom prst="bentConnector3">
            <a:avLst>
              <a:gd name="adj1" fmla="val 994740"/>
            </a:avLst>
          </a:prstGeom>
          <a:ln>
            <a:solidFill>
              <a:schemeClr val="tx1"/>
            </a:solidFill>
            <a:prstDash val="solid"/>
            <a:headEnd type="triangl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CF32E30C-7889-32F7-174D-61DD3D9FB02D}"/>
              </a:ext>
            </a:extLst>
          </p:cNvPr>
          <p:cNvGrpSpPr/>
          <p:nvPr/>
        </p:nvGrpSpPr>
        <p:grpSpPr>
          <a:xfrm>
            <a:off x="3953664" y="1651822"/>
            <a:ext cx="516155" cy="387795"/>
            <a:chOff x="978497" y="1941708"/>
            <a:chExt cx="516155" cy="387795"/>
          </a:xfrm>
        </p:grpSpPr>
        <p:sp>
          <p:nvSpPr>
            <p:cNvPr id="982" name="타원 981">
              <a:extLst>
                <a:ext uri="{FF2B5EF4-FFF2-40B4-BE49-F238E27FC236}">
                  <a16:creationId xmlns:a16="http://schemas.microsoft.com/office/drawing/2014/main" id="{CE9F9DBE-15A2-575B-1DB6-371832F47671}"/>
                </a:ext>
              </a:extLst>
            </p:cNvPr>
            <p:cNvSpPr/>
            <p:nvPr/>
          </p:nvSpPr>
          <p:spPr bwMode="auto">
            <a:xfrm>
              <a:off x="1050029" y="1941708"/>
              <a:ext cx="426575" cy="38779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895350" latinLnBrk="0">
                <a:spcAft>
                  <a:spcPts val="600"/>
                </a:spcAft>
                <a:buSzPct val="120000"/>
              </a:pPr>
              <a:endParaRPr kumimoji="1" lang="ko-KR" altLang="en-US" sz="400" dirty="0">
                <a:latin typeface="Malgun Gothic Semilight" panose="020B0503020000020004" pitchFamily="34" charset="-127"/>
                <a:ea typeface="Malgun Gothic Semilight" panose="020B0503020000020004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983" name="TextBox 982">
              <a:extLst>
                <a:ext uri="{FF2B5EF4-FFF2-40B4-BE49-F238E27FC236}">
                  <a16:creationId xmlns:a16="http://schemas.microsoft.com/office/drawing/2014/main" id="{9543B13A-B357-0244-53CB-37754CFAEC74}"/>
                </a:ext>
              </a:extLst>
            </p:cNvPr>
            <p:cNvSpPr txBox="1"/>
            <p:nvPr/>
          </p:nvSpPr>
          <p:spPr>
            <a:xfrm>
              <a:off x="978497" y="2027103"/>
              <a:ext cx="516155" cy="180909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atinLnBrk="0">
                <a:lnSpc>
                  <a:spcPct val="120000"/>
                </a:lnSpc>
                <a:spcBef>
                  <a:spcPts val="600"/>
                </a:spcBef>
                <a:spcAft>
                  <a:spcPts val="300"/>
                </a:spcAft>
              </a:pPr>
              <a:r>
                <a:rPr kumimoji="1" lang="en-US" altLang="ko-KR" sz="800" dirty="0">
                  <a:latin typeface="Malgun Gothic" panose="020B0503020000020004" pitchFamily="34" charset="-127"/>
                  <a:ea typeface="Malgun Gothic" panose="020B0503020000020004" pitchFamily="34" charset="-127"/>
                  <a:cs typeface="Tahoma" panose="020B0604030504040204" pitchFamily="34" charset="0"/>
                </a:rPr>
                <a:t>Agent</a:t>
              </a:r>
              <a:r>
                <a:rPr kumimoji="1" lang="ko-KR" altLang="en-US" sz="800" dirty="0">
                  <a:latin typeface="Malgun Gothic" panose="020B0503020000020004" pitchFamily="34" charset="-127"/>
                  <a:ea typeface="Malgun Gothic" panose="020B0503020000020004" pitchFamily="34" charset="-127"/>
                  <a:cs typeface="Tahoma" panose="020B0604030504040204" pitchFamily="34" charset="0"/>
                </a:rPr>
                <a:t> </a:t>
              </a:r>
              <a:r>
                <a:rPr kumimoji="1" lang="en-US" altLang="ko-KR" sz="800" dirty="0">
                  <a:latin typeface="Malgun Gothic" panose="020B0503020000020004" pitchFamily="34" charset="-127"/>
                  <a:ea typeface="Malgun Gothic" panose="020B0503020000020004" pitchFamily="34" charset="-127"/>
                  <a:cs typeface="Tahoma" panose="020B0604030504040204" pitchFamily="34" charset="0"/>
                </a:rPr>
                <a:t>A</a:t>
              </a:r>
              <a:endParaRPr kumimoji="1" lang="ko-KR" altLang="en-US" sz="800" dirty="0"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endParaRPr>
            </a:p>
          </p:txBody>
        </p:sp>
      </p:grpSp>
      <p:grpSp>
        <p:nvGrpSpPr>
          <p:cNvPr id="984" name="그룹 983">
            <a:extLst>
              <a:ext uri="{FF2B5EF4-FFF2-40B4-BE49-F238E27FC236}">
                <a16:creationId xmlns:a16="http://schemas.microsoft.com/office/drawing/2014/main" id="{A9FDCDE9-00B6-E770-D1B1-D6955559E815}"/>
              </a:ext>
            </a:extLst>
          </p:cNvPr>
          <p:cNvGrpSpPr/>
          <p:nvPr/>
        </p:nvGrpSpPr>
        <p:grpSpPr>
          <a:xfrm>
            <a:off x="5670169" y="1647393"/>
            <a:ext cx="516155" cy="387795"/>
            <a:chOff x="978497" y="1941708"/>
            <a:chExt cx="516155" cy="387795"/>
          </a:xfrm>
        </p:grpSpPr>
        <p:sp>
          <p:nvSpPr>
            <p:cNvPr id="985" name="타원 984">
              <a:extLst>
                <a:ext uri="{FF2B5EF4-FFF2-40B4-BE49-F238E27FC236}">
                  <a16:creationId xmlns:a16="http://schemas.microsoft.com/office/drawing/2014/main" id="{A7DE15BF-4870-9388-597C-8F22466F1077}"/>
                </a:ext>
              </a:extLst>
            </p:cNvPr>
            <p:cNvSpPr/>
            <p:nvPr/>
          </p:nvSpPr>
          <p:spPr bwMode="auto">
            <a:xfrm>
              <a:off x="1050029" y="1941708"/>
              <a:ext cx="426575" cy="38779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895350" latinLnBrk="0">
                <a:spcAft>
                  <a:spcPts val="600"/>
                </a:spcAft>
                <a:buSzPct val="120000"/>
              </a:pPr>
              <a:endParaRPr kumimoji="1" lang="ko-KR" altLang="en-US" sz="400" dirty="0">
                <a:latin typeface="Malgun Gothic Semilight" panose="020B0503020000020004" pitchFamily="34" charset="-127"/>
                <a:ea typeface="Malgun Gothic Semilight" panose="020B0503020000020004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986" name="TextBox 985">
              <a:extLst>
                <a:ext uri="{FF2B5EF4-FFF2-40B4-BE49-F238E27FC236}">
                  <a16:creationId xmlns:a16="http://schemas.microsoft.com/office/drawing/2014/main" id="{E825CB6A-8118-CC0F-7AB0-E9F0D62BA4D6}"/>
                </a:ext>
              </a:extLst>
            </p:cNvPr>
            <p:cNvSpPr txBox="1"/>
            <p:nvPr/>
          </p:nvSpPr>
          <p:spPr>
            <a:xfrm>
              <a:off x="978497" y="2027104"/>
              <a:ext cx="516155" cy="180909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atinLnBrk="0">
                <a:lnSpc>
                  <a:spcPct val="120000"/>
                </a:lnSpc>
                <a:spcBef>
                  <a:spcPts val="600"/>
                </a:spcBef>
                <a:spcAft>
                  <a:spcPts val="300"/>
                </a:spcAft>
              </a:pPr>
              <a:r>
                <a:rPr kumimoji="1" lang="en-US" altLang="ko-KR" sz="800" dirty="0">
                  <a:latin typeface="Malgun Gothic" panose="020B0503020000020004" pitchFamily="34" charset="-127"/>
                  <a:ea typeface="Malgun Gothic" panose="020B0503020000020004" pitchFamily="34" charset="-127"/>
                  <a:cs typeface="Tahoma" panose="020B0604030504040204" pitchFamily="34" charset="0"/>
                </a:rPr>
                <a:t>Agent</a:t>
              </a:r>
              <a:r>
                <a:rPr kumimoji="1" lang="ko-KR" altLang="en-US" sz="800" dirty="0">
                  <a:latin typeface="Malgun Gothic" panose="020B0503020000020004" pitchFamily="34" charset="-127"/>
                  <a:ea typeface="Malgun Gothic" panose="020B0503020000020004" pitchFamily="34" charset="-127"/>
                  <a:cs typeface="Tahoma" panose="020B0604030504040204" pitchFamily="34" charset="0"/>
                </a:rPr>
                <a:t> </a:t>
              </a:r>
              <a:r>
                <a:rPr kumimoji="1" lang="en-US" altLang="ko-KR" sz="800" dirty="0">
                  <a:latin typeface="Malgun Gothic" panose="020B0503020000020004" pitchFamily="34" charset="-127"/>
                  <a:ea typeface="Malgun Gothic" panose="020B0503020000020004" pitchFamily="34" charset="-127"/>
                  <a:cs typeface="Tahoma" panose="020B0604030504040204" pitchFamily="34" charset="0"/>
                </a:rPr>
                <a:t>B</a:t>
              </a:r>
              <a:endParaRPr kumimoji="1" lang="ko-KR" altLang="en-US" sz="800" dirty="0"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endParaRPr>
            </a:p>
          </p:txBody>
        </p:sp>
      </p:grpSp>
      <p:sp>
        <p:nvSpPr>
          <p:cNvPr id="987" name="직사각형 986">
            <a:extLst>
              <a:ext uri="{FF2B5EF4-FFF2-40B4-BE49-F238E27FC236}">
                <a16:creationId xmlns:a16="http://schemas.microsoft.com/office/drawing/2014/main" id="{B06C55E0-EE1D-23BF-400C-9E63680AE7FD}"/>
              </a:ext>
            </a:extLst>
          </p:cNvPr>
          <p:cNvSpPr/>
          <p:nvPr/>
        </p:nvSpPr>
        <p:spPr bwMode="auto">
          <a:xfrm>
            <a:off x="4874341" y="1653958"/>
            <a:ext cx="480886" cy="38029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95350" latinLnBrk="0">
              <a:spcAft>
                <a:spcPts val="600"/>
              </a:spcAft>
              <a:buSzPct val="120000"/>
            </a:pPr>
            <a:endParaRPr kumimoji="1" lang="ko-KR" altLang="en-US" sz="1300" b="1" dirty="0">
              <a:latin typeface="Tahoma" panose="020B0604030504040204" pitchFamily="34" charset="0"/>
              <a:ea typeface="맑은 고딕" panose="020B0503020000020004" pitchFamily="50" charset="-127"/>
              <a:cs typeface="Tahoma" panose="020B0604030504040204" pitchFamily="34" charset="0"/>
            </a:endParaRPr>
          </a:p>
        </p:txBody>
      </p:sp>
      <p:sp>
        <p:nvSpPr>
          <p:cNvPr id="988" name="TextBox 987">
            <a:extLst>
              <a:ext uri="{FF2B5EF4-FFF2-40B4-BE49-F238E27FC236}">
                <a16:creationId xmlns:a16="http://schemas.microsoft.com/office/drawing/2014/main" id="{A2E5C5B2-B8FC-FC96-BE15-A7A95614E927}"/>
              </a:ext>
            </a:extLst>
          </p:cNvPr>
          <p:cNvSpPr txBox="1"/>
          <p:nvPr/>
        </p:nvSpPr>
        <p:spPr>
          <a:xfrm>
            <a:off x="4956387" y="1771407"/>
            <a:ext cx="320492" cy="135920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600"/>
              </a:spcBef>
              <a:spcAft>
                <a:spcPts val="300"/>
              </a:spcAft>
            </a:pPr>
            <a:r>
              <a:rPr kumimoji="1" lang="en-US" altLang="ko-KR" sz="800" dirty="0"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Hub</a:t>
            </a:r>
            <a:endParaRPr kumimoji="1" lang="ko-KR" altLang="en-US" sz="800" dirty="0">
              <a:latin typeface="Malgun Gothic" panose="020B0503020000020004" pitchFamily="34" charset="-127"/>
              <a:ea typeface="Malgun Gothic" panose="020B0503020000020004" pitchFamily="34" charset="-127"/>
              <a:cs typeface="Tahoma" panose="020B0604030504040204" pitchFamily="34" charset="0"/>
            </a:endParaRPr>
          </a:p>
        </p:txBody>
      </p:sp>
      <p:grpSp>
        <p:nvGrpSpPr>
          <p:cNvPr id="989" name="그룹 988">
            <a:extLst>
              <a:ext uri="{FF2B5EF4-FFF2-40B4-BE49-F238E27FC236}">
                <a16:creationId xmlns:a16="http://schemas.microsoft.com/office/drawing/2014/main" id="{DE610846-F701-B4CF-65B6-C59466F868E6}"/>
              </a:ext>
            </a:extLst>
          </p:cNvPr>
          <p:cNvGrpSpPr/>
          <p:nvPr/>
        </p:nvGrpSpPr>
        <p:grpSpPr>
          <a:xfrm>
            <a:off x="4833056" y="2092340"/>
            <a:ext cx="516155" cy="387795"/>
            <a:chOff x="978497" y="1941708"/>
            <a:chExt cx="516155" cy="387795"/>
          </a:xfrm>
        </p:grpSpPr>
        <p:sp>
          <p:nvSpPr>
            <p:cNvPr id="990" name="타원 989">
              <a:extLst>
                <a:ext uri="{FF2B5EF4-FFF2-40B4-BE49-F238E27FC236}">
                  <a16:creationId xmlns:a16="http://schemas.microsoft.com/office/drawing/2014/main" id="{2380042E-19D5-0F61-5A86-A216FD45E5ED}"/>
                </a:ext>
              </a:extLst>
            </p:cNvPr>
            <p:cNvSpPr/>
            <p:nvPr/>
          </p:nvSpPr>
          <p:spPr bwMode="auto">
            <a:xfrm>
              <a:off x="1050029" y="1941708"/>
              <a:ext cx="426575" cy="38779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895350" latinLnBrk="0">
                <a:spcAft>
                  <a:spcPts val="600"/>
                </a:spcAft>
                <a:buSzPct val="120000"/>
              </a:pPr>
              <a:endParaRPr kumimoji="1" lang="ko-KR" altLang="en-US" sz="400" dirty="0">
                <a:latin typeface="Malgun Gothic Semilight" panose="020B0503020000020004" pitchFamily="34" charset="-127"/>
                <a:ea typeface="Malgun Gothic Semilight" panose="020B0503020000020004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991" name="TextBox 990">
              <a:extLst>
                <a:ext uri="{FF2B5EF4-FFF2-40B4-BE49-F238E27FC236}">
                  <a16:creationId xmlns:a16="http://schemas.microsoft.com/office/drawing/2014/main" id="{7273ADDC-46F6-A905-E4A6-CBF38CF2FDCA}"/>
                </a:ext>
              </a:extLst>
            </p:cNvPr>
            <p:cNvSpPr txBox="1"/>
            <p:nvPr/>
          </p:nvSpPr>
          <p:spPr>
            <a:xfrm>
              <a:off x="978497" y="2027102"/>
              <a:ext cx="516155" cy="180909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atinLnBrk="0">
                <a:lnSpc>
                  <a:spcPct val="120000"/>
                </a:lnSpc>
                <a:spcBef>
                  <a:spcPts val="600"/>
                </a:spcBef>
                <a:spcAft>
                  <a:spcPts val="300"/>
                </a:spcAft>
              </a:pPr>
              <a:r>
                <a:rPr kumimoji="1" lang="en-US" altLang="ko-KR" sz="800" dirty="0">
                  <a:latin typeface="Malgun Gothic" panose="020B0503020000020004" pitchFamily="34" charset="-127"/>
                  <a:ea typeface="Malgun Gothic" panose="020B0503020000020004" pitchFamily="34" charset="-127"/>
                  <a:cs typeface="Tahoma" panose="020B0604030504040204" pitchFamily="34" charset="0"/>
                </a:rPr>
                <a:t>Agent</a:t>
              </a:r>
              <a:r>
                <a:rPr kumimoji="1" lang="ko-KR" altLang="en-US" sz="800" dirty="0">
                  <a:latin typeface="Malgun Gothic" panose="020B0503020000020004" pitchFamily="34" charset="-127"/>
                  <a:ea typeface="Malgun Gothic" panose="020B0503020000020004" pitchFamily="34" charset="-127"/>
                  <a:cs typeface="Tahoma" panose="020B0604030504040204" pitchFamily="34" charset="0"/>
                </a:rPr>
                <a:t> </a:t>
              </a:r>
              <a:r>
                <a:rPr kumimoji="1" lang="en-US" altLang="ko-KR" sz="800" dirty="0">
                  <a:latin typeface="Malgun Gothic" panose="020B0503020000020004" pitchFamily="34" charset="-127"/>
                  <a:ea typeface="Malgun Gothic" panose="020B0503020000020004" pitchFamily="34" charset="-127"/>
                  <a:cs typeface="Tahoma" panose="020B0604030504040204" pitchFamily="34" charset="0"/>
                </a:rPr>
                <a:t>C</a:t>
              </a:r>
              <a:endParaRPr kumimoji="1" lang="ko-KR" altLang="en-US" sz="800" dirty="0"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endParaRPr>
            </a:p>
          </p:txBody>
        </p:sp>
      </p:grpSp>
      <p:cxnSp>
        <p:nvCxnSpPr>
          <p:cNvPr id="993" name="직선 화살표 연결선 992">
            <a:extLst>
              <a:ext uri="{FF2B5EF4-FFF2-40B4-BE49-F238E27FC236}">
                <a16:creationId xmlns:a16="http://schemas.microsoft.com/office/drawing/2014/main" id="{6B47C3EF-41A7-55AC-EAE6-E18E1FCDAD34}"/>
              </a:ext>
            </a:extLst>
          </p:cNvPr>
          <p:cNvCxnSpPr>
            <a:cxnSpLocks/>
            <a:stCxn id="982" idx="6"/>
            <a:endCxn id="987" idx="1"/>
          </p:cNvCxnSpPr>
          <p:nvPr/>
        </p:nvCxnSpPr>
        <p:spPr>
          <a:xfrm flipV="1">
            <a:off x="4451771" y="1844108"/>
            <a:ext cx="422570" cy="1612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8" name="직선 화살표 연결선 997">
            <a:extLst>
              <a:ext uri="{FF2B5EF4-FFF2-40B4-BE49-F238E27FC236}">
                <a16:creationId xmlns:a16="http://schemas.microsoft.com/office/drawing/2014/main" id="{06A05126-3690-CBCB-BE40-4CFC378C6617}"/>
              </a:ext>
            </a:extLst>
          </p:cNvPr>
          <p:cNvCxnSpPr>
            <a:cxnSpLocks/>
            <a:stCxn id="990" idx="0"/>
            <a:endCxn id="987" idx="2"/>
          </p:cNvCxnSpPr>
          <p:nvPr/>
        </p:nvCxnSpPr>
        <p:spPr>
          <a:xfrm flipH="1" flipV="1">
            <a:off x="5114784" y="2034257"/>
            <a:ext cx="3092" cy="58083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1" name="직선 화살표 연결선 1000">
            <a:extLst>
              <a:ext uri="{FF2B5EF4-FFF2-40B4-BE49-F238E27FC236}">
                <a16:creationId xmlns:a16="http://schemas.microsoft.com/office/drawing/2014/main" id="{FB1EFB5C-DB3A-A83A-E3C5-460951D31BCC}"/>
              </a:ext>
            </a:extLst>
          </p:cNvPr>
          <p:cNvCxnSpPr>
            <a:cxnSpLocks/>
            <a:stCxn id="985" idx="2"/>
            <a:endCxn id="987" idx="3"/>
          </p:cNvCxnSpPr>
          <p:nvPr/>
        </p:nvCxnSpPr>
        <p:spPr>
          <a:xfrm flipH="1">
            <a:off x="5355227" y="1841291"/>
            <a:ext cx="386474" cy="2817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4" name="TextBox 1003">
            <a:extLst>
              <a:ext uri="{FF2B5EF4-FFF2-40B4-BE49-F238E27FC236}">
                <a16:creationId xmlns:a16="http://schemas.microsoft.com/office/drawing/2014/main" id="{94EB0A04-2C54-C20D-2B0A-BCF1A0F151AC}"/>
              </a:ext>
            </a:extLst>
          </p:cNvPr>
          <p:cNvSpPr txBox="1"/>
          <p:nvPr/>
        </p:nvSpPr>
        <p:spPr>
          <a:xfrm>
            <a:off x="4012552" y="2168688"/>
            <a:ext cx="650504" cy="199000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latinLnBrk="0">
              <a:lnSpc>
                <a:spcPct val="120000"/>
              </a:lnSpc>
              <a:spcBef>
                <a:spcPts val="600"/>
              </a:spcBef>
              <a:spcAft>
                <a:spcPts val="300"/>
              </a:spcAft>
            </a:pPr>
            <a:r>
              <a:rPr kumimoji="1" lang="en-US" altLang="ko-KR" sz="800" dirty="0"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“</a:t>
            </a:r>
            <a:r>
              <a:rPr kumimoji="1" lang="ko-KR" altLang="en-US" sz="800" dirty="0"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관리 효율</a:t>
            </a:r>
            <a:r>
              <a:rPr kumimoji="1" lang="en-US" altLang="ko-KR" sz="800" dirty="0"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”</a:t>
            </a:r>
            <a:endParaRPr kumimoji="1" lang="ko-KR" altLang="en-US" sz="800" dirty="0">
              <a:latin typeface="Malgun Gothic" panose="020B0503020000020004" pitchFamily="34" charset="-127"/>
              <a:ea typeface="Malgun Gothic" panose="020B0503020000020004" pitchFamily="34" charset="-127"/>
              <a:cs typeface="Tahoma" panose="020B0604030504040204" pitchFamily="34" charset="0"/>
            </a:endParaRPr>
          </a:p>
        </p:txBody>
      </p:sp>
      <p:grpSp>
        <p:nvGrpSpPr>
          <p:cNvPr id="1005" name="그룹 1004">
            <a:extLst>
              <a:ext uri="{FF2B5EF4-FFF2-40B4-BE49-F238E27FC236}">
                <a16:creationId xmlns:a16="http://schemas.microsoft.com/office/drawing/2014/main" id="{21E61308-8D3E-003C-F622-F10580CB4F50}"/>
              </a:ext>
            </a:extLst>
          </p:cNvPr>
          <p:cNvGrpSpPr/>
          <p:nvPr/>
        </p:nvGrpSpPr>
        <p:grpSpPr>
          <a:xfrm>
            <a:off x="6413705" y="1658387"/>
            <a:ext cx="516155" cy="387795"/>
            <a:chOff x="978497" y="1941708"/>
            <a:chExt cx="516155" cy="387795"/>
          </a:xfrm>
        </p:grpSpPr>
        <p:sp>
          <p:nvSpPr>
            <p:cNvPr id="1006" name="타원 1005">
              <a:extLst>
                <a:ext uri="{FF2B5EF4-FFF2-40B4-BE49-F238E27FC236}">
                  <a16:creationId xmlns:a16="http://schemas.microsoft.com/office/drawing/2014/main" id="{0FC27038-C56C-DA9C-B7B9-812CFC077811}"/>
                </a:ext>
              </a:extLst>
            </p:cNvPr>
            <p:cNvSpPr/>
            <p:nvPr/>
          </p:nvSpPr>
          <p:spPr bwMode="auto">
            <a:xfrm>
              <a:off x="1050029" y="1941708"/>
              <a:ext cx="426575" cy="38779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895350" latinLnBrk="0">
                <a:spcAft>
                  <a:spcPts val="600"/>
                </a:spcAft>
                <a:buSzPct val="120000"/>
              </a:pPr>
              <a:endParaRPr kumimoji="1" lang="ko-KR" altLang="en-US" sz="400" dirty="0">
                <a:latin typeface="Malgun Gothic Semilight" panose="020B0503020000020004" pitchFamily="34" charset="-127"/>
                <a:ea typeface="Malgun Gothic Semilight" panose="020B0503020000020004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1007" name="TextBox 1006">
              <a:extLst>
                <a:ext uri="{FF2B5EF4-FFF2-40B4-BE49-F238E27FC236}">
                  <a16:creationId xmlns:a16="http://schemas.microsoft.com/office/drawing/2014/main" id="{4739BEAE-2ED9-1BB2-E466-967B508A30B4}"/>
                </a:ext>
              </a:extLst>
            </p:cNvPr>
            <p:cNvSpPr txBox="1"/>
            <p:nvPr/>
          </p:nvSpPr>
          <p:spPr>
            <a:xfrm>
              <a:off x="978497" y="2027103"/>
              <a:ext cx="516155" cy="180909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atinLnBrk="0">
                <a:lnSpc>
                  <a:spcPct val="120000"/>
                </a:lnSpc>
                <a:spcBef>
                  <a:spcPts val="600"/>
                </a:spcBef>
                <a:spcAft>
                  <a:spcPts val="300"/>
                </a:spcAft>
              </a:pPr>
              <a:r>
                <a:rPr kumimoji="1" lang="en-US" altLang="ko-KR" sz="800" dirty="0">
                  <a:latin typeface="Malgun Gothic" panose="020B0503020000020004" pitchFamily="34" charset="-127"/>
                  <a:ea typeface="Malgun Gothic" panose="020B0503020000020004" pitchFamily="34" charset="-127"/>
                  <a:cs typeface="Tahoma" panose="020B0604030504040204" pitchFamily="34" charset="0"/>
                </a:rPr>
                <a:t>Agent</a:t>
              </a:r>
              <a:r>
                <a:rPr kumimoji="1" lang="ko-KR" altLang="en-US" sz="800" dirty="0">
                  <a:latin typeface="Malgun Gothic" panose="020B0503020000020004" pitchFamily="34" charset="-127"/>
                  <a:ea typeface="Malgun Gothic" panose="020B0503020000020004" pitchFamily="34" charset="-127"/>
                  <a:cs typeface="Tahoma" panose="020B0604030504040204" pitchFamily="34" charset="0"/>
                </a:rPr>
                <a:t> </a:t>
              </a:r>
              <a:r>
                <a:rPr kumimoji="1" lang="en-US" altLang="ko-KR" sz="800" dirty="0">
                  <a:latin typeface="Malgun Gothic" panose="020B0503020000020004" pitchFamily="34" charset="-127"/>
                  <a:ea typeface="Malgun Gothic" panose="020B0503020000020004" pitchFamily="34" charset="-127"/>
                  <a:cs typeface="Tahoma" panose="020B0604030504040204" pitchFamily="34" charset="0"/>
                </a:rPr>
                <a:t>A</a:t>
              </a:r>
              <a:endParaRPr kumimoji="1" lang="ko-KR" altLang="en-US" sz="800" dirty="0"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endParaRPr>
            </a:p>
          </p:txBody>
        </p:sp>
      </p:grpSp>
      <p:grpSp>
        <p:nvGrpSpPr>
          <p:cNvPr id="1008" name="그룹 1007">
            <a:extLst>
              <a:ext uri="{FF2B5EF4-FFF2-40B4-BE49-F238E27FC236}">
                <a16:creationId xmlns:a16="http://schemas.microsoft.com/office/drawing/2014/main" id="{1F350A5A-45A1-E38A-BBB7-B100339BB4EF}"/>
              </a:ext>
            </a:extLst>
          </p:cNvPr>
          <p:cNvGrpSpPr/>
          <p:nvPr/>
        </p:nvGrpSpPr>
        <p:grpSpPr>
          <a:xfrm>
            <a:off x="8130210" y="1653958"/>
            <a:ext cx="516155" cy="387795"/>
            <a:chOff x="978497" y="1941708"/>
            <a:chExt cx="516155" cy="387795"/>
          </a:xfrm>
        </p:grpSpPr>
        <p:sp>
          <p:nvSpPr>
            <p:cNvPr id="1009" name="타원 1008">
              <a:extLst>
                <a:ext uri="{FF2B5EF4-FFF2-40B4-BE49-F238E27FC236}">
                  <a16:creationId xmlns:a16="http://schemas.microsoft.com/office/drawing/2014/main" id="{AE1A8411-473E-63EE-B26A-1DE8435D5432}"/>
                </a:ext>
              </a:extLst>
            </p:cNvPr>
            <p:cNvSpPr/>
            <p:nvPr/>
          </p:nvSpPr>
          <p:spPr bwMode="auto">
            <a:xfrm>
              <a:off x="1050029" y="1941708"/>
              <a:ext cx="426575" cy="38779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895350" latinLnBrk="0">
                <a:spcAft>
                  <a:spcPts val="600"/>
                </a:spcAft>
                <a:buSzPct val="120000"/>
              </a:pPr>
              <a:endParaRPr kumimoji="1" lang="ko-KR" altLang="en-US" sz="400" dirty="0">
                <a:latin typeface="Malgun Gothic Semilight" panose="020B0503020000020004" pitchFamily="34" charset="-127"/>
                <a:ea typeface="Malgun Gothic Semilight" panose="020B0503020000020004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1010" name="TextBox 1009">
              <a:extLst>
                <a:ext uri="{FF2B5EF4-FFF2-40B4-BE49-F238E27FC236}">
                  <a16:creationId xmlns:a16="http://schemas.microsoft.com/office/drawing/2014/main" id="{AA467367-41E4-B291-EFCD-F2AB9DC5AA96}"/>
                </a:ext>
              </a:extLst>
            </p:cNvPr>
            <p:cNvSpPr txBox="1"/>
            <p:nvPr/>
          </p:nvSpPr>
          <p:spPr>
            <a:xfrm>
              <a:off x="978497" y="2027104"/>
              <a:ext cx="516155" cy="180909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atinLnBrk="0">
                <a:lnSpc>
                  <a:spcPct val="120000"/>
                </a:lnSpc>
                <a:spcBef>
                  <a:spcPts val="600"/>
                </a:spcBef>
                <a:spcAft>
                  <a:spcPts val="300"/>
                </a:spcAft>
              </a:pPr>
              <a:r>
                <a:rPr kumimoji="1" lang="en-US" altLang="ko-KR" sz="800" dirty="0">
                  <a:latin typeface="Malgun Gothic" panose="020B0503020000020004" pitchFamily="34" charset="-127"/>
                  <a:ea typeface="Malgun Gothic" panose="020B0503020000020004" pitchFamily="34" charset="-127"/>
                  <a:cs typeface="Tahoma" panose="020B0604030504040204" pitchFamily="34" charset="0"/>
                </a:rPr>
                <a:t>Agent</a:t>
              </a:r>
              <a:r>
                <a:rPr kumimoji="1" lang="ko-KR" altLang="en-US" sz="800" dirty="0">
                  <a:latin typeface="Malgun Gothic" panose="020B0503020000020004" pitchFamily="34" charset="-127"/>
                  <a:ea typeface="Malgun Gothic" panose="020B0503020000020004" pitchFamily="34" charset="-127"/>
                  <a:cs typeface="Tahoma" panose="020B0604030504040204" pitchFamily="34" charset="0"/>
                </a:rPr>
                <a:t> </a:t>
              </a:r>
              <a:r>
                <a:rPr kumimoji="1" lang="en-US" altLang="ko-KR" sz="800" dirty="0">
                  <a:latin typeface="Malgun Gothic" panose="020B0503020000020004" pitchFamily="34" charset="-127"/>
                  <a:ea typeface="Malgun Gothic" panose="020B0503020000020004" pitchFamily="34" charset="-127"/>
                  <a:cs typeface="Tahoma" panose="020B0604030504040204" pitchFamily="34" charset="0"/>
                </a:rPr>
                <a:t>B</a:t>
              </a:r>
              <a:endParaRPr kumimoji="1" lang="ko-KR" altLang="en-US" sz="800" dirty="0"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endParaRPr>
            </a:p>
          </p:txBody>
        </p:sp>
      </p:grpSp>
      <p:sp>
        <p:nvSpPr>
          <p:cNvPr id="1011" name="직사각형 1010">
            <a:extLst>
              <a:ext uri="{FF2B5EF4-FFF2-40B4-BE49-F238E27FC236}">
                <a16:creationId xmlns:a16="http://schemas.microsoft.com/office/drawing/2014/main" id="{76616DFA-EB42-A618-64F5-B67EBCAC7C46}"/>
              </a:ext>
            </a:extLst>
          </p:cNvPr>
          <p:cNvSpPr/>
          <p:nvPr/>
        </p:nvSpPr>
        <p:spPr bwMode="auto">
          <a:xfrm>
            <a:off x="7334382" y="1660523"/>
            <a:ext cx="480886" cy="38029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95350" latinLnBrk="0">
              <a:spcAft>
                <a:spcPts val="600"/>
              </a:spcAft>
              <a:buSzPct val="120000"/>
            </a:pPr>
            <a:endParaRPr kumimoji="1" lang="ko-KR" altLang="en-US" sz="1300" b="1" dirty="0">
              <a:latin typeface="Tahoma" panose="020B0604030504040204" pitchFamily="34" charset="0"/>
              <a:ea typeface="맑은 고딕" panose="020B0503020000020004" pitchFamily="50" charset="-127"/>
              <a:cs typeface="Tahoma" panose="020B0604030504040204" pitchFamily="34" charset="0"/>
            </a:endParaRPr>
          </a:p>
        </p:txBody>
      </p:sp>
      <p:sp>
        <p:nvSpPr>
          <p:cNvPr id="1012" name="TextBox 1011">
            <a:extLst>
              <a:ext uri="{FF2B5EF4-FFF2-40B4-BE49-F238E27FC236}">
                <a16:creationId xmlns:a16="http://schemas.microsoft.com/office/drawing/2014/main" id="{567BE2C3-306B-3303-9575-5B75AFB94AF2}"/>
              </a:ext>
            </a:extLst>
          </p:cNvPr>
          <p:cNvSpPr txBox="1"/>
          <p:nvPr/>
        </p:nvSpPr>
        <p:spPr>
          <a:xfrm>
            <a:off x="7416428" y="1777972"/>
            <a:ext cx="320492" cy="135920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algn="ctr" latinLnBrk="0">
              <a:lnSpc>
                <a:spcPct val="120000"/>
              </a:lnSpc>
              <a:spcBef>
                <a:spcPts val="600"/>
              </a:spcBef>
              <a:spcAft>
                <a:spcPts val="300"/>
              </a:spcAft>
            </a:pPr>
            <a:r>
              <a:rPr kumimoji="1" lang="en-US" altLang="ko-KR" sz="800" dirty="0"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Hub</a:t>
            </a:r>
            <a:endParaRPr kumimoji="1" lang="ko-KR" altLang="en-US" sz="800" dirty="0">
              <a:latin typeface="Malgun Gothic" panose="020B0503020000020004" pitchFamily="34" charset="-127"/>
              <a:ea typeface="Malgun Gothic" panose="020B0503020000020004" pitchFamily="34" charset="-127"/>
              <a:cs typeface="Tahoma" panose="020B0604030504040204" pitchFamily="34" charset="0"/>
            </a:endParaRPr>
          </a:p>
        </p:txBody>
      </p:sp>
      <p:grpSp>
        <p:nvGrpSpPr>
          <p:cNvPr id="1013" name="그룹 1012">
            <a:extLst>
              <a:ext uri="{FF2B5EF4-FFF2-40B4-BE49-F238E27FC236}">
                <a16:creationId xmlns:a16="http://schemas.microsoft.com/office/drawing/2014/main" id="{6F81D9C1-D076-948D-82E0-BBB8CC749589}"/>
              </a:ext>
            </a:extLst>
          </p:cNvPr>
          <p:cNvGrpSpPr/>
          <p:nvPr/>
        </p:nvGrpSpPr>
        <p:grpSpPr>
          <a:xfrm>
            <a:off x="6950193" y="2098905"/>
            <a:ext cx="516155" cy="387795"/>
            <a:chOff x="978497" y="1941708"/>
            <a:chExt cx="516155" cy="387795"/>
          </a:xfrm>
        </p:grpSpPr>
        <p:sp>
          <p:nvSpPr>
            <p:cNvPr id="1014" name="타원 1013">
              <a:extLst>
                <a:ext uri="{FF2B5EF4-FFF2-40B4-BE49-F238E27FC236}">
                  <a16:creationId xmlns:a16="http://schemas.microsoft.com/office/drawing/2014/main" id="{5928E1B9-E9E0-B84A-1D70-5B7AFF149630}"/>
                </a:ext>
              </a:extLst>
            </p:cNvPr>
            <p:cNvSpPr/>
            <p:nvPr/>
          </p:nvSpPr>
          <p:spPr bwMode="auto">
            <a:xfrm>
              <a:off x="1050029" y="1941708"/>
              <a:ext cx="426575" cy="38779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895350" latinLnBrk="0">
                <a:spcAft>
                  <a:spcPts val="600"/>
                </a:spcAft>
                <a:buSzPct val="120000"/>
              </a:pPr>
              <a:endParaRPr kumimoji="1" lang="ko-KR" altLang="en-US" sz="400" dirty="0">
                <a:latin typeface="Malgun Gothic Semilight" panose="020B0503020000020004" pitchFamily="34" charset="-127"/>
                <a:ea typeface="Malgun Gothic Semilight" panose="020B0503020000020004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1015" name="TextBox 1014">
              <a:extLst>
                <a:ext uri="{FF2B5EF4-FFF2-40B4-BE49-F238E27FC236}">
                  <a16:creationId xmlns:a16="http://schemas.microsoft.com/office/drawing/2014/main" id="{F44475C0-949F-5D73-E18B-E6BF83B6D6E2}"/>
                </a:ext>
              </a:extLst>
            </p:cNvPr>
            <p:cNvSpPr txBox="1"/>
            <p:nvPr/>
          </p:nvSpPr>
          <p:spPr>
            <a:xfrm>
              <a:off x="978497" y="2027103"/>
              <a:ext cx="516155" cy="180909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atinLnBrk="0">
                <a:lnSpc>
                  <a:spcPct val="120000"/>
                </a:lnSpc>
                <a:spcBef>
                  <a:spcPts val="600"/>
                </a:spcBef>
                <a:spcAft>
                  <a:spcPts val="300"/>
                </a:spcAft>
              </a:pPr>
              <a:r>
                <a:rPr kumimoji="1" lang="en-US" altLang="ko-KR" sz="800" dirty="0">
                  <a:latin typeface="Malgun Gothic" panose="020B0503020000020004" pitchFamily="34" charset="-127"/>
                  <a:ea typeface="Malgun Gothic" panose="020B0503020000020004" pitchFamily="34" charset="-127"/>
                  <a:cs typeface="Tahoma" panose="020B0604030504040204" pitchFamily="34" charset="0"/>
                </a:rPr>
                <a:t>Agent</a:t>
              </a:r>
              <a:r>
                <a:rPr kumimoji="1" lang="ko-KR" altLang="en-US" sz="800" dirty="0">
                  <a:latin typeface="Malgun Gothic" panose="020B0503020000020004" pitchFamily="34" charset="-127"/>
                  <a:ea typeface="Malgun Gothic" panose="020B0503020000020004" pitchFamily="34" charset="-127"/>
                  <a:cs typeface="Tahoma" panose="020B0604030504040204" pitchFamily="34" charset="0"/>
                </a:rPr>
                <a:t> </a:t>
              </a:r>
              <a:r>
                <a:rPr kumimoji="1" lang="en-US" altLang="ko-KR" sz="800" dirty="0">
                  <a:latin typeface="Malgun Gothic" panose="020B0503020000020004" pitchFamily="34" charset="-127"/>
                  <a:ea typeface="Malgun Gothic" panose="020B0503020000020004" pitchFamily="34" charset="-127"/>
                  <a:cs typeface="Tahoma" panose="020B0604030504040204" pitchFamily="34" charset="0"/>
                </a:rPr>
                <a:t>C</a:t>
              </a:r>
              <a:endParaRPr kumimoji="1" lang="ko-KR" altLang="en-US" sz="800" dirty="0"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endParaRPr>
            </a:p>
          </p:txBody>
        </p:sp>
      </p:grpSp>
      <p:cxnSp>
        <p:nvCxnSpPr>
          <p:cNvPr id="1016" name="직선 화살표 연결선 1015">
            <a:extLst>
              <a:ext uri="{FF2B5EF4-FFF2-40B4-BE49-F238E27FC236}">
                <a16:creationId xmlns:a16="http://schemas.microsoft.com/office/drawing/2014/main" id="{F9FD40B4-6A94-00ED-8241-824B8EFF7EBD}"/>
              </a:ext>
            </a:extLst>
          </p:cNvPr>
          <p:cNvCxnSpPr>
            <a:cxnSpLocks/>
            <a:stCxn id="1006" idx="6"/>
            <a:endCxn id="1011" idx="1"/>
          </p:cNvCxnSpPr>
          <p:nvPr/>
        </p:nvCxnSpPr>
        <p:spPr>
          <a:xfrm flipV="1">
            <a:off x="6911812" y="1850673"/>
            <a:ext cx="422570" cy="1612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7" name="직선 화살표 연결선 1016">
            <a:extLst>
              <a:ext uri="{FF2B5EF4-FFF2-40B4-BE49-F238E27FC236}">
                <a16:creationId xmlns:a16="http://schemas.microsoft.com/office/drawing/2014/main" id="{328E0135-444C-5561-3F78-B8DE4B39FD43}"/>
              </a:ext>
            </a:extLst>
          </p:cNvPr>
          <p:cNvCxnSpPr>
            <a:cxnSpLocks/>
            <a:stCxn id="1014" idx="0"/>
            <a:endCxn id="1011" idx="2"/>
          </p:cNvCxnSpPr>
          <p:nvPr/>
        </p:nvCxnSpPr>
        <p:spPr>
          <a:xfrm flipV="1">
            <a:off x="7235013" y="2040822"/>
            <a:ext cx="339812" cy="58083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8" name="직선 화살표 연결선 1017">
            <a:extLst>
              <a:ext uri="{FF2B5EF4-FFF2-40B4-BE49-F238E27FC236}">
                <a16:creationId xmlns:a16="http://schemas.microsoft.com/office/drawing/2014/main" id="{5003C91E-24CB-147D-6A72-7060BD249490}"/>
              </a:ext>
            </a:extLst>
          </p:cNvPr>
          <p:cNvCxnSpPr>
            <a:cxnSpLocks/>
            <a:stCxn id="1009" idx="2"/>
            <a:endCxn id="1011" idx="3"/>
          </p:cNvCxnSpPr>
          <p:nvPr/>
        </p:nvCxnSpPr>
        <p:spPr>
          <a:xfrm flipH="1">
            <a:off x="7815268" y="1847856"/>
            <a:ext cx="386474" cy="2817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9" name="TextBox 1018">
            <a:extLst>
              <a:ext uri="{FF2B5EF4-FFF2-40B4-BE49-F238E27FC236}">
                <a16:creationId xmlns:a16="http://schemas.microsoft.com/office/drawing/2014/main" id="{C06AFCF5-748F-E60E-BB06-C1EB2372DFB3}"/>
              </a:ext>
            </a:extLst>
          </p:cNvPr>
          <p:cNvSpPr txBox="1"/>
          <p:nvPr/>
        </p:nvSpPr>
        <p:spPr>
          <a:xfrm>
            <a:off x="6267670" y="2170470"/>
            <a:ext cx="650504" cy="199000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latinLnBrk="0">
              <a:lnSpc>
                <a:spcPct val="120000"/>
              </a:lnSpc>
              <a:spcBef>
                <a:spcPts val="600"/>
              </a:spcBef>
              <a:spcAft>
                <a:spcPts val="300"/>
              </a:spcAft>
            </a:pPr>
            <a:r>
              <a:rPr kumimoji="1" lang="en-US" altLang="ko-KR" sz="800" dirty="0"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“</a:t>
            </a:r>
            <a:r>
              <a:rPr kumimoji="1" lang="ko-KR" altLang="en-US" sz="800" dirty="0"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유연성 증대</a:t>
            </a:r>
            <a:r>
              <a:rPr kumimoji="1" lang="en-US" altLang="ko-KR" sz="800" dirty="0"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”</a:t>
            </a:r>
            <a:endParaRPr kumimoji="1" lang="ko-KR" altLang="en-US" sz="800" dirty="0">
              <a:latin typeface="Malgun Gothic" panose="020B0503020000020004" pitchFamily="34" charset="-127"/>
              <a:ea typeface="Malgun Gothic" panose="020B0503020000020004" pitchFamily="34" charset="-127"/>
              <a:cs typeface="Tahoma" panose="020B0604030504040204" pitchFamily="34" charset="0"/>
            </a:endParaRPr>
          </a:p>
        </p:txBody>
      </p:sp>
      <p:grpSp>
        <p:nvGrpSpPr>
          <p:cNvPr id="1020" name="그룹 1019">
            <a:extLst>
              <a:ext uri="{FF2B5EF4-FFF2-40B4-BE49-F238E27FC236}">
                <a16:creationId xmlns:a16="http://schemas.microsoft.com/office/drawing/2014/main" id="{C3A21605-D4BC-E285-FFF9-F1E8F4AEB66E}"/>
              </a:ext>
            </a:extLst>
          </p:cNvPr>
          <p:cNvGrpSpPr/>
          <p:nvPr/>
        </p:nvGrpSpPr>
        <p:grpSpPr>
          <a:xfrm>
            <a:off x="7794129" y="2093352"/>
            <a:ext cx="516155" cy="387795"/>
            <a:chOff x="984513" y="1941708"/>
            <a:chExt cx="516155" cy="387795"/>
          </a:xfrm>
        </p:grpSpPr>
        <p:sp>
          <p:nvSpPr>
            <p:cNvPr id="1021" name="타원 1020">
              <a:extLst>
                <a:ext uri="{FF2B5EF4-FFF2-40B4-BE49-F238E27FC236}">
                  <a16:creationId xmlns:a16="http://schemas.microsoft.com/office/drawing/2014/main" id="{8AA6E216-6067-CF49-E04A-E9567FE9752D}"/>
                </a:ext>
              </a:extLst>
            </p:cNvPr>
            <p:cNvSpPr/>
            <p:nvPr/>
          </p:nvSpPr>
          <p:spPr bwMode="auto">
            <a:xfrm>
              <a:off x="1050029" y="1941708"/>
              <a:ext cx="426575" cy="38779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895350" latinLnBrk="0">
                <a:spcAft>
                  <a:spcPts val="600"/>
                </a:spcAft>
                <a:buSzPct val="120000"/>
              </a:pPr>
              <a:endParaRPr kumimoji="1" lang="ko-KR" altLang="en-US" sz="400" dirty="0">
                <a:latin typeface="Malgun Gothic Semilight" panose="020B0503020000020004" pitchFamily="34" charset="-127"/>
                <a:ea typeface="Malgun Gothic Semilight" panose="020B0503020000020004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1022" name="TextBox 1021">
              <a:extLst>
                <a:ext uri="{FF2B5EF4-FFF2-40B4-BE49-F238E27FC236}">
                  <a16:creationId xmlns:a16="http://schemas.microsoft.com/office/drawing/2014/main" id="{65C82917-EF5B-6424-F3CB-F21EC72AD70E}"/>
                </a:ext>
              </a:extLst>
            </p:cNvPr>
            <p:cNvSpPr txBox="1"/>
            <p:nvPr/>
          </p:nvSpPr>
          <p:spPr>
            <a:xfrm>
              <a:off x="984513" y="2039135"/>
              <a:ext cx="516155" cy="180909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atinLnBrk="0">
                <a:lnSpc>
                  <a:spcPct val="120000"/>
                </a:lnSpc>
                <a:spcBef>
                  <a:spcPts val="600"/>
                </a:spcBef>
                <a:spcAft>
                  <a:spcPts val="300"/>
                </a:spcAft>
              </a:pPr>
              <a:r>
                <a:rPr kumimoji="1" lang="en-US" altLang="ko-KR" sz="800" dirty="0">
                  <a:latin typeface="Malgun Gothic" panose="020B0503020000020004" pitchFamily="34" charset="-127"/>
                  <a:ea typeface="Malgun Gothic" panose="020B0503020000020004" pitchFamily="34" charset="-127"/>
                  <a:cs typeface="Tahoma" panose="020B0604030504040204" pitchFamily="34" charset="0"/>
                </a:rPr>
                <a:t>Agent</a:t>
              </a:r>
              <a:r>
                <a:rPr kumimoji="1" lang="ko-KR" altLang="en-US" sz="800" dirty="0">
                  <a:latin typeface="Malgun Gothic" panose="020B0503020000020004" pitchFamily="34" charset="-127"/>
                  <a:ea typeface="Malgun Gothic" panose="020B0503020000020004" pitchFamily="34" charset="-127"/>
                  <a:cs typeface="Tahoma" panose="020B0604030504040204" pitchFamily="34" charset="0"/>
                </a:rPr>
                <a:t> </a:t>
              </a:r>
              <a:r>
                <a:rPr kumimoji="1" lang="en-US" altLang="ko-KR" sz="800" dirty="0">
                  <a:latin typeface="Malgun Gothic" panose="020B0503020000020004" pitchFamily="34" charset="-127"/>
                  <a:ea typeface="Malgun Gothic" panose="020B0503020000020004" pitchFamily="34" charset="-127"/>
                  <a:cs typeface="Tahoma" panose="020B0604030504040204" pitchFamily="34" charset="0"/>
                </a:rPr>
                <a:t>D</a:t>
              </a:r>
              <a:endParaRPr kumimoji="1" lang="ko-KR" altLang="en-US" sz="800" dirty="0"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endParaRPr>
            </a:p>
          </p:txBody>
        </p:sp>
      </p:grpSp>
      <p:cxnSp>
        <p:nvCxnSpPr>
          <p:cNvPr id="1023" name="직선 화살표 연결선 1022">
            <a:extLst>
              <a:ext uri="{FF2B5EF4-FFF2-40B4-BE49-F238E27FC236}">
                <a16:creationId xmlns:a16="http://schemas.microsoft.com/office/drawing/2014/main" id="{F2D67F06-6F32-A10E-4758-6481046E4E3B}"/>
              </a:ext>
            </a:extLst>
          </p:cNvPr>
          <p:cNvCxnSpPr>
            <a:cxnSpLocks/>
            <a:stCxn id="1021" idx="0"/>
            <a:endCxn id="1011" idx="2"/>
          </p:cNvCxnSpPr>
          <p:nvPr/>
        </p:nvCxnSpPr>
        <p:spPr>
          <a:xfrm flipH="1" flipV="1">
            <a:off x="7574825" y="2040822"/>
            <a:ext cx="498108" cy="5253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2" name="직선 화살표 연결선 641">
            <a:extLst>
              <a:ext uri="{FF2B5EF4-FFF2-40B4-BE49-F238E27FC236}">
                <a16:creationId xmlns:a16="http://schemas.microsoft.com/office/drawing/2014/main" id="{F955EEE5-FACD-06A5-E51B-B1BF04DC232A}"/>
              </a:ext>
            </a:extLst>
          </p:cNvPr>
          <p:cNvCxnSpPr>
            <a:cxnSpLocks/>
            <a:stCxn id="1014" idx="6"/>
            <a:endCxn id="1021" idx="2"/>
          </p:cNvCxnSpPr>
          <p:nvPr/>
        </p:nvCxnSpPr>
        <p:spPr>
          <a:xfrm flipV="1">
            <a:off x="7448300" y="2287250"/>
            <a:ext cx="411345" cy="5553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7" name="모서리가 둥근 사각형 설명선[R] 646">
            <a:extLst>
              <a:ext uri="{FF2B5EF4-FFF2-40B4-BE49-F238E27FC236}">
                <a16:creationId xmlns:a16="http://schemas.microsoft.com/office/drawing/2014/main" id="{302476AD-C3A0-1A50-30DC-83F36337FF48}"/>
              </a:ext>
            </a:extLst>
          </p:cNvPr>
          <p:cNvSpPr/>
          <p:nvPr/>
        </p:nvSpPr>
        <p:spPr bwMode="auto">
          <a:xfrm>
            <a:off x="5739666" y="1247805"/>
            <a:ext cx="2556710" cy="849182"/>
          </a:xfrm>
          <a:prstGeom prst="wedgeRoundRectCallout">
            <a:avLst>
              <a:gd name="adj1" fmla="val -53617"/>
              <a:gd name="adj2" fmla="val 36404"/>
              <a:gd name="adj3" fmla="val 16667"/>
            </a:avLst>
          </a:prstGeom>
          <a:solidFill>
            <a:schemeClr val="bg2">
              <a:lumMod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95350" latinLnBrk="0">
              <a:spcAft>
                <a:spcPts val="600"/>
              </a:spcAft>
              <a:buSzPct val="120000"/>
            </a:pPr>
            <a:r>
              <a:rPr kumimoji="1" lang="ko-KR" altLang="en-US" sz="1300" b="1" dirty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프로젝트 규모와 상황에 따른 통신 패턴 선택 적용</a:t>
            </a:r>
          </a:p>
        </p:txBody>
      </p:sp>
    </p:spTree>
    <p:extLst>
      <p:ext uri="{BB962C8B-B14F-4D97-AF65-F5344CB8AC3E}">
        <p14:creationId xmlns:p14="http://schemas.microsoft.com/office/powerpoint/2010/main" val="24033010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11">
            <a:extLst>
              <a:ext uri="{FF2B5EF4-FFF2-40B4-BE49-F238E27FC236}">
                <a16:creationId xmlns:a16="http://schemas.microsoft.com/office/drawing/2014/main" id="{A15487ED-F434-E922-8421-26EA4FCE1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Table</a:t>
            </a:r>
            <a:r>
              <a:rPr lang="ko-KR" altLang="en-US" dirty="0"/>
              <a:t> </a:t>
            </a:r>
            <a:r>
              <a:rPr lang="en-US" altLang="ko-KR" dirty="0"/>
              <a:t>Of</a:t>
            </a:r>
            <a:r>
              <a:rPr lang="ko-KR" altLang="en-US" dirty="0"/>
              <a:t> </a:t>
            </a:r>
            <a:r>
              <a:rPr lang="en-US" altLang="ko-KR" dirty="0"/>
              <a:t>Content</a:t>
            </a:r>
            <a:endParaRPr lang="ko-KR" altLang="en-US" dirty="0"/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C3B9EB2E-9819-673C-5EF7-2A904B2CF4C3}"/>
              </a:ext>
            </a:extLst>
          </p:cNvPr>
          <p:cNvSpPr/>
          <p:nvPr/>
        </p:nvSpPr>
        <p:spPr>
          <a:xfrm>
            <a:off x="4114800" y="1554480"/>
            <a:ext cx="27432" cy="347472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F55D29A8-D657-B8C9-9C80-48BDD461477F}"/>
              </a:ext>
            </a:extLst>
          </p:cNvPr>
          <p:cNvSpPr/>
          <p:nvPr/>
        </p:nvSpPr>
        <p:spPr>
          <a:xfrm>
            <a:off x="4114800" y="1554480"/>
            <a:ext cx="4114800" cy="27432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BFDDFD1D-DF01-28B1-2B81-B1ADDE5876EB}"/>
              </a:ext>
            </a:extLst>
          </p:cNvPr>
          <p:cNvSpPr/>
          <p:nvPr/>
        </p:nvSpPr>
        <p:spPr>
          <a:xfrm>
            <a:off x="4297680" y="17373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B9B9B"/>
                </a:solidFill>
                <a:latin typeface="+mj-lt"/>
                <a:cs typeface="Arial" pitchFamily="34" charset="-120"/>
              </a:rPr>
              <a:t>1. </a:t>
            </a:r>
            <a:r>
              <a:rPr lang="en-US" sz="1400" dirty="0" err="1">
                <a:solidFill>
                  <a:srgbClr val="9B9B9B"/>
                </a:solidFill>
                <a:latin typeface="+mj-lt"/>
                <a:cs typeface="Arial" pitchFamily="34" charset="-120"/>
              </a:rPr>
              <a:t>개요</a:t>
            </a:r>
            <a:endParaRPr lang="en-US" sz="1400" dirty="0">
              <a:solidFill>
                <a:srgbClr val="9B9B9B"/>
              </a:solidFill>
              <a:latin typeface="+mj-lt"/>
              <a:cs typeface="Arial" pitchFamily="34" charset="-120"/>
            </a:endParaRPr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873D0C2D-62A6-10C3-94DC-D93EDFAB3A40}"/>
              </a:ext>
            </a:extLst>
          </p:cNvPr>
          <p:cNvSpPr/>
          <p:nvPr/>
        </p:nvSpPr>
        <p:spPr>
          <a:xfrm>
            <a:off x="4297680" y="22860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B9B9B"/>
                </a:solidFill>
                <a:latin typeface="+mj-lt"/>
                <a:cs typeface="Arial" pitchFamily="34" charset="-120"/>
              </a:rPr>
              <a:t>2. </a:t>
            </a:r>
            <a:r>
              <a:rPr lang="en-US" altLang="ko-KR" sz="1400" dirty="0" err="1">
                <a:solidFill>
                  <a:srgbClr val="9B9B9B"/>
                </a:solidFill>
                <a:latin typeface="+mj-lt"/>
                <a:cs typeface="Arial" pitchFamily="34" charset="-120"/>
              </a:rPr>
              <a:t>시스템</a:t>
            </a:r>
            <a:r>
              <a:rPr lang="en-US" altLang="ko-KR" sz="1400" dirty="0">
                <a:solidFill>
                  <a:srgbClr val="9B9B9B"/>
                </a:solidFill>
                <a:latin typeface="+mj-lt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rgbClr val="9B9B9B"/>
                </a:solidFill>
                <a:latin typeface="+mj-lt"/>
                <a:cs typeface="Arial" pitchFamily="34" charset="-120"/>
              </a:rPr>
              <a:t>아키텍처</a:t>
            </a:r>
            <a:endParaRPr lang="en-US" sz="1400" dirty="0">
              <a:solidFill>
                <a:srgbClr val="9B9B9B"/>
              </a:solidFill>
              <a:latin typeface="+mj-lt"/>
              <a:cs typeface="Arial" pitchFamily="34" charset="-120"/>
            </a:endParaRPr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735DB218-7AAA-BA62-BFA5-8924345C63DC}"/>
              </a:ext>
            </a:extLst>
          </p:cNvPr>
          <p:cNvSpPr/>
          <p:nvPr/>
        </p:nvSpPr>
        <p:spPr>
          <a:xfrm>
            <a:off x="4297680" y="2834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B9B9B"/>
                </a:solidFill>
                <a:latin typeface="+mj-lt"/>
                <a:cs typeface="Arial" pitchFamily="34" charset="-120"/>
              </a:rPr>
              <a:t>3. </a:t>
            </a:r>
            <a:r>
              <a:rPr lang="ko-KR" altLang="en-US" sz="1400" dirty="0">
                <a:solidFill>
                  <a:srgbClr val="9B9B9B"/>
                </a:solidFill>
                <a:latin typeface="+mj-lt"/>
                <a:cs typeface="Arial" pitchFamily="34" charset="-120"/>
              </a:rPr>
              <a:t>어플리케이션</a:t>
            </a:r>
            <a:r>
              <a:rPr lang="en-US" sz="1400" dirty="0">
                <a:solidFill>
                  <a:srgbClr val="9B9B9B"/>
                </a:solidFill>
                <a:latin typeface="+mj-lt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9B9B9B"/>
                </a:solidFill>
                <a:latin typeface="+mj-lt"/>
                <a:cs typeface="Arial" pitchFamily="34" charset="-120"/>
              </a:rPr>
              <a:t>아키텍처</a:t>
            </a:r>
            <a:endParaRPr lang="en-US" sz="1400" dirty="0">
              <a:solidFill>
                <a:srgbClr val="9B9B9B"/>
              </a:solidFill>
              <a:latin typeface="+mj-lt"/>
              <a:cs typeface="Arial" pitchFamily="34" charset="-120"/>
            </a:endParaRPr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E0003075-2095-AF8D-D8F6-65E8508BC714}"/>
              </a:ext>
            </a:extLst>
          </p:cNvPr>
          <p:cNvSpPr/>
          <p:nvPr/>
        </p:nvSpPr>
        <p:spPr>
          <a:xfrm>
            <a:off x="4297680" y="3383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B9B9B"/>
                </a:solidFill>
                <a:latin typeface="+mj-lt"/>
                <a:cs typeface="Arial" pitchFamily="34" charset="-120"/>
              </a:rPr>
              <a:t>4. </a:t>
            </a:r>
            <a:r>
              <a:rPr lang="ko-KR" altLang="en-US" sz="1400" dirty="0">
                <a:solidFill>
                  <a:srgbClr val="9B9B9B"/>
                </a:solidFill>
                <a:latin typeface="+mj-lt"/>
                <a:cs typeface="Arial" pitchFamily="34" charset="-120"/>
              </a:rPr>
              <a:t>인터페이스 아키텍처</a:t>
            </a:r>
            <a:endParaRPr lang="en-US" sz="1400" dirty="0">
              <a:solidFill>
                <a:srgbClr val="9B9B9B"/>
              </a:solidFill>
              <a:latin typeface="+mj-lt"/>
              <a:cs typeface="Arial" pitchFamily="34" charset="-120"/>
            </a:endParaRPr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D7910883-0F3E-A5F7-BAC3-3309F91097CA}"/>
              </a:ext>
            </a:extLst>
          </p:cNvPr>
          <p:cNvSpPr/>
          <p:nvPr/>
        </p:nvSpPr>
        <p:spPr>
          <a:xfrm>
            <a:off x="4297680" y="39319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Malgun Gothic" panose="020B0503020000020004" pitchFamily="34" charset="-127"/>
                <a:ea typeface="Malgun Gothic" panose="020B0503020000020004" pitchFamily="34" charset="-127"/>
                <a:cs typeface="Arial" pitchFamily="34" charset="-120"/>
              </a:rPr>
              <a:t>5. </a:t>
            </a:r>
            <a:r>
              <a:rPr lang="ko-KR" altLang="en-US" sz="1400" b="1" dirty="0">
                <a:latin typeface="Malgun Gothic" panose="020B0503020000020004" pitchFamily="34" charset="-127"/>
                <a:ea typeface="Malgun Gothic" panose="020B0503020000020004" pitchFamily="34" charset="-127"/>
                <a:cs typeface="Arial" pitchFamily="34" charset="-120"/>
              </a:rPr>
              <a:t>데이터 및 보안 아키텍처</a:t>
            </a:r>
            <a:endParaRPr lang="en-US" sz="1400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2" name="Text 8">
            <a:extLst>
              <a:ext uri="{FF2B5EF4-FFF2-40B4-BE49-F238E27FC236}">
                <a16:creationId xmlns:a16="http://schemas.microsoft.com/office/drawing/2014/main" id="{7439392A-9F3D-331E-919F-77B3CC9B2C11}"/>
              </a:ext>
            </a:extLst>
          </p:cNvPr>
          <p:cNvSpPr/>
          <p:nvPr/>
        </p:nvSpPr>
        <p:spPr>
          <a:xfrm>
            <a:off x="4297680" y="44805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B9B9B"/>
                </a:solidFill>
                <a:latin typeface="+mj-lt"/>
                <a:ea typeface="Arial" pitchFamily="34" charset="-122"/>
                <a:cs typeface="Arial" pitchFamily="34" charset="-120"/>
              </a:rPr>
              <a:t>6. </a:t>
            </a:r>
            <a:r>
              <a:rPr lang="ko-KR" altLang="en-US" sz="1400" dirty="0">
                <a:solidFill>
                  <a:srgbClr val="9B9B9B"/>
                </a:solidFill>
                <a:latin typeface="+mj-lt"/>
                <a:ea typeface="Arial" pitchFamily="34" charset="-122"/>
                <a:cs typeface="Arial" pitchFamily="34" charset="-120"/>
              </a:rPr>
              <a:t>운영 및 모니터링</a:t>
            </a:r>
            <a:endParaRPr lang="en-US" sz="1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528379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59B618-C2C2-5537-A41C-6C80F7051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5.1</a:t>
            </a:r>
            <a:r>
              <a:rPr kumimoji="1" lang="ko-KR" altLang="en-US" dirty="0"/>
              <a:t> 데이터 연동 흐름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B59475-945D-4749-A4A1-E0E92D1BE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047" y="504827"/>
            <a:ext cx="8639908" cy="294777"/>
          </a:xfrm>
        </p:spPr>
        <p:txBody>
          <a:bodyPr/>
          <a:lstStyle/>
          <a:p>
            <a:r>
              <a:rPr kumimoji="1" lang="en-US" altLang="ko-KR" dirty="0"/>
              <a:t>A2A</a:t>
            </a:r>
            <a:r>
              <a:rPr kumimoji="1" lang="ko-KR" altLang="en-US" dirty="0"/>
              <a:t> 통신 패턴 유형은 </a:t>
            </a:r>
            <a:r>
              <a:rPr kumimoji="1" lang="en-US" altLang="ko-KR" dirty="0"/>
              <a:t>Peer-to-peer,</a:t>
            </a:r>
            <a:r>
              <a:rPr kumimoji="1" lang="ko-KR" altLang="en-US" dirty="0"/>
              <a:t> </a:t>
            </a:r>
            <a:r>
              <a:rPr kumimoji="1" lang="en-US" altLang="ko-KR" dirty="0"/>
              <a:t>Hub(</a:t>
            </a:r>
            <a:r>
              <a:rPr kumimoji="1" lang="ko-KR" altLang="en-US" dirty="0"/>
              <a:t>중앙 집중형</a:t>
            </a:r>
            <a:r>
              <a:rPr kumimoji="1" lang="en-US" altLang="ko-KR" dirty="0"/>
              <a:t>),</a:t>
            </a:r>
            <a:r>
              <a:rPr kumimoji="1" lang="ko-KR" altLang="en-US" dirty="0"/>
              <a:t> </a:t>
            </a:r>
            <a:r>
              <a:rPr kumimoji="1" lang="en-US" altLang="ko-KR" dirty="0"/>
              <a:t>Hybrid</a:t>
            </a:r>
            <a:r>
              <a:rPr kumimoji="1" lang="ko-KR" altLang="en-US" dirty="0"/>
              <a:t>방식이 존재하며</a:t>
            </a:r>
            <a:r>
              <a:rPr kumimoji="1" lang="en-US" altLang="ko-KR" dirty="0"/>
              <a:t>,</a:t>
            </a:r>
            <a:r>
              <a:rPr kumimoji="1" lang="ko-KR" altLang="en-US" dirty="0"/>
              <a:t> 프로젝트 규모 및 </a:t>
            </a:r>
            <a:r>
              <a:rPr kumimoji="1" lang="en-US" altLang="ko-KR" dirty="0"/>
              <a:t>Agent </a:t>
            </a:r>
            <a:r>
              <a:rPr kumimoji="1" lang="ko-KR" altLang="en-US" dirty="0"/>
              <a:t>구축 개수에 따른 복잡도</a:t>
            </a:r>
            <a:r>
              <a:rPr kumimoji="1" lang="en-US" altLang="ko-KR" dirty="0"/>
              <a:t>,</a:t>
            </a:r>
            <a:r>
              <a:rPr kumimoji="1" lang="ko-KR" altLang="en-US" dirty="0"/>
              <a:t> 보안성</a:t>
            </a:r>
            <a:r>
              <a:rPr kumimoji="1" lang="en-US" altLang="ko-KR" dirty="0"/>
              <a:t>,</a:t>
            </a:r>
            <a:r>
              <a:rPr kumimoji="1" lang="ko-KR" altLang="en-US" dirty="0"/>
              <a:t> 유연성 측면에서 선정하여 구성한다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C979164-F009-9C00-17E3-3CEE9D304F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dirty="0"/>
              <a:t>5.</a:t>
            </a:r>
            <a:r>
              <a:rPr kumimoji="1" lang="ko-KR" altLang="en-US" dirty="0"/>
              <a:t> 데이터 및 보안 아키텍처</a:t>
            </a:r>
          </a:p>
        </p:txBody>
      </p:sp>
    </p:spTree>
    <p:extLst>
      <p:ext uri="{BB962C8B-B14F-4D97-AF65-F5344CB8AC3E}">
        <p14:creationId xmlns:p14="http://schemas.microsoft.com/office/powerpoint/2010/main" val="18264527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11">
            <a:extLst>
              <a:ext uri="{FF2B5EF4-FFF2-40B4-BE49-F238E27FC236}">
                <a16:creationId xmlns:a16="http://schemas.microsoft.com/office/drawing/2014/main" id="{A15487ED-F434-E922-8421-26EA4FCE1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Table</a:t>
            </a:r>
            <a:r>
              <a:rPr lang="ko-KR" altLang="en-US" dirty="0"/>
              <a:t> </a:t>
            </a:r>
            <a:r>
              <a:rPr lang="en-US" altLang="ko-KR" dirty="0"/>
              <a:t>Of</a:t>
            </a:r>
            <a:r>
              <a:rPr lang="ko-KR" altLang="en-US" dirty="0"/>
              <a:t> </a:t>
            </a:r>
            <a:r>
              <a:rPr lang="en-US" altLang="ko-KR" dirty="0"/>
              <a:t>Content</a:t>
            </a:r>
            <a:endParaRPr lang="ko-KR" altLang="en-US" dirty="0"/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C3B9EB2E-9819-673C-5EF7-2A904B2CF4C3}"/>
              </a:ext>
            </a:extLst>
          </p:cNvPr>
          <p:cNvSpPr/>
          <p:nvPr/>
        </p:nvSpPr>
        <p:spPr>
          <a:xfrm>
            <a:off x="4114800" y="1554480"/>
            <a:ext cx="27432" cy="347472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F55D29A8-D657-B8C9-9C80-48BDD461477F}"/>
              </a:ext>
            </a:extLst>
          </p:cNvPr>
          <p:cNvSpPr/>
          <p:nvPr/>
        </p:nvSpPr>
        <p:spPr>
          <a:xfrm>
            <a:off x="4114800" y="1554480"/>
            <a:ext cx="4114800" cy="27432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BFDDFD1D-DF01-28B1-2B81-B1ADDE5876EB}"/>
              </a:ext>
            </a:extLst>
          </p:cNvPr>
          <p:cNvSpPr/>
          <p:nvPr/>
        </p:nvSpPr>
        <p:spPr>
          <a:xfrm>
            <a:off x="4297680" y="17373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B9B9B"/>
                </a:solidFill>
                <a:latin typeface="+mj-lt"/>
                <a:cs typeface="Arial" pitchFamily="34" charset="-120"/>
              </a:rPr>
              <a:t>1. </a:t>
            </a:r>
            <a:r>
              <a:rPr lang="en-US" sz="1400" dirty="0" err="1">
                <a:solidFill>
                  <a:srgbClr val="9B9B9B"/>
                </a:solidFill>
                <a:latin typeface="+mj-lt"/>
                <a:cs typeface="Arial" pitchFamily="34" charset="-120"/>
              </a:rPr>
              <a:t>개요</a:t>
            </a:r>
            <a:endParaRPr lang="en-US" sz="1400" dirty="0">
              <a:solidFill>
                <a:srgbClr val="9B9B9B"/>
              </a:solidFill>
              <a:latin typeface="+mj-lt"/>
              <a:cs typeface="Arial" pitchFamily="34" charset="-120"/>
            </a:endParaRPr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873D0C2D-62A6-10C3-94DC-D93EDFAB3A40}"/>
              </a:ext>
            </a:extLst>
          </p:cNvPr>
          <p:cNvSpPr/>
          <p:nvPr/>
        </p:nvSpPr>
        <p:spPr>
          <a:xfrm>
            <a:off x="4297680" y="22860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B9B9B"/>
                </a:solidFill>
                <a:latin typeface="+mj-lt"/>
                <a:cs typeface="Arial" pitchFamily="34" charset="-120"/>
              </a:rPr>
              <a:t>2. </a:t>
            </a:r>
            <a:r>
              <a:rPr lang="en-US" altLang="ko-KR" sz="1400" dirty="0" err="1">
                <a:solidFill>
                  <a:srgbClr val="9B9B9B"/>
                </a:solidFill>
                <a:latin typeface="+mj-lt"/>
                <a:cs typeface="Arial" pitchFamily="34" charset="-120"/>
              </a:rPr>
              <a:t>시스템</a:t>
            </a:r>
            <a:r>
              <a:rPr lang="en-US" altLang="ko-KR" sz="1400" dirty="0">
                <a:solidFill>
                  <a:srgbClr val="9B9B9B"/>
                </a:solidFill>
                <a:latin typeface="+mj-lt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rgbClr val="9B9B9B"/>
                </a:solidFill>
                <a:latin typeface="+mj-lt"/>
                <a:cs typeface="Arial" pitchFamily="34" charset="-120"/>
              </a:rPr>
              <a:t>아키텍처</a:t>
            </a:r>
            <a:endParaRPr lang="en-US" sz="1400" dirty="0">
              <a:solidFill>
                <a:srgbClr val="9B9B9B"/>
              </a:solidFill>
              <a:latin typeface="+mj-lt"/>
              <a:cs typeface="Arial" pitchFamily="34" charset="-120"/>
            </a:endParaRPr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735DB218-7AAA-BA62-BFA5-8924345C63DC}"/>
              </a:ext>
            </a:extLst>
          </p:cNvPr>
          <p:cNvSpPr/>
          <p:nvPr/>
        </p:nvSpPr>
        <p:spPr>
          <a:xfrm>
            <a:off x="4297680" y="2834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B9B9B"/>
                </a:solidFill>
                <a:latin typeface="+mj-lt"/>
                <a:cs typeface="Arial" pitchFamily="34" charset="-120"/>
              </a:rPr>
              <a:t>3. </a:t>
            </a:r>
            <a:r>
              <a:rPr lang="ko-KR" altLang="en-US" sz="1400" dirty="0">
                <a:solidFill>
                  <a:srgbClr val="9B9B9B"/>
                </a:solidFill>
                <a:latin typeface="+mj-lt"/>
                <a:cs typeface="Arial" pitchFamily="34" charset="-120"/>
              </a:rPr>
              <a:t>어플리케이션</a:t>
            </a:r>
            <a:r>
              <a:rPr lang="en-US" sz="1400" dirty="0">
                <a:solidFill>
                  <a:srgbClr val="9B9B9B"/>
                </a:solidFill>
                <a:latin typeface="+mj-lt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9B9B9B"/>
                </a:solidFill>
                <a:latin typeface="+mj-lt"/>
                <a:cs typeface="Arial" pitchFamily="34" charset="-120"/>
              </a:rPr>
              <a:t>아키텍처</a:t>
            </a:r>
            <a:endParaRPr lang="en-US" sz="1400" dirty="0">
              <a:solidFill>
                <a:srgbClr val="9B9B9B"/>
              </a:solidFill>
              <a:latin typeface="+mj-lt"/>
              <a:cs typeface="Arial" pitchFamily="34" charset="-120"/>
            </a:endParaRPr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E0003075-2095-AF8D-D8F6-65E8508BC714}"/>
              </a:ext>
            </a:extLst>
          </p:cNvPr>
          <p:cNvSpPr/>
          <p:nvPr/>
        </p:nvSpPr>
        <p:spPr>
          <a:xfrm>
            <a:off x="4297680" y="3383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B9B9B"/>
                </a:solidFill>
                <a:latin typeface="+mj-lt"/>
                <a:cs typeface="Arial" pitchFamily="34" charset="-120"/>
              </a:rPr>
              <a:t>4. </a:t>
            </a:r>
            <a:r>
              <a:rPr lang="ko-KR" altLang="en-US" sz="1400" dirty="0">
                <a:solidFill>
                  <a:srgbClr val="9B9B9B"/>
                </a:solidFill>
                <a:latin typeface="+mj-lt"/>
                <a:cs typeface="Arial" pitchFamily="34" charset="-120"/>
              </a:rPr>
              <a:t>인터페이스 아키텍처</a:t>
            </a:r>
            <a:endParaRPr lang="en-US" sz="1400" dirty="0">
              <a:solidFill>
                <a:srgbClr val="9B9B9B"/>
              </a:solidFill>
              <a:latin typeface="+mj-lt"/>
              <a:cs typeface="Arial" pitchFamily="34" charset="-120"/>
            </a:endParaRPr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D7910883-0F3E-A5F7-BAC3-3309F91097CA}"/>
              </a:ext>
            </a:extLst>
          </p:cNvPr>
          <p:cNvSpPr/>
          <p:nvPr/>
        </p:nvSpPr>
        <p:spPr>
          <a:xfrm>
            <a:off x="4297680" y="39319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Malgun Gothic" panose="020B0503020000020004" pitchFamily="34" charset="-127"/>
                <a:ea typeface="Malgun Gothic" panose="020B0503020000020004" pitchFamily="34" charset="-127"/>
                <a:cs typeface="Arial" pitchFamily="34" charset="-120"/>
              </a:rPr>
              <a:t>5. </a:t>
            </a:r>
            <a:r>
              <a:rPr lang="ko-KR" altLang="en-US" sz="1400" b="1" dirty="0">
                <a:latin typeface="Malgun Gothic" panose="020B0503020000020004" pitchFamily="34" charset="-127"/>
                <a:ea typeface="Malgun Gothic" panose="020B0503020000020004" pitchFamily="34" charset="-127"/>
                <a:cs typeface="Arial" pitchFamily="34" charset="-120"/>
              </a:rPr>
              <a:t>데이터 및 보안 아키텍처</a:t>
            </a:r>
            <a:endParaRPr lang="en-US" sz="1400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2" name="Text 8">
            <a:extLst>
              <a:ext uri="{FF2B5EF4-FFF2-40B4-BE49-F238E27FC236}">
                <a16:creationId xmlns:a16="http://schemas.microsoft.com/office/drawing/2014/main" id="{7439392A-9F3D-331E-919F-77B3CC9B2C11}"/>
              </a:ext>
            </a:extLst>
          </p:cNvPr>
          <p:cNvSpPr/>
          <p:nvPr/>
        </p:nvSpPr>
        <p:spPr>
          <a:xfrm>
            <a:off x="4297680" y="44805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B9B9B"/>
                </a:solidFill>
                <a:latin typeface="+mj-lt"/>
                <a:ea typeface="Arial" pitchFamily="34" charset="-122"/>
                <a:cs typeface="Arial" pitchFamily="34" charset="-120"/>
              </a:rPr>
              <a:t>6. </a:t>
            </a:r>
            <a:r>
              <a:rPr lang="ko-KR" altLang="en-US" sz="1400" dirty="0">
                <a:solidFill>
                  <a:srgbClr val="9B9B9B"/>
                </a:solidFill>
                <a:latin typeface="+mj-lt"/>
                <a:ea typeface="Arial" pitchFamily="34" charset="-122"/>
                <a:cs typeface="Arial" pitchFamily="34" charset="-120"/>
              </a:rPr>
              <a:t>운영 및 모니터링</a:t>
            </a:r>
            <a:endParaRPr lang="en-US" sz="1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0440178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6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9525">
          <a:solidFill>
            <a:schemeClr val="tx1"/>
          </a:solidFill>
          <a:miter lim="800000"/>
          <a:headEnd/>
          <a:tailEnd/>
        </a:ln>
        <a:effectLst/>
      </a:spPr>
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 defTabSz="895350" latinLnBrk="0">
          <a:spcAft>
            <a:spcPts val="600"/>
          </a:spcAft>
          <a:buSzPct val="120000"/>
          <a:defRPr sz="1300" b="1" dirty="0">
            <a:latin typeface="Tahoma" panose="020B0604030504040204" pitchFamily="34" charset="0"/>
            <a:ea typeface="맑은 고딕" panose="020B0503020000020004" pitchFamily="50" charset="-127"/>
            <a:cs typeface="Tahoma" panose="020B0604030504040204" pitchFamily="34" charset="0"/>
          </a:defRPr>
        </a:defPPr>
      </a:lstStyle>
    </a:spDef>
    <a:lnDef>
      <a:spPr>
        <a:ln>
          <a:solidFill>
            <a:schemeClr val="tx1"/>
          </a:solidFill>
          <a:prstDash val="solid"/>
          <a:tailEnd type="none"/>
        </a:ln>
        <a:effectLst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 anchor="ctr" anchorCtr="0">
        <a:noAutofit/>
      </a:bodyPr>
      <a:lstStyle>
        <a:defPPr marL="266700" indent="-266700" latinLnBrk="0">
          <a:lnSpc>
            <a:spcPct val="120000"/>
          </a:lnSpc>
          <a:spcBef>
            <a:spcPts val="600"/>
          </a:spcBef>
          <a:spcAft>
            <a:spcPts val="300"/>
          </a:spcAft>
          <a:buFont typeface="Wingdings" panose="05000000000000000000" pitchFamily="2" charset="2"/>
          <a:buChar char="q"/>
          <a:defRPr sz="1200" b="1" dirty="0" smtClean="0">
            <a:latin typeface="Tahoma" panose="020B0604030504040204" pitchFamily="34" charset="0"/>
            <a:ea typeface="맑은 고딕" pitchFamily="50" charset="-127"/>
            <a:cs typeface="Tahoma" panose="020B0604030504040204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7421</TotalTime>
  <Words>5817</Words>
  <Application>Microsoft Macintosh PowerPoint</Application>
  <PresentationFormat>화면 슬라이드 쇼(16:9)</PresentationFormat>
  <Paragraphs>1825</Paragraphs>
  <Slides>30</Slides>
  <Notes>7</Notes>
  <HiddenSlides>0</HiddenSlides>
  <MMClips>0</MMClips>
  <ScaleCrop>false</ScaleCrop>
  <HeadingPairs>
    <vt:vector size="8" baseType="variant">
      <vt:variant>
        <vt:lpstr>사용한 글꼴</vt:lpstr>
      </vt:variant>
      <vt:variant>
        <vt:i4>17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49" baseType="lpstr">
      <vt:lpstr>Malgun Gothic</vt:lpstr>
      <vt:lpstr>Malgun Gothic</vt:lpstr>
      <vt:lpstr>HG꼬딕씨 60g</vt:lpstr>
      <vt:lpstr>HG꼬딕씨 80g</vt:lpstr>
      <vt:lpstr>HY견고딕</vt:lpstr>
      <vt:lpstr>HY그래픽M</vt:lpstr>
      <vt:lpstr>KoPub돋움체 Bold</vt:lpstr>
      <vt:lpstr>KoPub돋움체 Medium</vt:lpstr>
      <vt:lpstr>KoPub돋움체 Medium </vt:lpstr>
      <vt:lpstr>KoPub돋움체 Medium  Medium</vt:lpstr>
      <vt:lpstr>Malgun Gothic Semilight</vt:lpstr>
      <vt:lpstr>Arial</vt:lpstr>
      <vt:lpstr>Calibri</vt:lpstr>
      <vt:lpstr>Cambria</vt:lpstr>
      <vt:lpstr>Tahoma</vt:lpstr>
      <vt:lpstr>Trebuchet MS</vt:lpstr>
      <vt:lpstr>Wingdings</vt:lpstr>
      <vt:lpstr>6_Office 테마</vt:lpstr>
      <vt:lpstr>think-cell Slide</vt:lpstr>
      <vt:lpstr>AI Agent System 아키텍처 정의서</vt:lpstr>
      <vt:lpstr>Table Of Content</vt:lpstr>
      <vt:lpstr>1.1 목적 및 범위</vt:lpstr>
      <vt:lpstr>1.2 설계방안</vt:lpstr>
      <vt:lpstr>Table Of Content</vt:lpstr>
      <vt:lpstr>2.1 목표 시스템 구성도</vt:lpstr>
      <vt:lpstr>2.2 H/W 구성도</vt:lpstr>
      <vt:lpstr>2.3 H/W 구성요소</vt:lpstr>
      <vt:lpstr>2.4 물리 구성방안 &gt; AI 서비스 허브</vt:lpstr>
      <vt:lpstr>2.4 물리 구성방안 &gt; 빅데이터 플랫폼</vt:lpstr>
      <vt:lpstr>2.4 물리 구성방안 &gt; AI Agent 플랫폼</vt:lpstr>
      <vt:lpstr>2.4 물리 구성방안 &gt; GenAI 플랫폼</vt:lpstr>
      <vt:lpstr>2.5 논리 구성방안(1/2)</vt:lpstr>
      <vt:lpstr>2.5 논리 구성방안(2/2)</vt:lpstr>
      <vt:lpstr>2.6 S/W 구성도(1/2)</vt:lpstr>
      <vt:lpstr>2.6 S/W 구성도(2/2)</vt:lpstr>
      <vt:lpstr>Table Of Content</vt:lpstr>
      <vt:lpstr>3.1 어플리케이션 전체 구성도</vt:lpstr>
      <vt:lpstr>3.2 어플리케이션 개념도</vt:lpstr>
      <vt:lpstr>3.1 Agent 설계 방안</vt:lpstr>
      <vt:lpstr>3.2 Agent 아키텍처 구성도</vt:lpstr>
      <vt:lpstr>3.3 Agent 프레임워크</vt:lpstr>
      <vt:lpstr>Table Of Content</vt:lpstr>
      <vt:lpstr>4.4 Agent 연계방안</vt:lpstr>
      <vt:lpstr>3.4 Agent 연계방안 &gt; MCP 아키텍처</vt:lpstr>
      <vt:lpstr>3.4 Agent 연계방안 &gt; MCP 아키텍처</vt:lpstr>
      <vt:lpstr>3.4 Agent 연계방안 &gt; A2A 구성 방안</vt:lpstr>
      <vt:lpstr>Table Of Content</vt:lpstr>
      <vt:lpstr>5.1 데이터 연동 흐름</vt:lpstr>
      <vt:lpstr>Table Of Content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System Architecture 정의서</dc:title>
  <dc:subject>PptxGenJS Presentation</dc:subject>
  <dc:creator>AI Architecture Team</dc:creator>
  <cp:lastModifiedBy>11108</cp:lastModifiedBy>
  <cp:revision>106</cp:revision>
  <dcterms:created xsi:type="dcterms:W3CDTF">2026-03-05T04:21:34Z</dcterms:created>
  <dcterms:modified xsi:type="dcterms:W3CDTF">2026-03-18T13:19:38Z</dcterms:modified>
</cp:coreProperties>
</file>